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 id="2147483675" r:id="rId3"/>
  </p:sldMasterIdLst>
  <p:notesMasterIdLst>
    <p:notesMasterId r:id="rId63"/>
  </p:notesMasterIdLst>
  <p:sldIdLst>
    <p:sldId id="257" r:id="rId4"/>
    <p:sldId id="3853" r:id="rId5"/>
    <p:sldId id="3852" r:id="rId6"/>
    <p:sldId id="259" r:id="rId7"/>
    <p:sldId id="3841" r:id="rId8"/>
    <p:sldId id="3842" r:id="rId9"/>
    <p:sldId id="3843" r:id="rId10"/>
    <p:sldId id="3801" r:id="rId11"/>
    <p:sldId id="289" r:id="rId12"/>
    <p:sldId id="292" r:id="rId13"/>
    <p:sldId id="348" r:id="rId14"/>
    <p:sldId id="263" r:id="rId15"/>
    <p:sldId id="3804" r:id="rId16"/>
    <p:sldId id="285" r:id="rId17"/>
    <p:sldId id="3805" r:id="rId18"/>
    <p:sldId id="344" r:id="rId19"/>
    <p:sldId id="325" r:id="rId20"/>
    <p:sldId id="288" r:id="rId21"/>
    <p:sldId id="3806" r:id="rId22"/>
    <p:sldId id="271" r:id="rId23"/>
    <p:sldId id="3808" r:id="rId24"/>
    <p:sldId id="3814" r:id="rId25"/>
    <p:sldId id="3815" r:id="rId26"/>
    <p:sldId id="3809" r:id="rId27"/>
    <p:sldId id="261" r:id="rId28"/>
    <p:sldId id="305" r:id="rId29"/>
    <p:sldId id="3849" r:id="rId30"/>
    <p:sldId id="3810" r:id="rId31"/>
    <p:sldId id="264" r:id="rId32"/>
    <p:sldId id="3802" r:id="rId33"/>
    <p:sldId id="3812" r:id="rId34"/>
    <p:sldId id="3813" r:id="rId35"/>
    <p:sldId id="3816" r:id="rId36"/>
    <p:sldId id="3817" r:id="rId37"/>
    <p:sldId id="3818" r:id="rId38"/>
    <p:sldId id="3850" r:id="rId39"/>
    <p:sldId id="3783" r:id="rId40"/>
    <p:sldId id="3794" r:id="rId41"/>
    <p:sldId id="3781" r:id="rId42"/>
    <p:sldId id="3820" r:id="rId43"/>
    <p:sldId id="3821" r:id="rId44"/>
    <p:sldId id="3822" r:id="rId45"/>
    <p:sldId id="3823" r:id="rId46"/>
    <p:sldId id="3795" r:id="rId47"/>
    <p:sldId id="3824" r:id="rId48"/>
    <p:sldId id="3840" r:id="rId49"/>
    <p:sldId id="267" r:id="rId50"/>
    <p:sldId id="3829" r:id="rId51"/>
    <p:sldId id="3830" r:id="rId52"/>
    <p:sldId id="3838" r:id="rId53"/>
    <p:sldId id="3831" r:id="rId54"/>
    <p:sldId id="3832" r:id="rId55"/>
    <p:sldId id="3833" r:id="rId56"/>
    <p:sldId id="3834" r:id="rId57"/>
    <p:sldId id="3835" r:id="rId58"/>
    <p:sldId id="3836" r:id="rId59"/>
    <p:sldId id="3851" r:id="rId60"/>
    <p:sldId id="3839" r:id="rId61"/>
    <p:sldId id="281"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761790C4-CC8D-4F9D-B2F5-E9FF9FEAC74A}">
          <p14:sldIdLst>
            <p14:sldId id="257"/>
            <p14:sldId id="3853"/>
            <p14:sldId id="3852"/>
            <p14:sldId id="259"/>
            <p14:sldId id="3841"/>
            <p14:sldId id="3842"/>
            <p14:sldId id="3843"/>
            <p14:sldId id="3801"/>
            <p14:sldId id="289"/>
            <p14:sldId id="292"/>
            <p14:sldId id="348"/>
          </p14:sldIdLst>
        </p14:section>
        <p14:section name="المحور الاول" id="{4D22D2FF-88D6-4297-B266-064EE7775BB9}">
          <p14:sldIdLst>
            <p14:sldId id="263"/>
            <p14:sldId id="3804"/>
            <p14:sldId id="285"/>
            <p14:sldId id="3805"/>
            <p14:sldId id="344"/>
            <p14:sldId id="325"/>
            <p14:sldId id="288"/>
            <p14:sldId id="3806"/>
            <p14:sldId id="271"/>
            <p14:sldId id="3808"/>
          </p14:sldIdLst>
        </p14:section>
        <p14:section name="المحور الثاني" id="{07880827-523B-4933-BA0D-F650DF180D21}">
          <p14:sldIdLst>
            <p14:sldId id="3814"/>
            <p14:sldId id="3815"/>
            <p14:sldId id="3809"/>
            <p14:sldId id="261"/>
            <p14:sldId id="305"/>
            <p14:sldId id="3849"/>
            <p14:sldId id="3810"/>
            <p14:sldId id="264"/>
            <p14:sldId id="3802"/>
            <p14:sldId id="3812"/>
            <p14:sldId id="3813"/>
          </p14:sldIdLst>
        </p14:section>
        <p14:section name="المحور الثالث" id="{BC207998-CD55-4393-A73E-830D019B649B}">
          <p14:sldIdLst>
            <p14:sldId id="3816"/>
            <p14:sldId id="3817"/>
            <p14:sldId id="3818"/>
            <p14:sldId id="3850"/>
            <p14:sldId id="3783"/>
            <p14:sldId id="3794"/>
            <p14:sldId id="3781"/>
            <p14:sldId id="3820"/>
            <p14:sldId id="3821"/>
            <p14:sldId id="3822"/>
            <p14:sldId id="3823"/>
            <p14:sldId id="3795"/>
            <p14:sldId id="3824"/>
            <p14:sldId id="3840"/>
            <p14:sldId id="267"/>
            <p14:sldId id="3829"/>
            <p14:sldId id="3830"/>
            <p14:sldId id="3838"/>
            <p14:sldId id="3831"/>
            <p14:sldId id="3832"/>
            <p14:sldId id="3833"/>
            <p14:sldId id="3834"/>
            <p14:sldId id="3835"/>
            <p14:sldId id="3836"/>
            <p14:sldId id="3851"/>
            <p14:sldId id="3839"/>
            <p14:sldId id="28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BDB5551-289F-162D-9D2B-14CA21C0458A}" name="Microsoft 365" initials="3M" userId="S::Microsoft.12@Boonde.onmicrosoft.com::838f8fb0-2e9e-4a20-8d32-691702d73c4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6" clrIdx="0">
    <p:extLst>
      <p:ext uri="{19B8F6BF-5375-455C-9EA6-DF929625EA0E}">
        <p15:presenceInfo xmlns:p15="http://schemas.microsoft.com/office/powerpoint/2012/main" userId="HP" providerId="None"/>
      </p:ext>
    </p:extLst>
  </p:cmAuthor>
  <p:cmAuthor id="2" name="Mohamed" initials="M" lastIdx="27" clrIdx="1">
    <p:extLst>
      <p:ext uri="{19B8F6BF-5375-455C-9EA6-DF929625EA0E}">
        <p15:presenceInfo xmlns:p15="http://schemas.microsoft.com/office/powerpoint/2012/main" userId="S::mohamed.ashraf@dolftech.com::6948bbf2-f7eb-45b3-a322-c015316b33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4653"/>
    <a:srgbClr val="165363"/>
    <a:srgbClr val="20849C"/>
    <a:srgbClr val="8DB7E0"/>
    <a:srgbClr val="59A694"/>
    <a:srgbClr val="74B4A5"/>
    <a:srgbClr val="F2F2F2"/>
    <a:srgbClr val="000000"/>
    <a:srgbClr val="BFBFBF"/>
    <a:srgbClr val="DA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7899" autoAdjust="0"/>
    <p:restoredTop sz="95020" autoAdjust="0"/>
  </p:normalViewPr>
  <p:slideViewPr>
    <p:cSldViewPr snapToGrid="0">
      <p:cViewPr varScale="1">
        <p:scale>
          <a:sx n="31" d="100"/>
          <a:sy n="31" d="100"/>
        </p:scale>
        <p:origin x="34" y="7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commentAuthors" Target="commentAuthors.xml"/><Relationship Id="rId69" Type="http://schemas.microsoft.com/office/2018/10/relationships/authors" Target="author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15F616-825C-4AD9-B3C7-DDF6F35A7928}" type="datetimeFigureOut">
              <a:rPr lang="en-GB" smtClean="0"/>
              <a:t>29.4.25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296949-B80B-46C0-B854-A1E203DA8D89}" type="slidenum">
              <a:rPr lang="en-GB" smtClean="0"/>
              <a:t>‹#›</a:t>
            </a:fld>
            <a:endParaRPr lang="en-GB"/>
          </a:p>
        </p:txBody>
      </p:sp>
    </p:spTree>
    <p:extLst>
      <p:ext uri="{BB962C8B-B14F-4D97-AF65-F5344CB8AC3E}">
        <p14:creationId xmlns:p14="http://schemas.microsoft.com/office/powerpoint/2010/main" val="3541295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F296949-B80B-46C0-B854-A1E203DA8D89}" type="slidenum">
              <a:rPr lang="en-GB" smtClean="0"/>
              <a:t>5</a:t>
            </a:fld>
            <a:endParaRPr lang="en-GB"/>
          </a:p>
        </p:txBody>
      </p:sp>
    </p:spTree>
    <p:extLst>
      <p:ext uri="{BB962C8B-B14F-4D97-AF65-F5344CB8AC3E}">
        <p14:creationId xmlns:p14="http://schemas.microsoft.com/office/powerpoint/2010/main" val="624772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Questions discussion</a:t>
            </a:r>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05A25168-E2EF-4B95-B27F-784A7529B904}" type="slidenum">
              <a:rPr kumimoji="0" lang="en-GB"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12</a:t>
            </a:fld>
            <a:endParaRPr kumimoji="0" lang="en-GB"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259740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93A8E-5EA3-A8FB-36AD-B7B13F7D4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388D2-2077-1D7F-CC80-537EFA71F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64888-1A96-F96C-ECB0-F8005FC7E2FF}"/>
              </a:ext>
            </a:extLst>
          </p:cNvPr>
          <p:cNvSpPr>
            <a:spLocks noGrp="1"/>
          </p:cNvSpPr>
          <p:nvPr>
            <p:ph type="body" idx="1"/>
          </p:nvPr>
        </p:nvSpPr>
        <p:spPr/>
        <p:txBody>
          <a:bodyPr/>
          <a:lstStyle/>
          <a:p>
            <a:r>
              <a:rPr lang="en-GB" dirty="0"/>
              <a:t>Questions discussion</a:t>
            </a:r>
          </a:p>
        </p:txBody>
      </p:sp>
      <p:sp>
        <p:nvSpPr>
          <p:cNvPr id="4" name="Slide Number Placeholder 3">
            <a:extLst>
              <a:ext uri="{FF2B5EF4-FFF2-40B4-BE49-F238E27FC236}">
                <a16:creationId xmlns:a16="http://schemas.microsoft.com/office/drawing/2014/main" id="{71D31BFB-A919-5C15-6102-9518D5A2D8AB}"/>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05A25168-E2EF-4B95-B27F-784A7529B904}" type="slidenum">
              <a:rPr kumimoji="0" lang="en-GB"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15</a:t>
            </a:fld>
            <a:endParaRPr kumimoji="0" lang="en-GB"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071543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391A8-2E86-00F0-B89F-169A52C48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2D4EA-4FE9-94E4-52A5-9BAC987541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21CC8-3632-EDBD-EEB5-E71610D3B2E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19E2200-2987-DEF9-C880-D430694A9105}"/>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05A25168-E2EF-4B95-B27F-784A7529B904}" type="slidenum">
              <a:rPr kumimoji="0" lang="en-GB"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16</a:t>
            </a:fld>
            <a:endParaRPr kumimoji="0" lang="en-GB"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100255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7841B-BC04-E4B0-75FD-F308E2775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17728-7157-5131-7AD5-F8A65DD5E3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D97AE-13FB-5902-A3E8-DA5E4D7DE6C6}"/>
              </a:ext>
            </a:extLst>
          </p:cNvPr>
          <p:cNvSpPr>
            <a:spLocks noGrp="1"/>
          </p:cNvSpPr>
          <p:nvPr>
            <p:ph type="body" idx="1"/>
          </p:nvPr>
        </p:nvSpPr>
        <p:spPr/>
        <p:txBody>
          <a:bodyPr/>
          <a:lstStyle/>
          <a:p>
            <a:r>
              <a:rPr lang="en-GB" dirty="0"/>
              <a:t>break</a:t>
            </a:r>
          </a:p>
        </p:txBody>
      </p:sp>
      <p:sp>
        <p:nvSpPr>
          <p:cNvPr id="4" name="Slide Number Placeholder 3">
            <a:extLst>
              <a:ext uri="{FF2B5EF4-FFF2-40B4-BE49-F238E27FC236}">
                <a16:creationId xmlns:a16="http://schemas.microsoft.com/office/drawing/2014/main" id="{AC70F568-991A-ADC3-45E8-8B78E23F2E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A25168-E2EF-4B95-B27F-784A7529B904}" type="slidenum">
              <a:rPr kumimoji="0" lang="en-GB"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8187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9:notes"/>
          <p:cNvSpPr txBox="1">
            <a:spLocks noGrp="1"/>
          </p:cNvSpPr>
          <p:nvPr>
            <p:ph type="body" idx="1"/>
          </p:nvPr>
        </p:nvSpPr>
        <p:spPr>
          <a:xfrm>
            <a:off x="2009775" y="5441950"/>
            <a:ext cx="16084550" cy="44545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7" name="Google Shape;187;p9:notes"/>
          <p:cNvSpPr txBox="1">
            <a:spLocks noGrp="1"/>
          </p:cNvSpPr>
          <p:nvPr>
            <p:ph type="sldNum" idx="12"/>
          </p:nvPr>
        </p:nvSpPr>
        <p:spPr>
          <a:xfrm>
            <a:off x="11387138" y="10742613"/>
            <a:ext cx="8712200" cy="56673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ar-EG"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304093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73F01-C0CC-A261-0F7D-68EF195C0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950FAC-BD8C-5651-83FF-7D15D2CA76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2F76D5-E48B-696B-ED83-418B45B8FA4F}"/>
              </a:ext>
            </a:extLst>
          </p:cNvPr>
          <p:cNvSpPr>
            <a:spLocks noGrp="1"/>
          </p:cNvSpPr>
          <p:nvPr>
            <p:ph type="body" idx="1"/>
          </p:nvPr>
        </p:nvSpPr>
        <p:spPr/>
        <p:txBody>
          <a:bodyPr/>
          <a:lstStyle/>
          <a:p>
            <a:r>
              <a:rPr lang="en-GB" dirty="0"/>
              <a:t>Questions discussion</a:t>
            </a:r>
          </a:p>
        </p:txBody>
      </p:sp>
      <p:sp>
        <p:nvSpPr>
          <p:cNvPr id="4" name="Slide Number Placeholder 3">
            <a:extLst>
              <a:ext uri="{FF2B5EF4-FFF2-40B4-BE49-F238E27FC236}">
                <a16:creationId xmlns:a16="http://schemas.microsoft.com/office/drawing/2014/main" id="{36ED8684-4370-780A-2627-E0F14D4C8F25}"/>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05A25168-E2EF-4B95-B27F-784A7529B904}" type="slidenum">
              <a:rPr kumimoji="0" lang="en-GB"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30</a:t>
            </a:fld>
            <a:endParaRPr kumimoji="0" lang="en-GB"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385866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227E5-7E07-797D-A11F-4EA24572F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D1610-57A0-CD47-96E8-B374D285F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6F5ED-87E5-5263-FFFF-7E441D92B560}"/>
              </a:ext>
            </a:extLst>
          </p:cNvPr>
          <p:cNvSpPr>
            <a:spLocks noGrp="1"/>
          </p:cNvSpPr>
          <p:nvPr>
            <p:ph type="body" idx="1"/>
          </p:nvPr>
        </p:nvSpPr>
        <p:spPr/>
        <p:txBody>
          <a:bodyPr/>
          <a:lstStyle/>
          <a:p>
            <a:r>
              <a:rPr lang="en-GB" dirty="0"/>
              <a:t>break</a:t>
            </a:r>
          </a:p>
        </p:txBody>
      </p:sp>
      <p:sp>
        <p:nvSpPr>
          <p:cNvPr id="4" name="Slide Number Placeholder 3">
            <a:extLst>
              <a:ext uri="{FF2B5EF4-FFF2-40B4-BE49-F238E27FC236}">
                <a16:creationId xmlns:a16="http://schemas.microsoft.com/office/drawing/2014/main" id="{49BAD00C-81C2-6401-4E16-DF6E5243CF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A25168-E2EF-4B95-B27F-784A7529B904}" type="slidenum">
              <a:rPr kumimoji="0" lang="en-GB"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502088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AE57A-052E-6E14-6D8D-3F47113A5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25C2D-0F5F-D93C-E077-8652B5DC5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57873-57E5-9471-1FAA-C538CE94D859}"/>
              </a:ext>
            </a:extLst>
          </p:cNvPr>
          <p:cNvSpPr>
            <a:spLocks noGrp="1"/>
          </p:cNvSpPr>
          <p:nvPr>
            <p:ph type="body" idx="1"/>
          </p:nvPr>
        </p:nvSpPr>
        <p:spPr/>
        <p:txBody>
          <a:bodyPr/>
          <a:lstStyle/>
          <a:p>
            <a:r>
              <a:rPr lang="en-GB" dirty="0"/>
              <a:t>Questions discussion</a:t>
            </a:r>
          </a:p>
        </p:txBody>
      </p:sp>
      <p:sp>
        <p:nvSpPr>
          <p:cNvPr id="4" name="Slide Number Placeholder 3">
            <a:extLst>
              <a:ext uri="{FF2B5EF4-FFF2-40B4-BE49-F238E27FC236}">
                <a16:creationId xmlns:a16="http://schemas.microsoft.com/office/drawing/2014/main" id="{3BAE10B4-53FD-E13C-957F-FAB26DBA18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A25168-E2EF-4B95-B27F-784A7529B904}" type="slidenum">
              <a:rPr kumimoji="0" lang="en-GB"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8939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2408A-5567-1E88-9D61-3C8C76169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8EEB6-5239-2FD7-035A-A5254ADF6B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E56578-B73A-A5F6-DB8D-D173A3A62241}"/>
              </a:ext>
            </a:extLst>
          </p:cNvPr>
          <p:cNvSpPr>
            <a:spLocks noGrp="1"/>
          </p:cNvSpPr>
          <p:nvPr>
            <p:ph type="body" idx="1"/>
          </p:nvPr>
        </p:nvSpPr>
        <p:spPr/>
        <p:txBody>
          <a:bodyPr/>
          <a:lstStyle/>
          <a:p>
            <a:r>
              <a:rPr lang="en-GB" dirty="0"/>
              <a:t>Group activity</a:t>
            </a:r>
          </a:p>
        </p:txBody>
      </p:sp>
      <p:sp>
        <p:nvSpPr>
          <p:cNvPr id="4" name="Slide Number Placeholder 3">
            <a:extLst>
              <a:ext uri="{FF2B5EF4-FFF2-40B4-BE49-F238E27FC236}">
                <a16:creationId xmlns:a16="http://schemas.microsoft.com/office/drawing/2014/main" id="{BC605706-8E98-4CC3-F245-CEC9F02A40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A25168-E2EF-4B95-B27F-784A7529B904}" type="slidenum">
              <a:rPr kumimoji="0" lang="en-GB"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57473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B0380-FB76-5F2C-4AE3-B5DAA623E8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94CAB0-600F-E89F-BD27-0CE9516420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36B2AA-3C77-A270-DC56-31C054F97FA9}"/>
              </a:ext>
            </a:extLst>
          </p:cNvPr>
          <p:cNvSpPr>
            <a:spLocks noGrp="1"/>
          </p:cNvSpPr>
          <p:nvPr>
            <p:ph type="body" idx="1"/>
          </p:nvPr>
        </p:nvSpPr>
        <p:spPr/>
        <p:txBody>
          <a:bodyPr/>
          <a:lstStyle/>
          <a:p>
            <a:r>
              <a:rPr lang="en-GB" dirty="0"/>
              <a:t>Questions discussion</a:t>
            </a:r>
          </a:p>
        </p:txBody>
      </p:sp>
      <p:sp>
        <p:nvSpPr>
          <p:cNvPr id="4" name="Slide Number Placeholder 3">
            <a:extLst>
              <a:ext uri="{FF2B5EF4-FFF2-40B4-BE49-F238E27FC236}">
                <a16:creationId xmlns:a16="http://schemas.microsoft.com/office/drawing/2014/main" id="{54CA888C-A2DC-6C81-2058-B04B9FB1A2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A25168-E2EF-4B95-B27F-784A7529B904}" type="slidenum">
              <a:rPr kumimoji="0" lang="en-GB"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85122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7F821-B24C-240A-9888-E85DC8944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A5080-8711-C3E1-C0B6-AB90D49D5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36847-71DF-6C93-1723-BA4B882C83F6}"/>
              </a:ext>
            </a:extLst>
          </p:cNvPr>
          <p:cNvSpPr>
            <a:spLocks noGrp="1"/>
          </p:cNvSpPr>
          <p:nvPr>
            <p:ph type="body" idx="1"/>
          </p:nvPr>
        </p:nvSpPr>
        <p:spPr/>
        <p:txBody>
          <a:bodyPr/>
          <a:lstStyle/>
          <a:p>
            <a:r>
              <a:rPr lang="en-GB" dirty="0"/>
              <a:t>Questions discussion</a:t>
            </a:r>
          </a:p>
        </p:txBody>
      </p:sp>
      <p:sp>
        <p:nvSpPr>
          <p:cNvPr id="4" name="Slide Number Placeholder 3">
            <a:extLst>
              <a:ext uri="{FF2B5EF4-FFF2-40B4-BE49-F238E27FC236}">
                <a16:creationId xmlns:a16="http://schemas.microsoft.com/office/drawing/2014/main" id="{7F3EDDF1-59A7-617E-433F-8B95D3A011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A25168-E2EF-4B95-B27F-784A7529B904}" type="slidenum">
              <a:rPr kumimoji="0" lang="en-GB"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962944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timer</a:t>
            </a:r>
          </a:p>
        </p:txBody>
      </p:sp>
      <p:sp>
        <p:nvSpPr>
          <p:cNvPr id="4" name="Slide Number Placeholder 3"/>
          <p:cNvSpPr>
            <a:spLocks noGrp="1"/>
          </p:cNvSpPr>
          <p:nvPr>
            <p:ph type="sldNum" sz="quarter" idx="5"/>
          </p:nvPr>
        </p:nvSpPr>
        <p:spPr/>
        <p:txBody>
          <a:bodyPr/>
          <a:lstStyle/>
          <a:p>
            <a:fld id="{CF296949-B80B-46C0-B854-A1E203DA8D89}" type="slidenum">
              <a:rPr lang="en-GB" smtClean="0"/>
              <a:t>47</a:t>
            </a:fld>
            <a:endParaRPr lang="en-GB"/>
          </a:p>
        </p:txBody>
      </p:sp>
    </p:spTree>
    <p:extLst>
      <p:ext uri="{BB962C8B-B14F-4D97-AF65-F5344CB8AC3E}">
        <p14:creationId xmlns:p14="http://schemas.microsoft.com/office/powerpoint/2010/main" val="2854430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timer</a:t>
            </a:r>
          </a:p>
        </p:txBody>
      </p:sp>
      <p:sp>
        <p:nvSpPr>
          <p:cNvPr id="4" name="Slide Number Placeholder 3"/>
          <p:cNvSpPr>
            <a:spLocks noGrp="1"/>
          </p:cNvSpPr>
          <p:nvPr>
            <p:ph type="sldNum" sz="quarter" idx="5"/>
          </p:nvPr>
        </p:nvSpPr>
        <p:spPr/>
        <p:txBody>
          <a:bodyPr/>
          <a:lstStyle/>
          <a:p>
            <a:fld id="{CF296949-B80B-46C0-B854-A1E203DA8D89}" type="slidenum">
              <a:rPr lang="en-GB" smtClean="0"/>
              <a:t>48</a:t>
            </a:fld>
            <a:endParaRPr lang="en-GB"/>
          </a:p>
        </p:txBody>
      </p:sp>
    </p:spTree>
    <p:extLst>
      <p:ext uri="{BB962C8B-B14F-4D97-AF65-F5344CB8AC3E}">
        <p14:creationId xmlns:p14="http://schemas.microsoft.com/office/powerpoint/2010/main" val="3000247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timer</a:t>
            </a:r>
          </a:p>
        </p:txBody>
      </p:sp>
      <p:sp>
        <p:nvSpPr>
          <p:cNvPr id="4" name="Slide Number Placeholder 3"/>
          <p:cNvSpPr>
            <a:spLocks noGrp="1"/>
          </p:cNvSpPr>
          <p:nvPr>
            <p:ph type="sldNum" sz="quarter" idx="5"/>
          </p:nvPr>
        </p:nvSpPr>
        <p:spPr/>
        <p:txBody>
          <a:bodyPr/>
          <a:lstStyle/>
          <a:p>
            <a:fld id="{CF296949-B80B-46C0-B854-A1E203DA8D89}" type="slidenum">
              <a:rPr lang="en-GB" smtClean="0"/>
              <a:t>49</a:t>
            </a:fld>
            <a:endParaRPr lang="en-GB"/>
          </a:p>
        </p:txBody>
      </p:sp>
    </p:spTree>
    <p:extLst>
      <p:ext uri="{BB962C8B-B14F-4D97-AF65-F5344CB8AC3E}">
        <p14:creationId xmlns:p14="http://schemas.microsoft.com/office/powerpoint/2010/main" val="1220149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timer</a:t>
            </a:r>
          </a:p>
        </p:txBody>
      </p:sp>
      <p:sp>
        <p:nvSpPr>
          <p:cNvPr id="4" name="Slide Number Placeholder 3"/>
          <p:cNvSpPr>
            <a:spLocks noGrp="1"/>
          </p:cNvSpPr>
          <p:nvPr>
            <p:ph type="sldNum" sz="quarter" idx="5"/>
          </p:nvPr>
        </p:nvSpPr>
        <p:spPr/>
        <p:txBody>
          <a:bodyPr/>
          <a:lstStyle/>
          <a:p>
            <a:fld id="{CF296949-B80B-46C0-B854-A1E203DA8D89}" type="slidenum">
              <a:rPr lang="en-GB" smtClean="0"/>
              <a:t>50</a:t>
            </a:fld>
            <a:endParaRPr lang="en-GB"/>
          </a:p>
        </p:txBody>
      </p:sp>
    </p:spTree>
    <p:extLst>
      <p:ext uri="{BB962C8B-B14F-4D97-AF65-F5344CB8AC3E}">
        <p14:creationId xmlns:p14="http://schemas.microsoft.com/office/powerpoint/2010/main" val="3651310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timer</a:t>
            </a:r>
          </a:p>
        </p:txBody>
      </p:sp>
      <p:sp>
        <p:nvSpPr>
          <p:cNvPr id="4" name="Slide Number Placeholder 3"/>
          <p:cNvSpPr>
            <a:spLocks noGrp="1"/>
          </p:cNvSpPr>
          <p:nvPr>
            <p:ph type="sldNum" sz="quarter" idx="5"/>
          </p:nvPr>
        </p:nvSpPr>
        <p:spPr/>
        <p:txBody>
          <a:bodyPr/>
          <a:lstStyle/>
          <a:p>
            <a:fld id="{CF296949-B80B-46C0-B854-A1E203DA8D89}" type="slidenum">
              <a:rPr lang="en-GB" smtClean="0"/>
              <a:t>51</a:t>
            </a:fld>
            <a:endParaRPr lang="en-GB"/>
          </a:p>
        </p:txBody>
      </p:sp>
    </p:spTree>
    <p:extLst>
      <p:ext uri="{BB962C8B-B14F-4D97-AF65-F5344CB8AC3E}">
        <p14:creationId xmlns:p14="http://schemas.microsoft.com/office/powerpoint/2010/main" val="4799172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timer</a:t>
            </a:r>
          </a:p>
        </p:txBody>
      </p:sp>
      <p:sp>
        <p:nvSpPr>
          <p:cNvPr id="4" name="Slide Number Placeholder 3"/>
          <p:cNvSpPr>
            <a:spLocks noGrp="1"/>
          </p:cNvSpPr>
          <p:nvPr>
            <p:ph type="sldNum" sz="quarter" idx="5"/>
          </p:nvPr>
        </p:nvSpPr>
        <p:spPr/>
        <p:txBody>
          <a:bodyPr/>
          <a:lstStyle/>
          <a:p>
            <a:fld id="{CF296949-B80B-46C0-B854-A1E203DA8D89}" type="slidenum">
              <a:rPr lang="en-GB" smtClean="0"/>
              <a:t>52</a:t>
            </a:fld>
            <a:endParaRPr lang="en-GB"/>
          </a:p>
        </p:txBody>
      </p:sp>
    </p:spTree>
    <p:extLst>
      <p:ext uri="{BB962C8B-B14F-4D97-AF65-F5344CB8AC3E}">
        <p14:creationId xmlns:p14="http://schemas.microsoft.com/office/powerpoint/2010/main" val="18838107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timer</a:t>
            </a:r>
          </a:p>
        </p:txBody>
      </p:sp>
      <p:sp>
        <p:nvSpPr>
          <p:cNvPr id="4" name="Slide Number Placeholder 3"/>
          <p:cNvSpPr>
            <a:spLocks noGrp="1"/>
          </p:cNvSpPr>
          <p:nvPr>
            <p:ph type="sldNum" sz="quarter" idx="5"/>
          </p:nvPr>
        </p:nvSpPr>
        <p:spPr/>
        <p:txBody>
          <a:bodyPr/>
          <a:lstStyle/>
          <a:p>
            <a:fld id="{CF296949-B80B-46C0-B854-A1E203DA8D89}" type="slidenum">
              <a:rPr lang="en-GB" smtClean="0"/>
              <a:t>53</a:t>
            </a:fld>
            <a:endParaRPr lang="en-GB"/>
          </a:p>
        </p:txBody>
      </p:sp>
    </p:spTree>
    <p:extLst>
      <p:ext uri="{BB962C8B-B14F-4D97-AF65-F5344CB8AC3E}">
        <p14:creationId xmlns:p14="http://schemas.microsoft.com/office/powerpoint/2010/main" val="584935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timer</a:t>
            </a:r>
          </a:p>
        </p:txBody>
      </p:sp>
      <p:sp>
        <p:nvSpPr>
          <p:cNvPr id="4" name="Slide Number Placeholder 3"/>
          <p:cNvSpPr>
            <a:spLocks noGrp="1"/>
          </p:cNvSpPr>
          <p:nvPr>
            <p:ph type="sldNum" sz="quarter" idx="5"/>
          </p:nvPr>
        </p:nvSpPr>
        <p:spPr/>
        <p:txBody>
          <a:bodyPr/>
          <a:lstStyle/>
          <a:p>
            <a:fld id="{CF296949-B80B-46C0-B854-A1E203DA8D89}" type="slidenum">
              <a:rPr lang="en-GB" smtClean="0"/>
              <a:t>54</a:t>
            </a:fld>
            <a:endParaRPr lang="en-GB"/>
          </a:p>
        </p:txBody>
      </p:sp>
    </p:spTree>
    <p:extLst>
      <p:ext uri="{BB962C8B-B14F-4D97-AF65-F5344CB8AC3E}">
        <p14:creationId xmlns:p14="http://schemas.microsoft.com/office/powerpoint/2010/main" val="18995140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timer</a:t>
            </a:r>
          </a:p>
        </p:txBody>
      </p:sp>
      <p:sp>
        <p:nvSpPr>
          <p:cNvPr id="4" name="Slide Number Placeholder 3"/>
          <p:cNvSpPr>
            <a:spLocks noGrp="1"/>
          </p:cNvSpPr>
          <p:nvPr>
            <p:ph type="sldNum" sz="quarter" idx="5"/>
          </p:nvPr>
        </p:nvSpPr>
        <p:spPr/>
        <p:txBody>
          <a:bodyPr/>
          <a:lstStyle/>
          <a:p>
            <a:fld id="{CF296949-B80B-46C0-B854-A1E203DA8D89}" type="slidenum">
              <a:rPr lang="en-GB" smtClean="0"/>
              <a:t>55</a:t>
            </a:fld>
            <a:endParaRPr lang="en-GB"/>
          </a:p>
        </p:txBody>
      </p:sp>
    </p:spTree>
    <p:extLst>
      <p:ext uri="{BB962C8B-B14F-4D97-AF65-F5344CB8AC3E}">
        <p14:creationId xmlns:p14="http://schemas.microsoft.com/office/powerpoint/2010/main" val="37935792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timer</a:t>
            </a:r>
          </a:p>
        </p:txBody>
      </p:sp>
      <p:sp>
        <p:nvSpPr>
          <p:cNvPr id="4" name="Slide Number Placeholder 3"/>
          <p:cNvSpPr>
            <a:spLocks noGrp="1"/>
          </p:cNvSpPr>
          <p:nvPr>
            <p:ph type="sldNum" sz="quarter" idx="5"/>
          </p:nvPr>
        </p:nvSpPr>
        <p:spPr/>
        <p:txBody>
          <a:bodyPr/>
          <a:lstStyle/>
          <a:p>
            <a:fld id="{CF296949-B80B-46C0-B854-A1E203DA8D89}" type="slidenum">
              <a:rPr lang="en-GB" smtClean="0"/>
              <a:t>56</a:t>
            </a:fld>
            <a:endParaRPr lang="en-GB"/>
          </a:p>
        </p:txBody>
      </p:sp>
    </p:spTree>
    <p:extLst>
      <p:ext uri="{BB962C8B-B14F-4D97-AF65-F5344CB8AC3E}">
        <p14:creationId xmlns:p14="http://schemas.microsoft.com/office/powerpoint/2010/main" val="1210591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2"/>
            <a:ext cx="10363201" cy="550654"/>
          </a:xfrm>
          <a:prstGeom prst="rect">
            <a:avLst/>
          </a:prstGeom>
        </p:spPr>
        <p:txBody>
          <a:bodyPr wrap="square" lIns="0" tIns="0" rIns="0" bIns="0">
            <a:spAutoFit/>
          </a:bodyPr>
          <a:lstStyle>
            <a:lvl1pPr>
              <a:defRPr sz="3578" b="0" i="0">
                <a:solidFill>
                  <a:srgbClr val="065363"/>
                </a:solidFill>
                <a:latin typeface="Neo Sans Arabic Medium"/>
                <a:cs typeface="Neo Sans Arabic Medium"/>
              </a:defRPr>
            </a:lvl1pPr>
          </a:lstStyle>
          <a:p>
            <a:endParaRPr/>
          </a:p>
        </p:txBody>
      </p:sp>
      <p:sp>
        <p:nvSpPr>
          <p:cNvPr id="3" name="Holder 3"/>
          <p:cNvSpPr>
            <a:spLocks noGrp="1"/>
          </p:cNvSpPr>
          <p:nvPr>
            <p:ph type="subTitle" idx="4"/>
          </p:nvPr>
        </p:nvSpPr>
        <p:spPr>
          <a:xfrm>
            <a:off x="1828801" y="3840481"/>
            <a:ext cx="8534400" cy="181970"/>
          </a:xfrm>
          <a:prstGeom prst="rect">
            <a:avLst/>
          </a:prstGeom>
        </p:spPr>
        <p:txBody>
          <a:bodyPr wrap="square" lIns="0" tIns="0" rIns="0" bIns="0">
            <a:spAutoFit/>
          </a:bodyPr>
          <a:lstStyle>
            <a:lvl1pPr>
              <a:defRPr sz="1182" b="0" i="0">
                <a:solidFill>
                  <a:srgbClr val="165161"/>
                </a:solidFill>
                <a:latin typeface="Neo Sans Arabic Medium"/>
                <a:cs typeface="Neo Sans Arabic Medium"/>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17562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6140005" y="454426"/>
            <a:ext cx="5679331" cy="550654"/>
          </a:xfrm>
        </p:spPr>
        <p:txBody>
          <a:bodyPr lIns="0" tIns="0" rIns="0" bIns="0"/>
          <a:lstStyle>
            <a:lvl1pPr>
              <a:defRPr sz="3578" b="0" i="0">
                <a:solidFill>
                  <a:srgbClr val="065363"/>
                </a:solidFill>
                <a:latin typeface="Neo Sans Arabic Medium"/>
                <a:cs typeface="Neo Sans Arabic Medium"/>
              </a:defRPr>
            </a:lvl1pPr>
          </a:lstStyle>
          <a:p>
            <a:endParaRPr/>
          </a:p>
        </p:txBody>
      </p:sp>
      <p:sp>
        <p:nvSpPr>
          <p:cNvPr id="3" name="Holder 3"/>
          <p:cNvSpPr>
            <a:spLocks noGrp="1"/>
          </p:cNvSpPr>
          <p:nvPr>
            <p:ph type="body" idx="1"/>
          </p:nvPr>
        </p:nvSpPr>
        <p:spPr>
          <a:xfrm>
            <a:off x="3977458" y="1950350"/>
            <a:ext cx="5927715" cy="181970"/>
          </a:xfrm>
        </p:spPr>
        <p:txBody>
          <a:bodyPr lIns="0" tIns="0" rIns="0" bIns="0"/>
          <a:lstStyle>
            <a:lvl1pPr>
              <a:defRPr sz="1182" b="0" i="0">
                <a:solidFill>
                  <a:srgbClr val="165161"/>
                </a:solidFill>
                <a:latin typeface="Neo Sans Arabic Medium"/>
                <a:cs typeface="Neo Sans Arabic Medium"/>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012872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6140005" y="454426"/>
            <a:ext cx="5679331" cy="550654"/>
          </a:xfrm>
        </p:spPr>
        <p:txBody>
          <a:bodyPr lIns="0" tIns="0" rIns="0" bIns="0"/>
          <a:lstStyle>
            <a:lvl1pPr>
              <a:defRPr sz="3578" b="0" i="0">
                <a:solidFill>
                  <a:srgbClr val="065363"/>
                </a:solidFill>
                <a:latin typeface="Neo Sans Arabic Medium"/>
                <a:cs typeface="Neo Sans Arabic Medium"/>
              </a:defRPr>
            </a:lvl1pPr>
          </a:lstStyle>
          <a:p>
            <a:endParaRPr/>
          </a:p>
        </p:txBody>
      </p:sp>
      <p:sp>
        <p:nvSpPr>
          <p:cNvPr id="3" name="Holder 3"/>
          <p:cNvSpPr>
            <a:spLocks noGrp="1"/>
          </p:cNvSpPr>
          <p:nvPr>
            <p:ph sz="half" idx="2"/>
          </p:nvPr>
        </p:nvSpPr>
        <p:spPr>
          <a:xfrm>
            <a:off x="609600" y="1577340"/>
            <a:ext cx="5303520" cy="30008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0008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783821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351" y="0"/>
            <a:ext cx="12185650" cy="6857519"/>
          </a:xfrm>
          <a:prstGeom prst="rect">
            <a:avLst/>
          </a:prstGeom>
        </p:spPr>
      </p:pic>
      <p:sp>
        <p:nvSpPr>
          <p:cNvPr id="17" name="bg object 17"/>
          <p:cNvSpPr/>
          <p:nvPr/>
        </p:nvSpPr>
        <p:spPr>
          <a:xfrm>
            <a:off x="1" y="3"/>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165363"/>
          </a:solidFill>
        </p:spPr>
        <p:txBody>
          <a:bodyPr wrap="square" lIns="0" tIns="0" rIns="0" bIns="0" rtlCol="0"/>
          <a:lstStyle/>
          <a:p>
            <a:endParaRPr sz="1092"/>
          </a:p>
        </p:txBody>
      </p:sp>
      <p:sp>
        <p:nvSpPr>
          <p:cNvPr id="2" name="Holder 2"/>
          <p:cNvSpPr>
            <a:spLocks noGrp="1"/>
          </p:cNvSpPr>
          <p:nvPr>
            <p:ph type="title"/>
          </p:nvPr>
        </p:nvSpPr>
        <p:spPr>
          <a:xfrm>
            <a:off x="6140005" y="454426"/>
            <a:ext cx="5679331" cy="550654"/>
          </a:xfrm>
        </p:spPr>
        <p:txBody>
          <a:bodyPr lIns="0" tIns="0" rIns="0" bIns="0"/>
          <a:lstStyle>
            <a:lvl1pPr>
              <a:defRPr sz="3578" b="0" i="0">
                <a:solidFill>
                  <a:srgbClr val="065363"/>
                </a:solidFill>
                <a:latin typeface="Neo Sans Arabic Medium"/>
                <a:cs typeface="Neo Sans Arabic Medium"/>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7284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63683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Only">
  <p:cSld name="Title Only">
    <p:bg>
      <p:bgPr>
        <a:solidFill>
          <a:schemeClr val="lt1"/>
        </a:solidFill>
        <a:effectLst/>
      </p:bgPr>
    </p:bg>
    <p:spTree>
      <p:nvGrpSpPr>
        <p:cNvPr id="1" name="Shape 19"/>
        <p:cNvGrpSpPr/>
        <p:nvPr/>
      </p:nvGrpSpPr>
      <p:grpSpPr>
        <a:xfrm>
          <a:off x="0" y="0"/>
          <a:ext cx="0" cy="0"/>
          <a:chOff x="0" y="0"/>
          <a:chExt cx="0" cy="0"/>
        </a:xfrm>
      </p:grpSpPr>
      <p:pic>
        <p:nvPicPr>
          <p:cNvPr id="20" name="Google Shape;20;p31"/>
          <p:cNvPicPr preferRelativeResize="0"/>
          <p:nvPr/>
        </p:nvPicPr>
        <p:blipFill rotWithShape="1">
          <a:blip r:embed="rId2">
            <a:alphaModFix/>
          </a:blip>
          <a:srcRect/>
          <a:stretch/>
        </p:blipFill>
        <p:spPr>
          <a:xfrm>
            <a:off x="6350" y="0"/>
            <a:ext cx="12185650" cy="6857519"/>
          </a:xfrm>
          <a:prstGeom prst="rect">
            <a:avLst/>
          </a:prstGeom>
          <a:noFill/>
          <a:ln>
            <a:noFill/>
          </a:ln>
        </p:spPr>
      </p:pic>
      <p:sp>
        <p:nvSpPr>
          <p:cNvPr id="21" name="Google Shape;21;p31"/>
          <p:cNvSpPr/>
          <p:nvPr/>
        </p:nvSpPr>
        <p:spPr>
          <a:xfrm>
            <a:off x="0" y="0"/>
            <a:ext cx="12192000" cy="6857615"/>
          </a:xfrm>
          <a:custGeom>
            <a:avLst/>
            <a:gdLst/>
            <a:ahLst/>
            <a:cxnLst/>
            <a:rect l="l" t="t" r="r" b="b"/>
            <a:pathLst>
              <a:path w="20104100" h="11308715" extrusionOk="0">
                <a:moveTo>
                  <a:pt x="20104099" y="0"/>
                </a:moveTo>
                <a:lnTo>
                  <a:pt x="0" y="0"/>
                </a:lnTo>
                <a:lnTo>
                  <a:pt x="0" y="11308556"/>
                </a:lnTo>
                <a:lnTo>
                  <a:pt x="20104099" y="11308556"/>
                </a:lnTo>
                <a:lnTo>
                  <a:pt x="20104099" y="0"/>
                </a:lnTo>
                <a:close/>
              </a:path>
            </a:pathLst>
          </a:custGeom>
          <a:solidFill>
            <a:srgbClr val="165363"/>
          </a:solidFill>
          <a:ln>
            <a:noFill/>
          </a:ln>
        </p:spPr>
        <p:txBody>
          <a:bodyPr spcFirstLastPara="1" wrap="square" lIns="0" tIns="0" rIns="0" bIns="0" anchor="t" anchorCtr="0">
            <a:noAutofit/>
          </a:bodyPr>
          <a:lstStyle/>
          <a:p>
            <a:pPr marL="0" lvl="0" indent="0" algn="l" rtl="0">
              <a:spcBef>
                <a:spcPts val="0"/>
              </a:spcBef>
              <a:spcAft>
                <a:spcPts val="0"/>
              </a:spcAft>
              <a:buNone/>
            </a:pPr>
            <a:endParaRPr sz="1092"/>
          </a:p>
        </p:txBody>
      </p:sp>
      <p:sp>
        <p:nvSpPr>
          <p:cNvPr id="22" name="Google Shape;22;p31"/>
          <p:cNvSpPr txBox="1">
            <a:spLocks noGrp="1"/>
          </p:cNvSpPr>
          <p:nvPr>
            <p:ph type="title"/>
          </p:nvPr>
        </p:nvSpPr>
        <p:spPr>
          <a:xfrm>
            <a:off x="6140005" y="454424"/>
            <a:ext cx="5679331" cy="550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578" b="0" i="0">
                <a:solidFill>
                  <a:srgbClr val="06536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1"/>
          <p:cNvSpPr txBox="1">
            <a:spLocks noGrp="1"/>
          </p:cNvSpPr>
          <p:nvPr>
            <p:ph type="ftr" idx="11"/>
          </p:nvPr>
        </p:nvSpPr>
        <p:spPr>
          <a:xfrm>
            <a:off x="4145280" y="6377940"/>
            <a:ext cx="3901440" cy="16805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1"/>
          <p:cNvSpPr txBox="1">
            <a:spLocks noGrp="1"/>
          </p:cNvSpPr>
          <p:nvPr>
            <p:ph type="dt" idx="10"/>
          </p:nvPr>
        </p:nvSpPr>
        <p:spPr>
          <a:xfrm>
            <a:off x="609600" y="6377940"/>
            <a:ext cx="2804160" cy="1680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1"/>
          <p:cNvSpPr txBox="1">
            <a:spLocks noGrp="1"/>
          </p:cNvSpPr>
          <p:nvPr>
            <p:ph type="sldNum" idx="12"/>
          </p:nvPr>
        </p:nvSpPr>
        <p:spPr>
          <a:xfrm>
            <a:off x="8778241" y="6377941"/>
            <a:ext cx="2804160" cy="168059"/>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fld id="{00000000-1234-1234-1234-123412341234}" type="slidenum">
              <a:rPr lang="ar-EG" smtClean="0"/>
              <a:pPr/>
              <a:t>‹#›</a:t>
            </a:fld>
            <a:endParaRPr lang="ar-EG"/>
          </a:p>
        </p:txBody>
      </p:sp>
    </p:spTree>
    <p:extLst>
      <p:ext uri="{BB962C8B-B14F-4D97-AF65-F5344CB8AC3E}">
        <p14:creationId xmlns:p14="http://schemas.microsoft.com/office/powerpoint/2010/main" val="3121125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2"/>
        <p:cNvGrpSpPr/>
        <p:nvPr/>
      </p:nvGrpSpPr>
      <p:grpSpPr>
        <a:xfrm>
          <a:off x="0" y="0"/>
          <a:ext cx="0" cy="0"/>
          <a:chOff x="0" y="0"/>
          <a:chExt cx="0" cy="0"/>
        </a:xfrm>
      </p:grpSpPr>
      <p:sp>
        <p:nvSpPr>
          <p:cNvPr id="33" name="Google Shape;33;p33"/>
          <p:cNvSpPr txBox="1">
            <a:spLocks noGrp="1"/>
          </p:cNvSpPr>
          <p:nvPr>
            <p:ph type="ctrTitle"/>
          </p:nvPr>
        </p:nvSpPr>
        <p:spPr>
          <a:xfrm>
            <a:off x="914400" y="2125980"/>
            <a:ext cx="10363201" cy="550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578" b="0" i="0">
                <a:solidFill>
                  <a:srgbClr val="06536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33"/>
          <p:cNvSpPr txBox="1">
            <a:spLocks noGrp="1"/>
          </p:cNvSpPr>
          <p:nvPr>
            <p:ph type="subTitle" idx="1"/>
          </p:nvPr>
        </p:nvSpPr>
        <p:spPr>
          <a:xfrm>
            <a:off x="1828800" y="3840480"/>
            <a:ext cx="8534400" cy="18190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182" b="0" i="0">
                <a:solidFill>
                  <a:srgbClr val="16516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3"/>
          <p:cNvSpPr txBox="1">
            <a:spLocks noGrp="1"/>
          </p:cNvSpPr>
          <p:nvPr>
            <p:ph type="ftr" idx="11"/>
          </p:nvPr>
        </p:nvSpPr>
        <p:spPr>
          <a:xfrm>
            <a:off x="4145280" y="6377940"/>
            <a:ext cx="3901440" cy="16805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33"/>
          <p:cNvSpPr txBox="1">
            <a:spLocks noGrp="1"/>
          </p:cNvSpPr>
          <p:nvPr>
            <p:ph type="dt" idx="10"/>
          </p:nvPr>
        </p:nvSpPr>
        <p:spPr>
          <a:xfrm>
            <a:off x="609600" y="6377940"/>
            <a:ext cx="2804160" cy="1680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33"/>
          <p:cNvSpPr txBox="1">
            <a:spLocks noGrp="1"/>
          </p:cNvSpPr>
          <p:nvPr>
            <p:ph type="sldNum" idx="12"/>
          </p:nvPr>
        </p:nvSpPr>
        <p:spPr>
          <a:xfrm>
            <a:off x="8778241" y="6377941"/>
            <a:ext cx="2804160" cy="168059"/>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fld id="{00000000-1234-1234-1234-123412341234}" type="slidenum">
              <a:rPr lang="ar-EG" smtClean="0"/>
              <a:pPr/>
              <a:t>‹#›</a:t>
            </a:fld>
            <a:endParaRPr lang="ar-EG"/>
          </a:p>
        </p:txBody>
      </p:sp>
    </p:spTree>
    <p:extLst>
      <p:ext uri="{BB962C8B-B14F-4D97-AF65-F5344CB8AC3E}">
        <p14:creationId xmlns:p14="http://schemas.microsoft.com/office/powerpoint/2010/main" val="108388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8"/>
        <p:cNvGrpSpPr/>
        <p:nvPr/>
      </p:nvGrpSpPr>
      <p:grpSpPr>
        <a:xfrm>
          <a:off x="0" y="0"/>
          <a:ext cx="0" cy="0"/>
          <a:chOff x="0" y="0"/>
          <a:chExt cx="0" cy="0"/>
        </a:xfrm>
      </p:grpSpPr>
      <p:sp>
        <p:nvSpPr>
          <p:cNvPr id="39" name="Google Shape;39;p34"/>
          <p:cNvSpPr txBox="1">
            <a:spLocks noGrp="1"/>
          </p:cNvSpPr>
          <p:nvPr>
            <p:ph type="title"/>
          </p:nvPr>
        </p:nvSpPr>
        <p:spPr>
          <a:xfrm>
            <a:off x="6140005" y="454424"/>
            <a:ext cx="5679331" cy="550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578" b="0" i="0">
                <a:solidFill>
                  <a:srgbClr val="06536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4"/>
          <p:cNvSpPr txBox="1">
            <a:spLocks noGrp="1"/>
          </p:cNvSpPr>
          <p:nvPr>
            <p:ph type="body" idx="1"/>
          </p:nvPr>
        </p:nvSpPr>
        <p:spPr>
          <a:xfrm>
            <a:off x="609600" y="1577340"/>
            <a:ext cx="5303520" cy="300082"/>
          </a:xfrm>
          <a:prstGeom prst="rect">
            <a:avLst/>
          </a:prstGeom>
          <a:noFill/>
          <a:ln>
            <a:noFill/>
          </a:ln>
        </p:spPr>
        <p:txBody>
          <a:bodyPr spcFirstLastPara="1" wrap="square" lIns="0" tIns="0" rIns="0" bIns="0" anchor="t" anchorCtr="0">
            <a:spAutoFit/>
          </a:bodyPr>
          <a:lstStyle>
            <a:lvl1pPr marL="277246" lvl="0" indent="-138623" algn="l">
              <a:spcBef>
                <a:spcPts val="0"/>
              </a:spcBef>
              <a:spcAft>
                <a:spcPts val="0"/>
              </a:spcAft>
              <a:buSzPts val="1400"/>
              <a:buNone/>
              <a:defRPr/>
            </a:lvl1pPr>
            <a:lvl2pPr marL="554492" lvl="1" indent="-138623" algn="l">
              <a:spcBef>
                <a:spcPts val="0"/>
              </a:spcBef>
              <a:spcAft>
                <a:spcPts val="0"/>
              </a:spcAft>
              <a:buSzPts val="1400"/>
              <a:buNone/>
              <a:defRPr/>
            </a:lvl2pPr>
            <a:lvl3pPr marL="831738" lvl="2" indent="-138623" algn="l">
              <a:spcBef>
                <a:spcPts val="0"/>
              </a:spcBef>
              <a:spcAft>
                <a:spcPts val="0"/>
              </a:spcAft>
              <a:buSzPts val="1400"/>
              <a:buNone/>
              <a:defRPr/>
            </a:lvl3pPr>
            <a:lvl4pPr marL="1108984" lvl="3" indent="-138623" algn="l">
              <a:spcBef>
                <a:spcPts val="0"/>
              </a:spcBef>
              <a:spcAft>
                <a:spcPts val="0"/>
              </a:spcAft>
              <a:buSzPts val="1400"/>
              <a:buNone/>
              <a:defRPr/>
            </a:lvl4pPr>
            <a:lvl5pPr marL="1386230" lvl="4" indent="-138623" algn="l">
              <a:spcBef>
                <a:spcPts val="0"/>
              </a:spcBef>
              <a:spcAft>
                <a:spcPts val="0"/>
              </a:spcAft>
              <a:buSzPts val="1400"/>
              <a:buNone/>
              <a:defRPr/>
            </a:lvl5pPr>
            <a:lvl6pPr marL="1663476" lvl="5" indent="-138623" algn="l">
              <a:spcBef>
                <a:spcPts val="0"/>
              </a:spcBef>
              <a:spcAft>
                <a:spcPts val="0"/>
              </a:spcAft>
              <a:buSzPts val="1400"/>
              <a:buNone/>
              <a:defRPr/>
            </a:lvl6pPr>
            <a:lvl7pPr marL="1940723" lvl="6" indent="-138623" algn="l">
              <a:spcBef>
                <a:spcPts val="0"/>
              </a:spcBef>
              <a:spcAft>
                <a:spcPts val="0"/>
              </a:spcAft>
              <a:buSzPts val="1400"/>
              <a:buNone/>
              <a:defRPr/>
            </a:lvl7pPr>
            <a:lvl8pPr marL="2217969" lvl="7" indent="-138623" algn="l">
              <a:spcBef>
                <a:spcPts val="0"/>
              </a:spcBef>
              <a:spcAft>
                <a:spcPts val="0"/>
              </a:spcAft>
              <a:buSzPts val="1400"/>
              <a:buNone/>
              <a:defRPr/>
            </a:lvl8pPr>
            <a:lvl9pPr marL="2495215" lvl="8" indent="-138623" algn="l">
              <a:spcBef>
                <a:spcPts val="0"/>
              </a:spcBef>
              <a:spcAft>
                <a:spcPts val="0"/>
              </a:spcAft>
              <a:buSzPts val="1400"/>
              <a:buNone/>
              <a:defRPr/>
            </a:lvl9pPr>
          </a:lstStyle>
          <a:p>
            <a:endParaRPr/>
          </a:p>
        </p:txBody>
      </p:sp>
      <p:sp>
        <p:nvSpPr>
          <p:cNvPr id="41" name="Google Shape;41;p34"/>
          <p:cNvSpPr txBox="1">
            <a:spLocks noGrp="1"/>
          </p:cNvSpPr>
          <p:nvPr>
            <p:ph type="body" idx="2"/>
          </p:nvPr>
        </p:nvSpPr>
        <p:spPr>
          <a:xfrm>
            <a:off x="6278880" y="1577340"/>
            <a:ext cx="5303520" cy="300082"/>
          </a:xfrm>
          <a:prstGeom prst="rect">
            <a:avLst/>
          </a:prstGeom>
          <a:noFill/>
          <a:ln>
            <a:noFill/>
          </a:ln>
        </p:spPr>
        <p:txBody>
          <a:bodyPr spcFirstLastPara="1" wrap="square" lIns="0" tIns="0" rIns="0" bIns="0" anchor="t" anchorCtr="0">
            <a:spAutoFit/>
          </a:bodyPr>
          <a:lstStyle>
            <a:lvl1pPr marL="277246" lvl="0" indent="-138623" algn="l">
              <a:spcBef>
                <a:spcPts val="0"/>
              </a:spcBef>
              <a:spcAft>
                <a:spcPts val="0"/>
              </a:spcAft>
              <a:buSzPts val="1400"/>
              <a:buNone/>
              <a:defRPr/>
            </a:lvl1pPr>
            <a:lvl2pPr marL="554492" lvl="1" indent="-138623" algn="l">
              <a:spcBef>
                <a:spcPts val="0"/>
              </a:spcBef>
              <a:spcAft>
                <a:spcPts val="0"/>
              </a:spcAft>
              <a:buSzPts val="1400"/>
              <a:buNone/>
              <a:defRPr/>
            </a:lvl2pPr>
            <a:lvl3pPr marL="831738" lvl="2" indent="-138623" algn="l">
              <a:spcBef>
                <a:spcPts val="0"/>
              </a:spcBef>
              <a:spcAft>
                <a:spcPts val="0"/>
              </a:spcAft>
              <a:buSzPts val="1400"/>
              <a:buNone/>
              <a:defRPr/>
            </a:lvl3pPr>
            <a:lvl4pPr marL="1108984" lvl="3" indent="-138623" algn="l">
              <a:spcBef>
                <a:spcPts val="0"/>
              </a:spcBef>
              <a:spcAft>
                <a:spcPts val="0"/>
              </a:spcAft>
              <a:buSzPts val="1400"/>
              <a:buNone/>
              <a:defRPr/>
            </a:lvl4pPr>
            <a:lvl5pPr marL="1386230" lvl="4" indent="-138623" algn="l">
              <a:spcBef>
                <a:spcPts val="0"/>
              </a:spcBef>
              <a:spcAft>
                <a:spcPts val="0"/>
              </a:spcAft>
              <a:buSzPts val="1400"/>
              <a:buNone/>
              <a:defRPr/>
            </a:lvl5pPr>
            <a:lvl6pPr marL="1663476" lvl="5" indent="-138623" algn="l">
              <a:spcBef>
                <a:spcPts val="0"/>
              </a:spcBef>
              <a:spcAft>
                <a:spcPts val="0"/>
              </a:spcAft>
              <a:buSzPts val="1400"/>
              <a:buNone/>
              <a:defRPr/>
            </a:lvl6pPr>
            <a:lvl7pPr marL="1940723" lvl="6" indent="-138623" algn="l">
              <a:spcBef>
                <a:spcPts val="0"/>
              </a:spcBef>
              <a:spcAft>
                <a:spcPts val="0"/>
              </a:spcAft>
              <a:buSzPts val="1400"/>
              <a:buNone/>
              <a:defRPr/>
            </a:lvl7pPr>
            <a:lvl8pPr marL="2217969" lvl="7" indent="-138623" algn="l">
              <a:spcBef>
                <a:spcPts val="0"/>
              </a:spcBef>
              <a:spcAft>
                <a:spcPts val="0"/>
              </a:spcAft>
              <a:buSzPts val="1400"/>
              <a:buNone/>
              <a:defRPr/>
            </a:lvl8pPr>
            <a:lvl9pPr marL="2495215" lvl="8" indent="-138623" algn="l">
              <a:spcBef>
                <a:spcPts val="0"/>
              </a:spcBef>
              <a:spcAft>
                <a:spcPts val="0"/>
              </a:spcAft>
              <a:buSzPts val="1400"/>
              <a:buNone/>
              <a:defRPr/>
            </a:lvl9pPr>
          </a:lstStyle>
          <a:p>
            <a:endParaRPr/>
          </a:p>
        </p:txBody>
      </p:sp>
      <p:sp>
        <p:nvSpPr>
          <p:cNvPr id="42" name="Google Shape;42;p34"/>
          <p:cNvSpPr txBox="1">
            <a:spLocks noGrp="1"/>
          </p:cNvSpPr>
          <p:nvPr>
            <p:ph type="ftr" idx="11"/>
          </p:nvPr>
        </p:nvSpPr>
        <p:spPr>
          <a:xfrm>
            <a:off x="4145280" y="6377940"/>
            <a:ext cx="3901440" cy="16805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34"/>
          <p:cNvSpPr txBox="1">
            <a:spLocks noGrp="1"/>
          </p:cNvSpPr>
          <p:nvPr>
            <p:ph type="dt" idx="10"/>
          </p:nvPr>
        </p:nvSpPr>
        <p:spPr>
          <a:xfrm>
            <a:off x="609600" y="6377940"/>
            <a:ext cx="2804160" cy="1680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34"/>
          <p:cNvSpPr txBox="1">
            <a:spLocks noGrp="1"/>
          </p:cNvSpPr>
          <p:nvPr>
            <p:ph type="sldNum" idx="12"/>
          </p:nvPr>
        </p:nvSpPr>
        <p:spPr>
          <a:xfrm>
            <a:off x="8778241" y="6377941"/>
            <a:ext cx="2804160" cy="168059"/>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fld id="{00000000-1234-1234-1234-123412341234}" type="slidenum">
              <a:rPr lang="ar-EG" smtClean="0"/>
              <a:pPr/>
              <a:t>‹#›</a:t>
            </a:fld>
            <a:endParaRPr lang="ar-EG"/>
          </a:p>
        </p:txBody>
      </p:sp>
    </p:spTree>
    <p:extLst>
      <p:ext uri="{BB962C8B-B14F-4D97-AF65-F5344CB8AC3E}">
        <p14:creationId xmlns:p14="http://schemas.microsoft.com/office/powerpoint/2010/main" val="28429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cSld name="1_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350" y="0"/>
            <a:ext cx="12185650" cy="6857519"/>
          </a:xfrm>
          <a:prstGeom prst="rect">
            <a:avLst/>
          </a:prstGeom>
        </p:spPr>
      </p:pic>
      <p:sp>
        <p:nvSpPr>
          <p:cNvPr id="17" name="bg object 17"/>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165363"/>
          </a:solidFill>
        </p:spPr>
        <p:txBody>
          <a:bodyPr wrap="square" lIns="0" tIns="0" rIns="0" bIns="0" rtlCol="0"/>
          <a:lstStyle/>
          <a:p>
            <a:endParaRPr sz="1092"/>
          </a:p>
        </p:txBody>
      </p:sp>
      <p:sp>
        <p:nvSpPr>
          <p:cNvPr id="2" name="Holder 2"/>
          <p:cNvSpPr>
            <a:spLocks noGrp="1"/>
          </p:cNvSpPr>
          <p:nvPr>
            <p:ph type="title"/>
          </p:nvPr>
        </p:nvSpPr>
        <p:spPr>
          <a:xfrm>
            <a:off x="6140005" y="454424"/>
            <a:ext cx="5679331" cy="550600"/>
          </a:xfrm>
        </p:spPr>
        <p:txBody>
          <a:bodyPr lIns="0" tIns="0" rIns="0" bIns="0"/>
          <a:lstStyle>
            <a:lvl1pPr>
              <a:defRPr sz="3578" b="0" i="0">
                <a:solidFill>
                  <a:srgbClr val="065363"/>
                </a:solidFill>
                <a:latin typeface="Neo Sans Arabic Medium"/>
                <a:cs typeface="Neo Sans Arabic Medium"/>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180038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80606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6"/>
        <p:cNvGrpSpPr/>
        <p:nvPr/>
      </p:nvGrpSpPr>
      <p:grpSpPr>
        <a:xfrm>
          <a:off x="0" y="0"/>
          <a:ext cx="0" cy="0"/>
          <a:chOff x="0" y="0"/>
          <a:chExt cx="0" cy="0"/>
        </a:xfrm>
      </p:grpSpPr>
      <p:sp>
        <p:nvSpPr>
          <p:cNvPr id="27" name="Google Shape;27;p32"/>
          <p:cNvSpPr txBox="1">
            <a:spLocks noGrp="1"/>
          </p:cNvSpPr>
          <p:nvPr>
            <p:ph type="title"/>
          </p:nvPr>
        </p:nvSpPr>
        <p:spPr>
          <a:xfrm>
            <a:off x="6140005" y="454424"/>
            <a:ext cx="5679331" cy="550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578" b="0" i="0">
                <a:solidFill>
                  <a:srgbClr val="06536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2"/>
          <p:cNvSpPr txBox="1">
            <a:spLocks noGrp="1"/>
          </p:cNvSpPr>
          <p:nvPr>
            <p:ph type="body" idx="1"/>
          </p:nvPr>
        </p:nvSpPr>
        <p:spPr>
          <a:xfrm>
            <a:off x="3977457" y="1950350"/>
            <a:ext cx="5927715" cy="181909"/>
          </a:xfrm>
          <a:prstGeom prst="rect">
            <a:avLst/>
          </a:prstGeom>
          <a:noFill/>
          <a:ln>
            <a:noFill/>
          </a:ln>
        </p:spPr>
        <p:txBody>
          <a:bodyPr spcFirstLastPara="1" wrap="square" lIns="0" tIns="0" rIns="0" bIns="0" anchor="t" anchorCtr="0">
            <a:spAutoFit/>
          </a:bodyPr>
          <a:lstStyle>
            <a:lvl1pPr marL="277246" lvl="0" indent="-138623" algn="l">
              <a:spcBef>
                <a:spcPts val="0"/>
              </a:spcBef>
              <a:spcAft>
                <a:spcPts val="0"/>
              </a:spcAft>
              <a:buSzPts val="1400"/>
              <a:buNone/>
              <a:defRPr sz="1182" b="0" i="0">
                <a:solidFill>
                  <a:srgbClr val="165161"/>
                </a:solidFill>
                <a:latin typeface="Arial"/>
                <a:ea typeface="Arial"/>
                <a:cs typeface="Arial"/>
                <a:sym typeface="Arial"/>
              </a:defRPr>
            </a:lvl1pPr>
            <a:lvl2pPr marL="554492" lvl="1" indent="-138623" algn="l">
              <a:spcBef>
                <a:spcPts val="0"/>
              </a:spcBef>
              <a:spcAft>
                <a:spcPts val="0"/>
              </a:spcAft>
              <a:buSzPts val="1400"/>
              <a:buNone/>
              <a:defRPr/>
            </a:lvl2pPr>
            <a:lvl3pPr marL="831738" lvl="2" indent="-138623" algn="l">
              <a:spcBef>
                <a:spcPts val="0"/>
              </a:spcBef>
              <a:spcAft>
                <a:spcPts val="0"/>
              </a:spcAft>
              <a:buSzPts val="1400"/>
              <a:buNone/>
              <a:defRPr/>
            </a:lvl3pPr>
            <a:lvl4pPr marL="1108984" lvl="3" indent="-138623" algn="l">
              <a:spcBef>
                <a:spcPts val="0"/>
              </a:spcBef>
              <a:spcAft>
                <a:spcPts val="0"/>
              </a:spcAft>
              <a:buSzPts val="1400"/>
              <a:buNone/>
              <a:defRPr/>
            </a:lvl4pPr>
            <a:lvl5pPr marL="1386230" lvl="4" indent="-138623" algn="l">
              <a:spcBef>
                <a:spcPts val="0"/>
              </a:spcBef>
              <a:spcAft>
                <a:spcPts val="0"/>
              </a:spcAft>
              <a:buSzPts val="1400"/>
              <a:buNone/>
              <a:defRPr/>
            </a:lvl5pPr>
            <a:lvl6pPr marL="1663476" lvl="5" indent="-138623" algn="l">
              <a:spcBef>
                <a:spcPts val="0"/>
              </a:spcBef>
              <a:spcAft>
                <a:spcPts val="0"/>
              </a:spcAft>
              <a:buSzPts val="1400"/>
              <a:buNone/>
              <a:defRPr/>
            </a:lvl6pPr>
            <a:lvl7pPr marL="1940723" lvl="6" indent="-138623" algn="l">
              <a:spcBef>
                <a:spcPts val="0"/>
              </a:spcBef>
              <a:spcAft>
                <a:spcPts val="0"/>
              </a:spcAft>
              <a:buSzPts val="1400"/>
              <a:buNone/>
              <a:defRPr/>
            </a:lvl7pPr>
            <a:lvl8pPr marL="2217969" lvl="7" indent="-138623" algn="l">
              <a:spcBef>
                <a:spcPts val="0"/>
              </a:spcBef>
              <a:spcAft>
                <a:spcPts val="0"/>
              </a:spcAft>
              <a:buSzPts val="1400"/>
              <a:buNone/>
              <a:defRPr/>
            </a:lvl8pPr>
            <a:lvl9pPr marL="2495215" lvl="8" indent="-138623" algn="l">
              <a:spcBef>
                <a:spcPts val="0"/>
              </a:spcBef>
              <a:spcAft>
                <a:spcPts val="0"/>
              </a:spcAft>
              <a:buSzPts val="1400"/>
              <a:buNone/>
              <a:defRPr/>
            </a:lvl9pPr>
          </a:lstStyle>
          <a:p>
            <a:endParaRPr/>
          </a:p>
        </p:txBody>
      </p:sp>
      <p:sp>
        <p:nvSpPr>
          <p:cNvPr id="29" name="Google Shape;29;p32"/>
          <p:cNvSpPr txBox="1">
            <a:spLocks noGrp="1"/>
          </p:cNvSpPr>
          <p:nvPr>
            <p:ph type="ftr" idx="11"/>
          </p:nvPr>
        </p:nvSpPr>
        <p:spPr>
          <a:xfrm>
            <a:off x="4145280" y="6377940"/>
            <a:ext cx="3901440" cy="16805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2"/>
          <p:cNvSpPr txBox="1">
            <a:spLocks noGrp="1"/>
          </p:cNvSpPr>
          <p:nvPr>
            <p:ph type="dt" idx="10"/>
          </p:nvPr>
        </p:nvSpPr>
        <p:spPr>
          <a:xfrm>
            <a:off x="609600" y="6377940"/>
            <a:ext cx="2804160" cy="1680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32"/>
          <p:cNvSpPr txBox="1">
            <a:spLocks noGrp="1"/>
          </p:cNvSpPr>
          <p:nvPr>
            <p:ph type="sldNum" idx="12"/>
          </p:nvPr>
        </p:nvSpPr>
        <p:spPr>
          <a:xfrm>
            <a:off x="8778241" y="6377941"/>
            <a:ext cx="2804160" cy="168059"/>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fld id="{00000000-1234-1234-1234-123412341234}" type="slidenum">
              <a:rPr lang="ar-EG" smtClean="0"/>
              <a:pPr/>
              <a:t>‹#›</a:t>
            </a:fld>
            <a:endParaRPr lang="ar-EG"/>
          </a:p>
        </p:txBody>
      </p:sp>
    </p:spTree>
    <p:extLst>
      <p:ext uri="{BB962C8B-B14F-4D97-AF65-F5344CB8AC3E}">
        <p14:creationId xmlns:p14="http://schemas.microsoft.com/office/powerpoint/2010/main" val="1625518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550600"/>
          </a:xfrm>
          <a:prstGeom prst="rect">
            <a:avLst/>
          </a:prstGeom>
        </p:spPr>
        <p:txBody>
          <a:bodyPr wrap="square" lIns="0" tIns="0" rIns="0" bIns="0">
            <a:spAutoFit/>
          </a:bodyPr>
          <a:lstStyle>
            <a:lvl1pPr>
              <a:defRPr sz="3578" b="0" i="0">
                <a:solidFill>
                  <a:srgbClr val="065363"/>
                </a:solidFill>
                <a:latin typeface="Neo Sans Arabic Medium"/>
                <a:cs typeface="Neo Sans Arabic Medium"/>
              </a:defRPr>
            </a:lvl1pPr>
          </a:lstStyle>
          <a:p>
            <a:endParaRPr/>
          </a:p>
        </p:txBody>
      </p:sp>
      <p:sp>
        <p:nvSpPr>
          <p:cNvPr id="3" name="Holder 3"/>
          <p:cNvSpPr>
            <a:spLocks noGrp="1"/>
          </p:cNvSpPr>
          <p:nvPr>
            <p:ph type="subTitle" idx="4"/>
          </p:nvPr>
        </p:nvSpPr>
        <p:spPr>
          <a:xfrm>
            <a:off x="1828800" y="3840480"/>
            <a:ext cx="8534400" cy="181909"/>
          </a:xfrm>
          <a:prstGeom prst="rect">
            <a:avLst/>
          </a:prstGeom>
        </p:spPr>
        <p:txBody>
          <a:bodyPr wrap="square" lIns="0" tIns="0" rIns="0" bIns="0">
            <a:spAutoFit/>
          </a:bodyPr>
          <a:lstStyle>
            <a:lvl1pPr>
              <a:defRPr sz="1182" b="0" i="0">
                <a:solidFill>
                  <a:srgbClr val="165161"/>
                </a:solidFill>
                <a:latin typeface="Neo Sans Arabic Medium"/>
                <a:cs typeface="Neo Sans Arabic Medium"/>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743255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6140005" y="454424"/>
            <a:ext cx="5679331" cy="550600"/>
          </a:xfrm>
        </p:spPr>
        <p:txBody>
          <a:bodyPr lIns="0" tIns="0" rIns="0" bIns="0"/>
          <a:lstStyle>
            <a:lvl1pPr>
              <a:defRPr sz="3578" b="0" i="0">
                <a:solidFill>
                  <a:srgbClr val="065363"/>
                </a:solidFill>
                <a:latin typeface="Neo Sans Arabic Medium"/>
                <a:cs typeface="Neo Sans Arabic Medium"/>
              </a:defRPr>
            </a:lvl1pPr>
          </a:lstStyle>
          <a:p>
            <a:endParaRPr/>
          </a:p>
        </p:txBody>
      </p:sp>
      <p:sp>
        <p:nvSpPr>
          <p:cNvPr id="3" name="Holder 3"/>
          <p:cNvSpPr>
            <a:spLocks noGrp="1"/>
          </p:cNvSpPr>
          <p:nvPr>
            <p:ph type="body" idx="1"/>
          </p:nvPr>
        </p:nvSpPr>
        <p:spPr>
          <a:xfrm>
            <a:off x="3977457" y="1950350"/>
            <a:ext cx="5927715" cy="181909"/>
          </a:xfrm>
        </p:spPr>
        <p:txBody>
          <a:bodyPr lIns="0" tIns="0" rIns="0" bIns="0"/>
          <a:lstStyle>
            <a:lvl1pPr>
              <a:defRPr sz="1182" b="0" i="0">
                <a:solidFill>
                  <a:srgbClr val="165161"/>
                </a:solidFill>
                <a:latin typeface="Neo Sans Arabic Medium"/>
                <a:cs typeface="Neo Sans Arabic Medium"/>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46611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6140005" y="454424"/>
            <a:ext cx="5679331" cy="550600"/>
          </a:xfrm>
        </p:spPr>
        <p:txBody>
          <a:bodyPr lIns="0" tIns="0" rIns="0" bIns="0"/>
          <a:lstStyle>
            <a:lvl1pPr>
              <a:defRPr sz="3578" b="0" i="0">
                <a:solidFill>
                  <a:srgbClr val="065363"/>
                </a:solidFill>
                <a:latin typeface="Neo Sans Arabic Medium"/>
                <a:cs typeface="Neo Sans Arabic Medium"/>
              </a:defRPr>
            </a:lvl1pPr>
          </a:lstStyle>
          <a:p>
            <a:endParaRPr/>
          </a:p>
        </p:txBody>
      </p:sp>
      <p:sp>
        <p:nvSpPr>
          <p:cNvPr id="3" name="Holder 3"/>
          <p:cNvSpPr>
            <a:spLocks noGrp="1"/>
          </p:cNvSpPr>
          <p:nvPr>
            <p:ph sz="half" idx="2"/>
          </p:nvPr>
        </p:nvSpPr>
        <p:spPr>
          <a:xfrm>
            <a:off x="609600" y="1577340"/>
            <a:ext cx="5303520" cy="30008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0008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549662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350" y="0"/>
            <a:ext cx="12185650" cy="6857519"/>
          </a:xfrm>
          <a:prstGeom prst="rect">
            <a:avLst/>
          </a:prstGeom>
        </p:spPr>
      </p:pic>
      <p:sp>
        <p:nvSpPr>
          <p:cNvPr id="17" name="bg object 17"/>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165363"/>
          </a:solidFill>
        </p:spPr>
        <p:txBody>
          <a:bodyPr wrap="square" lIns="0" tIns="0" rIns="0" bIns="0" rtlCol="0"/>
          <a:lstStyle/>
          <a:p>
            <a:endParaRPr sz="1092"/>
          </a:p>
        </p:txBody>
      </p:sp>
      <p:sp>
        <p:nvSpPr>
          <p:cNvPr id="2" name="Holder 2"/>
          <p:cNvSpPr>
            <a:spLocks noGrp="1"/>
          </p:cNvSpPr>
          <p:nvPr>
            <p:ph type="title"/>
          </p:nvPr>
        </p:nvSpPr>
        <p:spPr>
          <a:xfrm>
            <a:off x="6140005" y="454424"/>
            <a:ext cx="5679331" cy="550600"/>
          </a:xfrm>
        </p:spPr>
        <p:txBody>
          <a:bodyPr lIns="0" tIns="0" rIns="0" bIns="0"/>
          <a:lstStyle>
            <a:lvl1pPr>
              <a:defRPr sz="3578" b="0" i="0">
                <a:solidFill>
                  <a:srgbClr val="065363"/>
                </a:solidFill>
                <a:latin typeface="Neo Sans Arabic Medium"/>
                <a:cs typeface="Neo Sans Arabic Medium"/>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74094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8752426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140005" y="454426"/>
            <a:ext cx="5679331" cy="907941"/>
          </a:xfrm>
          <a:prstGeom prst="rect">
            <a:avLst/>
          </a:prstGeom>
        </p:spPr>
        <p:txBody>
          <a:bodyPr wrap="square" lIns="0" tIns="0" rIns="0" bIns="0">
            <a:spAutoFit/>
          </a:bodyPr>
          <a:lstStyle>
            <a:lvl1pPr>
              <a:defRPr sz="5900" b="0" i="0">
                <a:solidFill>
                  <a:srgbClr val="065363"/>
                </a:solidFill>
                <a:latin typeface="Neo Sans Arabic Medium"/>
                <a:cs typeface="Neo Sans Arabic Medium"/>
              </a:defRPr>
            </a:lvl1pPr>
          </a:lstStyle>
          <a:p>
            <a:endParaRPr/>
          </a:p>
        </p:txBody>
      </p:sp>
      <p:sp>
        <p:nvSpPr>
          <p:cNvPr id="3" name="Holder 3"/>
          <p:cNvSpPr>
            <a:spLocks noGrp="1"/>
          </p:cNvSpPr>
          <p:nvPr>
            <p:ph type="body" idx="1"/>
          </p:nvPr>
        </p:nvSpPr>
        <p:spPr>
          <a:xfrm>
            <a:off x="3977458" y="1950350"/>
            <a:ext cx="5927715" cy="300082"/>
          </a:xfrm>
          <a:prstGeom prst="rect">
            <a:avLst/>
          </a:prstGeom>
        </p:spPr>
        <p:txBody>
          <a:bodyPr wrap="square" lIns="0" tIns="0" rIns="0" bIns="0">
            <a:spAutoFit/>
          </a:bodyPr>
          <a:lstStyle>
            <a:lvl1pPr>
              <a:defRPr sz="1950" b="0" i="0">
                <a:solidFill>
                  <a:srgbClr val="165161"/>
                </a:solidFill>
                <a:latin typeface="Neo Sans Arabic Medium"/>
                <a:cs typeface="Neo Sans Arabic Medium"/>
              </a:defRPr>
            </a:lvl1pPr>
          </a:lstStyle>
          <a:p>
            <a:endParaRPr/>
          </a:p>
        </p:txBody>
      </p:sp>
      <p:sp>
        <p:nvSpPr>
          <p:cNvPr id="4" name="Holder 4"/>
          <p:cNvSpPr>
            <a:spLocks noGrp="1"/>
          </p:cNvSpPr>
          <p:nvPr>
            <p:ph type="ftr" sz="quarter" idx="5"/>
          </p:nvPr>
        </p:nvSpPr>
        <p:spPr>
          <a:xfrm>
            <a:off x="4145281" y="6377943"/>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1" y="6377943"/>
            <a:ext cx="2804159"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6" name="Holder 6"/>
          <p:cNvSpPr>
            <a:spLocks noGrp="1"/>
          </p:cNvSpPr>
          <p:nvPr>
            <p:ph type="sldNum" sz="quarter" idx="7"/>
          </p:nvPr>
        </p:nvSpPr>
        <p:spPr>
          <a:xfrm>
            <a:off x="8778241" y="6377943"/>
            <a:ext cx="2804159"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843937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p:bodyStyle>
    <p:other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6140005" y="454424"/>
            <a:ext cx="5679331" cy="907941"/>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5900" b="0" i="0" u="none" strike="noStrike" cap="none">
                <a:solidFill>
                  <a:srgbClr val="06536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9"/>
          <p:cNvSpPr txBox="1">
            <a:spLocks noGrp="1"/>
          </p:cNvSpPr>
          <p:nvPr>
            <p:ph type="body" idx="1"/>
          </p:nvPr>
        </p:nvSpPr>
        <p:spPr>
          <a:xfrm>
            <a:off x="3977457" y="1950350"/>
            <a:ext cx="5927715" cy="300082"/>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950" b="0" i="0" u="none" strike="noStrike" cap="none">
                <a:solidFill>
                  <a:srgbClr val="16516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29"/>
          <p:cNvSpPr txBox="1">
            <a:spLocks noGrp="1"/>
          </p:cNvSpPr>
          <p:nvPr>
            <p:ph type="ftr" idx="11"/>
          </p:nvPr>
        </p:nvSpPr>
        <p:spPr>
          <a:xfrm>
            <a:off x="4145280" y="6377940"/>
            <a:ext cx="3901440" cy="16805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092">
                <a:solidFill>
                  <a:srgbClr val="888888"/>
                </a:solidFill>
              </a:defRPr>
            </a:lvl1pPr>
            <a:lvl2pPr lvl="1">
              <a:spcBef>
                <a:spcPts val="0"/>
              </a:spcBef>
              <a:spcAft>
                <a:spcPts val="0"/>
              </a:spcAft>
              <a:buSzPts val="1400"/>
              <a:buNone/>
              <a:defRPr sz="1092"/>
            </a:lvl2pPr>
            <a:lvl3pPr lvl="2">
              <a:spcBef>
                <a:spcPts val="0"/>
              </a:spcBef>
              <a:spcAft>
                <a:spcPts val="0"/>
              </a:spcAft>
              <a:buSzPts val="1400"/>
              <a:buNone/>
              <a:defRPr sz="1092"/>
            </a:lvl3pPr>
            <a:lvl4pPr lvl="3">
              <a:spcBef>
                <a:spcPts val="0"/>
              </a:spcBef>
              <a:spcAft>
                <a:spcPts val="0"/>
              </a:spcAft>
              <a:buSzPts val="1400"/>
              <a:buNone/>
              <a:defRPr sz="1092"/>
            </a:lvl4pPr>
            <a:lvl5pPr lvl="4">
              <a:spcBef>
                <a:spcPts val="0"/>
              </a:spcBef>
              <a:spcAft>
                <a:spcPts val="0"/>
              </a:spcAft>
              <a:buSzPts val="1400"/>
              <a:buNone/>
              <a:defRPr sz="1092"/>
            </a:lvl5pPr>
            <a:lvl6pPr lvl="5">
              <a:spcBef>
                <a:spcPts val="0"/>
              </a:spcBef>
              <a:spcAft>
                <a:spcPts val="0"/>
              </a:spcAft>
              <a:buSzPts val="1400"/>
              <a:buNone/>
              <a:defRPr sz="1092"/>
            </a:lvl6pPr>
            <a:lvl7pPr lvl="6">
              <a:spcBef>
                <a:spcPts val="0"/>
              </a:spcBef>
              <a:spcAft>
                <a:spcPts val="0"/>
              </a:spcAft>
              <a:buSzPts val="1400"/>
              <a:buNone/>
              <a:defRPr sz="1092"/>
            </a:lvl7pPr>
            <a:lvl8pPr lvl="7">
              <a:spcBef>
                <a:spcPts val="0"/>
              </a:spcBef>
              <a:spcAft>
                <a:spcPts val="0"/>
              </a:spcAft>
              <a:buSzPts val="1400"/>
              <a:buNone/>
              <a:defRPr sz="1092"/>
            </a:lvl8pPr>
            <a:lvl9pPr lvl="8">
              <a:spcBef>
                <a:spcPts val="0"/>
              </a:spcBef>
              <a:spcAft>
                <a:spcPts val="0"/>
              </a:spcAft>
              <a:buSzPts val="1400"/>
              <a:buNone/>
              <a:defRPr sz="1092"/>
            </a:lvl9pPr>
          </a:lstStyle>
          <a:p>
            <a:endParaRPr/>
          </a:p>
        </p:txBody>
      </p:sp>
      <p:sp>
        <p:nvSpPr>
          <p:cNvPr id="13" name="Google Shape;13;p29"/>
          <p:cNvSpPr txBox="1">
            <a:spLocks noGrp="1"/>
          </p:cNvSpPr>
          <p:nvPr>
            <p:ph type="dt" idx="10"/>
          </p:nvPr>
        </p:nvSpPr>
        <p:spPr>
          <a:xfrm>
            <a:off x="609600" y="6377940"/>
            <a:ext cx="2804160" cy="1680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92">
                <a:solidFill>
                  <a:srgbClr val="888888"/>
                </a:solidFill>
              </a:defRPr>
            </a:lvl1pPr>
            <a:lvl2pPr lvl="1">
              <a:spcBef>
                <a:spcPts val="0"/>
              </a:spcBef>
              <a:spcAft>
                <a:spcPts val="0"/>
              </a:spcAft>
              <a:buSzPts val="1400"/>
              <a:buNone/>
              <a:defRPr sz="1092"/>
            </a:lvl2pPr>
            <a:lvl3pPr lvl="2">
              <a:spcBef>
                <a:spcPts val="0"/>
              </a:spcBef>
              <a:spcAft>
                <a:spcPts val="0"/>
              </a:spcAft>
              <a:buSzPts val="1400"/>
              <a:buNone/>
              <a:defRPr sz="1092"/>
            </a:lvl3pPr>
            <a:lvl4pPr lvl="3">
              <a:spcBef>
                <a:spcPts val="0"/>
              </a:spcBef>
              <a:spcAft>
                <a:spcPts val="0"/>
              </a:spcAft>
              <a:buSzPts val="1400"/>
              <a:buNone/>
              <a:defRPr sz="1092"/>
            </a:lvl4pPr>
            <a:lvl5pPr lvl="4">
              <a:spcBef>
                <a:spcPts val="0"/>
              </a:spcBef>
              <a:spcAft>
                <a:spcPts val="0"/>
              </a:spcAft>
              <a:buSzPts val="1400"/>
              <a:buNone/>
              <a:defRPr sz="1092"/>
            </a:lvl5pPr>
            <a:lvl6pPr lvl="5">
              <a:spcBef>
                <a:spcPts val="0"/>
              </a:spcBef>
              <a:spcAft>
                <a:spcPts val="0"/>
              </a:spcAft>
              <a:buSzPts val="1400"/>
              <a:buNone/>
              <a:defRPr sz="1092"/>
            </a:lvl6pPr>
            <a:lvl7pPr lvl="6">
              <a:spcBef>
                <a:spcPts val="0"/>
              </a:spcBef>
              <a:spcAft>
                <a:spcPts val="0"/>
              </a:spcAft>
              <a:buSzPts val="1400"/>
              <a:buNone/>
              <a:defRPr sz="1092"/>
            </a:lvl7pPr>
            <a:lvl8pPr lvl="7">
              <a:spcBef>
                <a:spcPts val="0"/>
              </a:spcBef>
              <a:spcAft>
                <a:spcPts val="0"/>
              </a:spcAft>
              <a:buSzPts val="1400"/>
              <a:buNone/>
              <a:defRPr sz="1092"/>
            </a:lvl8pPr>
            <a:lvl9pPr lvl="8">
              <a:spcBef>
                <a:spcPts val="0"/>
              </a:spcBef>
              <a:spcAft>
                <a:spcPts val="0"/>
              </a:spcAft>
              <a:buSzPts val="1400"/>
              <a:buNone/>
              <a:defRPr sz="1092"/>
            </a:lvl9pPr>
          </a:lstStyle>
          <a:p>
            <a:endParaRPr/>
          </a:p>
        </p:txBody>
      </p:sp>
      <p:sp>
        <p:nvSpPr>
          <p:cNvPr id="14" name="Google Shape;14;p29"/>
          <p:cNvSpPr txBox="1">
            <a:spLocks noGrp="1"/>
          </p:cNvSpPr>
          <p:nvPr>
            <p:ph type="sldNum" idx="12"/>
          </p:nvPr>
        </p:nvSpPr>
        <p:spPr>
          <a:xfrm>
            <a:off x="8778241" y="6377941"/>
            <a:ext cx="2804160" cy="168059"/>
          </a:xfrm>
          <a:prstGeom prst="rect">
            <a:avLst/>
          </a:prstGeom>
          <a:noFill/>
          <a:ln>
            <a:noFill/>
          </a:ln>
        </p:spPr>
        <p:txBody>
          <a:bodyPr spcFirstLastPara="1" wrap="square" lIns="0" tIns="0" rIns="0" bIns="0" anchor="t" anchorCtr="0">
            <a:spAutoFit/>
          </a:bodyPr>
          <a:lstStyle>
            <a:lvl1pPr lvl="0" indent="0" algn="r">
              <a:spcBef>
                <a:spcPts val="0"/>
              </a:spcBef>
              <a:buNone/>
              <a:defRPr sz="1092">
                <a:solidFill>
                  <a:srgbClr val="888888"/>
                </a:solidFill>
              </a:defRPr>
            </a:lvl1pPr>
            <a:lvl2pPr lvl="1" indent="0" algn="r">
              <a:spcBef>
                <a:spcPts val="0"/>
              </a:spcBef>
              <a:buNone/>
              <a:defRPr sz="1092">
                <a:solidFill>
                  <a:srgbClr val="888888"/>
                </a:solidFill>
              </a:defRPr>
            </a:lvl2pPr>
            <a:lvl3pPr lvl="2" indent="0" algn="r">
              <a:spcBef>
                <a:spcPts val="0"/>
              </a:spcBef>
              <a:buNone/>
              <a:defRPr sz="1092">
                <a:solidFill>
                  <a:srgbClr val="888888"/>
                </a:solidFill>
              </a:defRPr>
            </a:lvl3pPr>
            <a:lvl4pPr lvl="3" indent="0" algn="r">
              <a:spcBef>
                <a:spcPts val="0"/>
              </a:spcBef>
              <a:buNone/>
              <a:defRPr sz="1092">
                <a:solidFill>
                  <a:srgbClr val="888888"/>
                </a:solidFill>
              </a:defRPr>
            </a:lvl4pPr>
            <a:lvl5pPr lvl="4" indent="0" algn="r">
              <a:spcBef>
                <a:spcPts val="0"/>
              </a:spcBef>
              <a:buNone/>
              <a:defRPr sz="1092">
                <a:solidFill>
                  <a:srgbClr val="888888"/>
                </a:solidFill>
              </a:defRPr>
            </a:lvl5pPr>
            <a:lvl6pPr lvl="5" indent="0" algn="r">
              <a:spcBef>
                <a:spcPts val="0"/>
              </a:spcBef>
              <a:buNone/>
              <a:defRPr sz="1092">
                <a:solidFill>
                  <a:srgbClr val="888888"/>
                </a:solidFill>
              </a:defRPr>
            </a:lvl6pPr>
            <a:lvl7pPr lvl="6" indent="0" algn="r">
              <a:spcBef>
                <a:spcPts val="0"/>
              </a:spcBef>
              <a:buNone/>
              <a:defRPr sz="1092">
                <a:solidFill>
                  <a:srgbClr val="888888"/>
                </a:solidFill>
              </a:defRPr>
            </a:lvl7pPr>
            <a:lvl8pPr lvl="7" indent="0" algn="r">
              <a:spcBef>
                <a:spcPts val="0"/>
              </a:spcBef>
              <a:buNone/>
              <a:defRPr sz="1092">
                <a:solidFill>
                  <a:srgbClr val="888888"/>
                </a:solidFill>
              </a:defRPr>
            </a:lvl8pPr>
            <a:lvl9pPr lvl="8" indent="0" algn="r">
              <a:spcBef>
                <a:spcPts val="0"/>
              </a:spcBef>
              <a:buNone/>
              <a:defRPr sz="1092">
                <a:solidFill>
                  <a:srgbClr val="888888"/>
                </a:solidFill>
              </a:defRPr>
            </a:lvl9pPr>
          </a:lstStyle>
          <a:p>
            <a:fld id="{00000000-1234-1234-1234-123412341234}" type="slidenum">
              <a:rPr lang="ar-EG" smtClean="0"/>
              <a:pPr/>
              <a:t>‹#›</a:t>
            </a:fld>
            <a:endParaRPr lang="ar-EG"/>
          </a:p>
        </p:txBody>
      </p:sp>
    </p:spTree>
    <p:extLst>
      <p:ext uri="{BB962C8B-B14F-4D97-AF65-F5344CB8AC3E}">
        <p14:creationId xmlns:p14="http://schemas.microsoft.com/office/powerpoint/2010/main" val="1259422176"/>
      </p:ext>
    </p:extLst>
  </p:cSld>
  <p:clrMap bg1="lt1" tx1="dk1" bg2="dk2" tx2="lt2" accent1="accent1" accent2="accent2" accent3="accent3" accent4="accent4" accent5="accent5" accent6="accent6" hlink="hlink" folHlink="folHlink"/>
  <p:sldLayoutIdLst>
    <p:sldLayoutId id="2147483668" r:id="rId1"/>
    <p:sldLayoutId id="2147483670" r:id="rId2"/>
    <p:sldLayoutId id="2147483671" r:id="rId3"/>
    <p:sldLayoutId id="2147483672" r:id="rId4"/>
    <p:sldLayoutId id="2147483673" r:id="rId5"/>
    <p:sldLayoutId id="214748367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140005" y="454424"/>
            <a:ext cx="5679331" cy="907941"/>
          </a:xfrm>
          <a:prstGeom prst="rect">
            <a:avLst/>
          </a:prstGeom>
        </p:spPr>
        <p:txBody>
          <a:bodyPr wrap="square" lIns="0" tIns="0" rIns="0" bIns="0">
            <a:spAutoFit/>
          </a:bodyPr>
          <a:lstStyle>
            <a:lvl1pPr>
              <a:defRPr sz="5900" b="0" i="0">
                <a:solidFill>
                  <a:srgbClr val="065363"/>
                </a:solidFill>
                <a:latin typeface="Neo Sans Arabic Medium"/>
                <a:cs typeface="Neo Sans Arabic Medium"/>
              </a:defRPr>
            </a:lvl1pPr>
          </a:lstStyle>
          <a:p>
            <a:endParaRPr/>
          </a:p>
        </p:txBody>
      </p:sp>
      <p:sp>
        <p:nvSpPr>
          <p:cNvPr id="3" name="Holder 3"/>
          <p:cNvSpPr>
            <a:spLocks noGrp="1"/>
          </p:cNvSpPr>
          <p:nvPr>
            <p:ph type="body" idx="1"/>
          </p:nvPr>
        </p:nvSpPr>
        <p:spPr>
          <a:xfrm>
            <a:off x="3977457" y="1950350"/>
            <a:ext cx="5927715" cy="300082"/>
          </a:xfrm>
          <a:prstGeom prst="rect">
            <a:avLst/>
          </a:prstGeom>
        </p:spPr>
        <p:txBody>
          <a:bodyPr wrap="square" lIns="0" tIns="0" rIns="0" bIns="0">
            <a:spAutoFit/>
          </a:bodyPr>
          <a:lstStyle>
            <a:lvl1pPr>
              <a:defRPr sz="1950" b="0" i="0">
                <a:solidFill>
                  <a:srgbClr val="165161"/>
                </a:solidFill>
                <a:latin typeface="Neo Sans Arabic Medium"/>
                <a:cs typeface="Neo Sans Arabic Medium"/>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3966643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Lst>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6.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image" Target="../media/image15.png"/><Relationship Id="rId16"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9.png"/><Relationship Id="rId15" Type="http://schemas.openxmlformats.org/officeDocument/2006/relationships/image" Target="../media/image27.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21.png"/><Relationship Id="rId14"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9.png"/><Relationship Id="rId9" Type="http://schemas.openxmlformats.org/officeDocument/2006/relationships/image" Target="../media/image37.png"/></Relationships>
</file>

<file path=ppt/slides/_rels/slide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slide" Target="slide10.xml"/><Relationship Id="rId4" Type="http://schemas.openxmlformats.org/officeDocument/2006/relationships/image" Target="../media/image41.pn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5.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49.png"/><Relationship Id="rId7" Type="http://schemas.openxmlformats.org/officeDocument/2006/relationships/image" Target="../media/image64.png"/><Relationship Id="rId2" Type="http://schemas.openxmlformats.org/officeDocument/2006/relationships/image" Target="../media/image60.png"/><Relationship Id="rId1" Type="http://schemas.openxmlformats.org/officeDocument/2006/relationships/slideLayout" Target="../slideLayouts/slideLayout5.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66.png"/></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75.png"/></Relationships>
</file>

<file path=ppt/slides/_rels/slide2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76.png"/><Relationship Id="rId4" Type="http://schemas.openxmlformats.org/officeDocument/2006/relationships/slide" Target="slide23.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8.png"/><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image" Target="../media/image49.png"/><Relationship Id="rId1" Type="http://schemas.openxmlformats.org/officeDocument/2006/relationships/slideLayout" Target="../slideLayouts/slideLayout10.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60.png"/><Relationship Id="rId1" Type="http://schemas.openxmlformats.org/officeDocument/2006/relationships/slideLayout" Target="../slideLayouts/slideLayout5.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72.png"/><Relationship Id="rId7" Type="http://schemas.openxmlformats.org/officeDocument/2006/relationships/image" Target="../media/image89.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75.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slide" Target="slide34.xml"/><Relationship Id="rId4" Type="http://schemas.openxmlformats.org/officeDocument/2006/relationships/image" Target="../media/image91.png"/></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72.png"/><Relationship Id="rId7" Type="http://schemas.openxmlformats.org/officeDocument/2006/relationships/image" Target="../media/image9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49.png"/><Relationship Id="rId9" Type="http://schemas.openxmlformats.org/officeDocument/2006/relationships/image" Target="../media/image96.png"/></Relationships>
</file>

<file path=ppt/slides/_rels/slide3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image" Target="../media/image9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72.png"/><Relationship Id="rId1" Type="http://schemas.openxmlformats.org/officeDocument/2006/relationships/slideLayout" Target="../slideLayouts/slideLayout5.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72.png"/><Relationship Id="rId4" Type="http://schemas.openxmlformats.org/officeDocument/2006/relationships/image" Target="../media/image71.png"/></Relationships>
</file>

<file path=ppt/slides/_rels/slide44.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49.png"/><Relationship Id="rId7" Type="http://schemas.openxmlformats.org/officeDocument/2006/relationships/image" Target="../media/image109.png"/><Relationship Id="rId2" Type="http://schemas.openxmlformats.org/officeDocument/2006/relationships/image" Target="../media/image105.png"/><Relationship Id="rId1" Type="http://schemas.openxmlformats.org/officeDocument/2006/relationships/slideLayout" Target="../slideLayouts/slideLayout5.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11.png"/><Relationship Id="rId4" Type="http://schemas.openxmlformats.org/officeDocument/2006/relationships/image" Target="../media/image47.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12.png"/><Relationship Id="rId4" Type="http://schemas.openxmlformats.org/officeDocument/2006/relationships/notesSlide" Target="../notesSlides/notesSlide13.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12.png"/><Relationship Id="rId4" Type="http://schemas.openxmlformats.org/officeDocument/2006/relationships/notesSlide" Target="../notesSlides/notesSlide14.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12.png"/><Relationship Id="rId4" Type="http://schemas.openxmlformats.org/officeDocument/2006/relationships/notesSlide" Target="../notesSlides/notesSlide15.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12.png"/><Relationship Id="rId4" Type="http://schemas.openxmlformats.org/officeDocument/2006/relationships/notesSlide" Target="../notesSlides/notesSlide16.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12.png"/><Relationship Id="rId4" Type="http://schemas.openxmlformats.org/officeDocument/2006/relationships/notesSlide" Target="../notesSlides/notesSlide17.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12.png"/><Relationship Id="rId4" Type="http://schemas.openxmlformats.org/officeDocument/2006/relationships/notesSlide" Target="../notesSlides/notesSlide18.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12.png"/><Relationship Id="rId4" Type="http://schemas.openxmlformats.org/officeDocument/2006/relationships/notesSlide" Target="../notesSlides/notesSlide19.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12.png"/><Relationship Id="rId4" Type="http://schemas.openxmlformats.org/officeDocument/2006/relationships/notesSlide" Target="../notesSlides/notesSlide20.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12.png"/><Relationship Id="rId4" Type="http://schemas.openxmlformats.org/officeDocument/2006/relationships/notesSlide" Target="../notesSlides/notesSlide21.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12.png"/><Relationship Id="rId4" Type="http://schemas.openxmlformats.org/officeDocument/2006/relationships/notesSlide" Target="../notesSlides/notesSlide22.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slide" Target="slide10.xml"/><Relationship Id="rId4" Type="http://schemas.openxmlformats.org/officeDocument/2006/relationships/image" Target="../media/image41.png"/></Relationships>
</file>

<file path=ppt/slides/_rels/slide5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824168" y="2"/>
            <a:ext cx="2367404" cy="2021634"/>
          </a:xfrm>
          <a:prstGeom prst="rect">
            <a:avLst/>
          </a:prstGeom>
        </p:spPr>
      </p:pic>
      <p:grpSp>
        <p:nvGrpSpPr>
          <p:cNvPr id="4" name="object 4"/>
          <p:cNvGrpSpPr/>
          <p:nvPr/>
        </p:nvGrpSpPr>
        <p:grpSpPr>
          <a:xfrm>
            <a:off x="8188665" y="4060482"/>
            <a:ext cx="4012757" cy="2806736"/>
            <a:chOff x="13503008" y="6696033"/>
            <a:chExt cx="6617334" cy="4628515"/>
          </a:xfrm>
        </p:grpSpPr>
        <p:sp>
          <p:nvSpPr>
            <p:cNvPr id="5" name="object 5"/>
            <p:cNvSpPr/>
            <p:nvPr/>
          </p:nvSpPr>
          <p:spPr>
            <a:xfrm>
              <a:off x="14546481" y="8567806"/>
              <a:ext cx="5294630" cy="2741295"/>
            </a:xfrm>
            <a:custGeom>
              <a:avLst/>
              <a:gdLst/>
              <a:ahLst/>
              <a:cxnLst/>
              <a:rect l="l" t="t" r="r" b="b"/>
              <a:pathLst>
                <a:path w="5294630" h="2741295">
                  <a:moveTo>
                    <a:pt x="1607" y="2740750"/>
                  </a:moveTo>
                  <a:lnTo>
                    <a:pt x="1578" y="2693255"/>
                  </a:lnTo>
                  <a:lnTo>
                    <a:pt x="1546" y="2642667"/>
                  </a:lnTo>
                  <a:lnTo>
                    <a:pt x="1515" y="2592078"/>
                  </a:lnTo>
                  <a:lnTo>
                    <a:pt x="1484" y="2541490"/>
                  </a:lnTo>
                  <a:lnTo>
                    <a:pt x="1453" y="2490902"/>
                  </a:lnTo>
                  <a:lnTo>
                    <a:pt x="1422" y="2440314"/>
                  </a:lnTo>
                  <a:lnTo>
                    <a:pt x="1391" y="2389725"/>
                  </a:lnTo>
                  <a:lnTo>
                    <a:pt x="1360" y="2339137"/>
                  </a:lnTo>
                  <a:lnTo>
                    <a:pt x="1329" y="2288549"/>
                  </a:lnTo>
                  <a:lnTo>
                    <a:pt x="1298" y="2237961"/>
                  </a:lnTo>
                  <a:lnTo>
                    <a:pt x="1267" y="2187373"/>
                  </a:lnTo>
                  <a:lnTo>
                    <a:pt x="1236" y="2136784"/>
                  </a:lnTo>
                  <a:lnTo>
                    <a:pt x="1205" y="2086196"/>
                  </a:lnTo>
                  <a:lnTo>
                    <a:pt x="1174" y="2035608"/>
                  </a:lnTo>
                  <a:lnTo>
                    <a:pt x="1143" y="1985020"/>
                  </a:lnTo>
                  <a:lnTo>
                    <a:pt x="1112" y="1934431"/>
                  </a:lnTo>
                  <a:lnTo>
                    <a:pt x="1081" y="1883843"/>
                  </a:lnTo>
                  <a:lnTo>
                    <a:pt x="1050" y="1833255"/>
                  </a:lnTo>
                  <a:lnTo>
                    <a:pt x="1019" y="1782667"/>
                  </a:lnTo>
                  <a:lnTo>
                    <a:pt x="989" y="1732078"/>
                  </a:lnTo>
                  <a:lnTo>
                    <a:pt x="958" y="1681490"/>
                  </a:lnTo>
                  <a:lnTo>
                    <a:pt x="927" y="1630902"/>
                  </a:lnTo>
                  <a:lnTo>
                    <a:pt x="896" y="1580314"/>
                  </a:lnTo>
                  <a:lnTo>
                    <a:pt x="865" y="1529725"/>
                  </a:lnTo>
                  <a:lnTo>
                    <a:pt x="834" y="1479137"/>
                  </a:lnTo>
                  <a:lnTo>
                    <a:pt x="803" y="1428549"/>
                  </a:lnTo>
                  <a:lnTo>
                    <a:pt x="772" y="1377961"/>
                  </a:lnTo>
                  <a:lnTo>
                    <a:pt x="741" y="1327372"/>
                  </a:lnTo>
                  <a:lnTo>
                    <a:pt x="711" y="1276784"/>
                  </a:lnTo>
                  <a:lnTo>
                    <a:pt x="680" y="1226196"/>
                  </a:lnTo>
                  <a:lnTo>
                    <a:pt x="649" y="1175608"/>
                  </a:lnTo>
                  <a:lnTo>
                    <a:pt x="618" y="1125019"/>
                  </a:lnTo>
                  <a:lnTo>
                    <a:pt x="587" y="1074431"/>
                  </a:lnTo>
                  <a:lnTo>
                    <a:pt x="557" y="1023843"/>
                  </a:lnTo>
                  <a:lnTo>
                    <a:pt x="526" y="973255"/>
                  </a:ln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7"/>
                  </a:lnTo>
                  <a:lnTo>
                    <a:pt x="819942" y="62471"/>
                  </a:lnTo>
                  <a:lnTo>
                    <a:pt x="865232" y="84829"/>
                  </a:lnTo>
                  <a:lnTo>
                    <a:pt x="909518" y="109679"/>
                  </a:lnTo>
                  <a:lnTo>
                    <a:pt x="951803" y="134689"/>
                  </a:lnTo>
                  <a:lnTo>
                    <a:pt x="998084" y="162110"/>
                  </a:lnTo>
                  <a:lnTo>
                    <a:pt x="1048239" y="191871"/>
                  </a:lnTo>
                  <a:lnTo>
                    <a:pt x="1102147" y="223898"/>
                  </a:lnTo>
                  <a:lnTo>
                    <a:pt x="1159688" y="258119"/>
                  </a:lnTo>
                  <a:lnTo>
                    <a:pt x="1220738" y="294461"/>
                  </a:lnTo>
                  <a:lnTo>
                    <a:pt x="1285178" y="332852"/>
                  </a:lnTo>
                  <a:lnTo>
                    <a:pt x="1318631" y="352792"/>
                  </a:lnTo>
                  <a:lnTo>
                    <a:pt x="1352885" y="373218"/>
                  </a:lnTo>
                  <a:lnTo>
                    <a:pt x="1387927" y="394119"/>
                  </a:lnTo>
                  <a:lnTo>
                    <a:pt x="1423739" y="415487"/>
                  </a:lnTo>
                  <a:lnTo>
                    <a:pt x="1460308" y="437312"/>
                  </a:lnTo>
                  <a:lnTo>
                    <a:pt x="1497618" y="459586"/>
                  </a:lnTo>
                  <a:lnTo>
                    <a:pt x="1535655" y="482299"/>
                  </a:lnTo>
                  <a:lnTo>
                    <a:pt x="1574402" y="505443"/>
                  </a:lnTo>
                  <a:lnTo>
                    <a:pt x="1613844" y="529007"/>
                  </a:lnTo>
                  <a:lnTo>
                    <a:pt x="1653967" y="552984"/>
                  </a:lnTo>
                  <a:lnTo>
                    <a:pt x="1694756" y="577364"/>
                  </a:lnTo>
                  <a:lnTo>
                    <a:pt x="1736194" y="602138"/>
                  </a:lnTo>
                  <a:lnTo>
                    <a:pt x="1778268" y="627296"/>
                  </a:lnTo>
                  <a:lnTo>
                    <a:pt x="1820961" y="652831"/>
                  </a:lnTo>
                  <a:lnTo>
                    <a:pt x="1864259" y="678732"/>
                  </a:lnTo>
                  <a:lnTo>
                    <a:pt x="1908147" y="704990"/>
                  </a:lnTo>
                  <a:lnTo>
                    <a:pt x="1952609" y="731597"/>
                  </a:lnTo>
                  <a:lnTo>
                    <a:pt x="1997630" y="758544"/>
                  </a:lnTo>
                  <a:lnTo>
                    <a:pt x="2043195" y="785821"/>
                  </a:lnTo>
                  <a:lnTo>
                    <a:pt x="2089289" y="813419"/>
                  </a:lnTo>
                  <a:lnTo>
                    <a:pt x="2135897" y="841329"/>
                  </a:lnTo>
                  <a:lnTo>
                    <a:pt x="2183003" y="869542"/>
                  </a:lnTo>
                  <a:lnTo>
                    <a:pt x="2230593" y="898049"/>
                  </a:lnTo>
                  <a:lnTo>
                    <a:pt x="2278650" y="926841"/>
                  </a:lnTo>
                  <a:lnTo>
                    <a:pt x="2327161" y="955908"/>
                  </a:lnTo>
                  <a:lnTo>
                    <a:pt x="2376110" y="985243"/>
                  </a:lnTo>
                  <a:lnTo>
                    <a:pt x="2425481" y="1014835"/>
                  </a:lnTo>
                  <a:lnTo>
                    <a:pt x="2475260" y="1044675"/>
                  </a:lnTo>
                  <a:lnTo>
                    <a:pt x="2525431" y="1074755"/>
                  </a:lnTo>
                  <a:lnTo>
                    <a:pt x="2575980" y="1105065"/>
                  </a:lnTo>
                  <a:lnTo>
                    <a:pt x="2626890" y="1135597"/>
                  </a:lnTo>
                  <a:lnTo>
                    <a:pt x="2678148" y="1166340"/>
                  </a:lnTo>
                  <a:lnTo>
                    <a:pt x="2729737" y="1197287"/>
                  </a:lnTo>
                  <a:lnTo>
                    <a:pt x="2781643" y="1228427"/>
                  </a:lnTo>
                  <a:lnTo>
                    <a:pt x="2833850" y="1259753"/>
                  </a:lnTo>
                  <a:lnTo>
                    <a:pt x="2886343" y="1291254"/>
                  </a:lnTo>
                  <a:lnTo>
                    <a:pt x="2939108" y="1322922"/>
                  </a:lnTo>
                  <a:lnTo>
                    <a:pt x="2992128" y="1354747"/>
                  </a:lnTo>
                  <a:lnTo>
                    <a:pt x="3045389" y="1386722"/>
                  </a:lnTo>
                  <a:lnTo>
                    <a:pt x="3098876" y="1418835"/>
                  </a:lnTo>
                  <a:lnTo>
                    <a:pt x="3152573" y="1451079"/>
                  </a:lnTo>
                  <a:lnTo>
                    <a:pt x="3206465" y="1483444"/>
                  </a:lnTo>
                  <a:lnTo>
                    <a:pt x="3260538" y="1515921"/>
                  </a:lnTo>
                  <a:lnTo>
                    <a:pt x="3314775" y="1548501"/>
                  </a:lnTo>
                  <a:lnTo>
                    <a:pt x="3369162" y="1581176"/>
                  </a:lnTo>
                  <a:lnTo>
                    <a:pt x="3423684" y="1613935"/>
                  </a:lnTo>
                  <a:lnTo>
                    <a:pt x="3478325" y="1646770"/>
                  </a:lnTo>
                  <a:lnTo>
                    <a:pt x="3533071" y="1679671"/>
                  </a:lnTo>
                  <a:lnTo>
                    <a:pt x="3587905" y="1712631"/>
                  </a:lnTo>
                  <a:lnTo>
                    <a:pt x="3642814" y="1745639"/>
                  </a:lnTo>
                  <a:lnTo>
                    <a:pt x="3697781" y="1778686"/>
                  </a:lnTo>
                  <a:lnTo>
                    <a:pt x="3752792" y="1811764"/>
                  </a:lnTo>
                  <a:lnTo>
                    <a:pt x="3807832" y="1844862"/>
                  </a:lnTo>
                  <a:lnTo>
                    <a:pt x="3862884" y="1877973"/>
                  </a:lnTo>
                  <a:lnTo>
                    <a:pt x="3917935" y="1911088"/>
                  </a:lnTo>
                  <a:lnTo>
                    <a:pt x="3972969" y="1944196"/>
                  </a:lnTo>
                  <a:lnTo>
                    <a:pt x="4027971" y="1977289"/>
                  </a:lnTo>
                  <a:lnTo>
                    <a:pt x="4082925" y="2010358"/>
                  </a:lnTo>
                  <a:lnTo>
                    <a:pt x="4137817" y="2043393"/>
                  </a:lnTo>
                  <a:lnTo>
                    <a:pt x="4192631" y="2076387"/>
                  </a:lnTo>
                  <a:lnTo>
                    <a:pt x="4247352" y="2109328"/>
                  </a:lnTo>
                  <a:lnTo>
                    <a:pt x="4301965" y="2142210"/>
                  </a:lnTo>
                  <a:lnTo>
                    <a:pt x="4356455" y="2175021"/>
                  </a:lnTo>
                  <a:lnTo>
                    <a:pt x="4410807" y="2207754"/>
                  </a:lnTo>
                  <a:lnTo>
                    <a:pt x="4465005" y="2240399"/>
                  </a:lnTo>
                  <a:lnTo>
                    <a:pt x="4519035" y="2272948"/>
                  </a:lnTo>
                  <a:lnTo>
                    <a:pt x="4572881" y="2305390"/>
                  </a:lnTo>
                  <a:lnTo>
                    <a:pt x="4626527" y="2337717"/>
                  </a:lnTo>
                  <a:lnTo>
                    <a:pt x="4679960" y="2369920"/>
                  </a:lnTo>
                  <a:lnTo>
                    <a:pt x="4733163" y="2401990"/>
                  </a:lnTo>
                  <a:lnTo>
                    <a:pt x="4786122" y="2433917"/>
                  </a:lnTo>
                  <a:lnTo>
                    <a:pt x="4838821" y="2465693"/>
                  </a:lnTo>
                  <a:lnTo>
                    <a:pt x="4891245" y="2497309"/>
                  </a:lnTo>
                  <a:lnTo>
                    <a:pt x="4943380" y="2528755"/>
                  </a:lnTo>
                  <a:lnTo>
                    <a:pt x="4995209" y="2560022"/>
                  </a:lnTo>
                  <a:lnTo>
                    <a:pt x="5046718" y="2591101"/>
                  </a:lnTo>
                  <a:lnTo>
                    <a:pt x="5097891" y="2621984"/>
                  </a:lnTo>
                  <a:lnTo>
                    <a:pt x="5148714" y="2652660"/>
                  </a:lnTo>
                  <a:lnTo>
                    <a:pt x="5199171" y="2683122"/>
                  </a:lnTo>
                  <a:lnTo>
                    <a:pt x="5249247" y="2713359"/>
                  </a:lnTo>
                  <a:lnTo>
                    <a:pt x="5294600" y="2740750"/>
                  </a:lnTo>
                </a:path>
              </a:pathLst>
            </a:custGeom>
            <a:ln w="31412">
              <a:solidFill>
                <a:srgbClr val="6B8285"/>
              </a:solidFill>
            </a:ln>
          </p:spPr>
          <p:txBody>
            <a:bodyPr wrap="square" lIns="0" tIns="0" rIns="0" bIns="0" rtlCol="0"/>
            <a:lstStyle/>
            <a:p>
              <a:pPr defTabSz="554492"/>
              <a:endParaRPr sz="1092" kern="0">
                <a:solidFill>
                  <a:sysClr val="windowText" lastClr="000000"/>
                </a:solidFill>
              </a:endParaRPr>
            </a:p>
          </p:txBody>
        </p:sp>
        <p:sp>
          <p:nvSpPr>
            <p:cNvPr id="6" name="object 6"/>
            <p:cNvSpPr/>
            <p:nvPr/>
          </p:nvSpPr>
          <p:spPr>
            <a:xfrm>
              <a:off x="15400194" y="10328593"/>
              <a:ext cx="2305050" cy="980440"/>
            </a:xfrm>
            <a:custGeom>
              <a:avLst/>
              <a:gdLst/>
              <a:ahLst/>
              <a:cxnLst/>
              <a:rect l="l" t="t" r="r" b="b"/>
              <a:pathLst>
                <a:path w="2305050" h="980440">
                  <a:moveTo>
                    <a:pt x="530" y="979963"/>
                  </a:move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6"/>
                  </a:lnTo>
                  <a:lnTo>
                    <a:pt x="819942" y="62467"/>
                  </a:lnTo>
                  <a:lnTo>
                    <a:pt x="865232" y="84825"/>
                  </a:lnTo>
                  <a:lnTo>
                    <a:pt x="909518" y="109679"/>
                  </a:lnTo>
                  <a:lnTo>
                    <a:pt x="974681" y="148396"/>
                  </a:lnTo>
                  <a:lnTo>
                    <a:pt x="1008373" y="168569"/>
                  </a:lnTo>
                  <a:lnTo>
                    <a:pt x="1042782" y="189267"/>
                  </a:lnTo>
                  <a:lnTo>
                    <a:pt x="1077889" y="210478"/>
                  </a:lnTo>
                  <a:lnTo>
                    <a:pt x="1113677" y="232187"/>
                  </a:lnTo>
                  <a:lnTo>
                    <a:pt x="1150128" y="254383"/>
                  </a:lnTo>
                  <a:lnTo>
                    <a:pt x="1187224" y="277051"/>
                  </a:lnTo>
                  <a:lnTo>
                    <a:pt x="1224948" y="300179"/>
                  </a:lnTo>
                  <a:lnTo>
                    <a:pt x="1263280" y="323754"/>
                  </a:lnTo>
                  <a:lnTo>
                    <a:pt x="1302203" y="347762"/>
                  </a:lnTo>
                  <a:lnTo>
                    <a:pt x="1341700" y="372190"/>
                  </a:lnTo>
                  <a:lnTo>
                    <a:pt x="1381752" y="397025"/>
                  </a:lnTo>
                  <a:lnTo>
                    <a:pt x="1422342" y="422255"/>
                  </a:lnTo>
                  <a:lnTo>
                    <a:pt x="1463451" y="447864"/>
                  </a:lnTo>
                  <a:lnTo>
                    <a:pt x="1505062" y="473842"/>
                  </a:lnTo>
                  <a:lnTo>
                    <a:pt x="1547157" y="500174"/>
                  </a:lnTo>
                  <a:lnTo>
                    <a:pt x="1589718" y="526847"/>
                  </a:lnTo>
                  <a:lnTo>
                    <a:pt x="1632726" y="553848"/>
                  </a:lnTo>
                  <a:lnTo>
                    <a:pt x="1676165" y="581165"/>
                  </a:lnTo>
                  <a:lnTo>
                    <a:pt x="1720016" y="608783"/>
                  </a:lnTo>
                  <a:lnTo>
                    <a:pt x="1764262" y="636690"/>
                  </a:lnTo>
                  <a:lnTo>
                    <a:pt x="1808883" y="664872"/>
                  </a:lnTo>
                  <a:lnTo>
                    <a:pt x="1853863" y="693317"/>
                  </a:lnTo>
                  <a:lnTo>
                    <a:pt x="1899184" y="722011"/>
                  </a:lnTo>
                  <a:lnTo>
                    <a:pt x="1944828" y="750941"/>
                  </a:lnTo>
                  <a:lnTo>
                    <a:pt x="1990776" y="780094"/>
                  </a:lnTo>
                  <a:lnTo>
                    <a:pt x="2037011" y="809457"/>
                  </a:lnTo>
                  <a:lnTo>
                    <a:pt x="2083515" y="839017"/>
                  </a:lnTo>
                  <a:lnTo>
                    <a:pt x="2130270" y="868760"/>
                  </a:lnTo>
                  <a:lnTo>
                    <a:pt x="2177258" y="898673"/>
                  </a:lnTo>
                  <a:lnTo>
                    <a:pt x="2224461" y="928744"/>
                  </a:lnTo>
                  <a:lnTo>
                    <a:pt x="2271862" y="958958"/>
                  </a:lnTo>
                  <a:lnTo>
                    <a:pt x="2304796" y="979963"/>
                  </a:lnTo>
                </a:path>
              </a:pathLst>
            </a:custGeom>
            <a:ln w="31412">
              <a:solidFill>
                <a:srgbClr val="6B8285"/>
              </a:solidFill>
            </a:ln>
          </p:spPr>
          <p:txBody>
            <a:bodyPr wrap="square" lIns="0" tIns="0" rIns="0" bIns="0" rtlCol="0"/>
            <a:lstStyle/>
            <a:p>
              <a:pPr defTabSz="554492"/>
              <a:endParaRPr sz="1092" kern="0">
                <a:solidFill>
                  <a:sysClr val="windowText" lastClr="000000"/>
                </a:solidFill>
              </a:endParaRPr>
            </a:p>
          </p:txBody>
        </p:sp>
        <p:sp>
          <p:nvSpPr>
            <p:cNvPr id="7" name="object 7"/>
            <p:cNvSpPr/>
            <p:nvPr/>
          </p:nvSpPr>
          <p:spPr>
            <a:xfrm>
              <a:off x="13518714" y="6711740"/>
              <a:ext cx="6585584" cy="4597400"/>
            </a:xfrm>
            <a:custGeom>
              <a:avLst/>
              <a:gdLst/>
              <a:ahLst/>
              <a:cxnLst/>
              <a:rect l="l" t="t" r="r" b="b"/>
              <a:pathLst>
                <a:path w="6585584" h="4597400">
                  <a:moveTo>
                    <a:pt x="2738" y="4596816"/>
                  </a:moveTo>
                  <a:lnTo>
                    <a:pt x="2688" y="4516366"/>
                  </a:lnTo>
                  <a:lnTo>
                    <a:pt x="2657" y="4465724"/>
                  </a:lnTo>
                  <a:lnTo>
                    <a:pt x="2625" y="4415083"/>
                  </a:lnTo>
                  <a:lnTo>
                    <a:pt x="2594" y="4364441"/>
                  </a:lnTo>
                  <a:lnTo>
                    <a:pt x="2562" y="4313800"/>
                  </a:lnTo>
                  <a:lnTo>
                    <a:pt x="2531" y="4263158"/>
                  </a:lnTo>
                  <a:lnTo>
                    <a:pt x="2500" y="4212517"/>
                  </a:lnTo>
                  <a:lnTo>
                    <a:pt x="2469" y="4161875"/>
                  </a:lnTo>
                  <a:lnTo>
                    <a:pt x="2437" y="4111234"/>
                  </a:lnTo>
                  <a:lnTo>
                    <a:pt x="2406" y="4060592"/>
                  </a:lnTo>
                  <a:lnTo>
                    <a:pt x="2375" y="4009951"/>
                  </a:lnTo>
                  <a:lnTo>
                    <a:pt x="2343" y="3959309"/>
                  </a:lnTo>
                  <a:lnTo>
                    <a:pt x="2312" y="3908668"/>
                  </a:lnTo>
                  <a:lnTo>
                    <a:pt x="2281" y="3858027"/>
                  </a:lnTo>
                  <a:lnTo>
                    <a:pt x="2250" y="3807385"/>
                  </a:lnTo>
                  <a:lnTo>
                    <a:pt x="2218" y="3756744"/>
                  </a:lnTo>
                  <a:lnTo>
                    <a:pt x="2187" y="3706102"/>
                  </a:lnTo>
                  <a:lnTo>
                    <a:pt x="2156" y="3655461"/>
                  </a:lnTo>
                  <a:lnTo>
                    <a:pt x="2125" y="3604819"/>
                  </a:lnTo>
                  <a:lnTo>
                    <a:pt x="2094" y="3554178"/>
                  </a:lnTo>
                  <a:lnTo>
                    <a:pt x="2062" y="3503536"/>
                  </a:lnTo>
                  <a:lnTo>
                    <a:pt x="2031" y="3452895"/>
                  </a:lnTo>
                  <a:lnTo>
                    <a:pt x="2000" y="3402253"/>
                  </a:lnTo>
                  <a:lnTo>
                    <a:pt x="1969" y="3351612"/>
                  </a:lnTo>
                  <a:lnTo>
                    <a:pt x="1938" y="3300970"/>
                  </a:lnTo>
                  <a:lnTo>
                    <a:pt x="1907" y="3250329"/>
                  </a:lnTo>
                  <a:lnTo>
                    <a:pt x="1875" y="3199688"/>
                  </a:lnTo>
                  <a:lnTo>
                    <a:pt x="1844" y="3149046"/>
                  </a:lnTo>
                  <a:lnTo>
                    <a:pt x="1813" y="3098405"/>
                  </a:lnTo>
                  <a:lnTo>
                    <a:pt x="1782" y="3047763"/>
                  </a:lnTo>
                  <a:lnTo>
                    <a:pt x="1751" y="2997122"/>
                  </a:lnTo>
                  <a:lnTo>
                    <a:pt x="1720" y="2946480"/>
                  </a:lnTo>
                  <a:lnTo>
                    <a:pt x="1689" y="2895839"/>
                  </a:lnTo>
                  <a:lnTo>
                    <a:pt x="1658" y="2845198"/>
                  </a:lnTo>
                  <a:lnTo>
                    <a:pt x="1626" y="2794556"/>
                  </a:lnTo>
                  <a:lnTo>
                    <a:pt x="1595" y="2743915"/>
                  </a:lnTo>
                  <a:lnTo>
                    <a:pt x="1564" y="2693273"/>
                  </a:lnTo>
                  <a:lnTo>
                    <a:pt x="1533" y="2642632"/>
                  </a:lnTo>
                  <a:lnTo>
                    <a:pt x="1502" y="2591991"/>
                  </a:lnTo>
                  <a:lnTo>
                    <a:pt x="1471" y="2541349"/>
                  </a:lnTo>
                  <a:lnTo>
                    <a:pt x="1440" y="2490708"/>
                  </a:lnTo>
                  <a:lnTo>
                    <a:pt x="1409" y="2440066"/>
                  </a:lnTo>
                  <a:lnTo>
                    <a:pt x="1378" y="2389425"/>
                  </a:lnTo>
                  <a:lnTo>
                    <a:pt x="1347" y="2338784"/>
                  </a:lnTo>
                  <a:lnTo>
                    <a:pt x="1316" y="2288142"/>
                  </a:lnTo>
                  <a:lnTo>
                    <a:pt x="1285" y="2237501"/>
                  </a:lnTo>
                  <a:lnTo>
                    <a:pt x="1254" y="2186860"/>
                  </a:lnTo>
                  <a:lnTo>
                    <a:pt x="1223" y="2136218"/>
                  </a:lnTo>
                  <a:lnTo>
                    <a:pt x="1192" y="2085577"/>
                  </a:lnTo>
                  <a:lnTo>
                    <a:pt x="1161" y="2034936"/>
                  </a:lnTo>
                  <a:lnTo>
                    <a:pt x="1130" y="1984294"/>
                  </a:lnTo>
                  <a:lnTo>
                    <a:pt x="1099" y="1933653"/>
                  </a:lnTo>
                  <a:lnTo>
                    <a:pt x="1068" y="1883011"/>
                  </a:lnTo>
                  <a:lnTo>
                    <a:pt x="1037" y="1832370"/>
                  </a:lnTo>
                  <a:lnTo>
                    <a:pt x="1006" y="1781729"/>
                  </a:lnTo>
                  <a:lnTo>
                    <a:pt x="975" y="1731087"/>
                  </a:lnTo>
                  <a:lnTo>
                    <a:pt x="944" y="1680446"/>
                  </a:lnTo>
                  <a:lnTo>
                    <a:pt x="913" y="1629805"/>
                  </a:lnTo>
                  <a:lnTo>
                    <a:pt x="882" y="1579164"/>
                  </a:lnTo>
                  <a:lnTo>
                    <a:pt x="851" y="1528522"/>
                  </a:lnTo>
                  <a:lnTo>
                    <a:pt x="820" y="1477881"/>
                  </a:lnTo>
                  <a:lnTo>
                    <a:pt x="790" y="1427240"/>
                  </a:lnTo>
                  <a:lnTo>
                    <a:pt x="759" y="1376598"/>
                  </a:lnTo>
                  <a:lnTo>
                    <a:pt x="728" y="1325957"/>
                  </a:lnTo>
                  <a:lnTo>
                    <a:pt x="697" y="1275316"/>
                  </a:lnTo>
                  <a:lnTo>
                    <a:pt x="666" y="1224674"/>
                  </a:lnTo>
                  <a:lnTo>
                    <a:pt x="635" y="1174033"/>
                  </a:lnTo>
                  <a:lnTo>
                    <a:pt x="604" y="1123392"/>
                  </a:lnTo>
                  <a:lnTo>
                    <a:pt x="573" y="1072751"/>
                  </a:lnTo>
                  <a:lnTo>
                    <a:pt x="542" y="1022109"/>
                  </a:lnTo>
                  <a:lnTo>
                    <a:pt x="512" y="971468"/>
                  </a:lnTo>
                  <a:lnTo>
                    <a:pt x="481" y="920827"/>
                  </a:lnTo>
                  <a:lnTo>
                    <a:pt x="450" y="870186"/>
                  </a:lnTo>
                  <a:lnTo>
                    <a:pt x="419" y="819544"/>
                  </a:lnTo>
                  <a:lnTo>
                    <a:pt x="388" y="768903"/>
                  </a:lnTo>
                  <a:lnTo>
                    <a:pt x="223" y="734879"/>
                  </a:lnTo>
                  <a:lnTo>
                    <a:pt x="0" y="700855"/>
                  </a:lnTo>
                  <a:lnTo>
                    <a:pt x="80" y="666843"/>
                  </a:lnTo>
                  <a:lnTo>
                    <a:pt x="828" y="632855"/>
                  </a:lnTo>
                  <a:lnTo>
                    <a:pt x="4076" y="582472"/>
                  </a:lnTo>
                  <a:lnTo>
                    <a:pt x="10153" y="533741"/>
                  </a:lnTo>
                  <a:lnTo>
                    <a:pt x="18976" y="486722"/>
                  </a:lnTo>
                  <a:lnTo>
                    <a:pt x="30457" y="441476"/>
                  </a:lnTo>
                  <a:lnTo>
                    <a:pt x="44513" y="398065"/>
                  </a:lnTo>
                  <a:lnTo>
                    <a:pt x="61058" y="356549"/>
                  </a:lnTo>
                  <a:lnTo>
                    <a:pt x="80007" y="316990"/>
                  </a:lnTo>
                  <a:lnTo>
                    <a:pt x="101275" y="279448"/>
                  </a:lnTo>
                  <a:lnTo>
                    <a:pt x="124777" y="243986"/>
                  </a:lnTo>
                  <a:lnTo>
                    <a:pt x="150426" y="210665"/>
                  </a:lnTo>
                  <a:lnTo>
                    <a:pt x="178140" y="179544"/>
                  </a:lnTo>
                  <a:lnTo>
                    <a:pt x="207831" y="150686"/>
                  </a:lnTo>
                  <a:lnTo>
                    <a:pt x="239415" y="124152"/>
                  </a:lnTo>
                  <a:lnTo>
                    <a:pt x="272808" y="100002"/>
                  </a:lnTo>
                  <a:lnTo>
                    <a:pt x="307922" y="78299"/>
                  </a:lnTo>
                  <a:lnTo>
                    <a:pt x="344675" y="59103"/>
                  </a:lnTo>
                  <a:lnTo>
                    <a:pt x="382979" y="42475"/>
                  </a:lnTo>
                  <a:lnTo>
                    <a:pt x="422751" y="28476"/>
                  </a:lnTo>
                  <a:lnTo>
                    <a:pt x="463905" y="17168"/>
                  </a:lnTo>
                  <a:lnTo>
                    <a:pt x="506355" y="8612"/>
                  </a:lnTo>
                  <a:lnTo>
                    <a:pt x="550018" y="2869"/>
                  </a:lnTo>
                  <a:lnTo>
                    <a:pt x="594806" y="0"/>
                  </a:lnTo>
                  <a:lnTo>
                    <a:pt x="640636" y="65"/>
                  </a:lnTo>
                  <a:lnTo>
                    <a:pt x="687423" y="3128"/>
                  </a:lnTo>
                  <a:lnTo>
                    <a:pt x="735080" y="9248"/>
                  </a:lnTo>
                  <a:lnTo>
                    <a:pt x="783523" y="18486"/>
                  </a:lnTo>
                  <a:lnTo>
                    <a:pt x="832667" y="30905"/>
                  </a:lnTo>
                  <a:lnTo>
                    <a:pt x="877258" y="45170"/>
                  </a:lnTo>
                  <a:lnTo>
                    <a:pt x="920547" y="62066"/>
                  </a:lnTo>
                  <a:lnTo>
                    <a:pt x="962740" y="81302"/>
                  </a:lnTo>
                  <a:lnTo>
                    <a:pt x="1004039" y="102588"/>
                  </a:lnTo>
                  <a:lnTo>
                    <a:pt x="1044650" y="125635"/>
                  </a:lnTo>
                  <a:lnTo>
                    <a:pt x="1082528" y="148044"/>
                  </a:lnTo>
                  <a:lnTo>
                    <a:pt x="1123845" y="172544"/>
                  </a:lnTo>
                  <a:lnTo>
                    <a:pt x="1168521" y="199084"/>
                  </a:lnTo>
                  <a:lnTo>
                    <a:pt x="1216474" y="227617"/>
                  </a:lnTo>
                  <a:lnTo>
                    <a:pt x="1267624" y="258093"/>
                  </a:lnTo>
                  <a:lnTo>
                    <a:pt x="1321890" y="290462"/>
                  </a:lnTo>
                  <a:lnTo>
                    <a:pt x="1379190" y="324676"/>
                  </a:lnTo>
                  <a:lnTo>
                    <a:pt x="1439445" y="360685"/>
                  </a:lnTo>
                  <a:lnTo>
                    <a:pt x="1502572" y="398440"/>
                  </a:lnTo>
                  <a:lnTo>
                    <a:pt x="1568491" y="437892"/>
                  </a:lnTo>
                  <a:lnTo>
                    <a:pt x="1602473" y="458238"/>
                  </a:lnTo>
                  <a:lnTo>
                    <a:pt x="1637122" y="478991"/>
                  </a:lnTo>
                  <a:lnTo>
                    <a:pt x="1672428" y="500143"/>
                  </a:lnTo>
                  <a:lnTo>
                    <a:pt x="1708382" y="521689"/>
                  </a:lnTo>
                  <a:lnTo>
                    <a:pt x="1744973" y="543622"/>
                  </a:lnTo>
                  <a:lnTo>
                    <a:pt x="1782192" y="565936"/>
                  </a:lnTo>
                  <a:lnTo>
                    <a:pt x="1820028" y="588625"/>
                  </a:lnTo>
                  <a:lnTo>
                    <a:pt x="1858470" y="611683"/>
                  </a:lnTo>
                  <a:lnTo>
                    <a:pt x="1897510" y="635103"/>
                  </a:lnTo>
                  <a:lnTo>
                    <a:pt x="1937136" y="658880"/>
                  </a:lnTo>
                  <a:lnTo>
                    <a:pt x="1977339" y="683008"/>
                  </a:lnTo>
                  <a:lnTo>
                    <a:pt x="2018108" y="707479"/>
                  </a:lnTo>
                  <a:lnTo>
                    <a:pt x="2059434" y="732289"/>
                  </a:lnTo>
                  <a:lnTo>
                    <a:pt x="2101306" y="757431"/>
                  </a:lnTo>
                  <a:lnTo>
                    <a:pt x="2143714" y="782899"/>
                  </a:lnTo>
                  <a:lnTo>
                    <a:pt x="2186648" y="808686"/>
                  </a:lnTo>
                  <a:lnTo>
                    <a:pt x="2230098" y="834787"/>
                  </a:lnTo>
                  <a:lnTo>
                    <a:pt x="2274054" y="861195"/>
                  </a:lnTo>
                  <a:lnTo>
                    <a:pt x="2318506" y="887904"/>
                  </a:lnTo>
                  <a:lnTo>
                    <a:pt x="2363444" y="914908"/>
                  </a:lnTo>
                  <a:lnTo>
                    <a:pt x="2408856" y="942201"/>
                  </a:lnTo>
                  <a:lnTo>
                    <a:pt x="2454735" y="969777"/>
                  </a:lnTo>
                  <a:lnTo>
                    <a:pt x="2501068" y="997630"/>
                  </a:lnTo>
                  <a:lnTo>
                    <a:pt x="2547847" y="1025753"/>
                  </a:lnTo>
                  <a:lnTo>
                    <a:pt x="2595060" y="1054140"/>
                  </a:lnTo>
                  <a:lnTo>
                    <a:pt x="2642699" y="1082785"/>
                  </a:lnTo>
                  <a:lnTo>
                    <a:pt x="2690752" y="1111683"/>
                  </a:lnTo>
                  <a:lnTo>
                    <a:pt x="2739210" y="1140826"/>
                  </a:lnTo>
                  <a:lnTo>
                    <a:pt x="2788063" y="1170209"/>
                  </a:lnTo>
                  <a:lnTo>
                    <a:pt x="2837300" y="1199825"/>
                  </a:lnTo>
                  <a:lnTo>
                    <a:pt x="2886911" y="1229669"/>
                  </a:lnTo>
                  <a:lnTo>
                    <a:pt x="2936887" y="1259734"/>
                  </a:lnTo>
                  <a:lnTo>
                    <a:pt x="2987217" y="1290014"/>
                  </a:lnTo>
                  <a:lnTo>
                    <a:pt x="3037891" y="1320503"/>
                  </a:lnTo>
                  <a:lnTo>
                    <a:pt x="3088898" y="1351195"/>
                  </a:lnTo>
                  <a:lnTo>
                    <a:pt x="3140230" y="1382083"/>
                  </a:lnTo>
                  <a:lnTo>
                    <a:pt x="3191875" y="1413162"/>
                  </a:lnTo>
                  <a:lnTo>
                    <a:pt x="3243823" y="1444426"/>
                  </a:lnTo>
                  <a:lnTo>
                    <a:pt x="3296065" y="1475867"/>
                  </a:lnTo>
                  <a:lnTo>
                    <a:pt x="3348591" y="1507481"/>
                  </a:lnTo>
                  <a:lnTo>
                    <a:pt x="3401389" y="1539260"/>
                  </a:lnTo>
                  <a:lnTo>
                    <a:pt x="3454451" y="1571199"/>
                  </a:lnTo>
                  <a:lnTo>
                    <a:pt x="3507765" y="1603292"/>
                  </a:lnTo>
                  <a:lnTo>
                    <a:pt x="3561323" y="1635532"/>
                  </a:lnTo>
                  <a:lnTo>
                    <a:pt x="3615113" y="1667913"/>
                  </a:lnTo>
                  <a:lnTo>
                    <a:pt x="3669126" y="1700430"/>
                  </a:lnTo>
                  <a:lnTo>
                    <a:pt x="3723351" y="1733075"/>
                  </a:lnTo>
                  <a:lnTo>
                    <a:pt x="3777779" y="1765844"/>
                  </a:lnTo>
                  <a:lnTo>
                    <a:pt x="3832399" y="1798729"/>
                  </a:lnTo>
                  <a:lnTo>
                    <a:pt x="3887201" y="1831724"/>
                  </a:lnTo>
                  <a:lnTo>
                    <a:pt x="3942175" y="1864824"/>
                  </a:lnTo>
                  <a:lnTo>
                    <a:pt x="3997311" y="1898022"/>
                  </a:lnTo>
                  <a:lnTo>
                    <a:pt x="4052599" y="1931313"/>
                  </a:lnTo>
                  <a:lnTo>
                    <a:pt x="4108029" y="1964689"/>
                  </a:lnTo>
                  <a:lnTo>
                    <a:pt x="4163590" y="1998145"/>
                  </a:lnTo>
                  <a:lnTo>
                    <a:pt x="4219273" y="2031674"/>
                  </a:lnTo>
                  <a:lnTo>
                    <a:pt x="4275067" y="2065271"/>
                  </a:lnTo>
                  <a:lnTo>
                    <a:pt x="4330963" y="2098930"/>
                  </a:lnTo>
                  <a:lnTo>
                    <a:pt x="4386949" y="2132643"/>
                  </a:lnTo>
                  <a:lnTo>
                    <a:pt x="4443017" y="2166406"/>
                  </a:lnTo>
                  <a:lnTo>
                    <a:pt x="4499155" y="2200211"/>
                  </a:lnTo>
                  <a:lnTo>
                    <a:pt x="4555354" y="2234053"/>
                  </a:lnTo>
                  <a:lnTo>
                    <a:pt x="4611604" y="2267926"/>
                  </a:lnTo>
                  <a:lnTo>
                    <a:pt x="4667895" y="2301823"/>
                  </a:lnTo>
                  <a:lnTo>
                    <a:pt x="4724216" y="2335738"/>
                  </a:lnTo>
                  <a:lnTo>
                    <a:pt x="4780557" y="2369666"/>
                  </a:lnTo>
                  <a:lnTo>
                    <a:pt x="4836909" y="2403599"/>
                  </a:lnTo>
                  <a:lnTo>
                    <a:pt x="4893260" y="2437533"/>
                  </a:lnTo>
                  <a:lnTo>
                    <a:pt x="4949602" y="2471460"/>
                  </a:lnTo>
                  <a:lnTo>
                    <a:pt x="5005923" y="2505374"/>
                  </a:lnTo>
                  <a:lnTo>
                    <a:pt x="5062214" y="2539270"/>
                  </a:lnTo>
                  <a:lnTo>
                    <a:pt x="5118465" y="2573141"/>
                  </a:lnTo>
                  <a:lnTo>
                    <a:pt x="5174666" y="2606981"/>
                  </a:lnTo>
                  <a:lnTo>
                    <a:pt x="5230805" y="2640784"/>
                  </a:lnTo>
                  <a:lnTo>
                    <a:pt x="5286875" y="2674544"/>
                  </a:lnTo>
                  <a:lnTo>
                    <a:pt x="5342863" y="2708255"/>
                  </a:lnTo>
                  <a:lnTo>
                    <a:pt x="5398760" y="2741910"/>
                  </a:lnTo>
                  <a:lnTo>
                    <a:pt x="5454557" y="2775503"/>
                  </a:lnTo>
                  <a:lnTo>
                    <a:pt x="5510242" y="2809028"/>
                  </a:lnTo>
                  <a:lnTo>
                    <a:pt x="5565806" y="2842480"/>
                  </a:lnTo>
                  <a:lnTo>
                    <a:pt x="5621238" y="2875851"/>
                  </a:lnTo>
                  <a:lnTo>
                    <a:pt x="5676529" y="2909136"/>
                  </a:lnTo>
                  <a:lnTo>
                    <a:pt x="5731669" y="2942328"/>
                  </a:lnTo>
                  <a:lnTo>
                    <a:pt x="5786646" y="2975422"/>
                  </a:lnTo>
                  <a:lnTo>
                    <a:pt x="5841452" y="3008412"/>
                  </a:lnTo>
                  <a:lnTo>
                    <a:pt x="5896076" y="3041290"/>
                  </a:lnTo>
                  <a:lnTo>
                    <a:pt x="5950508" y="3074051"/>
                  </a:lnTo>
                  <a:lnTo>
                    <a:pt x="6004738" y="3106689"/>
                  </a:lnTo>
                  <a:lnTo>
                    <a:pt x="6058755" y="3139198"/>
                  </a:lnTo>
                  <a:lnTo>
                    <a:pt x="6112550" y="3171571"/>
                  </a:lnTo>
                  <a:lnTo>
                    <a:pt x="6166113" y="3203803"/>
                  </a:lnTo>
                  <a:lnTo>
                    <a:pt x="6219432" y="3235887"/>
                  </a:lnTo>
                  <a:lnTo>
                    <a:pt x="6272499" y="3267817"/>
                  </a:lnTo>
                  <a:lnTo>
                    <a:pt x="6325303" y="3299587"/>
                  </a:lnTo>
                  <a:lnTo>
                    <a:pt x="6377835" y="3331190"/>
                  </a:lnTo>
                  <a:lnTo>
                    <a:pt x="6430083" y="3362621"/>
                  </a:lnTo>
                  <a:lnTo>
                    <a:pt x="6482038" y="3393874"/>
                  </a:lnTo>
                  <a:lnTo>
                    <a:pt x="6533689" y="3424942"/>
                  </a:lnTo>
                  <a:lnTo>
                    <a:pt x="6585027" y="3455819"/>
                  </a:lnTo>
                  <a:lnTo>
                    <a:pt x="6585385" y="3456034"/>
                  </a:lnTo>
                </a:path>
              </a:pathLst>
            </a:custGeom>
            <a:ln w="31412">
              <a:solidFill>
                <a:srgbClr val="6B8285"/>
              </a:solidFill>
            </a:ln>
          </p:spPr>
          <p:txBody>
            <a:bodyPr wrap="square" lIns="0" tIns="0" rIns="0" bIns="0" rtlCol="0"/>
            <a:lstStyle/>
            <a:p>
              <a:pPr defTabSz="554492"/>
              <a:endParaRPr sz="1092" kern="0">
                <a:solidFill>
                  <a:sysClr val="windowText" lastClr="000000"/>
                </a:solidFill>
              </a:endParaRPr>
            </a:p>
          </p:txBody>
        </p:sp>
      </p:grpSp>
      <p:grpSp>
        <p:nvGrpSpPr>
          <p:cNvPr id="8" name="object 8"/>
          <p:cNvGrpSpPr/>
          <p:nvPr/>
        </p:nvGrpSpPr>
        <p:grpSpPr>
          <a:xfrm>
            <a:off x="-9096" y="-9524"/>
            <a:ext cx="2321169" cy="6130998"/>
            <a:chOff x="-15706" y="-15706"/>
            <a:chExt cx="3827779" cy="10110470"/>
          </a:xfrm>
        </p:grpSpPr>
        <p:sp>
          <p:nvSpPr>
            <p:cNvPr id="9" name="object 9"/>
            <p:cNvSpPr/>
            <p:nvPr/>
          </p:nvSpPr>
          <p:spPr>
            <a:xfrm>
              <a:off x="0" y="0"/>
              <a:ext cx="2768600" cy="8223250"/>
            </a:xfrm>
            <a:custGeom>
              <a:avLst/>
              <a:gdLst/>
              <a:ahLst/>
              <a:cxnLst/>
              <a:rect l="l" t="t" r="r" b="b"/>
              <a:pathLst>
                <a:path w="2768600" h="8223250">
                  <a:moveTo>
                    <a:pt x="2766086" y="0"/>
                  </a:moveTo>
                  <a:lnTo>
                    <a:pt x="2766105" y="85515"/>
                  </a:lnTo>
                  <a:lnTo>
                    <a:pt x="2766120" y="152760"/>
                  </a:lnTo>
                  <a:lnTo>
                    <a:pt x="2766135" y="220258"/>
                  </a:lnTo>
                  <a:lnTo>
                    <a:pt x="2766150" y="287999"/>
                  </a:lnTo>
                  <a:lnTo>
                    <a:pt x="2766165" y="355973"/>
                  </a:lnTo>
                  <a:lnTo>
                    <a:pt x="2766180" y="424172"/>
                  </a:lnTo>
                  <a:lnTo>
                    <a:pt x="2766195" y="492587"/>
                  </a:lnTo>
                  <a:lnTo>
                    <a:pt x="2766209" y="561206"/>
                  </a:lnTo>
                  <a:lnTo>
                    <a:pt x="2766224" y="630023"/>
                  </a:lnTo>
                  <a:lnTo>
                    <a:pt x="2766239" y="699026"/>
                  </a:lnTo>
                  <a:lnTo>
                    <a:pt x="2766254" y="768207"/>
                  </a:lnTo>
                  <a:lnTo>
                    <a:pt x="2766269" y="837556"/>
                  </a:lnTo>
                  <a:lnTo>
                    <a:pt x="2766284" y="907064"/>
                  </a:lnTo>
                  <a:lnTo>
                    <a:pt x="2766298" y="976722"/>
                  </a:lnTo>
                  <a:lnTo>
                    <a:pt x="2766313" y="1046520"/>
                  </a:lnTo>
                  <a:lnTo>
                    <a:pt x="2766328" y="1116449"/>
                  </a:lnTo>
                  <a:lnTo>
                    <a:pt x="2766343" y="1186499"/>
                  </a:lnTo>
                  <a:lnTo>
                    <a:pt x="2766358" y="1256662"/>
                  </a:lnTo>
                  <a:lnTo>
                    <a:pt x="2766373" y="1326927"/>
                  </a:lnTo>
                  <a:lnTo>
                    <a:pt x="2766387" y="1397286"/>
                  </a:lnTo>
                  <a:lnTo>
                    <a:pt x="2766402" y="1467730"/>
                  </a:lnTo>
                  <a:lnTo>
                    <a:pt x="2766417" y="1538248"/>
                  </a:lnTo>
                  <a:lnTo>
                    <a:pt x="2766432" y="1608831"/>
                  </a:lnTo>
                  <a:lnTo>
                    <a:pt x="2766447" y="1679471"/>
                  </a:lnTo>
                  <a:lnTo>
                    <a:pt x="2766462" y="1750157"/>
                  </a:lnTo>
                  <a:lnTo>
                    <a:pt x="2766476" y="1820881"/>
                  </a:lnTo>
                  <a:lnTo>
                    <a:pt x="2766491" y="1891632"/>
                  </a:lnTo>
                  <a:lnTo>
                    <a:pt x="2766506" y="1962403"/>
                  </a:lnTo>
                  <a:lnTo>
                    <a:pt x="2766521" y="2033183"/>
                  </a:lnTo>
                  <a:lnTo>
                    <a:pt x="2766536" y="2103962"/>
                  </a:lnTo>
                  <a:lnTo>
                    <a:pt x="2766550" y="2174733"/>
                  </a:lnTo>
                  <a:lnTo>
                    <a:pt x="2766565" y="2245485"/>
                  </a:lnTo>
                  <a:lnTo>
                    <a:pt x="2766580" y="2316208"/>
                  </a:lnTo>
                  <a:lnTo>
                    <a:pt x="2766595" y="2386895"/>
                  </a:lnTo>
                  <a:lnTo>
                    <a:pt x="2766610" y="2457534"/>
                  </a:lnTo>
                  <a:lnTo>
                    <a:pt x="2766624" y="2528118"/>
                  </a:lnTo>
                  <a:lnTo>
                    <a:pt x="2766639" y="2598636"/>
                  </a:lnTo>
                  <a:lnTo>
                    <a:pt x="2766654" y="2669079"/>
                  </a:lnTo>
                  <a:lnTo>
                    <a:pt x="2766669" y="2739438"/>
                  </a:lnTo>
                  <a:lnTo>
                    <a:pt x="2766683" y="2809703"/>
                  </a:lnTo>
                  <a:lnTo>
                    <a:pt x="2766698" y="2879866"/>
                  </a:lnTo>
                  <a:lnTo>
                    <a:pt x="2766713" y="2949916"/>
                  </a:lnTo>
                  <a:lnTo>
                    <a:pt x="2766728" y="3019845"/>
                  </a:lnTo>
                  <a:lnTo>
                    <a:pt x="2766743" y="3089643"/>
                  </a:lnTo>
                  <a:lnTo>
                    <a:pt x="2766757" y="3159301"/>
                  </a:lnTo>
                  <a:lnTo>
                    <a:pt x="2766772" y="3228809"/>
                  </a:lnTo>
                  <a:lnTo>
                    <a:pt x="2766787" y="3298158"/>
                  </a:lnTo>
                  <a:lnTo>
                    <a:pt x="2766802" y="3367339"/>
                  </a:lnTo>
                  <a:lnTo>
                    <a:pt x="2766816" y="3436342"/>
                  </a:lnTo>
                  <a:lnTo>
                    <a:pt x="2766831" y="3505159"/>
                  </a:lnTo>
                  <a:lnTo>
                    <a:pt x="2766846" y="3573779"/>
                  </a:lnTo>
                  <a:lnTo>
                    <a:pt x="2766861" y="3642193"/>
                  </a:lnTo>
                  <a:lnTo>
                    <a:pt x="2766875" y="3710392"/>
                  </a:lnTo>
                  <a:lnTo>
                    <a:pt x="2766890" y="3778366"/>
                  </a:lnTo>
                  <a:lnTo>
                    <a:pt x="2766905" y="3846107"/>
                  </a:lnTo>
                  <a:lnTo>
                    <a:pt x="2766920" y="3913605"/>
                  </a:lnTo>
                  <a:lnTo>
                    <a:pt x="2766934" y="3980851"/>
                  </a:lnTo>
                  <a:lnTo>
                    <a:pt x="2766949" y="4047834"/>
                  </a:lnTo>
                  <a:lnTo>
                    <a:pt x="2766964" y="4114546"/>
                  </a:lnTo>
                  <a:lnTo>
                    <a:pt x="2766979" y="4180978"/>
                  </a:lnTo>
                  <a:lnTo>
                    <a:pt x="2766993" y="4247120"/>
                  </a:lnTo>
                  <a:lnTo>
                    <a:pt x="2767008" y="4312963"/>
                  </a:lnTo>
                  <a:lnTo>
                    <a:pt x="2767023" y="4378497"/>
                  </a:lnTo>
                  <a:lnTo>
                    <a:pt x="2767038" y="4443714"/>
                  </a:lnTo>
                  <a:lnTo>
                    <a:pt x="2767052" y="4508603"/>
                  </a:lnTo>
                  <a:lnTo>
                    <a:pt x="2767067" y="4573155"/>
                  </a:lnTo>
                  <a:lnTo>
                    <a:pt x="2767082" y="4637362"/>
                  </a:lnTo>
                  <a:lnTo>
                    <a:pt x="2767096" y="4701213"/>
                  </a:lnTo>
                  <a:lnTo>
                    <a:pt x="2767111" y="4764699"/>
                  </a:lnTo>
                  <a:lnTo>
                    <a:pt x="2767126" y="4827812"/>
                  </a:lnTo>
                  <a:lnTo>
                    <a:pt x="2767141" y="4890541"/>
                  </a:lnTo>
                  <a:lnTo>
                    <a:pt x="2767155" y="4952877"/>
                  </a:lnTo>
                  <a:lnTo>
                    <a:pt x="2767170" y="5014812"/>
                  </a:lnTo>
                  <a:lnTo>
                    <a:pt x="2767185" y="5076334"/>
                  </a:lnTo>
                  <a:lnTo>
                    <a:pt x="2767199" y="5137437"/>
                  </a:lnTo>
                  <a:lnTo>
                    <a:pt x="2767214" y="5198109"/>
                  </a:lnTo>
                  <a:lnTo>
                    <a:pt x="2767229" y="5258341"/>
                  </a:lnTo>
                  <a:lnTo>
                    <a:pt x="2767243" y="5318125"/>
                  </a:lnTo>
                  <a:lnTo>
                    <a:pt x="2767258" y="5377451"/>
                  </a:lnTo>
                  <a:lnTo>
                    <a:pt x="2767273" y="5436309"/>
                  </a:lnTo>
                  <a:lnTo>
                    <a:pt x="2767288" y="5494690"/>
                  </a:lnTo>
                  <a:lnTo>
                    <a:pt x="2767302" y="5552585"/>
                  </a:lnTo>
                  <a:lnTo>
                    <a:pt x="2767317" y="5609984"/>
                  </a:lnTo>
                  <a:lnTo>
                    <a:pt x="2767332" y="5666879"/>
                  </a:lnTo>
                  <a:lnTo>
                    <a:pt x="2767346" y="5723259"/>
                  </a:lnTo>
                  <a:lnTo>
                    <a:pt x="2767361" y="5779115"/>
                  </a:lnTo>
                  <a:lnTo>
                    <a:pt x="2767376" y="5834439"/>
                  </a:lnTo>
                  <a:lnTo>
                    <a:pt x="2767390" y="5889220"/>
                  </a:lnTo>
                  <a:lnTo>
                    <a:pt x="2767405" y="5943450"/>
                  </a:lnTo>
                  <a:lnTo>
                    <a:pt x="2767420" y="5997118"/>
                  </a:lnTo>
                  <a:lnTo>
                    <a:pt x="2767434" y="6050217"/>
                  </a:lnTo>
                  <a:lnTo>
                    <a:pt x="2767449" y="6102735"/>
                  </a:lnTo>
                  <a:lnTo>
                    <a:pt x="2767464" y="6154665"/>
                  </a:lnTo>
                  <a:lnTo>
                    <a:pt x="2767478" y="6205996"/>
                  </a:lnTo>
                  <a:lnTo>
                    <a:pt x="2767493" y="6256719"/>
                  </a:lnTo>
                  <a:lnTo>
                    <a:pt x="2767508" y="6306825"/>
                  </a:lnTo>
                  <a:lnTo>
                    <a:pt x="2767522" y="6356305"/>
                  </a:lnTo>
                  <a:lnTo>
                    <a:pt x="2767537" y="6405148"/>
                  </a:lnTo>
                  <a:lnTo>
                    <a:pt x="2767552" y="6453347"/>
                  </a:lnTo>
                  <a:lnTo>
                    <a:pt x="2767566" y="6500891"/>
                  </a:lnTo>
                  <a:lnTo>
                    <a:pt x="2767581" y="6547771"/>
                  </a:lnTo>
                  <a:lnTo>
                    <a:pt x="2767596" y="6593978"/>
                  </a:lnTo>
                  <a:lnTo>
                    <a:pt x="2767610" y="6639503"/>
                  </a:lnTo>
                  <a:lnTo>
                    <a:pt x="2767625" y="6684335"/>
                  </a:lnTo>
                  <a:lnTo>
                    <a:pt x="2767640" y="6728466"/>
                  </a:lnTo>
                  <a:lnTo>
                    <a:pt x="2767654" y="6771887"/>
                  </a:lnTo>
                  <a:lnTo>
                    <a:pt x="2767669" y="6814587"/>
                  </a:lnTo>
                  <a:lnTo>
                    <a:pt x="2767684" y="6856559"/>
                  </a:lnTo>
                  <a:lnTo>
                    <a:pt x="2767698" y="6897791"/>
                  </a:lnTo>
                  <a:lnTo>
                    <a:pt x="2767713" y="6938276"/>
                  </a:lnTo>
                  <a:lnTo>
                    <a:pt x="2767727" y="6978003"/>
                  </a:lnTo>
                  <a:lnTo>
                    <a:pt x="2767742" y="7016963"/>
                  </a:lnTo>
                  <a:lnTo>
                    <a:pt x="2767757" y="7055148"/>
                  </a:lnTo>
                  <a:lnTo>
                    <a:pt x="2767786" y="7129151"/>
                  </a:lnTo>
                  <a:lnTo>
                    <a:pt x="2767815" y="7199937"/>
                  </a:lnTo>
                  <a:lnTo>
                    <a:pt x="2767844" y="7267432"/>
                  </a:lnTo>
                  <a:lnTo>
                    <a:pt x="2767874" y="7331562"/>
                  </a:lnTo>
                  <a:lnTo>
                    <a:pt x="2767903" y="7392250"/>
                  </a:lnTo>
                  <a:lnTo>
                    <a:pt x="2767932" y="7449422"/>
                  </a:lnTo>
                  <a:lnTo>
                    <a:pt x="2767961" y="7503004"/>
                  </a:lnTo>
                  <a:lnTo>
                    <a:pt x="2767991" y="7552920"/>
                  </a:lnTo>
                  <a:lnTo>
                    <a:pt x="2768332" y="7612159"/>
                  </a:lnTo>
                  <a:lnTo>
                    <a:pt x="2768263" y="7641772"/>
                  </a:lnTo>
                  <a:lnTo>
                    <a:pt x="2764257" y="7720616"/>
                  </a:lnTo>
                  <a:lnTo>
                    <a:pt x="2757794" y="7768036"/>
                  </a:lnTo>
                  <a:lnTo>
                    <a:pt x="2748331" y="7813553"/>
                  </a:lnTo>
                  <a:lnTo>
                    <a:pt x="2735972" y="7857091"/>
                  </a:lnTo>
                  <a:lnTo>
                    <a:pt x="2720824" y="7898574"/>
                  </a:lnTo>
                  <a:lnTo>
                    <a:pt x="2702991" y="7937925"/>
                  </a:lnTo>
                  <a:lnTo>
                    <a:pt x="2682581" y="7975070"/>
                  </a:lnTo>
                  <a:lnTo>
                    <a:pt x="2659697" y="8009932"/>
                  </a:lnTo>
                  <a:lnTo>
                    <a:pt x="2634446" y="8042436"/>
                  </a:lnTo>
                  <a:lnTo>
                    <a:pt x="2606933" y="8072506"/>
                  </a:lnTo>
                  <a:lnTo>
                    <a:pt x="2577264" y="8100065"/>
                  </a:lnTo>
                  <a:lnTo>
                    <a:pt x="2545545" y="8125039"/>
                  </a:lnTo>
                  <a:lnTo>
                    <a:pt x="2511880" y="8147351"/>
                  </a:lnTo>
                  <a:lnTo>
                    <a:pt x="2476376" y="8166926"/>
                  </a:lnTo>
                  <a:lnTo>
                    <a:pt x="2439138" y="8183688"/>
                  </a:lnTo>
                  <a:lnTo>
                    <a:pt x="2400271" y="8197561"/>
                  </a:lnTo>
                  <a:lnTo>
                    <a:pt x="2359882" y="8208469"/>
                  </a:lnTo>
                  <a:lnTo>
                    <a:pt x="2318075" y="8216336"/>
                  </a:lnTo>
                  <a:lnTo>
                    <a:pt x="2274957" y="8221087"/>
                  </a:lnTo>
                  <a:lnTo>
                    <a:pt x="2230632" y="8222646"/>
                  </a:lnTo>
                  <a:lnTo>
                    <a:pt x="2185207" y="8220938"/>
                  </a:lnTo>
                  <a:lnTo>
                    <a:pt x="2138787" y="8215885"/>
                  </a:lnTo>
                  <a:lnTo>
                    <a:pt x="2091478" y="8207413"/>
                  </a:lnTo>
                  <a:lnTo>
                    <a:pt x="2043384" y="8195445"/>
                  </a:lnTo>
                  <a:lnTo>
                    <a:pt x="1995035" y="8179554"/>
                  </a:lnTo>
                  <a:lnTo>
                    <a:pt x="1948390" y="8160182"/>
                  </a:lnTo>
                  <a:lnTo>
                    <a:pt x="1903099" y="8137822"/>
                  </a:lnTo>
                  <a:lnTo>
                    <a:pt x="1858814" y="8112966"/>
                  </a:lnTo>
                  <a:lnTo>
                    <a:pt x="1815373" y="8087299"/>
                  </a:lnTo>
                  <a:lnTo>
                    <a:pt x="1771932" y="8061632"/>
                  </a:lnTo>
                  <a:lnTo>
                    <a:pt x="1728491" y="8035964"/>
                  </a:lnTo>
                  <a:lnTo>
                    <a:pt x="1685051" y="8010297"/>
                  </a:lnTo>
                  <a:lnTo>
                    <a:pt x="1641610" y="7984629"/>
                  </a:lnTo>
                  <a:lnTo>
                    <a:pt x="1598170" y="7958960"/>
                  </a:lnTo>
                  <a:lnTo>
                    <a:pt x="1554730" y="7933292"/>
                  </a:lnTo>
                  <a:lnTo>
                    <a:pt x="1511289" y="7907624"/>
                  </a:lnTo>
                  <a:lnTo>
                    <a:pt x="1467849" y="7881955"/>
                  </a:lnTo>
                  <a:lnTo>
                    <a:pt x="1424409" y="7856287"/>
                  </a:lnTo>
                  <a:lnTo>
                    <a:pt x="1380968" y="7830619"/>
                  </a:lnTo>
                  <a:lnTo>
                    <a:pt x="1337528" y="7804951"/>
                  </a:lnTo>
                  <a:lnTo>
                    <a:pt x="1294087" y="7779283"/>
                  </a:lnTo>
                  <a:lnTo>
                    <a:pt x="1250647" y="7753615"/>
                  </a:lnTo>
                  <a:lnTo>
                    <a:pt x="1207206" y="7727947"/>
                  </a:lnTo>
                  <a:lnTo>
                    <a:pt x="1163765" y="7702280"/>
                  </a:lnTo>
                  <a:lnTo>
                    <a:pt x="1120323" y="7676614"/>
                  </a:lnTo>
                  <a:lnTo>
                    <a:pt x="1076881" y="7650947"/>
                  </a:lnTo>
                  <a:lnTo>
                    <a:pt x="1033440" y="7625282"/>
                  </a:lnTo>
                  <a:lnTo>
                    <a:pt x="989997" y="7599617"/>
                  </a:lnTo>
                  <a:lnTo>
                    <a:pt x="946555" y="7573952"/>
                  </a:lnTo>
                  <a:lnTo>
                    <a:pt x="903111" y="7548288"/>
                  </a:lnTo>
                  <a:lnTo>
                    <a:pt x="859668" y="7522625"/>
                  </a:lnTo>
                  <a:lnTo>
                    <a:pt x="816224" y="7496962"/>
                  </a:lnTo>
                  <a:lnTo>
                    <a:pt x="772780" y="7471301"/>
                  </a:lnTo>
                  <a:lnTo>
                    <a:pt x="729335" y="7445640"/>
                  </a:lnTo>
                  <a:lnTo>
                    <a:pt x="685889" y="7419980"/>
                  </a:lnTo>
                  <a:lnTo>
                    <a:pt x="642443" y="7394321"/>
                  </a:lnTo>
                  <a:lnTo>
                    <a:pt x="598996" y="7368663"/>
                  </a:lnTo>
                  <a:lnTo>
                    <a:pt x="555549" y="7343007"/>
                  </a:lnTo>
                  <a:lnTo>
                    <a:pt x="512101" y="7317351"/>
                  </a:lnTo>
                  <a:lnTo>
                    <a:pt x="468652" y="7291696"/>
                  </a:lnTo>
                  <a:lnTo>
                    <a:pt x="425203" y="7266043"/>
                  </a:lnTo>
                  <a:lnTo>
                    <a:pt x="381753" y="7240391"/>
                  </a:lnTo>
                  <a:lnTo>
                    <a:pt x="338302" y="7214740"/>
                  </a:lnTo>
                  <a:lnTo>
                    <a:pt x="294850" y="7189091"/>
                  </a:lnTo>
                  <a:lnTo>
                    <a:pt x="251397" y="7163443"/>
                  </a:lnTo>
                  <a:lnTo>
                    <a:pt x="207944" y="7137796"/>
                  </a:lnTo>
                  <a:lnTo>
                    <a:pt x="164489" y="7112152"/>
                  </a:lnTo>
                  <a:lnTo>
                    <a:pt x="121034" y="7086508"/>
                  </a:lnTo>
                  <a:lnTo>
                    <a:pt x="77578" y="7060867"/>
                  </a:lnTo>
                  <a:lnTo>
                    <a:pt x="34120" y="7035227"/>
                  </a:lnTo>
                  <a:lnTo>
                    <a:pt x="0" y="7015097"/>
                  </a:lnTo>
                </a:path>
              </a:pathLst>
            </a:custGeom>
            <a:ln w="31412">
              <a:solidFill>
                <a:srgbClr val="6B8285"/>
              </a:solidFill>
            </a:ln>
          </p:spPr>
          <p:txBody>
            <a:bodyPr wrap="square" lIns="0" tIns="0" rIns="0" bIns="0" rtlCol="0"/>
            <a:lstStyle/>
            <a:p>
              <a:pPr defTabSz="554492"/>
              <a:endParaRPr sz="1092" kern="0">
                <a:solidFill>
                  <a:sysClr val="windowText" lastClr="000000"/>
                </a:solidFill>
              </a:endParaRPr>
            </a:p>
          </p:txBody>
        </p:sp>
        <p:sp>
          <p:nvSpPr>
            <p:cNvPr id="10" name="object 10"/>
            <p:cNvSpPr/>
            <p:nvPr/>
          </p:nvSpPr>
          <p:spPr>
            <a:xfrm>
              <a:off x="0" y="0"/>
              <a:ext cx="1915160" cy="6462395"/>
            </a:xfrm>
            <a:custGeom>
              <a:avLst/>
              <a:gdLst/>
              <a:ahLst/>
              <a:cxnLst/>
              <a:rect l="l" t="t" r="r" b="b"/>
              <a:pathLst>
                <a:path w="1915160" h="6462395">
                  <a:moveTo>
                    <a:pt x="1912749" y="0"/>
                  </a:moveTo>
                  <a:lnTo>
                    <a:pt x="1912762" y="60094"/>
                  </a:lnTo>
                  <a:lnTo>
                    <a:pt x="1912777" y="130845"/>
                  </a:lnTo>
                  <a:lnTo>
                    <a:pt x="1912792" y="201616"/>
                  </a:lnTo>
                  <a:lnTo>
                    <a:pt x="1912806" y="272396"/>
                  </a:lnTo>
                  <a:lnTo>
                    <a:pt x="1912821" y="343175"/>
                  </a:lnTo>
                  <a:lnTo>
                    <a:pt x="1912836" y="413946"/>
                  </a:lnTo>
                  <a:lnTo>
                    <a:pt x="1912851" y="484697"/>
                  </a:lnTo>
                  <a:lnTo>
                    <a:pt x="1912866" y="555421"/>
                  </a:lnTo>
                  <a:lnTo>
                    <a:pt x="1912880" y="626107"/>
                  </a:lnTo>
                  <a:lnTo>
                    <a:pt x="1912895" y="696747"/>
                  </a:lnTo>
                  <a:lnTo>
                    <a:pt x="1912910" y="767330"/>
                  </a:lnTo>
                  <a:lnTo>
                    <a:pt x="1912925" y="837848"/>
                  </a:lnTo>
                  <a:lnTo>
                    <a:pt x="1912940" y="908291"/>
                  </a:lnTo>
                  <a:lnTo>
                    <a:pt x="1912954" y="978650"/>
                  </a:lnTo>
                  <a:lnTo>
                    <a:pt x="1912969" y="1048916"/>
                  </a:lnTo>
                  <a:lnTo>
                    <a:pt x="1912984" y="1119079"/>
                  </a:lnTo>
                  <a:lnTo>
                    <a:pt x="1912999" y="1189129"/>
                  </a:lnTo>
                  <a:lnTo>
                    <a:pt x="1913013" y="1259058"/>
                  </a:lnTo>
                  <a:lnTo>
                    <a:pt x="1913028" y="1328856"/>
                  </a:lnTo>
                  <a:lnTo>
                    <a:pt x="1913043" y="1398514"/>
                  </a:lnTo>
                  <a:lnTo>
                    <a:pt x="1913058" y="1468022"/>
                  </a:lnTo>
                  <a:lnTo>
                    <a:pt x="1913073" y="1537371"/>
                  </a:lnTo>
                  <a:lnTo>
                    <a:pt x="1913087" y="1606552"/>
                  </a:lnTo>
                  <a:lnTo>
                    <a:pt x="1913102" y="1675555"/>
                  </a:lnTo>
                  <a:lnTo>
                    <a:pt x="1913117" y="1744371"/>
                  </a:lnTo>
                  <a:lnTo>
                    <a:pt x="1913132" y="1812991"/>
                  </a:lnTo>
                  <a:lnTo>
                    <a:pt x="1913146" y="1881405"/>
                  </a:lnTo>
                  <a:lnTo>
                    <a:pt x="1913161" y="1949604"/>
                  </a:lnTo>
                  <a:lnTo>
                    <a:pt x="1913176" y="2017579"/>
                  </a:lnTo>
                  <a:lnTo>
                    <a:pt x="1913191" y="2085320"/>
                  </a:lnTo>
                  <a:lnTo>
                    <a:pt x="1913205" y="2152817"/>
                  </a:lnTo>
                  <a:lnTo>
                    <a:pt x="1913220" y="2220063"/>
                  </a:lnTo>
                  <a:lnTo>
                    <a:pt x="1913235" y="2287046"/>
                  </a:lnTo>
                  <a:lnTo>
                    <a:pt x="1913250" y="2353759"/>
                  </a:lnTo>
                  <a:lnTo>
                    <a:pt x="1913264" y="2420190"/>
                  </a:lnTo>
                  <a:lnTo>
                    <a:pt x="1913279" y="2486332"/>
                  </a:lnTo>
                  <a:lnTo>
                    <a:pt x="1913294" y="2552175"/>
                  </a:lnTo>
                  <a:lnTo>
                    <a:pt x="1913308" y="2617709"/>
                  </a:lnTo>
                  <a:lnTo>
                    <a:pt x="1913323" y="2682926"/>
                  </a:lnTo>
                  <a:lnTo>
                    <a:pt x="1913338" y="2747815"/>
                  </a:lnTo>
                  <a:lnTo>
                    <a:pt x="1913353" y="2812367"/>
                  </a:lnTo>
                  <a:lnTo>
                    <a:pt x="1913367" y="2876574"/>
                  </a:lnTo>
                  <a:lnTo>
                    <a:pt x="1913382" y="2940425"/>
                  </a:lnTo>
                  <a:lnTo>
                    <a:pt x="1913397" y="3003911"/>
                  </a:lnTo>
                  <a:lnTo>
                    <a:pt x="1913411" y="3067024"/>
                  </a:lnTo>
                  <a:lnTo>
                    <a:pt x="1913426" y="3129753"/>
                  </a:lnTo>
                  <a:lnTo>
                    <a:pt x="1913441" y="3192089"/>
                  </a:lnTo>
                  <a:lnTo>
                    <a:pt x="1913456" y="3254024"/>
                  </a:lnTo>
                  <a:lnTo>
                    <a:pt x="1913470" y="3315546"/>
                  </a:lnTo>
                  <a:lnTo>
                    <a:pt x="1913485" y="3376649"/>
                  </a:lnTo>
                  <a:lnTo>
                    <a:pt x="1913500" y="3437321"/>
                  </a:lnTo>
                  <a:lnTo>
                    <a:pt x="1913514" y="3497553"/>
                  </a:lnTo>
                  <a:lnTo>
                    <a:pt x="1913529" y="3557337"/>
                  </a:lnTo>
                  <a:lnTo>
                    <a:pt x="1913544" y="3616662"/>
                  </a:lnTo>
                  <a:lnTo>
                    <a:pt x="1913559" y="3675520"/>
                  </a:lnTo>
                  <a:lnTo>
                    <a:pt x="1913573" y="3733902"/>
                  </a:lnTo>
                  <a:lnTo>
                    <a:pt x="1913588" y="3791797"/>
                  </a:lnTo>
                  <a:lnTo>
                    <a:pt x="1913603" y="3849196"/>
                  </a:lnTo>
                  <a:lnTo>
                    <a:pt x="1913617" y="3906090"/>
                  </a:lnTo>
                  <a:lnTo>
                    <a:pt x="1913632" y="3962471"/>
                  </a:lnTo>
                  <a:lnTo>
                    <a:pt x="1913647" y="4018327"/>
                  </a:lnTo>
                  <a:lnTo>
                    <a:pt x="1913661" y="4073651"/>
                  </a:lnTo>
                  <a:lnTo>
                    <a:pt x="1913676" y="4128432"/>
                  </a:lnTo>
                  <a:lnTo>
                    <a:pt x="1913691" y="4182662"/>
                  </a:lnTo>
                  <a:lnTo>
                    <a:pt x="1913705" y="4236330"/>
                  </a:lnTo>
                  <a:lnTo>
                    <a:pt x="1913720" y="4289428"/>
                  </a:lnTo>
                  <a:lnTo>
                    <a:pt x="1913735" y="4341947"/>
                  </a:lnTo>
                  <a:lnTo>
                    <a:pt x="1913749" y="4393876"/>
                  </a:lnTo>
                  <a:lnTo>
                    <a:pt x="1913764" y="4445207"/>
                  </a:lnTo>
                  <a:lnTo>
                    <a:pt x="1913779" y="4495931"/>
                  </a:lnTo>
                  <a:lnTo>
                    <a:pt x="1913793" y="4546037"/>
                  </a:lnTo>
                  <a:lnTo>
                    <a:pt x="1913808" y="4595516"/>
                  </a:lnTo>
                  <a:lnTo>
                    <a:pt x="1913823" y="4644360"/>
                  </a:lnTo>
                  <a:lnTo>
                    <a:pt x="1913837" y="4692559"/>
                  </a:lnTo>
                  <a:lnTo>
                    <a:pt x="1913852" y="4740103"/>
                  </a:lnTo>
                  <a:lnTo>
                    <a:pt x="1913867" y="4786983"/>
                  </a:lnTo>
                  <a:lnTo>
                    <a:pt x="1913881" y="4833190"/>
                  </a:lnTo>
                  <a:lnTo>
                    <a:pt x="1913896" y="4878714"/>
                  </a:lnTo>
                  <a:lnTo>
                    <a:pt x="1913911" y="4923547"/>
                  </a:lnTo>
                  <a:lnTo>
                    <a:pt x="1913925" y="4967678"/>
                  </a:lnTo>
                  <a:lnTo>
                    <a:pt x="1913940" y="5011099"/>
                  </a:lnTo>
                  <a:lnTo>
                    <a:pt x="1913955" y="5053799"/>
                  </a:lnTo>
                  <a:lnTo>
                    <a:pt x="1913969" y="5095770"/>
                  </a:lnTo>
                  <a:lnTo>
                    <a:pt x="1913984" y="5137003"/>
                  </a:lnTo>
                  <a:lnTo>
                    <a:pt x="1913998" y="5177488"/>
                  </a:lnTo>
                  <a:lnTo>
                    <a:pt x="1914013" y="5217215"/>
                  </a:lnTo>
                  <a:lnTo>
                    <a:pt x="1914028" y="5256175"/>
                  </a:lnTo>
                  <a:lnTo>
                    <a:pt x="1914042" y="5294359"/>
                  </a:lnTo>
                  <a:lnTo>
                    <a:pt x="1914072" y="5368363"/>
                  </a:lnTo>
                  <a:lnTo>
                    <a:pt x="1914101" y="5439149"/>
                  </a:lnTo>
                  <a:lnTo>
                    <a:pt x="1914130" y="5506644"/>
                  </a:lnTo>
                  <a:lnTo>
                    <a:pt x="1914159" y="5570773"/>
                  </a:lnTo>
                  <a:lnTo>
                    <a:pt x="1914189" y="5631461"/>
                  </a:lnTo>
                  <a:lnTo>
                    <a:pt x="1914218" y="5688634"/>
                  </a:lnTo>
                  <a:lnTo>
                    <a:pt x="1914247" y="5742216"/>
                  </a:lnTo>
                  <a:lnTo>
                    <a:pt x="1914276" y="5792132"/>
                  </a:lnTo>
                  <a:lnTo>
                    <a:pt x="1914618" y="5851375"/>
                  </a:lnTo>
                  <a:lnTo>
                    <a:pt x="1914549" y="5880988"/>
                  </a:lnTo>
                  <a:lnTo>
                    <a:pt x="1910543" y="5959827"/>
                  </a:lnTo>
                  <a:lnTo>
                    <a:pt x="1904080" y="6007248"/>
                  </a:lnTo>
                  <a:lnTo>
                    <a:pt x="1894616" y="6052765"/>
                  </a:lnTo>
                  <a:lnTo>
                    <a:pt x="1882258" y="6096303"/>
                  </a:lnTo>
                  <a:lnTo>
                    <a:pt x="1867109" y="6137785"/>
                  </a:lnTo>
                  <a:lnTo>
                    <a:pt x="1849277" y="6177137"/>
                  </a:lnTo>
                  <a:lnTo>
                    <a:pt x="1828866" y="6214282"/>
                  </a:lnTo>
                  <a:lnTo>
                    <a:pt x="1805983" y="6249144"/>
                  </a:lnTo>
                  <a:lnTo>
                    <a:pt x="1780732" y="6281648"/>
                  </a:lnTo>
                  <a:lnTo>
                    <a:pt x="1753219" y="6311717"/>
                  </a:lnTo>
                  <a:lnTo>
                    <a:pt x="1723550" y="6339277"/>
                  </a:lnTo>
                  <a:lnTo>
                    <a:pt x="1691830" y="6364251"/>
                  </a:lnTo>
                  <a:lnTo>
                    <a:pt x="1658166" y="6386563"/>
                  </a:lnTo>
                  <a:lnTo>
                    <a:pt x="1622661" y="6406138"/>
                  </a:lnTo>
                  <a:lnTo>
                    <a:pt x="1585423" y="6422900"/>
                  </a:lnTo>
                  <a:lnTo>
                    <a:pt x="1546557" y="6436772"/>
                  </a:lnTo>
                  <a:lnTo>
                    <a:pt x="1506167" y="6447680"/>
                  </a:lnTo>
                  <a:lnTo>
                    <a:pt x="1464361" y="6455548"/>
                  </a:lnTo>
                  <a:lnTo>
                    <a:pt x="1421242" y="6460299"/>
                  </a:lnTo>
                  <a:lnTo>
                    <a:pt x="1376918" y="6461858"/>
                  </a:lnTo>
                  <a:lnTo>
                    <a:pt x="1331493" y="6460149"/>
                  </a:lnTo>
                  <a:lnTo>
                    <a:pt x="1285073" y="6455097"/>
                  </a:lnTo>
                  <a:lnTo>
                    <a:pt x="1237763" y="6446624"/>
                  </a:lnTo>
                  <a:lnTo>
                    <a:pt x="1189670" y="6434657"/>
                  </a:lnTo>
                  <a:lnTo>
                    <a:pt x="1141321" y="6418766"/>
                  </a:lnTo>
                  <a:lnTo>
                    <a:pt x="1094676" y="6399394"/>
                  </a:lnTo>
                  <a:lnTo>
                    <a:pt x="1049385" y="6377033"/>
                  </a:lnTo>
                  <a:lnTo>
                    <a:pt x="1005100" y="6352178"/>
                  </a:lnTo>
                  <a:lnTo>
                    <a:pt x="961659" y="6326511"/>
                  </a:lnTo>
                  <a:lnTo>
                    <a:pt x="918218" y="6300844"/>
                  </a:lnTo>
                  <a:lnTo>
                    <a:pt x="874777" y="6275176"/>
                  </a:lnTo>
                  <a:lnTo>
                    <a:pt x="831337" y="6249508"/>
                  </a:lnTo>
                  <a:lnTo>
                    <a:pt x="787896" y="6223840"/>
                  </a:lnTo>
                  <a:lnTo>
                    <a:pt x="744456" y="6198172"/>
                  </a:lnTo>
                  <a:lnTo>
                    <a:pt x="701015" y="6172504"/>
                  </a:lnTo>
                  <a:lnTo>
                    <a:pt x="657575" y="6146835"/>
                  </a:lnTo>
                  <a:lnTo>
                    <a:pt x="614135" y="6121167"/>
                  </a:lnTo>
                  <a:lnTo>
                    <a:pt x="570695" y="6095499"/>
                  </a:lnTo>
                  <a:lnTo>
                    <a:pt x="527254" y="6069830"/>
                  </a:lnTo>
                  <a:lnTo>
                    <a:pt x="483814" y="6044162"/>
                  </a:lnTo>
                  <a:lnTo>
                    <a:pt x="440373" y="6018494"/>
                  </a:lnTo>
                  <a:lnTo>
                    <a:pt x="396932" y="5992827"/>
                  </a:lnTo>
                  <a:lnTo>
                    <a:pt x="353491" y="5967159"/>
                  </a:lnTo>
                  <a:lnTo>
                    <a:pt x="310050" y="5941492"/>
                  </a:lnTo>
                  <a:lnTo>
                    <a:pt x="266609" y="5915825"/>
                  </a:lnTo>
                  <a:lnTo>
                    <a:pt x="223167" y="5890159"/>
                  </a:lnTo>
                  <a:lnTo>
                    <a:pt x="179725" y="5864493"/>
                  </a:lnTo>
                  <a:lnTo>
                    <a:pt x="136283" y="5838828"/>
                  </a:lnTo>
                  <a:lnTo>
                    <a:pt x="92840" y="5813164"/>
                  </a:lnTo>
                  <a:lnTo>
                    <a:pt x="49397" y="5787500"/>
                  </a:lnTo>
                  <a:lnTo>
                    <a:pt x="5954" y="5761837"/>
                  </a:lnTo>
                  <a:lnTo>
                    <a:pt x="0" y="5758320"/>
                  </a:lnTo>
                </a:path>
              </a:pathLst>
            </a:custGeom>
            <a:ln w="31412">
              <a:solidFill>
                <a:srgbClr val="6B8285"/>
              </a:solidFill>
            </a:ln>
          </p:spPr>
          <p:txBody>
            <a:bodyPr wrap="square" lIns="0" tIns="0" rIns="0" bIns="0" rtlCol="0"/>
            <a:lstStyle/>
            <a:p>
              <a:pPr defTabSz="554492"/>
              <a:endParaRPr sz="1092" kern="0">
                <a:solidFill>
                  <a:sysClr val="windowText" lastClr="000000"/>
                </a:solidFill>
              </a:endParaRPr>
            </a:p>
          </p:txBody>
        </p:sp>
        <p:sp>
          <p:nvSpPr>
            <p:cNvPr id="11" name="object 11"/>
            <p:cNvSpPr/>
            <p:nvPr/>
          </p:nvSpPr>
          <p:spPr>
            <a:xfrm>
              <a:off x="0" y="0"/>
              <a:ext cx="3796665" cy="10078720"/>
            </a:xfrm>
            <a:custGeom>
              <a:avLst/>
              <a:gdLst/>
              <a:ahLst/>
              <a:cxnLst/>
              <a:rect l="l" t="t" r="r" b="b"/>
              <a:pathLst>
                <a:path w="3796665" h="10078720">
                  <a:moveTo>
                    <a:pt x="3793189" y="0"/>
                  </a:moveTo>
                  <a:lnTo>
                    <a:pt x="3793216" y="100330"/>
                  </a:lnTo>
                  <a:lnTo>
                    <a:pt x="3793234" y="164573"/>
                  </a:lnTo>
                  <a:lnTo>
                    <a:pt x="3793251" y="229245"/>
                  </a:lnTo>
                  <a:lnTo>
                    <a:pt x="3793268" y="294338"/>
                  </a:lnTo>
                  <a:lnTo>
                    <a:pt x="3793285" y="359843"/>
                  </a:lnTo>
                  <a:lnTo>
                    <a:pt x="3793302" y="425749"/>
                  </a:lnTo>
                  <a:lnTo>
                    <a:pt x="3793319" y="492049"/>
                  </a:lnTo>
                  <a:lnTo>
                    <a:pt x="3793336" y="558731"/>
                  </a:lnTo>
                  <a:lnTo>
                    <a:pt x="3793353" y="625788"/>
                  </a:lnTo>
                  <a:lnTo>
                    <a:pt x="3793370" y="693209"/>
                  </a:lnTo>
                  <a:lnTo>
                    <a:pt x="3793388" y="760986"/>
                  </a:lnTo>
                  <a:lnTo>
                    <a:pt x="3793405" y="829109"/>
                  </a:lnTo>
                  <a:lnTo>
                    <a:pt x="3793422" y="897568"/>
                  </a:lnTo>
                  <a:lnTo>
                    <a:pt x="3793439" y="966354"/>
                  </a:lnTo>
                  <a:lnTo>
                    <a:pt x="3793456" y="1035459"/>
                  </a:lnTo>
                  <a:lnTo>
                    <a:pt x="3793473" y="1104872"/>
                  </a:lnTo>
                  <a:lnTo>
                    <a:pt x="3793490" y="1174584"/>
                  </a:lnTo>
                  <a:lnTo>
                    <a:pt x="3793507" y="1244586"/>
                  </a:lnTo>
                  <a:lnTo>
                    <a:pt x="3793524" y="1314869"/>
                  </a:lnTo>
                  <a:lnTo>
                    <a:pt x="3793541" y="1385423"/>
                  </a:lnTo>
                  <a:lnTo>
                    <a:pt x="3793558" y="1456238"/>
                  </a:lnTo>
                  <a:lnTo>
                    <a:pt x="3793575" y="1527306"/>
                  </a:lnTo>
                  <a:lnTo>
                    <a:pt x="3793592" y="1598617"/>
                  </a:lnTo>
                  <a:lnTo>
                    <a:pt x="3793610" y="1670162"/>
                  </a:lnTo>
                  <a:lnTo>
                    <a:pt x="3793627" y="1741931"/>
                  </a:lnTo>
                  <a:lnTo>
                    <a:pt x="3793644" y="1813916"/>
                  </a:lnTo>
                  <a:lnTo>
                    <a:pt x="3793661" y="1886106"/>
                  </a:lnTo>
                  <a:lnTo>
                    <a:pt x="3793678" y="1958492"/>
                  </a:lnTo>
                  <a:lnTo>
                    <a:pt x="3793695" y="2031066"/>
                  </a:lnTo>
                  <a:lnTo>
                    <a:pt x="3793712" y="2103817"/>
                  </a:lnTo>
                  <a:lnTo>
                    <a:pt x="3793729" y="2176736"/>
                  </a:lnTo>
                  <a:lnTo>
                    <a:pt x="3793746" y="2249814"/>
                  </a:lnTo>
                  <a:lnTo>
                    <a:pt x="3793763" y="2323042"/>
                  </a:lnTo>
                  <a:lnTo>
                    <a:pt x="3793780" y="2396411"/>
                  </a:lnTo>
                  <a:lnTo>
                    <a:pt x="3793797" y="2469910"/>
                  </a:lnTo>
                  <a:lnTo>
                    <a:pt x="3793814" y="2543530"/>
                  </a:lnTo>
                  <a:lnTo>
                    <a:pt x="3793831" y="2617263"/>
                  </a:lnTo>
                  <a:lnTo>
                    <a:pt x="3793848" y="2691099"/>
                  </a:lnTo>
                  <a:lnTo>
                    <a:pt x="3793865" y="2765028"/>
                  </a:lnTo>
                  <a:lnTo>
                    <a:pt x="3793882" y="2839042"/>
                  </a:lnTo>
                  <a:lnTo>
                    <a:pt x="3793899" y="2913130"/>
                  </a:lnTo>
                  <a:lnTo>
                    <a:pt x="3793916" y="2987283"/>
                  </a:lnTo>
                  <a:lnTo>
                    <a:pt x="3793933" y="3061493"/>
                  </a:lnTo>
                  <a:lnTo>
                    <a:pt x="3793950" y="3135750"/>
                  </a:lnTo>
                  <a:lnTo>
                    <a:pt x="3793967" y="3210044"/>
                  </a:lnTo>
                  <a:lnTo>
                    <a:pt x="3793984" y="3284366"/>
                  </a:lnTo>
                  <a:lnTo>
                    <a:pt x="3794001" y="3358706"/>
                  </a:lnTo>
                  <a:lnTo>
                    <a:pt x="3794018" y="3433056"/>
                  </a:lnTo>
                  <a:lnTo>
                    <a:pt x="3794035" y="3507406"/>
                  </a:lnTo>
                  <a:lnTo>
                    <a:pt x="3794052" y="3581747"/>
                  </a:lnTo>
                  <a:lnTo>
                    <a:pt x="3794069" y="3656069"/>
                  </a:lnTo>
                  <a:lnTo>
                    <a:pt x="3794086" y="3730363"/>
                  </a:lnTo>
                  <a:lnTo>
                    <a:pt x="3794103" y="3804619"/>
                  </a:lnTo>
                  <a:lnTo>
                    <a:pt x="3794120" y="3878829"/>
                  </a:lnTo>
                  <a:lnTo>
                    <a:pt x="3794137" y="3952983"/>
                  </a:lnTo>
                  <a:lnTo>
                    <a:pt x="3794154" y="4027071"/>
                  </a:lnTo>
                  <a:lnTo>
                    <a:pt x="3794171" y="4101084"/>
                  </a:lnTo>
                  <a:lnTo>
                    <a:pt x="3794188" y="4175013"/>
                  </a:lnTo>
                  <a:lnTo>
                    <a:pt x="3794205" y="4248849"/>
                  </a:lnTo>
                  <a:lnTo>
                    <a:pt x="3794222" y="4322582"/>
                  </a:lnTo>
                  <a:lnTo>
                    <a:pt x="3794239" y="4396203"/>
                  </a:lnTo>
                  <a:lnTo>
                    <a:pt x="3794256" y="4469702"/>
                  </a:lnTo>
                  <a:lnTo>
                    <a:pt x="3794273" y="4543070"/>
                  </a:lnTo>
                  <a:lnTo>
                    <a:pt x="3794290" y="4616298"/>
                  </a:lnTo>
                  <a:lnTo>
                    <a:pt x="3794307" y="4689376"/>
                  </a:lnTo>
                  <a:lnTo>
                    <a:pt x="3794324" y="4762296"/>
                  </a:lnTo>
                  <a:lnTo>
                    <a:pt x="3794341" y="4835047"/>
                  </a:lnTo>
                  <a:lnTo>
                    <a:pt x="3794358" y="4907620"/>
                  </a:lnTo>
                  <a:lnTo>
                    <a:pt x="3794375" y="4980007"/>
                  </a:lnTo>
                  <a:lnTo>
                    <a:pt x="3794392" y="5052197"/>
                  </a:lnTo>
                  <a:lnTo>
                    <a:pt x="3794409" y="5124181"/>
                  </a:lnTo>
                  <a:lnTo>
                    <a:pt x="3794426" y="5195950"/>
                  </a:lnTo>
                  <a:lnTo>
                    <a:pt x="3794443" y="5267495"/>
                  </a:lnTo>
                  <a:lnTo>
                    <a:pt x="3794460" y="5338806"/>
                  </a:lnTo>
                  <a:lnTo>
                    <a:pt x="3794477" y="5409874"/>
                  </a:lnTo>
                  <a:lnTo>
                    <a:pt x="3794493" y="5480690"/>
                  </a:lnTo>
                  <a:lnTo>
                    <a:pt x="3794510" y="5551244"/>
                  </a:lnTo>
                  <a:lnTo>
                    <a:pt x="3794527" y="5621526"/>
                  </a:lnTo>
                  <a:lnTo>
                    <a:pt x="3794544" y="5691528"/>
                  </a:lnTo>
                  <a:lnTo>
                    <a:pt x="3794561" y="5761240"/>
                  </a:lnTo>
                  <a:lnTo>
                    <a:pt x="3794578" y="5830653"/>
                  </a:lnTo>
                  <a:lnTo>
                    <a:pt x="3794595" y="5899758"/>
                  </a:lnTo>
                  <a:lnTo>
                    <a:pt x="3794612" y="5968544"/>
                  </a:lnTo>
                  <a:lnTo>
                    <a:pt x="3794629" y="6037004"/>
                  </a:lnTo>
                  <a:lnTo>
                    <a:pt x="3794646" y="6105126"/>
                  </a:lnTo>
                  <a:lnTo>
                    <a:pt x="3794663" y="6172903"/>
                  </a:lnTo>
                  <a:lnTo>
                    <a:pt x="3794680" y="6240324"/>
                  </a:lnTo>
                  <a:lnTo>
                    <a:pt x="3794697" y="6307381"/>
                  </a:lnTo>
                  <a:lnTo>
                    <a:pt x="3794713" y="6374064"/>
                  </a:lnTo>
                  <a:lnTo>
                    <a:pt x="3794730" y="6440363"/>
                  </a:lnTo>
                  <a:lnTo>
                    <a:pt x="3794747" y="6506270"/>
                  </a:lnTo>
                  <a:lnTo>
                    <a:pt x="3794764" y="6571774"/>
                  </a:lnTo>
                  <a:lnTo>
                    <a:pt x="3794781" y="6636867"/>
                  </a:lnTo>
                  <a:lnTo>
                    <a:pt x="3794798" y="6701540"/>
                  </a:lnTo>
                  <a:lnTo>
                    <a:pt x="3794815" y="6765782"/>
                  </a:lnTo>
                  <a:lnTo>
                    <a:pt x="3794832" y="6829585"/>
                  </a:lnTo>
                  <a:lnTo>
                    <a:pt x="3794849" y="6892939"/>
                  </a:lnTo>
                  <a:lnTo>
                    <a:pt x="3794866" y="6955834"/>
                  </a:lnTo>
                  <a:lnTo>
                    <a:pt x="3794883" y="7018263"/>
                  </a:lnTo>
                  <a:lnTo>
                    <a:pt x="3794899" y="7080214"/>
                  </a:lnTo>
                  <a:lnTo>
                    <a:pt x="3794916" y="7141679"/>
                  </a:lnTo>
                  <a:lnTo>
                    <a:pt x="3794933" y="7202649"/>
                  </a:lnTo>
                  <a:lnTo>
                    <a:pt x="3794950" y="7263113"/>
                  </a:lnTo>
                  <a:lnTo>
                    <a:pt x="3794967" y="7323064"/>
                  </a:lnTo>
                  <a:lnTo>
                    <a:pt x="3794984" y="7382491"/>
                  </a:lnTo>
                  <a:lnTo>
                    <a:pt x="3795001" y="7441384"/>
                  </a:lnTo>
                  <a:lnTo>
                    <a:pt x="3795018" y="7499736"/>
                  </a:lnTo>
                  <a:lnTo>
                    <a:pt x="3795034" y="7557536"/>
                  </a:lnTo>
                  <a:lnTo>
                    <a:pt x="3795051" y="7614775"/>
                  </a:lnTo>
                  <a:lnTo>
                    <a:pt x="3795068" y="7671443"/>
                  </a:lnTo>
                  <a:lnTo>
                    <a:pt x="3795085" y="7727532"/>
                  </a:lnTo>
                  <a:lnTo>
                    <a:pt x="3795102" y="7783031"/>
                  </a:lnTo>
                  <a:lnTo>
                    <a:pt x="3795119" y="7837933"/>
                  </a:lnTo>
                  <a:lnTo>
                    <a:pt x="3795136" y="7892226"/>
                  </a:lnTo>
                  <a:lnTo>
                    <a:pt x="3795153" y="7945902"/>
                  </a:lnTo>
                  <a:lnTo>
                    <a:pt x="3795169" y="7998952"/>
                  </a:lnTo>
                  <a:lnTo>
                    <a:pt x="3795186" y="8051366"/>
                  </a:lnTo>
                  <a:lnTo>
                    <a:pt x="3795203" y="8103135"/>
                  </a:lnTo>
                  <a:lnTo>
                    <a:pt x="3795220" y="8154249"/>
                  </a:lnTo>
                  <a:lnTo>
                    <a:pt x="3795237" y="8204700"/>
                  </a:lnTo>
                  <a:lnTo>
                    <a:pt x="3795254" y="8254477"/>
                  </a:lnTo>
                  <a:lnTo>
                    <a:pt x="3795271" y="8303571"/>
                  </a:lnTo>
                  <a:lnTo>
                    <a:pt x="3795287" y="8351974"/>
                  </a:lnTo>
                  <a:lnTo>
                    <a:pt x="3795304" y="8399675"/>
                  </a:lnTo>
                  <a:lnTo>
                    <a:pt x="3795321" y="8446666"/>
                  </a:lnTo>
                  <a:lnTo>
                    <a:pt x="3795338" y="8492937"/>
                  </a:lnTo>
                  <a:lnTo>
                    <a:pt x="3795355" y="8538478"/>
                  </a:lnTo>
                  <a:lnTo>
                    <a:pt x="3795372" y="8583281"/>
                  </a:lnTo>
                  <a:lnTo>
                    <a:pt x="3795388" y="8627336"/>
                  </a:lnTo>
                  <a:lnTo>
                    <a:pt x="3795405" y="8670633"/>
                  </a:lnTo>
                  <a:lnTo>
                    <a:pt x="3795422" y="8713164"/>
                  </a:lnTo>
                  <a:lnTo>
                    <a:pt x="3795439" y="8754919"/>
                  </a:lnTo>
                  <a:lnTo>
                    <a:pt x="3795456" y="8795888"/>
                  </a:lnTo>
                  <a:lnTo>
                    <a:pt x="3795473" y="8836062"/>
                  </a:lnTo>
                  <a:lnTo>
                    <a:pt x="3795489" y="8875432"/>
                  </a:lnTo>
                  <a:lnTo>
                    <a:pt x="3795506" y="8913989"/>
                  </a:lnTo>
                  <a:lnTo>
                    <a:pt x="3795540" y="8988625"/>
                  </a:lnTo>
                  <a:lnTo>
                    <a:pt x="3795574" y="9059894"/>
                  </a:lnTo>
                  <a:lnTo>
                    <a:pt x="3795607" y="9127723"/>
                  </a:lnTo>
                  <a:lnTo>
                    <a:pt x="3795641" y="9192035"/>
                  </a:lnTo>
                  <a:lnTo>
                    <a:pt x="3795674" y="9252758"/>
                  </a:lnTo>
                  <a:lnTo>
                    <a:pt x="3795708" y="9309814"/>
                  </a:lnTo>
                  <a:lnTo>
                    <a:pt x="3796097" y="9377858"/>
                  </a:lnTo>
                  <a:lnTo>
                    <a:pt x="3796016" y="9411873"/>
                  </a:lnTo>
                  <a:lnTo>
                    <a:pt x="3792020" y="9496245"/>
                  </a:lnTo>
                  <a:lnTo>
                    <a:pt x="3785943" y="9544976"/>
                  </a:lnTo>
                  <a:lnTo>
                    <a:pt x="3777121" y="9591995"/>
                  </a:lnTo>
                  <a:lnTo>
                    <a:pt x="3765639" y="9637241"/>
                  </a:lnTo>
                  <a:lnTo>
                    <a:pt x="3751583" y="9680652"/>
                  </a:lnTo>
                  <a:lnTo>
                    <a:pt x="3735038" y="9722168"/>
                  </a:lnTo>
                  <a:lnTo>
                    <a:pt x="3716089" y="9761726"/>
                  </a:lnTo>
                  <a:lnTo>
                    <a:pt x="3694821" y="9799267"/>
                  </a:lnTo>
                  <a:lnTo>
                    <a:pt x="3671320" y="9834728"/>
                  </a:lnTo>
                  <a:lnTo>
                    <a:pt x="3645670" y="9868050"/>
                  </a:lnTo>
                  <a:lnTo>
                    <a:pt x="3617957" y="9899170"/>
                  </a:lnTo>
                  <a:lnTo>
                    <a:pt x="3588265" y="9928027"/>
                  </a:lnTo>
                  <a:lnTo>
                    <a:pt x="3556681" y="9954561"/>
                  </a:lnTo>
                  <a:lnTo>
                    <a:pt x="3523289" y="9978710"/>
                  </a:lnTo>
                  <a:lnTo>
                    <a:pt x="3488174" y="10000412"/>
                  </a:lnTo>
                  <a:lnTo>
                    <a:pt x="3451421" y="10019608"/>
                  </a:lnTo>
                  <a:lnTo>
                    <a:pt x="3413117" y="10036236"/>
                  </a:lnTo>
                  <a:lnTo>
                    <a:pt x="3373345" y="10050234"/>
                  </a:lnTo>
                  <a:lnTo>
                    <a:pt x="3332191" y="10061541"/>
                  </a:lnTo>
                  <a:lnTo>
                    <a:pt x="3289741" y="10070097"/>
                  </a:lnTo>
                  <a:lnTo>
                    <a:pt x="3246079" y="10075840"/>
                  </a:lnTo>
                  <a:lnTo>
                    <a:pt x="3201290" y="10078708"/>
                  </a:lnTo>
                  <a:lnTo>
                    <a:pt x="3155460" y="10078642"/>
                  </a:lnTo>
                  <a:lnTo>
                    <a:pt x="3108674" y="10075580"/>
                  </a:lnTo>
                  <a:lnTo>
                    <a:pt x="3061016" y="10069459"/>
                  </a:lnTo>
                  <a:lnTo>
                    <a:pt x="3012573" y="10060221"/>
                  </a:lnTo>
                  <a:lnTo>
                    <a:pt x="2963430" y="10047802"/>
                  </a:lnTo>
                  <a:lnTo>
                    <a:pt x="2918839" y="10033542"/>
                  </a:lnTo>
                  <a:lnTo>
                    <a:pt x="2875549" y="10016648"/>
                  </a:lnTo>
                  <a:lnTo>
                    <a:pt x="2833356" y="9997412"/>
                  </a:lnTo>
                  <a:lnTo>
                    <a:pt x="2792057" y="9976124"/>
                  </a:lnTo>
                  <a:lnTo>
                    <a:pt x="2751447" y="9953072"/>
                  </a:lnTo>
                  <a:lnTo>
                    <a:pt x="2707788" y="9927277"/>
                  </a:lnTo>
                  <a:lnTo>
                    <a:pt x="2664129" y="9901482"/>
                  </a:lnTo>
                  <a:lnTo>
                    <a:pt x="2620471" y="9875686"/>
                  </a:lnTo>
                  <a:lnTo>
                    <a:pt x="2576813" y="9849890"/>
                  </a:lnTo>
                  <a:lnTo>
                    <a:pt x="2533155" y="9824093"/>
                  </a:lnTo>
                  <a:lnTo>
                    <a:pt x="2489497" y="9798297"/>
                  </a:lnTo>
                  <a:lnTo>
                    <a:pt x="2445839" y="9772500"/>
                  </a:lnTo>
                  <a:lnTo>
                    <a:pt x="2402181" y="9746703"/>
                  </a:lnTo>
                  <a:lnTo>
                    <a:pt x="2358523" y="9720906"/>
                  </a:lnTo>
                  <a:lnTo>
                    <a:pt x="2314865" y="9695109"/>
                  </a:lnTo>
                  <a:lnTo>
                    <a:pt x="2271207" y="9669312"/>
                  </a:lnTo>
                  <a:lnTo>
                    <a:pt x="2227549" y="9643516"/>
                  </a:lnTo>
                  <a:lnTo>
                    <a:pt x="2183891" y="9617719"/>
                  </a:lnTo>
                  <a:lnTo>
                    <a:pt x="2140233" y="9591922"/>
                  </a:lnTo>
                  <a:lnTo>
                    <a:pt x="2096575" y="9566126"/>
                  </a:lnTo>
                  <a:lnTo>
                    <a:pt x="2052917" y="9540330"/>
                  </a:lnTo>
                  <a:lnTo>
                    <a:pt x="2009258" y="9514534"/>
                  </a:lnTo>
                  <a:lnTo>
                    <a:pt x="1965599" y="9488738"/>
                  </a:lnTo>
                  <a:lnTo>
                    <a:pt x="1921941" y="9462943"/>
                  </a:lnTo>
                  <a:lnTo>
                    <a:pt x="1878281" y="9437148"/>
                  </a:lnTo>
                  <a:lnTo>
                    <a:pt x="1834622" y="9411353"/>
                  </a:lnTo>
                  <a:lnTo>
                    <a:pt x="1790962" y="9385559"/>
                  </a:lnTo>
                  <a:lnTo>
                    <a:pt x="1747302" y="9359765"/>
                  </a:lnTo>
                  <a:lnTo>
                    <a:pt x="1703642" y="9333972"/>
                  </a:lnTo>
                  <a:lnTo>
                    <a:pt x="1659982" y="9308180"/>
                  </a:lnTo>
                  <a:lnTo>
                    <a:pt x="1616321" y="9282388"/>
                  </a:lnTo>
                  <a:lnTo>
                    <a:pt x="1572659" y="9256597"/>
                  </a:lnTo>
                  <a:lnTo>
                    <a:pt x="1528997" y="9230806"/>
                  </a:lnTo>
                  <a:lnTo>
                    <a:pt x="1485335" y="9205016"/>
                  </a:lnTo>
                  <a:lnTo>
                    <a:pt x="1441673" y="9179227"/>
                  </a:lnTo>
                  <a:lnTo>
                    <a:pt x="1398009" y="9153439"/>
                  </a:lnTo>
                  <a:lnTo>
                    <a:pt x="1354346" y="9127652"/>
                  </a:lnTo>
                  <a:lnTo>
                    <a:pt x="1310682" y="9101865"/>
                  </a:lnTo>
                  <a:lnTo>
                    <a:pt x="1267017" y="9076080"/>
                  </a:lnTo>
                  <a:lnTo>
                    <a:pt x="1223351" y="9050295"/>
                  </a:lnTo>
                  <a:lnTo>
                    <a:pt x="1179686" y="9024512"/>
                  </a:lnTo>
                  <a:lnTo>
                    <a:pt x="1136019" y="8998729"/>
                  </a:lnTo>
                  <a:lnTo>
                    <a:pt x="1092352" y="8972948"/>
                  </a:lnTo>
                  <a:lnTo>
                    <a:pt x="1048684" y="8947167"/>
                  </a:lnTo>
                  <a:lnTo>
                    <a:pt x="1005016" y="8921388"/>
                  </a:lnTo>
                  <a:lnTo>
                    <a:pt x="961346" y="8895610"/>
                  </a:lnTo>
                  <a:lnTo>
                    <a:pt x="917676" y="8869834"/>
                  </a:lnTo>
                  <a:lnTo>
                    <a:pt x="874006" y="8844059"/>
                  </a:lnTo>
                  <a:lnTo>
                    <a:pt x="830334" y="8818285"/>
                  </a:lnTo>
                  <a:lnTo>
                    <a:pt x="786662" y="8792512"/>
                  </a:lnTo>
                  <a:lnTo>
                    <a:pt x="742989" y="8766741"/>
                  </a:lnTo>
                  <a:lnTo>
                    <a:pt x="699315" y="8740971"/>
                  </a:lnTo>
                  <a:lnTo>
                    <a:pt x="655640" y="8715203"/>
                  </a:lnTo>
                  <a:lnTo>
                    <a:pt x="611964" y="8689436"/>
                  </a:lnTo>
                  <a:lnTo>
                    <a:pt x="568288" y="8663671"/>
                  </a:lnTo>
                  <a:lnTo>
                    <a:pt x="524610" y="8637907"/>
                  </a:lnTo>
                  <a:lnTo>
                    <a:pt x="480931" y="8612145"/>
                  </a:lnTo>
                  <a:lnTo>
                    <a:pt x="437252" y="8586385"/>
                  </a:lnTo>
                  <a:lnTo>
                    <a:pt x="393571" y="8560627"/>
                  </a:lnTo>
                  <a:lnTo>
                    <a:pt x="349890" y="8534870"/>
                  </a:lnTo>
                  <a:lnTo>
                    <a:pt x="306207" y="8509115"/>
                  </a:lnTo>
                  <a:lnTo>
                    <a:pt x="262524" y="8483362"/>
                  </a:lnTo>
                  <a:lnTo>
                    <a:pt x="218839" y="8457611"/>
                  </a:lnTo>
                  <a:lnTo>
                    <a:pt x="175153" y="8431862"/>
                  </a:lnTo>
                  <a:lnTo>
                    <a:pt x="131466" y="8406115"/>
                  </a:lnTo>
                  <a:lnTo>
                    <a:pt x="87778" y="8380370"/>
                  </a:lnTo>
                  <a:lnTo>
                    <a:pt x="44088" y="8354627"/>
                  </a:lnTo>
                  <a:lnTo>
                    <a:pt x="398" y="8328886"/>
                  </a:lnTo>
                  <a:lnTo>
                    <a:pt x="0" y="8328651"/>
                  </a:lnTo>
                </a:path>
              </a:pathLst>
            </a:custGeom>
            <a:ln w="31412">
              <a:solidFill>
                <a:srgbClr val="6B8285"/>
              </a:solidFill>
            </a:ln>
          </p:spPr>
          <p:txBody>
            <a:bodyPr wrap="square" lIns="0" tIns="0" rIns="0" bIns="0" rtlCol="0"/>
            <a:lstStyle/>
            <a:p>
              <a:pPr defTabSz="554492"/>
              <a:endParaRPr sz="1092" kern="0">
                <a:solidFill>
                  <a:sysClr val="windowText" lastClr="000000"/>
                </a:solidFill>
              </a:endParaRPr>
            </a:p>
          </p:txBody>
        </p:sp>
      </p:grpSp>
      <p:sp>
        <p:nvSpPr>
          <p:cNvPr id="14" name="object 3">
            <a:extLst>
              <a:ext uri="{FF2B5EF4-FFF2-40B4-BE49-F238E27FC236}">
                <a16:creationId xmlns:a16="http://schemas.microsoft.com/office/drawing/2014/main" id="{B6A13A9B-A777-4AD7-45E2-86FE08A768F3}"/>
              </a:ext>
            </a:extLst>
          </p:cNvPr>
          <p:cNvSpPr txBox="1">
            <a:spLocks/>
          </p:cNvSpPr>
          <p:nvPr/>
        </p:nvSpPr>
        <p:spPr>
          <a:xfrm>
            <a:off x="3528834" y="2962086"/>
            <a:ext cx="5134331" cy="933828"/>
          </a:xfrm>
          <a:prstGeom prst="rect">
            <a:avLst/>
          </a:prstGeom>
        </p:spPr>
        <p:txBody>
          <a:bodyPr vert="horz" wrap="square" lIns="0" tIns="10397" rIns="0" bIns="0" rtlCol="0">
            <a:spAutoFit/>
          </a:bodyPr>
          <a:lstStyle>
            <a:lvl1pPr>
              <a:defRPr sz="3578" b="0" i="0">
                <a:solidFill>
                  <a:srgbClr val="065363"/>
                </a:solidFill>
                <a:latin typeface="Neo Sans Arabic Medium"/>
                <a:ea typeface="+mj-ea"/>
                <a:cs typeface="Neo Sans Arabic Medium"/>
              </a:defRPr>
            </a:lvl1pPr>
          </a:lstStyle>
          <a:p>
            <a:pPr marL="7701" marR="3081" algn="ctr" rtl="1">
              <a:spcBef>
                <a:spcPts val="82"/>
              </a:spcBef>
            </a:pPr>
            <a:r>
              <a:rPr lang="ar-EG" sz="6000" b="1" kern="0" spc="-197">
                <a:solidFill>
                  <a:srgbClr val="FFFFFF"/>
                </a:solidFill>
                <a:effectLst>
                  <a:outerShdw blurRad="38100" dist="38100" dir="2700000" algn="tl">
                    <a:srgbClr val="000000">
                      <a:alpha val="43137"/>
                    </a:srgbClr>
                  </a:outerShdw>
                </a:effectLst>
                <a:latin typeface="Neo Sans Arabic Bold" panose="020B0804030504040204" pitchFamily="34" charset="-78"/>
                <a:cs typeface="Neo Sans Arabic Bold" panose="020B0804030504040204" pitchFamily="34" charset="-78"/>
              </a:rPr>
              <a:t>سفراء وطن</a:t>
            </a:r>
            <a:endParaRPr lang="ar-EG" sz="6000" b="1" kern="0" spc="-258" dirty="0">
              <a:solidFill>
                <a:srgbClr val="FFFFFF"/>
              </a:solidFill>
              <a:effectLst>
                <a:outerShdw blurRad="38100" dist="38100" dir="2700000" algn="tl">
                  <a:srgbClr val="000000">
                    <a:alpha val="43137"/>
                  </a:srgbClr>
                </a:outerShdw>
              </a:effectLst>
              <a:latin typeface="Neo Sans Arabic Bold" panose="020B0804030504040204" pitchFamily="34" charset="-78"/>
              <a:cs typeface="Neo Sans Arabic Bold" panose="020B0804030504040204" pitchFamily="34" charset="-78"/>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90382-E7FD-C1A9-ACC5-7303C79ADDDF}"/>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DF514850-2B88-B860-FC47-E1355A1D4D55}"/>
              </a:ext>
            </a:extLst>
          </p:cNvPr>
          <p:cNvGrpSpPr/>
          <p:nvPr/>
        </p:nvGrpSpPr>
        <p:grpSpPr>
          <a:xfrm flipH="1">
            <a:off x="-517905" y="5284274"/>
            <a:ext cx="4012757" cy="2806736"/>
            <a:chOff x="13503008" y="6696033"/>
            <a:chExt cx="6617334" cy="4628515"/>
          </a:xfrm>
        </p:grpSpPr>
        <p:sp>
          <p:nvSpPr>
            <p:cNvPr id="4" name="object 4">
              <a:extLst>
                <a:ext uri="{FF2B5EF4-FFF2-40B4-BE49-F238E27FC236}">
                  <a16:creationId xmlns:a16="http://schemas.microsoft.com/office/drawing/2014/main" id="{29741F0B-2D5D-8EFE-5B6E-708A672547B9}"/>
                </a:ext>
              </a:extLst>
            </p:cNvPr>
            <p:cNvSpPr/>
            <p:nvPr/>
          </p:nvSpPr>
          <p:spPr>
            <a:xfrm>
              <a:off x="14546481" y="8567806"/>
              <a:ext cx="5294630" cy="2741295"/>
            </a:xfrm>
            <a:custGeom>
              <a:avLst/>
              <a:gdLst/>
              <a:ahLst/>
              <a:cxnLst/>
              <a:rect l="l" t="t" r="r" b="b"/>
              <a:pathLst>
                <a:path w="5294630" h="2741295">
                  <a:moveTo>
                    <a:pt x="1607" y="2740750"/>
                  </a:moveTo>
                  <a:lnTo>
                    <a:pt x="1578" y="2693255"/>
                  </a:lnTo>
                  <a:lnTo>
                    <a:pt x="1546" y="2642667"/>
                  </a:lnTo>
                  <a:lnTo>
                    <a:pt x="1515" y="2592078"/>
                  </a:lnTo>
                  <a:lnTo>
                    <a:pt x="1484" y="2541490"/>
                  </a:lnTo>
                  <a:lnTo>
                    <a:pt x="1453" y="2490902"/>
                  </a:lnTo>
                  <a:lnTo>
                    <a:pt x="1422" y="2440314"/>
                  </a:lnTo>
                  <a:lnTo>
                    <a:pt x="1391" y="2389725"/>
                  </a:lnTo>
                  <a:lnTo>
                    <a:pt x="1360" y="2339137"/>
                  </a:lnTo>
                  <a:lnTo>
                    <a:pt x="1329" y="2288549"/>
                  </a:lnTo>
                  <a:lnTo>
                    <a:pt x="1298" y="2237961"/>
                  </a:lnTo>
                  <a:lnTo>
                    <a:pt x="1267" y="2187373"/>
                  </a:lnTo>
                  <a:lnTo>
                    <a:pt x="1236" y="2136784"/>
                  </a:lnTo>
                  <a:lnTo>
                    <a:pt x="1205" y="2086196"/>
                  </a:lnTo>
                  <a:lnTo>
                    <a:pt x="1174" y="2035608"/>
                  </a:lnTo>
                  <a:lnTo>
                    <a:pt x="1143" y="1985020"/>
                  </a:lnTo>
                  <a:lnTo>
                    <a:pt x="1112" y="1934431"/>
                  </a:lnTo>
                  <a:lnTo>
                    <a:pt x="1081" y="1883843"/>
                  </a:lnTo>
                  <a:lnTo>
                    <a:pt x="1050" y="1833255"/>
                  </a:lnTo>
                  <a:lnTo>
                    <a:pt x="1019" y="1782667"/>
                  </a:lnTo>
                  <a:lnTo>
                    <a:pt x="989" y="1732078"/>
                  </a:lnTo>
                  <a:lnTo>
                    <a:pt x="958" y="1681490"/>
                  </a:lnTo>
                  <a:lnTo>
                    <a:pt x="927" y="1630902"/>
                  </a:lnTo>
                  <a:lnTo>
                    <a:pt x="896" y="1580314"/>
                  </a:lnTo>
                  <a:lnTo>
                    <a:pt x="865" y="1529725"/>
                  </a:lnTo>
                  <a:lnTo>
                    <a:pt x="834" y="1479137"/>
                  </a:lnTo>
                  <a:lnTo>
                    <a:pt x="803" y="1428549"/>
                  </a:lnTo>
                  <a:lnTo>
                    <a:pt x="772" y="1377961"/>
                  </a:lnTo>
                  <a:lnTo>
                    <a:pt x="741" y="1327372"/>
                  </a:lnTo>
                  <a:lnTo>
                    <a:pt x="711" y="1276784"/>
                  </a:lnTo>
                  <a:lnTo>
                    <a:pt x="680" y="1226196"/>
                  </a:lnTo>
                  <a:lnTo>
                    <a:pt x="649" y="1175608"/>
                  </a:lnTo>
                  <a:lnTo>
                    <a:pt x="618" y="1125019"/>
                  </a:lnTo>
                  <a:lnTo>
                    <a:pt x="587" y="1074431"/>
                  </a:lnTo>
                  <a:lnTo>
                    <a:pt x="557" y="1023843"/>
                  </a:lnTo>
                  <a:lnTo>
                    <a:pt x="526" y="973255"/>
                  </a:ln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7"/>
                  </a:lnTo>
                  <a:lnTo>
                    <a:pt x="819942" y="62471"/>
                  </a:lnTo>
                  <a:lnTo>
                    <a:pt x="865232" y="84829"/>
                  </a:lnTo>
                  <a:lnTo>
                    <a:pt x="909518" y="109679"/>
                  </a:lnTo>
                  <a:lnTo>
                    <a:pt x="951803" y="134689"/>
                  </a:lnTo>
                  <a:lnTo>
                    <a:pt x="998084" y="162110"/>
                  </a:lnTo>
                  <a:lnTo>
                    <a:pt x="1048239" y="191871"/>
                  </a:lnTo>
                  <a:lnTo>
                    <a:pt x="1102147" y="223898"/>
                  </a:lnTo>
                  <a:lnTo>
                    <a:pt x="1159688" y="258119"/>
                  </a:lnTo>
                  <a:lnTo>
                    <a:pt x="1220738" y="294461"/>
                  </a:lnTo>
                  <a:lnTo>
                    <a:pt x="1285178" y="332852"/>
                  </a:lnTo>
                  <a:lnTo>
                    <a:pt x="1318631" y="352792"/>
                  </a:lnTo>
                  <a:lnTo>
                    <a:pt x="1352885" y="373218"/>
                  </a:lnTo>
                  <a:lnTo>
                    <a:pt x="1387927" y="394119"/>
                  </a:lnTo>
                  <a:lnTo>
                    <a:pt x="1423739" y="415487"/>
                  </a:lnTo>
                  <a:lnTo>
                    <a:pt x="1460308" y="437312"/>
                  </a:lnTo>
                  <a:lnTo>
                    <a:pt x="1497618" y="459586"/>
                  </a:lnTo>
                  <a:lnTo>
                    <a:pt x="1535655" y="482299"/>
                  </a:lnTo>
                  <a:lnTo>
                    <a:pt x="1574402" y="505443"/>
                  </a:lnTo>
                  <a:lnTo>
                    <a:pt x="1613844" y="529007"/>
                  </a:lnTo>
                  <a:lnTo>
                    <a:pt x="1653967" y="552984"/>
                  </a:lnTo>
                  <a:lnTo>
                    <a:pt x="1694756" y="577364"/>
                  </a:lnTo>
                  <a:lnTo>
                    <a:pt x="1736194" y="602138"/>
                  </a:lnTo>
                  <a:lnTo>
                    <a:pt x="1778268" y="627296"/>
                  </a:lnTo>
                  <a:lnTo>
                    <a:pt x="1820961" y="652831"/>
                  </a:lnTo>
                  <a:lnTo>
                    <a:pt x="1864259" y="678732"/>
                  </a:lnTo>
                  <a:lnTo>
                    <a:pt x="1908147" y="704990"/>
                  </a:lnTo>
                  <a:lnTo>
                    <a:pt x="1952609" y="731597"/>
                  </a:lnTo>
                  <a:lnTo>
                    <a:pt x="1997630" y="758544"/>
                  </a:lnTo>
                  <a:lnTo>
                    <a:pt x="2043195" y="785821"/>
                  </a:lnTo>
                  <a:lnTo>
                    <a:pt x="2089289" y="813419"/>
                  </a:lnTo>
                  <a:lnTo>
                    <a:pt x="2135897" y="841329"/>
                  </a:lnTo>
                  <a:lnTo>
                    <a:pt x="2183003" y="869542"/>
                  </a:lnTo>
                  <a:lnTo>
                    <a:pt x="2230593" y="898049"/>
                  </a:lnTo>
                  <a:lnTo>
                    <a:pt x="2278650" y="926841"/>
                  </a:lnTo>
                  <a:lnTo>
                    <a:pt x="2327161" y="955908"/>
                  </a:lnTo>
                  <a:lnTo>
                    <a:pt x="2376110" y="985243"/>
                  </a:lnTo>
                  <a:lnTo>
                    <a:pt x="2425481" y="1014835"/>
                  </a:lnTo>
                  <a:lnTo>
                    <a:pt x="2475260" y="1044675"/>
                  </a:lnTo>
                  <a:lnTo>
                    <a:pt x="2525431" y="1074755"/>
                  </a:lnTo>
                  <a:lnTo>
                    <a:pt x="2575980" y="1105065"/>
                  </a:lnTo>
                  <a:lnTo>
                    <a:pt x="2626890" y="1135597"/>
                  </a:lnTo>
                  <a:lnTo>
                    <a:pt x="2678148" y="1166340"/>
                  </a:lnTo>
                  <a:lnTo>
                    <a:pt x="2729737" y="1197287"/>
                  </a:lnTo>
                  <a:lnTo>
                    <a:pt x="2781643" y="1228427"/>
                  </a:lnTo>
                  <a:lnTo>
                    <a:pt x="2833850" y="1259753"/>
                  </a:lnTo>
                  <a:lnTo>
                    <a:pt x="2886343" y="1291254"/>
                  </a:lnTo>
                  <a:lnTo>
                    <a:pt x="2939108" y="1322922"/>
                  </a:lnTo>
                  <a:lnTo>
                    <a:pt x="2992128" y="1354747"/>
                  </a:lnTo>
                  <a:lnTo>
                    <a:pt x="3045389" y="1386722"/>
                  </a:lnTo>
                  <a:lnTo>
                    <a:pt x="3098876" y="1418835"/>
                  </a:lnTo>
                  <a:lnTo>
                    <a:pt x="3152573" y="1451079"/>
                  </a:lnTo>
                  <a:lnTo>
                    <a:pt x="3206465" y="1483444"/>
                  </a:lnTo>
                  <a:lnTo>
                    <a:pt x="3260538" y="1515921"/>
                  </a:lnTo>
                  <a:lnTo>
                    <a:pt x="3314775" y="1548501"/>
                  </a:lnTo>
                  <a:lnTo>
                    <a:pt x="3369162" y="1581176"/>
                  </a:lnTo>
                  <a:lnTo>
                    <a:pt x="3423684" y="1613935"/>
                  </a:lnTo>
                  <a:lnTo>
                    <a:pt x="3478325" y="1646770"/>
                  </a:lnTo>
                  <a:lnTo>
                    <a:pt x="3533071" y="1679671"/>
                  </a:lnTo>
                  <a:lnTo>
                    <a:pt x="3587905" y="1712631"/>
                  </a:lnTo>
                  <a:lnTo>
                    <a:pt x="3642814" y="1745639"/>
                  </a:lnTo>
                  <a:lnTo>
                    <a:pt x="3697781" y="1778686"/>
                  </a:lnTo>
                  <a:lnTo>
                    <a:pt x="3752792" y="1811764"/>
                  </a:lnTo>
                  <a:lnTo>
                    <a:pt x="3807832" y="1844862"/>
                  </a:lnTo>
                  <a:lnTo>
                    <a:pt x="3862884" y="1877973"/>
                  </a:lnTo>
                  <a:lnTo>
                    <a:pt x="3917935" y="1911088"/>
                  </a:lnTo>
                  <a:lnTo>
                    <a:pt x="3972969" y="1944196"/>
                  </a:lnTo>
                  <a:lnTo>
                    <a:pt x="4027971" y="1977289"/>
                  </a:lnTo>
                  <a:lnTo>
                    <a:pt x="4082925" y="2010358"/>
                  </a:lnTo>
                  <a:lnTo>
                    <a:pt x="4137817" y="2043393"/>
                  </a:lnTo>
                  <a:lnTo>
                    <a:pt x="4192631" y="2076387"/>
                  </a:lnTo>
                  <a:lnTo>
                    <a:pt x="4247352" y="2109328"/>
                  </a:lnTo>
                  <a:lnTo>
                    <a:pt x="4301965" y="2142210"/>
                  </a:lnTo>
                  <a:lnTo>
                    <a:pt x="4356455" y="2175021"/>
                  </a:lnTo>
                  <a:lnTo>
                    <a:pt x="4410807" y="2207754"/>
                  </a:lnTo>
                  <a:lnTo>
                    <a:pt x="4465005" y="2240399"/>
                  </a:lnTo>
                  <a:lnTo>
                    <a:pt x="4519035" y="2272948"/>
                  </a:lnTo>
                  <a:lnTo>
                    <a:pt x="4572881" y="2305390"/>
                  </a:lnTo>
                  <a:lnTo>
                    <a:pt x="4626527" y="2337717"/>
                  </a:lnTo>
                  <a:lnTo>
                    <a:pt x="4679960" y="2369920"/>
                  </a:lnTo>
                  <a:lnTo>
                    <a:pt x="4733163" y="2401990"/>
                  </a:lnTo>
                  <a:lnTo>
                    <a:pt x="4786122" y="2433917"/>
                  </a:lnTo>
                  <a:lnTo>
                    <a:pt x="4838821" y="2465693"/>
                  </a:lnTo>
                  <a:lnTo>
                    <a:pt x="4891245" y="2497309"/>
                  </a:lnTo>
                  <a:lnTo>
                    <a:pt x="4943380" y="2528755"/>
                  </a:lnTo>
                  <a:lnTo>
                    <a:pt x="4995209" y="2560022"/>
                  </a:lnTo>
                  <a:lnTo>
                    <a:pt x="5046718" y="2591101"/>
                  </a:lnTo>
                  <a:lnTo>
                    <a:pt x="5097891" y="2621984"/>
                  </a:lnTo>
                  <a:lnTo>
                    <a:pt x="5148714" y="2652660"/>
                  </a:lnTo>
                  <a:lnTo>
                    <a:pt x="5199171" y="2683122"/>
                  </a:lnTo>
                  <a:lnTo>
                    <a:pt x="5249247" y="2713359"/>
                  </a:lnTo>
                  <a:lnTo>
                    <a:pt x="5294600" y="2740750"/>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 name="object 5">
              <a:extLst>
                <a:ext uri="{FF2B5EF4-FFF2-40B4-BE49-F238E27FC236}">
                  <a16:creationId xmlns:a16="http://schemas.microsoft.com/office/drawing/2014/main" id="{3B0925E9-782A-9E62-A3E8-0294FD2E2DC9}"/>
                </a:ext>
              </a:extLst>
            </p:cNvPr>
            <p:cNvSpPr/>
            <p:nvPr/>
          </p:nvSpPr>
          <p:spPr>
            <a:xfrm>
              <a:off x="15400194" y="10328593"/>
              <a:ext cx="2305050" cy="980440"/>
            </a:xfrm>
            <a:custGeom>
              <a:avLst/>
              <a:gdLst/>
              <a:ahLst/>
              <a:cxnLst/>
              <a:rect l="l" t="t" r="r" b="b"/>
              <a:pathLst>
                <a:path w="2305050" h="980440">
                  <a:moveTo>
                    <a:pt x="530" y="979963"/>
                  </a:move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6"/>
                  </a:lnTo>
                  <a:lnTo>
                    <a:pt x="819942" y="62467"/>
                  </a:lnTo>
                  <a:lnTo>
                    <a:pt x="865232" y="84825"/>
                  </a:lnTo>
                  <a:lnTo>
                    <a:pt x="909518" y="109679"/>
                  </a:lnTo>
                  <a:lnTo>
                    <a:pt x="974681" y="148396"/>
                  </a:lnTo>
                  <a:lnTo>
                    <a:pt x="1008373" y="168569"/>
                  </a:lnTo>
                  <a:lnTo>
                    <a:pt x="1042782" y="189267"/>
                  </a:lnTo>
                  <a:lnTo>
                    <a:pt x="1077889" y="210478"/>
                  </a:lnTo>
                  <a:lnTo>
                    <a:pt x="1113677" y="232187"/>
                  </a:lnTo>
                  <a:lnTo>
                    <a:pt x="1150128" y="254383"/>
                  </a:lnTo>
                  <a:lnTo>
                    <a:pt x="1187224" y="277051"/>
                  </a:lnTo>
                  <a:lnTo>
                    <a:pt x="1224948" y="300179"/>
                  </a:lnTo>
                  <a:lnTo>
                    <a:pt x="1263280" y="323754"/>
                  </a:lnTo>
                  <a:lnTo>
                    <a:pt x="1302203" y="347762"/>
                  </a:lnTo>
                  <a:lnTo>
                    <a:pt x="1341700" y="372190"/>
                  </a:lnTo>
                  <a:lnTo>
                    <a:pt x="1381752" y="397025"/>
                  </a:lnTo>
                  <a:lnTo>
                    <a:pt x="1422342" y="422255"/>
                  </a:lnTo>
                  <a:lnTo>
                    <a:pt x="1463451" y="447864"/>
                  </a:lnTo>
                  <a:lnTo>
                    <a:pt x="1505062" y="473842"/>
                  </a:lnTo>
                  <a:lnTo>
                    <a:pt x="1547157" y="500174"/>
                  </a:lnTo>
                  <a:lnTo>
                    <a:pt x="1589718" y="526847"/>
                  </a:lnTo>
                  <a:lnTo>
                    <a:pt x="1632726" y="553848"/>
                  </a:lnTo>
                  <a:lnTo>
                    <a:pt x="1676165" y="581165"/>
                  </a:lnTo>
                  <a:lnTo>
                    <a:pt x="1720016" y="608783"/>
                  </a:lnTo>
                  <a:lnTo>
                    <a:pt x="1764262" y="636690"/>
                  </a:lnTo>
                  <a:lnTo>
                    <a:pt x="1808883" y="664872"/>
                  </a:lnTo>
                  <a:lnTo>
                    <a:pt x="1853863" y="693317"/>
                  </a:lnTo>
                  <a:lnTo>
                    <a:pt x="1899184" y="722011"/>
                  </a:lnTo>
                  <a:lnTo>
                    <a:pt x="1944828" y="750941"/>
                  </a:lnTo>
                  <a:lnTo>
                    <a:pt x="1990776" y="780094"/>
                  </a:lnTo>
                  <a:lnTo>
                    <a:pt x="2037011" y="809457"/>
                  </a:lnTo>
                  <a:lnTo>
                    <a:pt x="2083515" y="839017"/>
                  </a:lnTo>
                  <a:lnTo>
                    <a:pt x="2130270" y="868760"/>
                  </a:lnTo>
                  <a:lnTo>
                    <a:pt x="2177258" y="898673"/>
                  </a:lnTo>
                  <a:lnTo>
                    <a:pt x="2224461" y="928744"/>
                  </a:lnTo>
                  <a:lnTo>
                    <a:pt x="2271862" y="958958"/>
                  </a:lnTo>
                  <a:lnTo>
                    <a:pt x="2304796" y="979963"/>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object 6">
              <a:extLst>
                <a:ext uri="{FF2B5EF4-FFF2-40B4-BE49-F238E27FC236}">
                  <a16:creationId xmlns:a16="http://schemas.microsoft.com/office/drawing/2014/main" id="{E47136B6-9CB6-528F-0294-FB233CEEEA4A}"/>
                </a:ext>
              </a:extLst>
            </p:cNvPr>
            <p:cNvSpPr/>
            <p:nvPr/>
          </p:nvSpPr>
          <p:spPr>
            <a:xfrm>
              <a:off x="13518714" y="6711740"/>
              <a:ext cx="6585584" cy="4597400"/>
            </a:xfrm>
            <a:custGeom>
              <a:avLst/>
              <a:gdLst/>
              <a:ahLst/>
              <a:cxnLst/>
              <a:rect l="l" t="t" r="r" b="b"/>
              <a:pathLst>
                <a:path w="6585584" h="4597400">
                  <a:moveTo>
                    <a:pt x="2738" y="4596816"/>
                  </a:moveTo>
                  <a:lnTo>
                    <a:pt x="2688" y="4516366"/>
                  </a:lnTo>
                  <a:lnTo>
                    <a:pt x="2657" y="4465724"/>
                  </a:lnTo>
                  <a:lnTo>
                    <a:pt x="2625" y="4415083"/>
                  </a:lnTo>
                  <a:lnTo>
                    <a:pt x="2594" y="4364441"/>
                  </a:lnTo>
                  <a:lnTo>
                    <a:pt x="2562" y="4313800"/>
                  </a:lnTo>
                  <a:lnTo>
                    <a:pt x="2531" y="4263158"/>
                  </a:lnTo>
                  <a:lnTo>
                    <a:pt x="2500" y="4212517"/>
                  </a:lnTo>
                  <a:lnTo>
                    <a:pt x="2469" y="4161875"/>
                  </a:lnTo>
                  <a:lnTo>
                    <a:pt x="2437" y="4111234"/>
                  </a:lnTo>
                  <a:lnTo>
                    <a:pt x="2406" y="4060592"/>
                  </a:lnTo>
                  <a:lnTo>
                    <a:pt x="2375" y="4009951"/>
                  </a:lnTo>
                  <a:lnTo>
                    <a:pt x="2343" y="3959309"/>
                  </a:lnTo>
                  <a:lnTo>
                    <a:pt x="2312" y="3908668"/>
                  </a:lnTo>
                  <a:lnTo>
                    <a:pt x="2281" y="3858027"/>
                  </a:lnTo>
                  <a:lnTo>
                    <a:pt x="2250" y="3807385"/>
                  </a:lnTo>
                  <a:lnTo>
                    <a:pt x="2218" y="3756744"/>
                  </a:lnTo>
                  <a:lnTo>
                    <a:pt x="2187" y="3706102"/>
                  </a:lnTo>
                  <a:lnTo>
                    <a:pt x="2156" y="3655461"/>
                  </a:lnTo>
                  <a:lnTo>
                    <a:pt x="2125" y="3604819"/>
                  </a:lnTo>
                  <a:lnTo>
                    <a:pt x="2094" y="3554178"/>
                  </a:lnTo>
                  <a:lnTo>
                    <a:pt x="2062" y="3503536"/>
                  </a:lnTo>
                  <a:lnTo>
                    <a:pt x="2031" y="3452895"/>
                  </a:lnTo>
                  <a:lnTo>
                    <a:pt x="2000" y="3402253"/>
                  </a:lnTo>
                  <a:lnTo>
                    <a:pt x="1969" y="3351612"/>
                  </a:lnTo>
                  <a:lnTo>
                    <a:pt x="1938" y="3300970"/>
                  </a:lnTo>
                  <a:lnTo>
                    <a:pt x="1907" y="3250329"/>
                  </a:lnTo>
                  <a:lnTo>
                    <a:pt x="1875" y="3199688"/>
                  </a:lnTo>
                  <a:lnTo>
                    <a:pt x="1844" y="3149046"/>
                  </a:lnTo>
                  <a:lnTo>
                    <a:pt x="1813" y="3098405"/>
                  </a:lnTo>
                  <a:lnTo>
                    <a:pt x="1782" y="3047763"/>
                  </a:lnTo>
                  <a:lnTo>
                    <a:pt x="1751" y="2997122"/>
                  </a:lnTo>
                  <a:lnTo>
                    <a:pt x="1720" y="2946480"/>
                  </a:lnTo>
                  <a:lnTo>
                    <a:pt x="1689" y="2895839"/>
                  </a:lnTo>
                  <a:lnTo>
                    <a:pt x="1658" y="2845198"/>
                  </a:lnTo>
                  <a:lnTo>
                    <a:pt x="1626" y="2794556"/>
                  </a:lnTo>
                  <a:lnTo>
                    <a:pt x="1595" y="2743915"/>
                  </a:lnTo>
                  <a:lnTo>
                    <a:pt x="1564" y="2693273"/>
                  </a:lnTo>
                  <a:lnTo>
                    <a:pt x="1533" y="2642632"/>
                  </a:lnTo>
                  <a:lnTo>
                    <a:pt x="1502" y="2591991"/>
                  </a:lnTo>
                  <a:lnTo>
                    <a:pt x="1471" y="2541349"/>
                  </a:lnTo>
                  <a:lnTo>
                    <a:pt x="1440" y="2490708"/>
                  </a:lnTo>
                  <a:lnTo>
                    <a:pt x="1409" y="2440066"/>
                  </a:lnTo>
                  <a:lnTo>
                    <a:pt x="1378" y="2389425"/>
                  </a:lnTo>
                  <a:lnTo>
                    <a:pt x="1347" y="2338784"/>
                  </a:lnTo>
                  <a:lnTo>
                    <a:pt x="1316" y="2288142"/>
                  </a:lnTo>
                  <a:lnTo>
                    <a:pt x="1285" y="2237501"/>
                  </a:lnTo>
                  <a:lnTo>
                    <a:pt x="1254" y="2186860"/>
                  </a:lnTo>
                  <a:lnTo>
                    <a:pt x="1223" y="2136218"/>
                  </a:lnTo>
                  <a:lnTo>
                    <a:pt x="1192" y="2085577"/>
                  </a:lnTo>
                  <a:lnTo>
                    <a:pt x="1161" y="2034936"/>
                  </a:lnTo>
                  <a:lnTo>
                    <a:pt x="1130" y="1984294"/>
                  </a:lnTo>
                  <a:lnTo>
                    <a:pt x="1099" y="1933653"/>
                  </a:lnTo>
                  <a:lnTo>
                    <a:pt x="1068" y="1883011"/>
                  </a:lnTo>
                  <a:lnTo>
                    <a:pt x="1037" y="1832370"/>
                  </a:lnTo>
                  <a:lnTo>
                    <a:pt x="1006" y="1781729"/>
                  </a:lnTo>
                  <a:lnTo>
                    <a:pt x="975" y="1731087"/>
                  </a:lnTo>
                  <a:lnTo>
                    <a:pt x="944" y="1680446"/>
                  </a:lnTo>
                  <a:lnTo>
                    <a:pt x="913" y="1629805"/>
                  </a:lnTo>
                  <a:lnTo>
                    <a:pt x="882" y="1579164"/>
                  </a:lnTo>
                  <a:lnTo>
                    <a:pt x="851" y="1528522"/>
                  </a:lnTo>
                  <a:lnTo>
                    <a:pt x="820" y="1477881"/>
                  </a:lnTo>
                  <a:lnTo>
                    <a:pt x="790" y="1427240"/>
                  </a:lnTo>
                  <a:lnTo>
                    <a:pt x="759" y="1376598"/>
                  </a:lnTo>
                  <a:lnTo>
                    <a:pt x="728" y="1325957"/>
                  </a:lnTo>
                  <a:lnTo>
                    <a:pt x="697" y="1275316"/>
                  </a:lnTo>
                  <a:lnTo>
                    <a:pt x="666" y="1224674"/>
                  </a:lnTo>
                  <a:lnTo>
                    <a:pt x="635" y="1174033"/>
                  </a:lnTo>
                  <a:lnTo>
                    <a:pt x="604" y="1123392"/>
                  </a:lnTo>
                  <a:lnTo>
                    <a:pt x="573" y="1072751"/>
                  </a:lnTo>
                  <a:lnTo>
                    <a:pt x="542" y="1022109"/>
                  </a:lnTo>
                  <a:lnTo>
                    <a:pt x="512" y="971468"/>
                  </a:lnTo>
                  <a:lnTo>
                    <a:pt x="481" y="920827"/>
                  </a:lnTo>
                  <a:lnTo>
                    <a:pt x="450" y="870186"/>
                  </a:lnTo>
                  <a:lnTo>
                    <a:pt x="419" y="819544"/>
                  </a:lnTo>
                  <a:lnTo>
                    <a:pt x="388" y="768903"/>
                  </a:lnTo>
                  <a:lnTo>
                    <a:pt x="223" y="734879"/>
                  </a:lnTo>
                  <a:lnTo>
                    <a:pt x="0" y="700855"/>
                  </a:lnTo>
                  <a:lnTo>
                    <a:pt x="80" y="666843"/>
                  </a:lnTo>
                  <a:lnTo>
                    <a:pt x="828" y="632855"/>
                  </a:lnTo>
                  <a:lnTo>
                    <a:pt x="4076" y="582472"/>
                  </a:lnTo>
                  <a:lnTo>
                    <a:pt x="10153" y="533741"/>
                  </a:lnTo>
                  <a:lnTo>
                    <a:pt x="18976" y="486722"/>
                  </a:lnTo>
                  <a:lnTo>
                    <a:pt x="30457" y="441476"/>
                  </a:lnTo>
                  <a:lnTo>
                    <a:pt x="44513" y="398065"/>
                  </a:lnTo>
                  <a:lnTo>
                    <a:pt x="61058" y="356549"/>
                  </a:lnTo>
                  <a:lnTo>
                    <a:pt x="80007" y="316990"/>
                  </a:lnTo>
                  <a:lnTo>
                    <a:pt x="101275" y="279448"/>
                  </a:lnTo>
                  <a:lnTo>
                    <a:pt x="124777" y="243986"/>
                  </a:lnTo>
                  <a:lnTo>
                    <a:pt x="150426" y="210665"/>
                  </a:lnTo>
                  <a:lnTo>
                    <a:pt x="178140" y="179544"/>
                  </a:lnTo>
                  <a:lnTo>
                    <a:pt x="207831" y="150686"/>
                  </a:lnTo>
                  <a:lnTo>
                    <a:pt x="239415" y="124152"/>
                  </a:lnTo>
                  <a:lnTo>
                    <a:pt x="272808" y="100002"/>
                  </a:lnTo>
                  <a:lnTo>
                    <a:pt x="307922" y="78299"/>
                  </a:lnTo>
                  <a:lnTo>
                    <a:pt x="344675" y="59103"/>
                  </a:lnTo>
                  <a:lnTo>
                    <a:pt x="382979" y="42475"/>
                  </a:lnTo>
                  <a:lnTo>
                    <a:pt x="422751" y="28476"/>
                  </a:lnTo>
                  <a:lnTo>
                    <a:pt x="463905" y="17168"/>
                  </a:lnTo>
                  <a:lnTo>
                    <a:pt x="506355" y="8612"/>
                  </a:lnTo>
                  <a:lnTo>
                    <a:pt x="550018" y="2869"/>
                  </a:lnTo>
                  <a:lnTo>
                    <a:pt x="594806" y="0"/>
                  </a:lnTo>
                  <a:lnTo>
                    <a:pt x="640636" y="65"/>
                  </a:lnTo>
                  <a:lnTo>
                    <a:pt x="687423" y="3128"/>
                  </a:lnTo>
                  <a:lnTo>
                    <a:pt x="735080" y="9248"/>
                  </a:lnTo>
                  <a:lnTo>
                    <a:pt x="783523" y="18486"/>
                  </a:lnTo>
                  <a:lnTo>
                    <a:pt x="832667" y="30905"/>
                  </a:lnTo>
                  <a:lnTo>
                    <a:pt x="877258" y="45170"/>
                  </a:lnTo>
                  <a:lnTo>
                    <a:pt x="920547" y="62066"/>
                  </a:lnTo>
                  <a:lnTo>
                    <a:pt x="962740" y="81302"/>
                  </a:lnTo>
                  <a:lnTo>
                    <a:pt x="1004039" y="102588"/>
                  </a:lnTo>
                  <a:lnTo>
                    <a:pt x="1044650" y="125635"/>
                  </a:lnTo>
                  <a:lnTo>
                    <a:pt x="1082528" y="148044"/>
                  </a:lnTo>
                  <a:lnTo>
                    <a:pt x="1123845" y="172544"/>
                  </a:lnTo>
                  <a:lnTo>
                    <a:pt x="1168521" y="199084"/>
                  </a:lnTo>
                  <a:lnTo>
                    <a:pt x="1216474" y="227617"/>
                  </a:lnTo>
                  <a:lnTo>
                    <a:pt x="1267624" y="258093"/>
                  </a:lnTo>
                  <a:lnTo>
                    <a:pt x="1321890" y="290462"/>
                  </a:lnTo>
                  <a:lnTo>
                    <a:pt x="1379190" y="324676"/>
                  </a:lnTo>
                  <a:lnTo>
                    <a:pt x="1439445" y="360685"/>
                  </a:lnTo>
                  <a:lnTo>
                    <a:pt x="1502572" y="398440"/>
                  </a:lnTo>
                  <a:lnTo>
                    <a:pt x="1568491" y="437892"/>
                  </a:lnTo>
                  <a:lnTo>
                    <a:pt x="1602473" y="458238"/>
                  </a:lnTo>
                  <a:lnTo>
                    <a:pt x="1637122" y="478991"/>
                  </a:lnTo>
                  <a:lnTo>
                    <a:pt x="1672428" y="500143"/>
                  </a:lnTo>
                  <a:lnTo>
                    <a:pt x="1708382" y="521689"/>
                  </a:lnTo>
                  <a:lnTo>
                    <a:pt x="1744973" y="543622"/>
                  </a:lnTo>
                  <a:lnTo>
                    <a:pt x="1782192" y="565936"/>
                  </a:lnTo>
                  <a:lnTo>
                    <a:pt x="1820028" y="588625"/>
                  </a:lnTo>
                  <a:lnTo>
                    <a:pt x="1858470" y="611683"/>
                  </a:lnTo>
                  <a:lnTo>
                    <a:pt x="1897510" y="635103"/>
                  </a:lnTo>
                  <a:lnTo>
                    <a:pt x="1937136" y="658880"/>
                  </a:lnTo>
                  <a:lnTo>
                    <a:pt x="1977339" y="683008"/>
                  </a:lnTo>
                  <a:lnTo>
                    <a:pt x="2018108" y="707479"/>
                  </a:lnTo>
                  <a:lnTo>
                    <a:pt x="2059434" y="732289"/>
                  </a:lnTo>
                  <a:lnTo>
                    <a:pt x="2101306" y="757431"/>
                  </a:lnTo>
                  <a:lnTo>
                    <a:pt x="2143714" y="782899"/>
                  </a:lnTo>
                  <a:lnTo>
                    <a:pt x="2186648" y="808686"/>
                  </a:lnTo>
                  <a:lnTo>
                    <a:pt x="2230098" y="834787"/>
                  </a:lnTo>
                  <a:lnTo>
                    <a:pt x="2274054" y="861195"/>
                  </a:lnTo>
                  <a:lnTo>
                    <a:pt x="2318506" y="887904"/>
                  </a:lnTo>
                  <a:lnTo>
                    <a:pt x="2363444" y="914908"/>
                  </a:lnTo>
                  <a:lnTo>
                    <a:pt x="2408856" y="942201"/>
                  </a:lnTo>
                  <a:lnTo>
                    <a:pt x="2454735" y="969777"/>
                  </a:lnTo>
                  <a:lnTo>
                    <a:pt x="2501068" y="997630"/>
                  </a:lnTo>
                  <a:lnTo>
                    <a:pt x="2547847" y="1025753"/>
                  </a:lnTo>
                  <a:lnTo>
                    <a:pt x="2595060" y="1054140"/>
                  </a:lnTo>
                  <a:lnTo>
                    <a:pt x="2642699" y="1082785"/>
                  </a:lnTo>
                  <a:lnTo>
                    <a:pt x="2690752" y="1111683"/>
                  </a:lnTo>
                  <a:lnTo>
                    <a:pt x="2739210" y="1140826"/>
                  </a:lnTo>
                  <a:lnTo>
                    <a:pt x="2788063" y="1170209"/>
                  </a:lnTo>
                  <a:lnTo>
                    <a:pt x="2837300" y="1199825"/>
                  </a:lnTo>
                  <a:lnTo>
                    <a:pt x="2886911" y="1229669"/>
                  </a:lnTo>
                  <a:lnTo>
                    <a:pt x="2936887" y="1259734"/>
                  </a:lnTo>
                  <a:lnTo>
                    <a:pt x="2987217" y="1290014"/>
                  </a:lnTo>
                  <a:lnTo>
                    <a:pt x="3037891" y="1320503"/>
                  </a:lnTo>
                  <a:lnTo>
                    <a:pt x="3088898" y="1351195"/>
                  </a:lnTo>
                  <a:lnTo>
                    <a:pt x="3140230" y="1382083"/>
                  </a:lnTo>
                  <a:lnTo>
                    <a:pt x="3191875" y="1413162"/>
                  </a:lnTo>
                  <a:lnTo>
                    <a:pt x="3243823" y="1444426"/>
                  </a:lnTo>
                  <a:lnTo>
                    <a:pt x="3296065" y="1475867"/>
                  </a:lnTo>
                  <a:lnTo>
                    <a:pt x="3348591" y="1507481"/>
                  </a:lnTo>
                  <a:lnTo>
                    <a:pt x="3401389" y="1539260"/>
                  </a:lnTo>
                  <a:lnTo>
                    <a:pt x="3454451" y="1571199"/>
                  </a:lnTo>
                  <a:lnTo>
                    <a:pt x="3507765" y="1603292"/>
                  </a:lnTo>
                  <a:lnTo>
                    <a:pt x="3561323" y="1635532"/>
                  </a:lnTo>
                  <a:lnTo>
                    <a:pt x="3615113" y="1667913"/>
                  </a:lnTo>
                  <a:lnTo>
                    <a:pt x="3669126" y="1700430"/>
                  </a:lnTo>
                  <a:lnTo>
                    <a:pt x="3723351" y="1733075"/>
                  </a:lnTo>
                  <a:lnTo>
                    <a:pt x="3777779" y="1765844"/>
                  </a:lnTo>
                  <a:lnTo>
                    <a:pt x="3832399" y="1798729"/>
                  </a:lnTo>
                  <a:lnTo>
                    <a:pt x="3887201" y="1831724"/>
                  </a:lnTo>
                  <a:lnTo>
                    <a:pt x="3942175" y="1864824"/>
                  </a:lnTo>
                  <a:lnTo>
                    <a:pt x="3997311" y="1898022"/>
                  </a:lnTo>
                  <a:lnTo>
                    <a:pt x="4052599" y="1931313"/>
                  </a:lnTo>
                  <a:lnTo>
                    <a:pt x="4108029" y="1964689"/>
                  </a:lnTo>
                  <a:lnTo>
                    <a:pt x="4163590" y="1998145"/>
                  </a:lnTo>
                  <a:lnTo>
                    <a:pt x="4219273" y="2031674"/>
                  </a:lnTo>
                  <a:lnTo>
                    <a:pt x="4275067" y="2065271"/>
                  </a:lnTo>
                  <a:lnTo>
                    <a:pt x="4330963" y="2098930"/>
                  </a:lnTo>
                  <a:lnTo>
                    <a:pt x="4386949" y="2132643"/>
                  </a:lnTo>
                  <a:lnTo>
                    <a:pt x="4443017" y="2166406"/>
                  </a:lnTo>
                  <a:lnTo>
                    <a:pt x="4499155" y="2200211"/>
                  </a:lnTo>
                  <a:lnTo>
                    <a:pt x="4555354" y="2234053"/>
                  </a:lnTo>
                  <a:lnTo>
                    <a:pt x="4611604" y="2267926"/>
                  </a:lnTo>
                  <a:lnTo>
                    <a:pt x="4667895" y="2301823"/>
                  </a:lnTo>
                  <a:lnTo>
                    <a:pt x="4724216" y="2335738"/>
                  </a:lnTo>
                  <a:lnTo>
                    <a:pt x="4780557" y="2369666"/>
                  </a:lnTo>
                  <a:lnTo>
                    <a:pt x="4836909" y="2403599"/>
                  </a:lnTo>
                  <a:lnTo>
                    <a:pt x="4893260" y="2437533"/>
                  </a:lnTo>
                  <a:lnTo>
                    <a:pt x="4949602" y="2471460"/>
                  </a:lnTo>
                  <a:lnTo>
                    <a:pt x="5005923" y="2505374"/>
                  </a:lnTo>
                  <a:lnTo>
                    <a:pt x="5062214" y="2539270"/>
                  </a:lnTo>
                  <a:lnTo>
                    <a:pt x="5118465" y="2573141"/>
                  </a:lnTo>
                  <a:lnTo>
                    <a:pt x="5174666" y="2606981"/>
                  </a:lnTo>
                  <a:lnTo>
                    <a:pt x="5230805" y="2640784"/>
                  </a:lnTo>
                  <a:lnTo>
                    <a:pt x="5286875" y="2674544"/>
                  </a:lnTo>
                  <a:lnTo>
                    <a:pt x="5342863" y="2708255"/>
                  </a:lnTo>
                  <a:lnTo>
                    <a:pt x="5398760" y="2741910"/>
                  </a:lnTo>
                  <a:lnTo>
                    <a:pt x="5454557" y="2775503"/>
                  </a:lnTo>
                  <a:lnTo>
                    <a:pt x="5510242" y="2809028"/>
                  </a:lnTo>
                  <a:lnTo>
                    <a:pt x="5565806" y="2842480"/>
                  </a:lnTo>
                  <a:lnTo>
                    <a:pt x="5621238" y="2875851"/>
                  </a:lnTo>
                  <a:lnTo>
                    <a:pt x="5676529" y="2909136"/>
                  </a:lnTo>
                  <a:lnTo>
                    <a:pt x="5731669" y="2942328"/>
                  </a:lnTo>
                  <a:lnTo>
                    <a:pt x="5786646" y="2975422"/>
                  </a:lnTo>
                  <a:lnTo>
                    <a:pt x="5841452" y="3008412"/>
                  </a:lnTo>
                  <a:lnTo>
                    <a:pt x="5896076" y="3041290"/>
                  </a:lnTo>
                  <a:lnTo>
                    <a:pt x="5950508" y="3074051"/>
                  </a:lnTo>
                  <a:lnTo>
                    <a:pt x="6004738" y="3106689"/>
                  </a:lnTo>
                  <a:lnTo>
                    <a:pt x="6058755" y="3139198"/>
                  </a:lnTo>
                  <a:lnTo>
                    <a:pt x="6112550" y="3171571"/>
                  </a:lnTo>
                  <a:lnTo>
                    <a:pt x="6166113" y="3203803"/>
                  </a:lnTo>
                  <a:lnTo>
                    <a:pt x="6219432" y="3235887"/>
                  </a:lnTo>
                  <a:lnTo>
                    <a:pt x="6272499" y="3267817"/>
                  </a:lnTo>
                  <a:lnTo>
                    <a:pt x="6325303" y="3299587"/>
                  </a:lnTo>
                  <a:lnTo>
                    <a:pt x="6377835" y="3331190"/>
                  </a:lnTo>
                  <a:lnTo>
                    <a:pt x="6430083" y="3362621"/>
                  </a:lnTo>
                  <a:lnTo>
                    <a:pt x="6482038" y="3393874"/>
                  </a:lnTo>
                  <a:lnTo>
                    <a:pt x="6533689" y="3424942"/>
                  </a:lnTo>
                  <a:lnTo>
                    <a:pt x="6585027" y="3455819"/>
                  </a:lnTo>
                  <a:lnTo>
                    <a:pt x="6585385" y="3456034"/>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11" name="TextBox 10">
            <a:extLst>
              <a:ext uri="{FF2B5EF4-FFF2-40B4-BE49-F238E27FC236}">
                <a16:creationId xmlns:a16="http://schemas.microsoft.com/office/drawing/2014/main" id="{2A859B7B-9AC9-5108-8D2C-9C06FCDE863E}"/>
              </a:ext>
            </a:extLst>
          </p:cNvPr>
          <p:cNvSpPr txBox="1"/>
          <p:nvPr/>
        </p:nvSpPr>
        <p:spPr>
          <a:xfrm>
            <a:off x="803155" y="3403019"/>
            <a:ext cx="3082481" cy="814454"/>
          </a:xfrm>
          <a:prstGeom prst="rect">
            <a:avLst/>
          </a:prstGeom>
          <a:noFill/>
        </p:spPr>
        <p:txBody>
          <a:bodyPr wrap="square" lIns="0" rIns="0" rtlCol="0" anchor="b">
            <a:spAutoFit/>
          </a:bodyPr>
          <a:lstStyle/>
          <a:p>
            <a:pPr algn="r" defTabSz="554492">
              <a:lnSpc>
                <a:spcPct val="200000"/>
              </a:lnSpc>
            </a:pPr>
            <a:r>
              <a:rPr lang="ar-EG" sz="2800" b="1" kern="0" dirty="0">
                <a:solidFill>
                  <a:prstClr val="white"/>
                </a:solidFill>
                <a:latin typeface="Neo Sans Arabic Bold" panose="020B0804030504040204" pitchFamily="34" charset="-78"/>
                <a:cs typeface="Neo Sans Arabic Bold" panose="020B0804030504040204" pitchFamily="34" charset="-78"/>
              </a:rPr>
              <a:t>مرحبًا بكم...</a:t>
            </a:r>
            <a:endParaRPr lang="en-GB" sz="2800" b="1" kern="0" dirty="0">
              <a:solidFill>
                <a:prstClr val="white"/>
              </a:solidFill>
              <a:latin typeface="Neo Sans Arabic Bold" panose="020B0804030504040204" pitchFamily="34" charset="-78"/>
              <a:cs typeface="Neo Sans Arabic Bold" panose="020B0804030504040204" pitchFamily="34" charset="-78"/>
            </a:endParaRPr>
          </a:p>
        </p:txBody>
      </p:sp>
      <p:pic>
        <p:nvPicPr>
          <p:cNvPr id="12" name="Picture 11">
            <a:extLst>
              <a:ext uri="{FF2B5EF4-FFF2-40B4-BE49-F238E27FC236}">
                <a16:creationId xmlns:a16="http://schemas.microsoft.com/office/drawing/2014/main" id="{A4A4D737-1D92-9A54-2184-796F637AEA32}"/>
              </a:ext>
            </a:extLst>
          </p:cNvPr>
          <p:cNvPicPr>
            <a:picLocks noChangeAspect="1"/>
          </p:cNvPicPr>
          <p:nvPr/>
        </p:nvPicPr>
        <p:blipFill>
          <a:blip r:embed="rId2">
            <a:extLst>
              <a:ext uri="{28A0092B-C50C-407E-A947-70E740481C1C}">
                <a14:useLocalDpi xmlns:a14="http://schemas.microsoft.com/office/drawing/2010/main" val="0"/>
              </a:ext>
            </a:extLst>
          </a:blip>
          <a:srcRect t="19923" b="19923"/>
          <a:stretch/>
        </p:blipFill>
        <p:spPr>
          <a:xfrm flipH="1">
            <a:off x="6345902" y="1924964"/>
            <a:ext cx="6517563" cy="5040688"/>
          </a:xfrm>
          <a:prstGeom prst="homePlate">
            <a:avLst/>
          </a:prstGeom>
        </p:spPr>
      </p:pic>
      <p:sp>
        <p:nvSpPr>
          <p:cNvPr id="13" name="object 6">
            <a:extLst>
              <a:ext uri="{FF2B5EF4-FFF2-40B4-BE49-F238E27FC236}">
                <a16:creationId xmlns:a16="http://schemas.microsoft.com/office/drawing/2014/main" id="{C0AED33E-9649-BC38-7622-1ADB84597BFF}"/>
              </a:ext>
            </a:extLst>
          </p:cNvPr>
          <p:cNvSpPr/>
          <p:nvPr/>
        </p:nvSpPr>
        <p:spPr>
          <a:xfrm flipH="1">
            <a:off x="9724589" y="2297563"/>
            <a:ext cx="2466982" cy="4390079"/>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 name="object 6">
            <a:extLst>
              <a:ext uri="{FF2B5EF4-FFF2-40B4-BE49-F238E27FC236}">
                <a16:creationId xmlns:a16="http://schemas.microsoft.com/office/drawing/2014/main" id="{0971D9BC-19EF-EEB5-049E-E41FE247D8B7}"/>
              </a:ext>
            </a:extLst>
          </p:cNvPr>
          <p:cNvSpPr/>
          <p:nvPr/>
        </p:nvSpPr>
        <p:spPr>
          <a:xfrm flipH="1">
            <a:off x="5019150" y="3433706"/>
            <a:ext cx="3016095" cy="3017506"/>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36" name="Group 35">
            <a:extLst>
              <a:ext uri="{FF2B5EF4-FFF2-40B4-BE49-F238E27FC236}">
                <a16:creationId xmlns:a16="http://schemas.microsoft.com/office/drawing/2014/main" id="{AB6E064B-97A7-0721-5A29-DB3D9AEB51B1}"/>
              </a:ext>
            </a:extLst>
          </p:cNvPr>
          <p:cNvGrpSpPr/>
          <p:nvPr/>
        </p:nvGrpSpPr>
        <p:grpSpPr>
          <a:xfrm flipH="1">
            <a:off x="3343" y="-1567"/>
            <a:ext cx="12191313" cy="2328261"/>
            <a:chOff x="0" y="-1"/>
            <a:chExt cx="20104378" cy="3839474"/>
          </a:xfrm>
        </p:grpSpPr>
        <p:grpSp>
          <p:nvGrpSpPr>
            <p:cNvPr id="37" name="object 2">
              <a:extLst>
                <a:ext uri="{FF2B5EF4-FFF2-40B4-BE49-F238E27FC236}">
                  <a16:creationId xmlns:a16="http://schemas.microsoft.com/office/drawing/2014/main" id="{F5EF849B-A938-6859-3B5F-577643D567C5}"/>
                </a:ext>
              </a:extLst>
            </p:cNvPr>
            <p:cNvGrpSpPr/>
            <p:nvPr/>
          </p:nvGrpSpPr>
          <p:grpSpPr>
            <a:xfrm>
              <a:off x="0" y="-1"/>
              <a:ext cx="20104378" cy="3839474"/>
              <a:chOff x="0" y="-1"/>
              <a:chExt cx="20104378" cy="3839474"/>
            </a:xfrm>
          </p:grpSpPr>
          <p:sp>
            <p:nvSpPr>
              <p:cNvPr id="39" name="object 3">
                <a:extLst>
                  <a:ext uri="{FF2B5EF4-FFF2-40B4-BE49-F238E27FC236}">
                    <a16:creationId xmlns:a16="http://schemas.microsoft.com/office/drawing/2014/main" id="{ED5D49B4-8ED5-9AFE-7F8B-71CD65E134F4}"/>
                  </a:ext>
                </a:extLst>
              </p:cNvPr>
              <p:cNvSpPr>
                <a:spLocks/>
              </p:cNvSpPr>
              <p:nvPr/>
            </p:nvSpPr>
            <p:spPr>
              <a:xfrm>
                <a:off x="148867" y="-1"/>
                <a:ext cx="19955511" cy="3558541"/>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chemeClr val="bg1"/>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40" name="object 4">
                <a:extLst>
                  <a:ext uri="{FF2B5EF4-FFF2-40B4-BE49-F238E27FC236}">
                    <a16:creationId xmlns:a16="http://schemas.microsoft.com/office/drawing/2014/main" id="{108EAD65-B394-6025-C454-F5A82F5BEDF2}"/>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38" name="object 4">
              <a:extLst>
                <a:ext uri="{FF2B5EF4-FFF2-40B4-BE49-F238E27FC236}">
                  <a16:creationId xmlns:a16="http://schemas.microsoft.com/office/drawing/2014/main" id="{DCBD5463-7DD0-DF13-31DC-06187462F1B2}"/>
                </a:ext>
              </a:extLst>
            </p:cNvPr>
            <p:cNvSpPr/>
            <p:nvPr/>
          </p:nvSpPr>
          <p:spPr>
            <a:xfrm>
              <a:off x="603250" y="0"/>
              <a:ext cx="19500850" cy="2828304"/>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41" name="object 5">
            <a:extLst>
              <a:ext uri="{FF2B5EF4-FFF2-40B4-BE49-F238E27FC236}">
                <a16:creationId xmlns:a16="http://schemas.microsoft.com/office/drawing/2014/main" id="{75E8EB38-79DF-CB5D-1832-E1B1BE59A984}"/>
              </a:ext>
            </a:extLst>
          </p:cNvPr>
          <p:cNvSpPr txBox="1"/>
          <p:nvPr/>
        </p:nvSpPr>
        <p:spPr>
          <a:xfrm>
            <a:off x="823226" y="492019"/>
            <a:ext cx="10029092" cy="378664"/>
          </a:xfrm>
          <a:prstGeom prst="rect">
            <a:avLst/>
          </a:prstGeom>
        </p:spPr>
        <p:txBody>
          <a:bodyPr vert="horz" wrap="square" lIns="0" tIns="9242" rIns="0" bIns="0" rtlCol="0">
            <a:spAutoFit/>
          </a:bodyPr>
          <a:lstStyle/>
          <a:p>
            <a:pPr marL="4087069" marR="3081" lvl="0" indent="0" algn="r" defTabSz="554492" rtl="0" eaLnBrk="1" fontAlgn="auto" latinLnBrk="0" hangingPunct="1">
              <a:lnSpc>
                <a:spcPct val="100000"/>
              </a:lnSpc>
              <a:spcBef>
                <a:spcPts val="73"/>
              </a:spcBef>
              <a:spcAft>
                <a:spcPts val="0"/>
              </a:spcAft>
              <a:buClr>
                <a:srgbClr val="000000"/>
              </a:buClr>
              <a:buSzTx/>
              <a:buFontTx/>
              <a:buNone/>
              <a:tabLst/>
              <a:defRPr/>
            </a:pPr>
            <a:r>
              <a:rPr kumimoji="0" lang="ar-EG" sz="2400" b="1" i="0" u="none" strike="noStrike" kern="0" cap="none" spc="0" normalizeH="0" baseline="0" noProof="0" dirty="0">
                <a:ln>
                  <a:noFill/>
                </a:ln>
                <a:solidFill>
                  <a:srgbClr val="4BACC6">
                    <a:lumMod val="50000"/>
                  </a:srgbClr>
                </a:solidFill>
                <a:effectLst/>
                <a:uLnTx/>
                <a:uFillTx/>
                <a:latin typeface="Neo Sans Arabic Bold" panose="020B0804030504040204" pitchFamily="34" charset="-78"/>
                <a:cs typeface="Neo Sans Arabic Bold" panose="020B0804030504040204" pitchFamily="34" charset="-78"/>
                <a:sym typeface="Arial"/>
              </a:rPr>
              <a:t>نشاط "</a:t>
            </a:r>
            <a:r>
              <a:rPr lang="ar-EG" sz="2400" b="1" kern="0" dirty="0">
                <a:solidFill>
                  <a:srgbClr val="4BACC6">
                    <a:lumMod val="50000"/>
                  </a:srgbClr>
                </a:solidFill>
                <a:latin typeface="Neo Sans Arabic Bold" panose="020B0804030504040204" pitchFamily="34" charset="-78"/>
                <a:cs typeface="Neo Sans Arabic Bold" panose="020B0804030504040204" pitchFamily="34" charset="-78"/>
                <a:sym typeface="Arial"/>
              </a:rPr>
              <a:t>افتتاحي</a:t>
            </a:r>
            <a:r>
              <a:rPr kumimoji="0" lang="ar-EG" sz="2400" b="1" i="0" u="none" strike="noStrike" kern="0" cap="none" spc="0" normalizeH="0" baseline="0" noProof="0" dirty="0">
                <a:ln>
                  <a:noFill/>
                </a:ln>
                <a:solidFill>
                  <a:srgbClr val="4BACC6">
                    <a:lumMod val="50000"/>
                  </a:srgbClr>
                </a:solidFill>
                <a:effectLst/>
                <a:uLnTx/>
                <a:uFillTx/>
                <a:latin typeface="Neo Sans Arabic Bold" panose="020B0804030504040204" pitchFamily="34" charset="-78"/>
                <a:cs typeface="Neo Sans Arabic Bold" panose="020B0804030504040204" pitchFamily="34" charset="-78"/>
                <a:sym typeface="Arial"/>
              </a:rPr>
              <a:t>"</a:t>
            </a:r>
          </a:p>
        </p:txBody>
      </p:sp>
      <p:sp>
        <p:nvSpPr>
          <p:cNvPr id="42" name="object 6">
            <a:extLst>
              <a:ext uri="{FF2B5EF4-FFF2-40B4-BE49-F238E27FC236}">
                <a16:creationId xmlns:a16="http://schemas.microsoft.com/office/drawing/2014/main" id="{61BF0542-8F37-E2DA-44F5-3FA6768A4AF3}"/>
              </a:ext>
            </a:extLst>
          </p:cNvPr>
          <p:cNvSpPr/>
          <p:nvPr/>
        </p:nvSpPr>
        <p:spPr>
          <a:xfrm>
            <a:off x="11041470" y="470934"/>
            <a:ext cx="327305" cy="462848"/>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dirty="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60129362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F75E8F-7CA4-B0DD-9323-918C81E9A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 y="-5121"/>
            <a:ext cx="12299727" cy="6966360"/>
          </a:xfrm>
          <a:prstGeom prst="rect">
            <a:avLst/>
          </a:prstGeom>
        </p:spPr>
      </p:pic>
      <p:grpSp>
        <p:nvGrpSpPr>
          <p:cNvPr id="5" name="Group 4">
            <a:extLst>
              <a:ext uri="{FF2B5EF4-FFF2-40B4-BE49-F238E27FC236}">
                <a16:creationId xmlns:a16="http://schemas.microsoft.com/office/drawing/2014/main" id="{0204FEA0-718C-07E8-6024-798229646374}"/>
              </a:ext>
            </a:extLst>
          </p:cNvPr>
          <p:cNvGrpSpPr/>
          <p:nvPr/>
        </p:nvGrpSpPr>
        <p:grpSpPr>
          <a:xfrm>
            <a:off x="8363407" y="1863957"/>
            <a:ext cx="3033541" cy="1565043"/>
            <a:chOff x="8353247" y="2337525"/>
            <a:chExt cx="3033541" cy="1565043"/>
          </a:xfrm>
        </p:grpSpPr>
        <p:pic>
          <p:nvPicPr>
            <p:cNvPr id="8" name="Picture 7" descr="A blue and black rectangle&#10;&#10;AI-generated content may be incorrect.">
              <a:extLst>
                <a:ext uri="{FF2B5EF4-FFF2-40B4-BE49-F238E27FC236}">
                  <a16:creationId xmlns:a16="http://schemas.microsoft.com/office/drawing/2014/main" id="{EDA27C29-748E-35EF-A41C-CDBF7F0B24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3247" y="2337525"/>
              <a:ext cx="3033541" cy="1565043"/>
            </a:xfrm>
            <a:prstGeom prst="rect">
              <a:avLst/>
            </a:prstGeom>
          </p:spPr>
        </p:pic>
        <p:grpSp>
          <p:nvGrpSpPr>
            <p:cNvPr id="9" name="Group 8">
              <a:extLst>
                <a:ext uri="{FF2B5EF4-FFF2-40B4-BE49-F238E27FC236}">
                  <a16:creationId xmlns:a16="http://schemas.microsoft.com/office/drawing/2014/main" id="{358C12CC-B6CF-DE78-5725-8F2E4B016A8C}"/>
                </a:ext>
              </a:extLst>
            </p:cNvPr>
            <p:cNvGrpSpPr/>
            <p:nvPr/>
          </p:nvGrpSpPr>
          <p:grpSpPr>
            <a:xfrm>
              <a:off x="8489636" y="2551053"/>
              <a:ext cx="2550593" cy="831739"/>
              <a:chOff x="13999333" y="4206875"/>
              <a:chExt cx="4206117" cy="1371600"/>
            </a:xfrm>
          </p:grpSpPr>
          <p:sp>
            <p:nvSpPr>
              <p:cNvPr id="10" name="object 8">
                <a:extLst>
                  <a:ext uri="{FF2B5EF4-FFF2-40B4-BE49-F238E27FC236}">
                    <a16:creationId xmlns:a16="http://schemas.microsoft.com/office/drawing/2014/main" id="{2279C49A-DABC-D5D1-C9EF-F0228E1EFF2E}"/>
                  </a:ext>
                </a:extLst>
              </p:cNvPr>
              <p:cNvSpPr txBox="1"/>
              <p:nvPr/>
            </p:nvSpPr>
            <p:spPr>
              <a:xfrm>
                <a:off x="13999333" y="4244728"/>
                <a:ext cx="3124201" cy="1080146"/>
              </a:xfrm>
              <a:prstGeom prst="rect">
                <a:avLst/>
              </a:prstGeom>
            </p:spPr>
            <p:txBody>
              <a:bodyPr vert="horz" wrap="square" lIns="0" tIns="7316" rIns="0" bIns="0" rtlCol="0">
                <a:spAutoFit/>
              </a:bodyPr>
              <a:lstStyle/>
              <a:p>
                <a:pPr marL="7701" marR="3081" algn="r" defTabSz="554492" rtl="1">
                  <a:lnSpc>
                    <a:spcPct val="150000"/>
                  </a:lnSpc>
                  <a:spcBef>
                    <a:spcPts val="58"/>
                  </a:spcBef>
                </a:pPr>
                <a:r>
                  <a:rPr lang="ar-EG" sz="1500" b="1" kern="0" dirty="0">
                    <a:solidFill>
                      <a:prstClr val="white"/>
                    </a:solidFill>
                    <a:latin typeface="Neo Sans Arabic" panose="020B0504030504040204" pitchFamily="34" charset="-78"/>
                    <a:cs typeface="Neo Sans Arabic" panose="020B0504030504040204" pitchFamily="34" charset="-78"/>
                  </a:rPr>
                  <a:t>حقيبة التواصل والخطابة العامة.</a:t>
                </a:r>
                <a:endParaRPr sz="1500" b="1" kern="0" dirty="0">
                  <a:solidFill>
                    <a:prstClr val="white"/>
                  </a:solidFill>
                  <a:latin typeface="Neo Sans Arabic" panose="020B0504030504040204" pitchFamily="34" charset="-78"/>
                  <a:cs typeface="Neo Sans Arabic" panose="020B0504030504040204" pitchFamily="34" charset="-78"/>
                </a:endParaRPr>
              </a:p>
            </p:txBody>
          </p:sp>
          <p:sp>
            <p:nvSpPr>
              <p:cNvPr id="11" name="object 9">
                <a:extLst>
                  <a:ext uri="{FF2B5EF4-FFF2-40B4-BE49-F238E27FC236}">
                    <a16:creationId xmlns:a16="http://schemas.microsoft.com/office/drawing/2014/main" id="{EA8D243F-F5F7-8AAC-12D7-1EBFDEEB22CB}"/>
                  </a:ext>
                </a:extLst>
              </p:cNvPr>
              <p:cNvSpPr txBox="1"/>
              <p:nvPr/>
            </p:nvSpPr>
            <p:spPr>
              <a:xfrm>
                <a:off x="17605721" y="4511675"/>
                <a:ext cx="599729" cy="688588"/>
              </a:xfrm>
              <a:prstGeom prst="rect">
                <a:avLst/>
              </a:prstGeom>
            </p:spPr>
            <p:txBody>
              <a:bodyPr vert="horz" wrap="square" lIns="0" tIns="6931" rIns="0" bIns="0" rtlCol="0">
                <a:spAutoFit/>
              </a:bodyPr>
              <a:lstStyle/>
              <a:p>
                <a:pPr marL="7701" defTabSz="554492">
                  <a:spcBef>
                    <a:spcPts val="55"/>
                  </a:spcBef>
                </a:pPr>
                <a:r>
                  <a:rPr lang="en-GB" sz="2668" b="1" kern="0" spc="-30" dirty="0">
                    <a:solidFill>
                      <a:srgbClr val="33B9A0"/>
                    </a:solidFill>
                    <a:latin typeface="Neo Sans Arabic" panose="020B0504030504040204" pitchFamily="34" charset="-78"/>
                    <a:cs typeface="Neo Sans Arabic" panose="020B0504030504040204" pitchFamily="34" charset="-78"/>
                  </a:rPr>
                  <a:t>١</a:t>
                </a:r>
                <a:endParaRPr sz="2668" kern="0" dirty="0">
                  <a:solidFill>
                    <a:sysClr val="windowText" lastClr="000000"/>
                  </a:solidFill>
                  <a:latin typeface="Neo Sans Arabic" panose="020B0504030504040204" pitchFamily="34" charset="-78"/>
                  <a:cs typeface="Neo Sans Arabic" panose="020B0504030504040204" pitchFamily="34" charset="-78"/>
                </a:endParaRPr>
              </a:p>
            </p:txBody>
          </p:sp>
          <p:pic>
            <p:nvPicPr>
              <p:cNvPr id="12" name="Picture 11">
                <a:extLst>
                  <a:ext uri="{FF2B5EF4-FFF2-40B4-BE49-F238E27FC236}">
                    <a16:creationId xmlns:a16="http://schemas.microsoft.com/office/drawing/2014/main" id="{C303E356-F9F3-3BAD-4604-CDCF81F72A6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7313272" y="4206875"/>
                <a:ext cx="53978" cy="1371600"/>
              </a:xfrm>
              <a:prstGeom prst="rect">
                <a:avLst/>
              </a:prstGeom>
            </p:spPr>
          </p:pic>
        </p:grpSp>
      </p:grpSp>
      <p:grpSp>
        <p:nvGrpSpPr>
          <p:cNvPr id="13" name="Group 12">
            <a:extLst>
              <a:ext uri="{FF2B5EF4-FFF2-40B4-BE49-F238E27FC236}">
                <a16:creationId xmlns:a16="http://schemas.microsoft.com/office/drawing/2014/main" id="{0FEFD780-0A2C-B47E-D72C-1902436BC9DB}"/>
              </a:ext>
            </a:extLst>
          </p:cNvPr>
          <p:cNvGrpSpPr/>
          <p:nvPr/>
        </p:nvGrpSpPr>
        <p:grpSpPr>
          <a:xfrm>
            <a:off x="4589390" y="1863957"/>
            <a:ext cx="3033541" cy="1565043"/>
            <a:chOff x="4579230" y="2337525"/>
            <a:chExt cx="3033541" cy="1565043"/>
          </a:xfrm>
        </p:grpSpPr>
        <p:pic>
          <p:nvPicPr>
            <p:cNvPr id="18" name="Picture 17" descr="A blue and black rectangle&#10;&#10;AI-generated content may be incorrect.">
              <a:extLst>
                <a:ext uri="{FF2B5EF4-FFF2-40B4-BE49-F238E27FC236}">
                  <a16:creationId xmlns:a16="http://schemas.microsoft.com/office/drawing/2014/main" id="{6D0FB5CC-0424-EC39-75F0-B89A956A0F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9230" y="2337525"/>
              <a:ext cx="3033541" cy="1565043"/>
            </a:xfrm>
            <a:prstGeom prst="rect">
              <a:avLst/>
            </a:prstGeom>
          </p:spPr>
        </p:pic>
        <p:grpSp>
          <p:nvGrpSpPr>
            <p:cNvPr id="19" name="Group 18">
              <a:extLst>
                <a:ext uri="{FF2B5EF4-FFF2-40B4-BE49-F238E27FC236}">
                  <a16:creationId xmlns:a16="http://schemas.microsoft.com/office/drawing/2014/main" id="{651AB9F0-F48D-88E3-EF08-14B4B02D8DAE}"/>
                </a:ext>
              </a:extLst>
            </p:cNvPr>
            <p:cNvGrpSpPr/>
            <p:nvPr/>
          </p:nvGrpSpPr>
          <p:grpSpPr>
            <a:xfrm>
              <a:off x="4583052" y="2551053"/>
              <a:ext cx="2760558" cy="831739"/>
              <a:chOff x="13653086" y="4206875"/>
              <a:chExt cx="4552364" cy="1371600"/>
            </a:xfrm>
          </p:grpSpPr>
          <p:sp>
            <p:nvSpPr>
              <p:cNvPr id="21" name="object 8">
                <a:extLst>
                  <a:ext uri="{FF2B5EF4-FFF2-40B4-BE49-F238E27FC236}">
                    <a16:creationId xmlns:a16="http://schemas.microsoft.com/office/drawing/2014/main" id="{9D9D4BB4-51EB-BD9F-BC15-456A424EA8CE}"/>
                  </a:ext>
                </a:extLst>
              </p:cNvPr>
              <p:cNvSpPr txBox="1"/>
              <p:nvPr/>
            </p:nvSpPr>
            <p:spPr>
              <a:xfrm>
                <a:off x="13653086" y="4244728"/>
                <a:ext cx="3445802" cy="1080146"/>
              </a:xfrm>
              <a:prstGeom prst="rect">
                <a:avLst/>
              </a:prstGeom>
            </p:spPr>
            <p:txBody>
              <a:bodyPr vert="horz" wrap="square" lIns="0" tIns="7316" rIns="0" bIns="0" rtlCol="0">
                <a:spAutoFit/>
              </a:bodyPr>
              <a:lstStyle/>
              <a:p>
                <a:pPr marL="7701" marR="3081" algn="r" defTabSz="554492" rtl="1">
                  <a:lnSpc>
                    <a:spcPct val="150000"/>
                  </a:lnSpc>
                  <a:spcBef>
                    <a:spcPts val="58"/>
                  </a:spcBef>
                </a:pPr>
                <a:r>
                  <a:rPr lang="ar-EG" sz="1500" b="1" kern="0" dirty="0">
                    <a:solidFill>
                      <a:prstClr val="white"/>
                    </a:solidFill>
                    <a:latin typeface="Neo Sans Arabic" panose="020B0504030504040204" pitchFamily="34" charset="-78"/>
                    <a:cs typeface="Neo Sans Arabic" panose="020B0504030504040204" pitchFamily="34" charset="-78"/>
                  </a:rPr>
                  <a:t>حقيبة مهارات القيادة الإستراتيجية وإتخاذ القرارات.</a:t>
                </a:r>
              </a:p>
            </p:txBody>
          </p:sp>
          <p:sp>
            <p:nvSpPr>
              <p:cNvPr id="24" name="object 9">
                <a:extLst>
                  <a:ext uri="{FF2B5EF4-FFF2-40B4-BE49-F238E27FC236}">
                    <a16:creationId xmlns:a16="http://schemas.microsoft.com/office/drawing/2014/main" id="{01D34528-43B8-CF6D-3A61-F295A2EB122A}"/>
                  </a:ext>
                </a:extLst>
              </p:cNvPr>
              <p:cNvSpPr txBox="1"/>
              <p:nvPr/>
            </p:nvSpPr>
            <p:spPr>
              <a:xfrm>
                <a:off x="17605721" y="4511675"/>
                <a:ext cx="599729" cy="688588"/>
              </a:xfrm>
              <a:prstGeom prst="rect">
                <a:avLst/>
              </a:prstGeom>
            </p:spPr>
            <p:txBody>
              <a:bodyPr vert="horz" wrap="square" lIns="0" tIns="6931" rIns="0" bIns="0" rtlCol="0">
                <a:spAutoFit/>
              </a:bodyPr>
              <a:lstStyle/>
              <a:p>
                <a:pPr marL="7701" defTabSz="554492">
                  <a:spcBef>
                    <a:spcPts val="55"/>
                  </a:spcBef>
                </a:pPr>
                <a:r>
                  <a:rPr lang="ar-EG" sz="2668" b="1" kern="0" spc="-30" dirty="0">
                    <a:solidFill>
                      <a:srgbClr val="33B9A0"/>
                    </a:solidFill>
                    <a:latin typeface="Neo Sans Arabic" panose="020B0504030504040204" pitchFamily="34" charset="-78"/>
                    <a:cs typeface="Neo Sans Arabic" panose="020B0504030504040204" pitchFamily="34" charset="-78"/>
                  </a:rPr>
                  <a:t>۳</a:t>
                </a:r>
                <a:endParaRPr sz="2668" kern="0" dirty="0">
                  <a:solidFill>
                    <a:sysClr val="windowText" lastClr="000000"/>
                  </a:solidFill>
                  <a:latin typeface="Neo Sans Arabic" panose="020B0504030504040204" pitchFamily="34" charset="-78"/>
                  <a:cs typeface="Neo Sans Arabic" panose="020B0504030504040204" pitchFamily="34" charset="-78"/>
                </a:endParaRPr>
              </a:p>
            </p:txBody>
          </p:sp>
          <p:pic>
            <p:nvPicPr>
              <p:cNvPr id="25" name="Picture 24">
                <a:extLst>
                  <a:ext uri="{FF2B5EF4-FFF2-40B4-BE49-F238E27FC236}">
                    <a16:creationId xmlns:a16="http://schemas.microsoft.com/office/drawing/2014/main" id="{2394E938-9E55-88F3-A5AD-768CB460CBF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7313272" y="4206875"/>
                <a:ext cx="53978" cy="1371600"/>
              </a:xfrm>
              <a:prstGeom prst="rect">
                <a:avLst/>
              </a:prstGeom>
            </p:spPr>
          </p:pic>
        </p:grpSp>
      </p:grpSp>
      <p:grpSp>
        <p:nvGrpSpPr>
          <p:cNvPr id="26" name="Group 25">
            <a:extLst>
              <a:ext uri="{FF2B5EF4-FFF2-40B4-BE49-F238E27FC236}">
                <a16:creationId xmlns:a16="http://schemas.microsoft.com/office/drawing/2014/main" id="{6A6DC5A4-A81B-9CAB-9B84-3FB4DE8EEDB2}"/>
              </a:ext>
            </a:extLst>
          </p:cNvPr>
          <p:cNvGrpSpPr/>
          <p:nvPr/>
        </p:nvGrpSpPr>
        <p:grpSpPr>
          <a:xfrm>
            <a:off x="807345" y="1863957"/>
            <a:ext cx="3041569" cy="1565043"/>
            <a:chOff x="797185" y="2337525"/>
            <a:chExt cx="3041569" cy="1565043"/>
          </a:xfrm>
        </p:grpSpPr>
        <p:pic>
          <p:nvPicPr>
            <p:cNvPr id="27" name="Picture 26" descr="A blue and black rectangle&#10;&#10;AI-generated content may be incorrect.">
              <a:extLst>
                <a:ext uri="{FF2B5EF4-FFF2-40B4-BE49-F238E27FC236}">
                  <a16:creationId xmlns:a16="http://schemas.microsoft.com/office/drawing/2014/main" id="{0FDEEF6B-C620-E2B3-79B9-DDBFB7DF99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213" y="2337525"/>
              <a:ext cx="3033541" cy="1565043"/>
            </a:xfrm>
            <a:prstGeom prst="rect">
              <a:avLst/>
            </a:prstGeom>
          </p:spPr>
        </p:pic>
        <p:grpSp>
          <p:nvGrpSpPr>
            <p:cNvPr id="28" name="Group 27">
              <a:extLst>
                <a:ext uri="{FF2B5EF4-FFF2-40B4-BE49-F238E27FC236}">
                  <a16:creationId xmlns:a16="http://schemas.microsoft.com/office/drawing/2014/main" id="{CCDDADA3-D25B-99E6-7A04-B92D175B55A1}"/>
                </a:ext>
              </a:extLst>
            </p:cNvPr>
            <p:cNvGrpSpPr/>
            <p:nvPr/>
          </p:nvGrpSpPr>
          <p:grpSpPr>
            <a:xfrm>
              <a:off x="797185" y="2551053"/>
              <a:ext cx="2736995" cy="831739"/>
              <a:chOff x="13691943" y="4206875"/>
              <a:chExt cx="4513507" cy="1371600"/>
            </a:xfrm>
          </p:grpSpPr>
          <p:sp>
            <p:nvSpPr>
              <p:cNvPr id="30" name="object 8">
                <a:extLst>
                  <a:ext uri="{FF2B5EF4-FFF2-40B4-BE49-F238E27FC236}">
                    <a16:creationId xmlns:a16="http://schemas.microsoft.com/office/drawing/2014/main" id="{5A697CB7-44BB-EF0E-0F6F-85671DFC47D1}"/>
                  </a:ext>
                </a:extLst>
              </p:cNvPr>
              <p:cNvSpPr txBox="1"/>
              <p:nvPr/>
            </p:nvSpPr>
            <p:spPr>
              <a:xfrm>
                <a:off x="13691943" y="4244728"/>
                <a:ext cx="3445803" cy="1080146"/>
              </a:xfrm>
              <a:prstGeom prst="rect">
                <a:avLst/>
              </a:prstGeom>
            </p:spPr>
            <p:txBody>
              <a:bodyPr vert="horz" wrap="square" lIns="0" tIns="7316" rIns="0" bIns="0" rtlCol="0">
                <a:spAutoFit/>
              </a:bodyPr>
              <a:lstStyle/>
              <a:p>
                <a:pPr marL="7701" marR="3081" algn="r" defTabSz="554492" rtl="1">
                  <a:lnSpc>
                    <a:spcPct val="150000"/>
                  </a:lnSpc>
                  <a:spcBef>
                    <a:spcPts val="58"/>
                  </a:spcBef>
                </a:pPr>
                <a:r>
                  <a:rPr lang="ar-EG" sz="1500" b="1" kern="0" dirty="0">
                    <a:solidFill>
                      <a:prstClr val="white"/>
                    </a:solidFill>
                    <a:latin typeface="Neo Sans Arabic" panose="020B0504030504040204" pitchFamily="34" charset="-78"/>
                    <a:cs typeface="Neo Sans Arabic" panose="020B0504030504040204" pitchFamily="34" charset="-78"/>
                  </a:rPr>
                  <a:t>حقيبة المهارات الإعلامية والرقمية.</a:t>
                </a:r>
              </a:p>
            </p:txBody>
          </p:sp>
          <p:sp>
            <p:nvSpPr>
              <p:cNvPr id="36" name="object 9">
                <a:extLst>
                  <a:ext uri="{FF2B5EF4-FFF2-40B4-BE49-F238E27FC236}">
                    <a16:creationId xmlns:a16="http://schemas.microsoft.com/office/drawing/2014/main" id="{6815B64F-0449-907E-627F-35BE25216342}"/>
                  </a:ext>
                </a:extLst>
              </p:cNvPr>
              <p:cNvSpPr txBox="1"/>
              <p:nvPr/>
            </p:nvSpPr>
            <p:spPr>
              <a:xfrm>
                <a:off x="17605721" y="4511675"/>
                <a:ext cx="599729" cy="688588"/>
              </a:xfrm>
              <a:prstGeom prst="rect">
                <a:avLst/>
              </a:prstGeom>
            </p:spPr>
            <p:txBody>
              <a:bodyPr vert="horz" wrap="square" lIns="0" tIns="6931" rIns="0" bIns="0" rtlCol="0">
                <a:spAutoFit/>
              </a:bodyPr>
              <a:lstStyle/>
              <a:p>
                <a:pPr marL="7701" defTabSz="554492">
                  <a:spcBef>
                    <a:spcPts val="55"/>
                  </a:spcBef>
                </a:pPr>
                <a:r>
                  <a:rPr lang="ar-EG" sz="2668" b="1" kern="0" spc="-30" dirty="0">
                    <a:solidFill>
                      <a:srgbClr val="33B9A0"/>
                    </a:solidFill>
                    <a:latin typeface="Neo Sans Arabic" panose="020B0504030504040204" pitchFamily="34" charset="-78"/>
                    <a:cs typeface="Neo Sans Arabic" panose="020B0504030504040204" pitchFamily="34" charset="-78"/>
                  </a:rPr>
                  <a:t>٥</a:t>
                </a:r>
                <a:endParaRPr sz="2668" kern="0" dirty="0">
                  <a:solidFill>
                    <a:sysClr val="windowText" lastClr="000000"/>
                  </a:solidFill>
                  <a:latin typeface="Neo Sans Arabic" panose="020B0504030504040204" pitchFamily="34" charset="-78"/>
                  <a:cs typeface="Neo Sans Arabic" panose="020B0504030504040204" pitchFamily="34" charset="-78"/>
                </a:endParaRPr>
              </a:p>
            </p:txBody>
          </p:sp>
          <p:pic>
            <p:nvPicPr>
              <p:cNvPr id="37" name="Picture 36">
                <a:extLst>
                  <a:ext uri="{FF2B5EF4-FFF2-40B4-BE49-F238E27FC236}">
                    <a16:creationId xmlns:a16="http://schemas.microsoft.com/office/drawing/2014/main" id="{A9E02A97-2D98-6458-EBE5-BD5F460C16C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7313272" y="4206875"/>
                <a:ext cx="53978" cy="1371600"/>
              </a:xfrm>
              <a:prstGeom prst="rect">
                <a:avLst/>
              </a:prstGeom>
            </p:spPr>
          </p:pic>
        </p:grpSp>
      </p:grpSp>
      <p:grpSp>
        <p:nvGrpSpPr>
          <p:cNvPr id="38" name="Group 37">
            <a:extLst>
              <a:ext uri="{FF2B5EF4-FFF2-40B4-BE49-F238E27FC236}">
                <a16:creationId xmlns:a16="http://schemas.microsoft.com/office/drawing/2014/main" id="{8A2E750F-A2AF-5335-E040-361101C4DA92}"/>
              </a:ext>
            </a:extLst>
          </p:cNvPr>
          <p:cNvGrpSpPr/>
          <p:nvPr/>
        </p:nvGrpSpPr>
        <p:grpSpPr>
          <a:xfrm>
            <a:off x="6482431" y="3931815"/>
            <a:ext cx="3033541" cy="1565043"/>
            <a:chOff x="6472271" y="4405383"/>
            <a:chExt cx="3033541" cy="1565043"/>
          </a:xfrm>
        </p:grpSpPr>
        <p:pic>
          <p:nvPicPr>
            <p:cNvPr id="39" name="Picture 38" descr="A blue and black rectangle&#10;&#10;AI-generated content may be incorrect.">
              <a:extLst>
                <a:ext uri="{FF2B5EF4-FFF2-40B4-BE49-F238E27FC236}">
                  <a16:creationId xmlns:a16="http://schemas.microsoft.com/office/drawing/2014/main" id="{57B671A4-099D-CFC7-27C7-C1E6A7DA08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2271" y="4405383"/>
              <a:ext cx="3033541" cy="1565043"/>
            </a:xfrm>
            <a:prstGeom prst="rect">
              <a:avLst/>
            </a:prstGeom>
          </p:spPr>
        </p:pic>
        <p:grpSp>
          <p:nvGrpSpPr>
            <p:cNvPr id="40" name="Group 39">
              <a:extLst>
                <a:ext uri="{FF2B5EF4-FFF2-40B4-BE49-F238E27FC236}">
                  <a16:creationId xmlns:a16="http://schemas.microsoft.com/office/drawing/2014/main" id="{598BC6E7-57CC-8FE5-FF57-CEBF1D0055F2}"/>
                </a:ext>
              </a:extLst>
            </p:cNvPr>
            <p:cNvGrpSpPr/>
            <p:nvPr/>
          </p:nvGrpSpPr>
          <p:grpSpPr>
            <a:xfrm>
              <a:off x="6529205" y="4630402"/>
              <a:ext cx="2702861" cy="831739"/>
              <a:chOff x="13748233" y="4206875"/>
              <a:chExt cx="4457217" cy="1371600"/>
            </a:xfrm>
          </p:grpSpPr>
          <p:sp>
            <p:nvSpPr>
              <p:cNvPr id="41" name="object 8">
                <a:extLst>
                  <a:ext uri="{FF2B5EF4-FFF2-40B4-BE49-F238E27FC236}">
                    <a16:creationId xmlns:a16="http://schemas.microsoft.com/office/drawing/2014/main" id="{E332434D-0101-06D0-DCB3-D281BF5F41E0}"/>
                  </a:ext>
                </a:extLst>
              </p:cNvPr>
              <p:cNvSpPr txBox="1"/>
              <p:nvPr/>
            </p:nvSpPr>
            <p:spPr>
              <a:xfrm>
                <a:off x="13748233" y="4245894"/>
                <a:ext cx="3445802" cy="1080146"/>
              </a:xfrm>
              <a:prstGeom prst="rect">
                <a:avLst/>
              </a:prstGeom>
            </p:spPr>
            <p:txBody>
              <a:bodyPr vert="horz" wrap="square" lIns="0" tIns="7316" rIns="0" bIns="0" rtlCol="0">
                <a:spAutoFit/>
              </a:bodyPr>
              <a:lstStyle/>
              <a:p>
                <a:pPr marL="7701" marR="3081" algn="r" defTabSz="554492" rtl="1">
                  <a:lnSpc>
                    <a:spcPct val="150000"/>
                  </a:lnSpc>
                  <a:spcBef>
                    <a:spcPts val="58"/>
                  </a:spcBef>
                </a:pPr>
                <a:r>
                  <a:rPr lang="ar-EG" sz="1500" b="1" kern="0" dirty="0">
                    <a:solidFill>
                      <a:prstClr val="white"/>
                    </a:solidFill>
                    <a:latin typeface="Neo Sans Arabic" panose="020B0504030504040204" pitchFamily="34" charset="-78"/>
                    <a:cs typeface="Neo Sans Arabic" panose="020B0504030504040204" pitchFamily="34" charset="-78"/>
                  </a:rPr>
                  <a:t>حقيبة المهارات الدبلوماسية والتواصل بين الثقافات.</a:t>
                </a:r>
              </a:p>
            </p:txBody>
          </p:sp>
          <p:sp>
            <p:nvSpPr>
              <p:cNvPr id="42" name="object 9">
                <a:extLst>
                  <a:ext uri="{FF2B5EF4-FFF2-40B4-BE49-F238E27FC236}">
                    <a16:creationId xmlns:a16="http://schemas.microsoft.com/office/drawing/2014/main" id="{DC1253D6-5838-6514-2B10-04D2E3159FB9}"/>
                  </a:ext>
                </a:extLst>
              </p:cNvPr>
              <p:cNvSpPr txBox="1"/>
              <p:nvPr/>
            </p:nvSpPr>
            <p:spPr>
              <a:xfrm>
                <a:off x="17605721" y="4511675"/>
                <a:ext cx="599729" cy="688588"/>
              </a:xfrm>
              <a:prstGeom prst="rect">
                <a:avLst/>
              </a:prstGeom>
            </p:spPr>
            <p:txBody>
              <a:bodyPr vert="horz" wrap="square" lIns="0" tIns="6931" rIns="0" bIns="0" rtlCol="0">
                <a:spAutoFit/>
              </a:bodyPr>
              <a:lstStyle/>
              <a:p>
                <a:pPr marL="7701" defTabSz="554492">
                  <a:spcBef>
                    <a:spcPts val="55"/>
                  </a:spcBef>
                </a:pPr>
                <a:r>
                  <a:rPr lang="ar-EG" sz="2668" b="1" kern="0" spc="-30" dirty="0">
                    <a:solidFill>
                      <a:srgbClr val="33B9A0"/>
                    </a:solidFill>
                    <a:latin typeface="Neo Sans Arabic" panose="020B0504030504040204" pitchFamily="34" charset="-78"/>
                    <a:cs typeface="Neo Sans Arabic" panose="020B0504030504040204" pitchFamily="34" charset="-78"/>
                  </a:rPr>
                  <a:t>۲</a:t>
                </a:r>
                <a:endParaRPr sz="2668" kern="0" dirty="0">
                  <a:solidFill>
                    <a:sysClr val="windowText" lastClr="000000"/>
                  </a:solidFill>
                  <a:latin typeface="Neo Sans Arabic" panose="020B0504030504040204" pitchFamily="34" charset="-78"/>
                  <a:cs typeface="Neo Sans Arabic" panose="020B0504030504040204" pitchFamily="34" charset="-78"/>
                </a:endParaRPr>
              </a:p>
            </p:txBody>
          </p:sp>
          <p:pic>
            <p:nvPicPr>
              <p:cNvPr id="43" name="Picture 42">
                <a:extLst>
                  <a:ext uri="{FF2B5EF4-FFF2-40B4-BE49-F238E27FC236}">
                    <a16:creationId xmlns:a16="http://schemas.microsoft.com/office/drawing/2014/main" id="{EB159600-1F1E-B5BD-3151-1ECF387B791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7313272" y="4206875"/>
                <a:ext cx="53978" cy="1371600"/>
              </a:xfrm>
              <a:prstGeom prst="rect">
                <a:avLst/>
              </a:prstGeom>
            </p:spPr>
          </p:pic>
        </p:grpSp>
      </p:grpSp>
      <p:grpSp>
        <p:nvGrpSpPr>
          <p:cNvPr id="52" name="Group 51">
            <a:extLst>
              <a:ext uri="{FF2B5EF4-FFF2-40B4-BE49-F238E27FC236}">
                <a16:creationId xmlns:a16="http://schemas.microsoft.com/office/drawing/2014/main" id="{99576009-5C98-33F7-AF78-C13A3BC1ECDB}"/>
              </a:ext>
            </a:extLst>
          </p:cNvPr>
          <p:cNvGrpSpPr/>
          <p:nvPr/>
        </p:nvGrpSpPr>
        <p:grpSpPr>
          <a:xfrm>
            <a:off x="2704392" y="3931815"/>
            <a:ext cx="3033541" cy="1565043"/>
            <a:chOff x="2694232" y="4405383"/>
            <a:chExt cx="3033541" cy="1565043"/>
          </a:xfrm>
        </p:grpSpPr>
        <p:pic>
          <p:nvPicPr>
            <p:cNvPr id="53" name="Picture 52" descr="A blue and black rectangle&#10;&#10;AI-generated content may be incorrect.">
              <a:extLst>
                <a:ext uri="{FF2B5EF4-FFF2-40B4-BE49-F238E27FC236}">
                  <a16:creationId xmlns:a16="http://schemas.microsoft.com/office/drawing/2014/main" id="{7CFCEECE-E95E-4F79-117C-7EFB92E30B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4232" y="4405383"/>
              <a:ext cx="3033541" cy="1565043"/>
            </a:xfrm>
            <a:prstGeom prst="rect">
              <a:avLst/>
            </a:prstGeom>
          </p:spPr>
        </p:pic>
        <p:sp>
          <p:nvSpPr>
            <p:cNvPr id="54" name="object 5">
              <a:extLst>
                <a:ext uri="{FF2B5EF4-FFF2-40B4-BE49-F238E27FC236}">
                  <a16:creationId xmlns:a16="http://schemas.microsoft.com/office/drawing/2014/main" id="{BD8D3907-DEA3-F784-936E-E5CBE43F6AEC}"/>
                </a:ext>
              </a:extLst>
            </p:cNvPr>
            <p:cNvSpPr txBox="1"/>
            <p:nvPr/>
          </p:nvSpPr>
          <p:spPr>
            <a:xfrm>
              <a:off x="3469467" y="5370735"/>
              <a:ext cx="851378" cy="137808"/>
            </a:xfrm>
            <a:prstGeom prst="rect">
              <a:avLst/>
            </a:prstGeom>
          </p:spPr>
          <p:txBody>
            <a:bodyPr vert="horz" wrap="square" lIns="0" tIns="7316" rIns="0" bIns="0" rtlCol="0">
              <a:spAutoFit/>
            </a:bodyPr>
            <a:lstStyle/>
            <a:p>
              <a:pPr marL="7701" marR="3081" algn="r" defTabSz="554492" rtl="1">
                <a:lnSpc>
                  <a:spcPct val="138200"/>
                </a:lnSpc>
                <a:spcBef>
                  <a:spcPts val="58"/>
                </a:spcBef>
              </a:pPr>
              <a:endParaRPr sz="697" kern="0" dirty="0">
                <a:solidFill>
                  <a:sysClr val="windowText" lastClr="000000"/>
                </a:solidFill>
                <a:latin typeface="Neo Sans Arabic" panose="020B0504030504040204" pitchFamily="34" charset="-78"/>
                <a:cs typeface="Neo Sans Arabic" panose="020B0504030504040204" pitchFamily="34" charset="-78"/>
              </a:endParaRPr>
            </a:p>
          </p:txBody>
        </p:sp>
        <p:grpSp>
          <p:nvGrpSpPr>
            <p:cNvPr id="55" name="Group 54">
              <a:extLst>
                <a:ext uri="{FF2B5EF4-FFF2-40B4-BE49-F238E27FC236}">
                  <a16:creationId xmlns:a16="http://schemas.microsoft.com/office/drawing/2014/main" id="{F4D14001-D9E8-8570-1E47-5F1D674FC97A}"/>
                </a:ext>
              </a:extLst>
            </p:cNvPr>
            <p:cNvGrpSpPr/>
            <p:nvPr/>
          </p:nvGrpSpPr>
          <p:grpSpPr>
            <a:xfrm>
              <a:off x="2826944" y="4630402"/>
              <a:ext cx="2632337" cy="831739"/>
              <a:chOff x="13864531" y="4206875"/>
              <a:chExt cx="4340919" cy="1371600"/>
            </a:xfrm>
          </p:grpSpPr>
          <p:sp>
            <p:nvSpPr>
              <p:cNvPr id="56" name="object 8">
                <a:extLst>
                  <a:ext uri="{FF2B5EF4-FFF2-40B4-BE49-F238E27FC236}">
                    <a16:creationId xmlns:a16="http://schemas.microsoft.com/office/drawing/2014/main" id="{FD9574FA-6363-0A0C-7527-F9CC75348B56}"/>
                  </a:ext>
                </a:extLst>
              </p:cNvPr>
              <p:cNvSpPr txBox="1"/>
              <p:nvPr/>
            </p:nvSpPr>
            <p:spPr>
              <a:xfrm>
                <a:off x="13864531" y="4206875"/>
                <a:ext cx="3229892" cy="1080146"/>
              </a:xfrm>
              <a:prstGeom prst="rect">
                <a:avLst/>
              </a:prstGeom>
            </p:spPr>
            <p:txBody>
              <a:bodyPr vert="horz" wrap="square" lIns="0" tIns="7316" rIns="0" bIns="0" rtlCol="0">
                <a:spAutoFit/>
              </a:bodyPr>
              <a:lstStyle/>
              <a:p>
                <a:pPr marL="7701" marR="3081" algn="r" defTabSz="554492" rtl="1">
                  <a:lnSpc>
                    <a:spcPct val="150000"/>
                  </a:lnSpc>
                  <a:spcBef>
                    <a:spcPts val="58"/>
                  </a:spcBef>
                </a:pPr>
                <a:r>
                  <a:rPr lang="ar-EG" sz="1500" b="1" kern="0" dirty="0">
                    <a:solidFill>
                      <a:prstClr val="white"/>
                    </a:solidFill>
                    <a:latin typeface="Neo Sans Arabic" panose="020B0504030504040204" pitchFamily="34" charset="-78"/>
                    <a:cs typeface="Neo Sans Arabic" panose="020B0504030504040204" pitchFamily="34" charset="-78"/>
                  </a:rPr>
                  <a:t>حقيبة مهارات التوعية والتأثير الإجتماعى.</a:t>
                </a:r>
              </a:p>
            </p:txBody>
          </p:sp>
          <p:sp>
            <p:nvSpPr>
              <p:cNvPr id="57" name="object 9">
                <a:extLst>
                  <a:ext uri="{FF2B5EF4-FFF2-40B4-BE49-F238E27FC236}">
                    <a16:creationId xmlns:a16="http://schemas.microsoft.com/office/drawing/2014/main" id="{81FF4F96-C042-1FE2-6CA0-7E282855CAD2}"/>
                  </a:ext>
                </a:extLst>
              </p:cNvPr>
              <p:cNvSpPr txBox="1"/>
              <p:nvPr/>
            </p:nvSpPr>
            <p:spPr>
              <a:xfrm>
                <a:off x="17605721" y="4511675"/>
                <a:ext cx="599729" cy="688588"/>
              </a:xfrm>
              <a:prstGeom prst="rect">
                <a:avLst/>
              </a:prstGeom>
            </p:spPr>
            <p:txBody>
              <a:bodyPr vert="horz" wrap="square" lIns="0" tIns="6931" rIns="0" bIns="0" rtlCol="0">
                <a:spAutoFit/>
              </a:bodyPr>
              <a:lstStyle/>
              <a:p>
                <a:pPr marL="7701" defTabSz="554492">
                  <a:spcBef>
                    <a:spcPts val="55"/>
                  </a:spcBef>
                </a:pPr>
                <a:r>
                  <a:rPr lang="ar-EG" sz="2668" b="1" kern="0" spc="-30" dirty="0">
                    <a:solidFill>
                      <a:srgbClr val="33B9A0"/>
                    </a:solidFill>
                    <a:latin typeface="Neo Sans Arabic" panose="020B0504030504040204" pitchFamily="34" charset="-78"/>
                    <a:cs typeface="Neo Sans Arabic" panose="020B0504030504040204" pitchFamily="34" charset="-78"/>
                  </a:rPr>
                  <a:t>٤</a:t>
                </a:r>
                <a:endParaRPr sz="2668" kern="0" dirty="0">
                  <a:solidFill>
                    <a:sysClr val="windowText" lastClr="000000"/>
                  </a:solidFill>
                  <a:latin typeface="Neo Sans Arabic" panose="020B0504030504040204" pitchFamily="34" charset="-78"/>
                  <a:cs typeface="Neo Sans Arabic" panose="020B0504030504040204" pitchFamily="34" charset="-78"/>
                </a:endParaRPr>
              </a:p>
            </p:txBody>
          </p:sp>
          <p:pic>
            <p:nvPicPr>
              <p:cNvPr id="58" name="Picture 57">
                <a:extLst>
                  <a:ext uri="{FF2B5EF4-FFF2-40B4-BE49-F238E27FC236}">
                    <a16:creationId xmlns:a16="http://schemas.microsoft.com/office/drawing/2014/main" id="{1F224210-6D54-C2F3-BFFC-6FE00AC3924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7313272" y="4206875"/>
                <a:ext cx="53978" cy="1371600"/>
              </a:xfrm>
              <a:prstGeom prst="rect">
                <a:avLst/>
              </a:prstGeom>
            </p:spPr>
          </p:pic>
        </p:grpSp>
      </p:grpSp>
    </p:spTree>
    <p:extLst>
      <p:ext uri="{BB962C8B-B14F-4D97-AF65-F5344CB8AC3E}">
        <p14:creationId xmlns:p14="http://schemas.microsoft.com/office/powerpoint/2010/main" val="23168919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8"/>
                                        </p:tgtEl>
                                        <p:attrNameLst>
                                          <p:attrName>style.visibility</p:attrName>
                                        </p:attrNameLst>
                                      </p:cBhvr>
                                      <p:to>
                                        <p:strVal val="visible"/>
                                      </p:to>
                                    </p:set>
                                    <p:anim calcmode="lin" valueType="num">
                                      <p:cBhvr>
                                        <p:cTn id="14" dur="500" fill="hold"/>
                                        <p:tgtEl>
                                          <p:spTgt spid="38"/>
                                        </p:tgtEl>
                                        <p:attrNameLst>
                                          <p:attrName>ppt_w</p:attrName>
                                        </p:attrNameLst>
                                      </p:cBhvr>
                                      <p:tavLst>
                                        <p:tav tm="0">
                                          <p:val>
                                            <p:fltVal val="0"/>
                                          </p:val>
                                        </p:tav>
                                        <p:tav tm="100000">
                                          <p:val>
                                            <p:strVal val="#ppt_w"/>
                                          </p:val>
                                        </p:tav>
                                      </p:tavLst>
                                    </p:anim>
                                    <p:anim calcmode="lin" valueType="num">
                                      <p:cBhvr>
                                        <p:cTn id="15" dur="500" fill="hold"/>
                                        <p:tgtEl>
                                          <p:spTgt spid="38"/>
                                        </p:tgtEl>
                                        <p:attrNameLst>
                                          <p:attrName>ppt_h</p:attrName>
                                        </p:attrNameLst>
                                      </p:cBhvr>
                                      <p:tavLst>
                                        <p:tav tm="0">
                                          <p:val>
                                            <p:fltVal val="0"/>
                                          </p:val>
                                        </p:tav>
                                        <p:tav tm="100000">
                                          <p:val>
                                            <p:strVal val="#ppt_h"/>
                                          </p:val>
                                        </p:tav>
                                      </p:tavLst>
                                    </p:anim>
                                    <p:animEffect transition="in" filter="fade">
                                      <p:cBhvr>
                                        <p:cTn id="16" dur="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52"/>
                                        </p:tgtEl>
                                        <p:attrNameLst>
                                          <p:attrName>style.visibility</p:attrName>
                                        </p:attrNameLst>
                                      </p:cBhvr>
                                      <p:to>
                                        <p:strVal val="visible"/>
                                      </p:to>
                                    </p:set>
                                    <p:anim calcmode="lin" valueType="num">
                                      <p:cBhvr>
                                        <p:cTn id="28" dur="500" fill="hold"/>
                                        <p:tgtEl>
                                          <p:spTgt spid="52"/>
                                        </p:tgtEl>
                                        <p:attrNameLst>
                                          <p:attrName>ppt_w</p:attrName>
                                        </p:attrNameLst>
                                      </p:cBhvr>
                                      <p:tavLst>
                                        <p:tav tm="0">
                                          <p:val>
                                            <p:fltVal val="0"/>
                                          </p:val>
                                        </p:tav>
                                        <p:tav tm="100000">
                                          <p:val>
                                            <p:strVal val="#ppt_w"/>
                                          </p:val>
                                        </p:tav>
                                      </p:tavLst>
                                    </p:anim>
                                    <p:anim calcmode="lin" valueType="num">
                                      <p:cBhvr>
                                        <p:cTn id="29" dur="500" fill="hold"/>
                                        <p:tgtEl>
                                          <p:spTgt spid="52"/>
                                        </p:tgtEl>
                                        <p:attrNameLst>
                                          <p:attrName>ppt_h</p:attrName>
                                        </p:attrNameLst>
                                      </p:cBhvr>
                                      <p:tavLst>
                                        <p:tav tm="0">
                                          <p:val>
                                            <p:fltVal val="0"/>
                                          </p:val>
                                        </p:tav>
                                        <p:tav tm="100000">
                                          <p:val>
                                            <p:strVal val="#ppt_h"/>
                                          </p:val>
                                        </p:tav>
                                      </p:tavLst>
                                    </p:anim>
                                    <p:animEffect transition="in" filter="fade">
                                      <p:cBhvr>
                                        <p:cTn id="30" dur="500"/>
                                        <p:tgtEl>
                                          <p:spTgt spid="52"/>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p:cTn id="35" dur="500" fill="hold"/>
                                        <p:tgtEl>
                                          <p:spTgt spid="26"/>
                                        </p:tgtEl>
                                        <p:attrNameLst>
                                          <p:attrName>ppt_w</p:attrName>
                                        </p:attrNameLst>
                                      </p:cBhvr>
                                      <p:tavLst>
                                        <p:tav tm="0">
                                          <p:val>
                                            <p:fltVal val="0"/>
                                          </p:val>
                                        </p:tav>
                                        <p:tav tm="100000">
                                          <p:val>
                                            <p:strVal val="#ppt_w"/>
                                          </p:val>
                                        </p:tav>
                                      </p:tavLst>
                                    </p:anim>
                                    <p:anim calcmode="lin" valueType="num">
                                      <p:cBhvr>
                                        <p:cTn id="36" dur="500" fill="hold"/>
                                        <p:tgtEl>
                                          <p:spTgt spid="26"/>
                                        </p:tgtEl>
                                        <p:attrNameLst>
                                          <p:attrName>ppt_h</p:attrName>
                                        </p:attrNameLst>
                                      </p:cBhvr>
                                      <p:tavLst>
                                        <p:tav tm="0">
                                          <p:val>
                                            <p:fltVal val="0"/>
                                          </p:val>
                                        </p:tav>
                                        <p:tav tm="100000">
                                          <p:val>
                                            <p:strVal val="#ppt_h"/>
                                          </p:val>
                                        </p:tav>
                                      </p:tavLst>
                                    </p:anim>
                                    <p:animEffect transition="in" filter="fade">
                                      <p:cBhvr>
                                        <p:cTn id="3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888" y="31926"/>
            <a:ext cx="12170684" cy="6825592"/>
          </a:xfrm>
          <a:prstGeom prst="rect">
            <a:avLst/>
          </a:prstGeom>
        </p:spPr>
      </p:pic>
      <p:sp>
        <p:nvSpPr>
          <p:cNvPr id="3" name="object 3"/>
          <p:cNvSpPr>
            <a:spLocks noGrp="1" noRot="1" noMove="1" noResize="1" noEditPoints="1" noAdjustHandles="1" noChangeArrowheads="1" noChangeShapeType="1"/>
          </p:cNvSpPr>
          <p:nvPr/>
        </p:nvSpPr>
        <p:spPr>
          <a:xfrm>
            <a:off x="429" y="3"/>
            <a:ext cx="12191145" cy="68576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165363"/>
          </a:solidFill>
        </p:spPr>
        <p:txBody>
          <a:bodyPr wrap="square" lIns="0" tIns="0" rIns="0" bIns="0" rtlCol="0"/>
          <a:lstStyle/>
          <a:p>
            <a:pPr defTabSz="554492"/>
            <a:endParaRPr sz="1092" kern="0" dirty="0">
              <a:solidFill>
                <a:sysClr val="windowText" lastClr="000000"/>
              </a:solidFill>
            </a:endParaRPr>
          </a:p>
        </p:txBody>
      </p:sp>
      <p:grpSp>
        <p:nvGrpSpPr>
          <p:cNvPr id="4" name="object 4"/>
          <p:cNvGrpSpPr/>
          <p:nvPr/>
        </p:nvGrpSpPr>
        <p:grpSpPr>
          <a:xfrm>
            <a:off x="2046269" y="4199216"/>
            <a:ext cx="10154923" cy="2668112"/>
            <a:chOff x="3373742" y="6924814"/>
            <a:chExt cx="16746219" cy="4399915"/>
          </a:xfrm>
        </p:grpSpPr>
        <p:sp>
          <p:nvSpPr>
            <p:cNvPr id="5" name="object 5"/>
            <p:cNvSpPr/>
            <p:nvPr/>
          </p:nvSpPr>
          <p:spPr>
            <a:xfrm>
              <a:off x="3373742" y="7333815"/>
              <a:ext cx="16730980" cy="3975100"/>
            </a:xfrm>
            <a:custGeom>
              <a:avLst/>
              <a:gdLst/>
              <a:ahLst/>
              <a:cxnLst/>
              <a:rect l="l" t="t" r="r" b="b"/>
              <a:pathLst>
                <a:path w="16730980" h="3975100">
                  <a:moveTo>
                    <a:pt x="2979989" y="467"/>
                  </a:moveTo>
                  <a:lnTo>
                    <a:pt x="2929582" y="3975"/>
                  </a:lnTo>
                  <a:lnTo>
                    <a:pt x="2881693" y="10720"/>
                  </a:lnTo>
                  <a:lnTo>
                    <a:pt x="2835823" y="20625"/>
                  </a:lnTo>
                  <a:lnTo>
                    <a:pt x="2792054" y="33575"/>
                  </a:lnTo>
                  <a:lnTo>
                    <a:pt x="2750470" y="49452"/>
                  </a:lnTo>
                  <a:lnTo>
                    <a:pt x="2711155" y="68140"/>
                  </a:lnTo>
                  <a:lnTo>
                    <a:pt x="2674192" y="89524"/>
                  </a:lnTo>
                  <a:lnTo>
                    <a:pt x="2639666" y="113486"/>
                  </a:lnTo>
                  <a:lnTo>
                    <a:pt x="2607659" y="139911"/>
                  </a:lnTo>
                  <a:lnTo>
                    <a:pt x="2578255" y="168681"/>
                  </a:lnTo>
                  <a:lnTo>
                    <a:pt x="2551537" y="199682"/>
                  </a:lnTo>
                  <a:lnTo>
                    <a:pt x="2527590" y="232795"/>
                  </a:lnTo>
                  <a:lnTo>
                    <a:pt x="2506496" y="267905"/>
                  </a:lnTo>
                  <a:lnTo>
                    <a:pt x="2488340" y="304896"/>
                  </a:lnTo>
                  <a:lnTo>
                    <a:pt x="2473205" y="343650"/>
                  </a:lnTo>
                  <a:lnTo>
                    <a:pt x="2461173" y="384053"/>
                  </a:lnTo>
                  <a:lnTo>
                    <a:pt x="2452330" y="425986"/>
                  </a:lnTo>
                  <a:lnTo>
                    <a:pt x="2446759" y="469335"/>
                  </a:lnTo>
                  <a:lnTo>
                    <a:pt x="2444542" y="513982"/>
                  </a:lnTo>
                  <a:lnTo>
                    <a:pt x="2445764" y="559812"/>
                  </a:lnTo>
                  <a:lnTo>
                    <a:pt x="2450508" y="606707"/>
                  </a:lnTo>
                  <a:lnTo>
                    <a:pt x="2458858" y="654552"/>
                  </a:lnTo>
                  <a:lnTo>
                    <a:pt x="2470897" y="703230"/>
                  </a:lnTo>
                  <a:lnTo>
                    <a:pt x="2486316" y="750140"/>
                  </a:lnTo>
                  <a:lnTo>
                    <a:pt x="2505112" y="795397"/>
                  </a:lnTo>
                  <a:lnTo>
                    <a:pt x="2526808" y="839339"/>
                  </a:lnTo>
                  <a:lnTo>
                    <a:pt x="2550926" y="882303"/>
                  </a:lnTo>
                  <a:lnTo>
                    <a:pt x="2619549" y="998307"/>
                  </a:lnTo>
                  <a:lnTo>
                    <a:pt x="4376599" y="3949036"/>
                  </a:lnTo>
                  <a:lnTo>
                    <a:pt x="16730359" y="3974740"/>
                  </a:lnTo>
                  <a:lnTo>
                    <a:pt x="16730356" y="2624"/>
                  </a:lnTo>
                  <a:lnTo>
                    <a:pt x="2979989" y="467"/>
                  </a:lnTo>
                  <a:close/>
                </a:path>
                <a:path w="16730980" h="3975100">
                  <a:moveTo>
                    <a:pt x="2986704" y="0"/>
                  </a:moveTo>
                  <a:lnTo>
                    <a:pt x="0" y="0"/>
                  </a:lnTo>
                  <a:lnTo>
                    <a:pt x="2979989" y="467"/>
                  </a:lnTo>
                  <a:lnTo>
                    <a:pt x="2986704" y="0"/>
                  </a:lnTo>
                  <a:close/>
                </a:path>
              </a:pathLst>
            </a:custGeom>
            <a:solidFill>
              <a:srgbClr val="33B9A0"/>
            </a:solidFill>
          </p:spPr>
          <p:txBody>
            <a:bodyPr wrap="square" lIns="0" tIns="0" rIns="0" bIns="0" rtlCol="0"/>
            <a:lstStyle/>
            <a:p>
              <a:pPr defTabSz="554492"/>
              <a:endParaRPr sz="1092" kern="0">
                <a:solidFill>
                  <a:sysClr val="windowText" lastClr="000000"/>
                </a:solidFill>
              </a:endParaRPr>
            </a:p>
          </p:txBody>
        </p:sp>
        <p:sp>
          <p:nvSpPr>
            <p:cNvPr id="6" name="object 6"/>
            <p:cNvSpPr/>
            <p:nvPr/>
          </p:nvSpPr>
          <p:spPr>
            <a:xfrm>
              <a:off x="5513855" y="7894619"/>
              <a:ext cx="14590394" cy="3385820"/>
            </a:xfrm>
            <a:custGeom>
              <a:avLst/>
              <a:gdLst/>
              <a:ahLst/>
              <a:cxnLst/>
              <a:rect l="l" t="t" r="r" b="b"/>
              <a:pathLst>
                <a:path w="14590394" h="3385820">
                  <a:moveTo>
                    <a:pt x="1601529" y="3385691"/>
                  </a:moveTo>
                  <a:lnTo>
                    <a:pt x="1575722" y="3341842"/>
                  </a:lnTo>
                  <a:lnTo>
                    <a:pt x="1549913" y="3297996"/>
                  </a:lnTo>
                  <a:lnTo>
                    <a:pt x="1524100" y="3254151"/>
                  </a:lnTo>
                  <a:lnTo>
                    <a:pt x="1498285" y="3210308"/>
                  </a:lnTo>
                  <a:lnTo>
                    <a:pt x="1472466" y="3166466"/>
                  </a:lnTo>
                  <a:lnTo>
                    <a:pt x="1446645" y="3122626"/>
                  </a:lnTo>
                  <a:lnTo>
                    <a:pt x="1420821" y="3078788"/>
                  </a:lnTo>
                  <a:lnTo>
                    <a:pt x="1394995" y="3034951"/>
                  </a:lnTo>
                  <a:lnTo>
                    <a:pt x="1369166" y="2991116"/>
                  </a:lnTo>
                  <a:lnTo>
                    <a:pt x="1343334" y="2947283"/>
                  </a:lnTo>
                  <a:lnTo>
                    <a:pt x="1317500" y="2903451"/>
                  </a:lnTo>
                  <a:lnTo>
                    <a:pt x="1291664" y="2859620"/>
                  </a:lnTo>
                  <a:lnTo>
                    <a:pt x="1265825" y="2815791"/>
                  </a:lnTo>
                  <a:lnTo>
                    <a:pt x="1239984" y="2771963"/>
                  </a:lnTo>
                  <a:lnTo>
                    <a:pt x="1214140" y="2728136"/>
                  </a:lnTo>
                  <a:lnTo>
                    <a:pt x="1188295" y="2684311"/>
                  </a:lnTo>
                  <a:lnTo>
                    <a:pt x="1162447" y="2640486"/>
                  </a:lnTo>
                  <a:lnTo>
                    <a:pt x="1136597" y="2596664"/>
                  </a:lnTo>
                  <a:lnTo>
                    <a:pt x="1110746" y="2552842"/>
                  </a:lnTo>
                  <a:lnTo>
                    <a:pt x="1084892" y="2509021"/>
                  </a:lnTo>
                  <a:lnTo>
                    <a:pt x="1059036" y="2465202"/>
                  </a:lnTo>
                  <a:lnTo>
                    <a:pt x="1033179" y="2421383"/>
                  </a:lnTo>
                  <a:lnTo>
                    <a:pt x="1007320" y="2377566"/>
                  </a:lnTo>
                  <a:lnTo>
                    <a:pt x="981459" y="2333750"/>
                  </a:lnTo>
                  <a:lnTo>
                    <a:pt x="955597" y="2289934"/>
                  </a:lnTo>
                  <a:lnTo>
                    <a:pt x="929733" y="2246120"/>
                  </a:lnTo>
                  <a:lnTo>
                    <a:pt x="903868" y="2202306"/>
                  </a:lnTo>
                  <a:lnTo>
                    <a:pt x="878001" y="2158493"/>
                  </a:lnTo>
                  <a:lnTo>
                    <a:pt x="852133" y="2114681"/>
                  </a:lnTo>
                  <a:lnTo>
                    <a:pt x="826263" y="2070870"/>
                  </a:lnTo>
                  <a:lnTo>
                    <a:pt x="800392" y="2027060"/>
                  </a:lnTo>
                  <a:lnTo>
                    <a:pt x="774520" y="1983250"/>
                  </a:lnTo>
                  <a:lnTo>
                    <a:pt x="748647" y="1939441"/>
                  </a:lnTo>
                  <a:lnTo>
                    <a:pt x="722773" y="1895632"/>
                  </a:lnTo>
                  <a:lnTo>
                    <a:pt x="696898" y="1851824"/>
                  </a:lnTo>
                  <a:lnTo>
                    <a:pt x="671022" y="1808017"/>
                  </a:lnTo>
                  <a:lnTo>
                    <a:pt x="645145" y="1764210"/>
                  </a:lnTo>
                  <a:lnTo>
                    <a:pt x="619267" y="1720404"/>
                  </a:lnTo>
                  <a:lnTo>
                    <a:pt x="593389" y="1676598"/>
                  </a:lnTo>
                  <a:lnTo>
                    <a:pt x="567510" y="1632793"/>
                  </a:lnTo>
                  <a:lnTo>
                    <a:pt x="541630" y="1588988"/>
                  </a:lnTo>
                  <a:lnTo>
                    <a:pt x="515750" y="1545183"/>
                  </a:lnTo>
                  <a:lnTo>
                    <a:pt x="489869" y="1501378"/>
                  </a:lnTo>
                  <a:lnTo>
                    <a:pt x="463987" y="1457574"/>
                  </a:lnTo>
                  <a:lnTo>
                    <a:pt x="438106" y="1413770"/>
                  </a:lnTo>
                  <a:lnTo>
                    <a:pt x="412224" y="1369966"/>
                  </a:lnTo>
                  <a:lnTo>
                    <a:pt x="386341" y="1326163"/>
                  </a:lnTo>
                  <a:lnTo>
                    <a:pt x="360459" y="1282359"/>
                  </a:lnTo>
                  <a:lnTo>
                    <a:pt x="334576" y="1238556"/>
                  </a:lnTo>
                  <a:lnTo>
                    <a:pt x="308694" y="1194753"/>
                  </a:lnTo>
                  <a:lnTo>
                    <a:pt x="282811" y="1150949"/>
                  </a:lnTo>
                  <a:lnTo>
                    <a:pt x="256928" y="1107146"/>
                  </a:lnTo>
                  <a:lnTo>
                    <a:pt x="231046" y="1063343"/>
                  </a:lnTo>
                  <a:lnTo>
                    <a:pt x="205163" y="1019539"/>
                  </a:lnTo>
                  <a:lnTo>
                    <a:pt x="179281" y="975735"/>
                  </a:lnTo>
                  <a:lnTo>
                    <a:pt x="153400" y="931932"/>
                  </a:lnTo>
                  <a:lnTo>
                    <a:pt x="127518" y="888128"/>
                  </a:lnTo>
                  <a:lnTo>
                    <a:pt x="101637" y="844323"/>
                  </a:lnTo>
                  <a:lnTo>
                    <a:pt x="78564" y="803215"/>
                  </a:lnTo>
                  <a:lnTo>
                    <a:pt x="57807" y="761173"/>
                  </a:lnTo>
                  <a:lnTo>
                    <a:pt x="39824" y="717872"/>
                  </a:lnTo>
                  <a:lnTo>
                    <a:pt x="25074" y="672988"/>
                  </a:lnTo>
                  <a:lnTo>
                    <a:pt x="13116" y="624317"/>
                  </a:lnTo>
                  <a:lnTo>
                    <a:pt x="5011" y="576523"/>
                  </a:lnTo>
                  <a:lnTo>
                    <a:pt x="670" y="529733"/>
                  </a:lnTo>
                  <a:lnTo>
                    <a:pt x="0" y="484074"/>
                  </a:lnTo>
                  <a:lnTo>
                    <a:pt x="2909" y="439673"/>
                  </a:lnTo>
                  <a:lnTo>
                    <a:pt x="9308" y="396658"/>
                  </a:lnTo>
                  <a:lnTo>
                    <a:pt x="19103" y="355155"/>
                  </a:lnTo>
                  <a:lnTo>
                    <a:pt x="32205" y="315292"/>
                  </a:lnTo>
                  <a:lnTo>
                    <a:pt x="48520" y="277197"/>
                  </a:lnTo>
                  <a:lnTo>
                    <a:pt x="67960" y="240996"/>
                  </a:lnTo>
                  <a:lnTo>
                    <a:pt x="90431" y="206817"/>
                  </a:lnTo>
                  <a:lnTo>
                    <a:pt x="115842" y="174786"/>
                  </a:lnTo>
                  <a:lnTo>
                    <a:pt x="144103" y="145032"/>
                  </a:lnTo>
                  <a:lnTo>
                    <a:pt x="175121" y="117681"/>
                  </a:lnTo>
                  <a:lnTo>
                    <a:pt x="208806" y="92861"/>
                  </a:lnTo>
                  <a:lnTo>
                    <a:pt x="245065" y="70698"/>
                  </a:lnTo>
                  <a:lnTo>
                    <a:pt x="283809" y="51321"/>
                  </a:lnTo>
                  <a:lnTo>
                    <a:pt x="324944" y="34856"/>
                  </a:lnTo>
                  <a:lnTo>
                    <a:pt x="368381" y="21430"/>
                  </a:lnTo>
                  <a:lnTo>
                    <a:pt x="414027" y="11171"/>
                  </a:lnTo>
                  <a:lnTo>
                    <a:pt x="461791" y="4207"/>
                  </a:lnTo>
                  <a:lnTo>
                    <a:pt x="511583" y="663"/>
                  </a:lnTo>
                  <a:lnTo>
                    <a:pt x="566550" y="0"/>
                  </a:lnTo>
                  <a:lnTo>
                    <a:pt x="594050" y="182"/>
                  </a:lnTo>
                  <a:lnTo>
                    <a:pt x="621548" y="318"/>
                  </a:lnTo>
                  <a:lnTo>
                    <a:pt x="14590244" y="318"/>
                  </a:lnTo>
                </a:path>
              </a:pathLst>
            </a:custGeom>
            <a:ln w="31412">
              <a:solidFill>
                <a:srgbClr val="FFFFFF"/>
              </a:solidFill>
            </a:ln>
          </p:spPr>
          <p:txBody>
            <a:bodyPr wrap="square" lIns="0" tIns="0" rIns="0" bIns="0" rtlCol="0"/>
            <a:lstStyle/>
            <a:p>
              <a:pPr defTabSz="554492"/>
              <a:endParaRPr sz="1092" kern="0">
                <a:solidFill>
                  <a:sysClr val="windowText" lastClr="000000"/>
                </a:solidFill>
              </a:endParaRPr>
            </a:p>
          </p:txBody>
        </p:sp>
        <p:sp>
          <p:nvSpPr>
            <p:cNvPr id="7" name="object 7"/>
            <p:cNvSpPr/>
            <p:nvPr/>
          </p:nvSpPr>
          <p:spPr>
            <a:xfrm>
              <a:off x="7148436" y="8687145"/>
              <a:ext cx="12955905" cy="2621915"/>
            </a:xfrm>
            <a:custGeom>
              <a:avLst/>
              <a:gdLst/>
              <a:ahLst/>
              <a:cxnLst/>
              <a:rect l="l" t="t" r="r" b="b"/>
              <a:pathLst>
                <a:path w="12955905" h="2621915">
                  <a:moveTo>
                    <a:pt x="1173144" y="2621411"/>
                  </a:moveTo>
                  <a:lnTo>
                    <a:pt x="1137388" y="2560723"/>
                  </a:lnTo>
                  <a:lnTo>
                    <a:pt x="1103081" y="2502635"/>
                  </a:lnTo>
                  <a:lnTo>
                    <a:pt x="1070148" y="2447011"/>
                  </a:lnTo>
                  <a:lnTo>
                    <a:pt x="1038514" y="2393720"/>
                  </a:lnTo>
                  <a:lnTo>
                    <a:pt x="1008106" y="2342627"/>
                  </a:lnTo>
                  <a:lnTo>
                    <a:pt x="978848" y="2293600"/>
                  </a:lnTo>
                  <a:lnTo>
                    <a:pt x="950667" y="2246506"/>
                  </a:lnTo>
                  <a:lnTo>
                    <a:pt x="923488" y="2201212"/>
                  </a:lnTo>
                  <a:lnTo>
                    <a:pt x="897236" y="2157583"/>
                  </a:lnTo>
                  <a:lnTo>
                    <a:pt x="871838" y="2115487"/>
                  </a:lnTo>
                  <a:lnTo>
                    <a:pt x="847218" y="2074792"/>
                  </a:lnTo>
                  <a:lnTo>
                    <a:pt x="823302" y="2035363"/>
                  </a:lnTo>
                  <a:lnTo>
                    <a:pt x="800016" y="1997068"/>
                  </a:lnTo>
                  <a:lnTo>
                    <a:pt x="777286" y="1959772"/>
                  </a:lnTo>
                  <a:lnTo>
                    <a:pt x="755037" y="1923345"/>
                  </a:lnTo>
                  <a:lnTo>
                    <a:pt x="733194" y="1887651"/>
                  </a:lnTo>
                  <a:lnTo>
                    <a:pt x="711684" y="1852558"/>
                  </a:lnTo>
                  <a:lnTo>
                    <a:pt x="690432" y="1817932"/>
                  </a:lnTo>
                  <a:lnTo>
                    <a:pt x="669363" y="1783641"/>
                  </a:lnTo>
                  <a:lnTo>
                    <a:pt x="648403" y="1749552"/>
                  </a:lnTo>
                  <a:lnTo>
                    <a:pt x="627477" y="1715530"/>
                  </a:lnTo>
                  <a:lnTo>
                    <a:pt x="606512" y="1681444"/>
                  </a:lnTo>
                  <a:lnTo>
                    <a:pt x="585432" y="1647159"/>
                  </a:lnTo>
                  <a:lnTo>
                    <a:pt x="564164" y="1612543"/>
                  </a:lnTo>
                  <a:lnTo>
                    <a:pt x="542633" y="1577463"/>
                  </a:lnTo>
                  <a:lnTo>
                    <a:pt x="520764" y="1541784"/>
                  </a:lnTo>
                  <a:lnTo>
                    <a:pt x="498484" y="1505375"/>
                  </a:lnTo>
                  <a:lnTo>
                    <a:pt x="475717" y="1468102"/>
                  </a:lnTo>
                  <a:lnTo>
                    <a:pt x="452389" y="1429831"/>
                  </a:lnTo>
                  <a:lnTo>
                    <a:pt x="428426" y="1390430"/>
                  </a:lnTo>
                  <a:lnTo>
                    <a:pt x="403754" y="1349766"/>
                  </a:lnTo>
                  <a:lnTo>
                    <a:pt x="378298" y="1307704"/>
                  </a:lnTo>
                  <a:lnTo>
                    <a:pt x="351984" y="1264113"/>
                  </a:lnTo>
                  <a:lnTo>
                    <a:pt x="324736" y="1218858"/>
                  </a:lnTo>
                  <a:lnTo>
                    <a:pt x="296482" y="1171808"/>
                  </a:lnTo>
                  <a:lnTo>
                    <a:pt x="267146" y="1122827"/>
                  </a:lnTo>
                  <a:lnTo>
                    <a:pt x="236654" y="1071785"/>
                  </a:lnTo>
                  <a:lnTo>
                    <a:pt x="204931" y="1018546"/>
                  </a:lnTo>
                  <a:lnTo>
                    <a:pt x="171904" y="962978"/>
                  </a:lnTo>
                  <a:lnTo>
                    <a:pt x="137497" y="904948"/>
                  </a:lnTo>
                  <a:lnTo>
                    <a:pt x="101637" y="844323"/>
                  </a:lnTo>
                  <a:lnTo>
                    <a:pt x="78564" y="803213"/>
                  </a:lnTo>
                  <a:lnTo>
                    <a:pt x="57807" y="761169"/>
                  </a:lnTo>
                  <a:lnTo>
                    <a:pt x="39824" y="717868"/>
                  </a:lnTo>
                  <a:lnTo>
                    <a:pt x="25074" y="672988"/>
                  </a:lnTo>
                  <a:lnTo>
                    <a:pt x="13116" y="624317"/>
                  </a:lnTo>
                  <a:lnTo>
                    <a:pt x="5011" y="576523"/>
                  </a:lnTo>
                  <a:lnTo>
                    <a:pt x="670" y="529733"/>
                  </a:lnTo>
                  <a:lnTo>
                    <a:pt x="0" y="484074"/>
                  </a:lnTo>
                  <a:lnTo>
                    <a:pt x="2909" y="439673"/>
                  </a:lnTo>
                  <a:lnTo>
                    <a:pt x="9308" y="396658"/>
                  </a:lnTo>
                  <a:lnTo>
                    <a:pt x="19103" y="355155"/>
                  </a:lnTo>
                  <a:lnTo>
                    <a:pt x="32205" y="315292"/>
                  </a:lnTo>
                  <a:lnTo>
                    <a:pt x="48520" y="277197"/>
                  </a:lnTo>
                  <a:lnTo>
                    <a:pt x="67960" y="240996"/>
                  </a:lnTo>
                  <a:lnTo>
                    <a:pt x="90431" y="206817"/>
                  </a:lnTo>
                  <a:lnTo>
                    <a:pt x="115842" y="174786"/>
                  </a:lnTo>
                  <a:lnTo>
                    <a:pt x="144103" y="145032"/>
                  </a:lnTo>
                  <a:lnTo>
                    <a:pt x="175121" y="117681"/>
                  </a:lnTo>
                  <a:lnTo>
                    <a:pt x="208806" y="92861"/>
                  </a:lnTo>
                  <a:lnTo>
                    <a:pt x="245065" y="70698"/>
                  </a:lnTo>
                  <a:lnTo>
                    <a:pt x="283809" y="51321"/>
                  </a:lnTo>
                  <a:lnTo>
                    <a:pt x="324944" y="34856"/>
                  </a:lnTo>
                  <a:lnTo>
                    <a:pt x="368381" y="21430"/>
                  </a:lnTo>
                  <a:lnTo>
                    <a:pt x="414027" y="11171"/>
                  </a:lnTo>
                  <a:lnTo>
                    <a:pt x="461791" y="4207"/>
                  </a:lnTo>
                  <a:lnTo>
                    <a:pt x="511583" y="663"/>
                  </a:lnTo>
                  <a:lnTo>
                    <a:pt x="566548" y="0"/>
                  </a:lnTo>
                  <a:lnTo>
                    <a:pt x="594045" y="182"/>
                  </a:lnTo>
                  <a:lnTo>
                    <a:pt x="621538" y="318"/>
                  </a:lnTo>
                  <a:lnTo>
                    <a:pt x="12955663" y="318"/>
                  </a:lnTo>
                </a:path>
              </a:pathLst>
            </a:custGeom>
            <a:ln w="31412">
              <a:solidFill>
                <a:srgbClr val="FFFFFF"/>
              </a:solidFill>
            </a:ln>
          </p:spPr>
          <p:txBody>
            <a:bodyPr wrap="square" lIns="0" tIns="0" rIns="0" bIns="0" rtlCol="0"/>
            <a:lstStyle/>
            <a:p>
              <a:pPr defTabSz="554492"/>
              <a:endParaRPr sz="1092" kern="0">
                <a:solidFill>
                  <a:sysClr val="windowText" lastClr="000000"/>
                </a:solidFill>
              </a:endParaRPr>
            </a:p>
          </p:txBody>
        </p:sp>
        <p:sp>
          <p:nvSpPr>
            <p:cNvPr id="8" name="object 8"/>
            <p:cNvSpPr/>
            <p:nvPr/>
          </p:nvSpPr>
          <p:spPr>
            <a:xfrm>
              <a:off x="3790385" y="6940520"/>
              <a:ext cx="16313785" cy="4340225"/>
            </a:xfrm>
            <a:custGeom>
              <a:avLst/>
              <a:gdLst/>
              <a:ahLst/>
              <a:cxnLst/>
              <a:rect l="l" t="t" r="r" b="b"/>
              <a:pathLst>
                <a:path w="16313785" h="4340225">
                  <a:moveTo>
                    <a:pt x="16313713" y="3455"/>
                  </a:moveTo>
                  <a:lnTo>
                    <a:pt x="16281525" y="3190"/>
                  </a:lnTo>
                  <a:lnTo>
                    <a:pt x="16220893" y="3036"/>
                  </a:lnTo>
                  <a:lnTo>
                    <a:pt x="16153358" y="3049"/>
                  </a:lnTo>
                  <a:lnTo>
                    <a:pt x="16085815" y="3168"/>
                  </a:lnTo>
                  <a:lnTo>
                    <a:pt x="16025165" y="3328"/>
                  </a:lnTo>
                  <a:lnTo>
                    <a:pt x="15978303" y="3468"/>
                  </a:lnTo>
                  <a:lnTo>
                    <a:pt x="15952129" y="3523"/>
                  </a:lnTo>
                  <a:lnTo>
                    <a:pt x="15897873" y="3491"/>
                  </a:lnTo>
                  <a:lnTo>
                    <a:pt x="15837669" y="3459"/>
                  </a:lnTo>
                  <a:lnTo>
                    <a:pt x="15771640" y="3427"/>
                  </a:lnTo>
                  <a:lnTo>
                    <a:pt x="15699906" y="3395"/>
                  </a:lnTo>
                  <a:lnTo>
                    <a:pt x="15622590" y="3363"/>
                  </a:lnTo>
                  <a:lnTo>
                    <a:pt x="15581876" y="3347"/>
                  </a:lnTo>
                  <a:lnTo>
                    <a:pt x="15539812" y="3331"/>
                  </a:lnTo>
                  <a:lnTo>
                    <a:pt x="15496414" y="3315"/>
                  </a:lnTo>
                  <a:lnTo>
                    <a:pt x="15451695" y="3299"/>
                  </a:lnTo>
                  <a:lnTo>
                    <a:pt x="15405671" y="3283"/>
                  </a:lnTo>
                  <a:lnTo>
                    <a:pt x="15358358" y="3267"/>
                  </a:lnTo>
                  <a:lnTo>
                    <a:pt x="15309771" y="3251"/>
                  </a:lnTo>
                  <a:lnTo>
                    <a:pt x="15259924" y="3235"/>
                  </a:lnTo>
                  <a:lnTo>
                    <a:pt x="15208834" y="3219"/>
                  </a:lnTo>
                  <a:lnTo>
                    <a:pt x="15156514" y="3203"/>
                  </a:lnTo>
                  <a:lnTo>
                    <a:pt x="15102981" y="3187"/>
                  </a:lnTo>
                  <a:lnTo>
                    <a:pt x="15048250" y="3171"/>
                  </a:lnTo>
                  <a:lnTo>
                    <a:pt x="14992335" y="3155"/>
                  </a:lnTo>
                  <a:lnTo>
                    <a:pt x="14935252" y="3139"/>
                  </a:lnTo>
                  <a:lnTo>
                    <a:pt x="14877016" y="3123"/>
                  </a:lnTo>
                  <a:lnTo>
                    <a:pt x="14817643" y="3107"/>
                  </a:lnTo>
                  <a:lnTo>
                    <a:pt x="14757146" y="3091"/>
                  </a:lnTo>
                  <a:lnTo>
                    <a:pt x="14695542" y="3075"/>
                  </a:lnTo>
                  <a:lnTo>
                    <a:pt x="14632846" y="3059"/>
                  </a:lnTo>
                  <a:lnTo>
                    <a:pt x="14569073" y="3043"/>
                  </a:lnTo>
                  <a:lnTo>
                    <a:pt x="14504238" y="3027"/>
                  </a:lnTo>
                  <a:lnTo>
                    <a:pt x="14438356" y="3011"/>
                  </a:lnTo>
                  <a:lnTo>
                    <a:pt x="14371442" y="2995"/>
                  </a:lnTo>
                  <a:lnTo>
                    <a:pt x="14303512" y="2979"/>
                  </a:lnTo>
                  <a:lnTo>
                    <a:pt x="14234581" y="2963"/>
                  </a:lnTo>
                  <a:lnTo>
                    <a:pt x="14164664" y="2947"/>
                  </a:lnTo>
                  <a:lnTo>
                    <a:pt x="14093775" y="2931"/>
                  </a:lnTo>
                  <a:lnTo>
                    <a:pt x="14021931" y="2915"/>
                  </a:lnTo>
                  <a:lnTo>
                    <a:pt x="13949147" y="2899"/>
                  </a:lnTo>
                  <a:lnTo>
                    <a:pt x="13875437" y="2883"/>
                  </a:lnTo>
                  <a:lnTo>
                    <a:pt x="13800816" y="2868"/>
                  </a:lnTo>
                  <a:lnTo>
                    <a:pt x="13725301" y="2852"/>
                  </a:lnTo>
                  <a:lnTo>
                    <a:pt x="13648906" y="2836"/>
                  </a:lnTo>
                  <a:lnTo>
                    <a:pt x="13571646" y="2820"/>
                  </a:lnTo>
                  <a:lnTo>
                    <a:pt x="13493536" y="2804"/>
                  </a:lnTo>
                  <a:lnTo>
                    <a:pt x="13414592" y="2788"/>
                  </a:lnTo>
                  <a:lnTo>
                    <a:pt x="13334829" y="2772"/>
                  </a:lnTo>
                  <a:lnTo>
                    <a:pt x="13254262" y="2756"/>
                  </a:lnTo>
                  <a:lnTo>
                    <a:pt x="13172906" y="2740"/>
                  </a:lnTo>
                  <a:lnTo>
                    <a:pt x="13090776" y="2724"/>
                  </a:lnTo>
                  <a:lnTo>
                    <a:pt x="13007888" y="2708"/>
                  </a:lnTo>
                  <a:lnTo>
                    <a:pt x="12924256" y="2692"/>
                  </a:lnTo>
                  <a:lnTo>
                    <a:pt x="12839896" y="2676"/>
                  </a:lnTo>
                  <a:lnTo>
                    <a:pt x="12754823" y="2660"/>
                  </a:lnTo>
                  <a:lnTo>
                    <a:pt x="12669053" y="2644"/>
                  </a:lnTo>
                  <a:lnTo>
                    <a:pt x="12582599" y="2629"/>
                  </a:lnTo>
                  <a:lnTo>
                    <a:pt x="12495478" y="2613"/>
                  </a:lnTo>
                  <a:lnTo>
                    <a:pt x="12407705" y="2597"/>
                  </a:lnTo>
                  <a:lnTo>
                    <a:pt x="12319294" y="2581"/>
                  </a:lnTo>
                  <a:lnTo>
                    <a:pt x="12230262" y="2565"/>
                  </a:lnTo>
                  <a:lnTo>
                    <a:pt x="12140623" y="2549"/>
                  </a:lnTo>
                  <a:lnTo>
                    <a:pt x="12050392" y="2533"/>
                  </a:lnTo>
                  <a:lnTo>
                    <a:pt x="11959584" y="2517"/>
                  </a:lnTo>
                  <a:lnTo>
                    <a:pt x="11868216" y="2501"/>
                  </a:lnTo>
                  <a:lnTo>
                    <a:pt x="11776301" y="2485"/>
                  </a:lnTo>
                  <a:lnTo>
                    <a:pt x="11683855" y="2469"/>
                  </a:lnTo>
                  <a:lnTo>
                    <a:pt x="11590893" y="2454"/>
                  </a:lnTo>
                  <a:lnTo>
                    <a:pt x="11497431" y="2438"/>
                  </a:lnTo>
                  <a:lnTo>
                    <a:pt x="11403483" y="2422"/>
                  </a:lnTo>
                  <a:lnTo>
                    <a:pt x="11309065" y="2406"/>
                  </a:lnTo>
                  <a:lnTo>
                    <a:pt x="11214192" y="2390"/>
                  </a:lnTo>
                  <a:lnTo>
                    <a:pt x="11118879" y="2374"/>
                  </a:lnTo>
                  <a:lnTo>
                    <a:pt x="11023141" y="2358"/>
                  </a:lnTo>
                  <a:lnTo>
                    <a:pt x="10926993" y="2342"/>
                  </a:lnTo>
                  <a:lnTo>
                    <a:pt x="10830451" y="2326"/>
                  </a:lnTo>
                  <a:lnTo>
                    <a:pt x="10733530" y="2311"/>
                  </a:lnTo>
                  <a:lnTo>
                    <a:pt x="10636245" y="2295"/>
                  </a:lnTo>
                  <a:lnTo>
                    <a:pt x="10538610" y="2279"/>
                  </a:lnTo>
                  <a:lnTo>
                    <a:pt x="10440642" y="2263"/>
                  </a:lnTo>
                  <a:lnTo>
                    <a:pt x="10342356" y="2247"/>
                  </a:lnTo>
                  <a:lnTo>
                    <a:pt x="10243766" y="2231"/>
                  </a:lnTo>
                  <a:lnTo>
                    <a:pt x="10144888" y="2215"/>
                  </a:lnTo>
                  <a:lnTo>
                    <a:pt x="10045736" y="2199"/>
                  </a:lnTo>
                  <a:lnTo>
                    <a:pt x="9946327" y="2184"/>
                  </a:lnTo>
                  <a:lnTo>
                    <a:pt x="9846675" y="2168"/>
                  </a:lnTo>
                  <a:lnTo>
                    <a:pt x="9746796" y="2152"/>
                  </a:lnTo>
                  <a:lnTo>
                    <a:pt x="9646704" y="2136"/>
                  </a:lnTo>
                  <a:lnTo>
                    <a:pt x="9546414" y="2120"/>
                  </a:lnTo>
                  <a:lnTo>
                    <a:pt x="9445943" y="2104"/>
                  </a:lnTo>
                  <a:lnTo>
                    <a:pt x="9345305" y="2088"/>
                  </a:lnTo>
                  <a:lnTo>
                    <a:pt x="9244515" y="2073"/>
                  </a:lnTo>
                  <a:lnTo>
                    <a:pt x="9143589" y="2057"/>
                  </a:lnTo>
                  <a:lnTo>
                    <a:pt x="9042542" y="2041"/>
                  </a:lnTo>
                  <a:lnTo>
                    <a:pt x="8941388" y="2025"/>
                  </a:lnTo>
                  <a:lnTo>
                    <a:pt x="8840143" y="2009"/>
                  </a:lnTo>
                  <a:lnTo>
                    <a:pt x="8738822" y="1993"/>
                  </a:lnTo>
                  <a:lnTo>
                    <a:pt x="8637441" y="1978"/>
                  </a:lnTo>
                  <a:lnTo>
                    <a:pt x="8536014" y="1962"/>
                  </a:lnTo>
                  <a:lnTo>
                    <a:pt x="8434556" y="1946"/>
                  </a:lnTo>
                  <a:lnTo>
                    <a:pt x="8333084" y="1930"/>
                  </a:lnTo>
                  <a:lnTo>
                    <a:pt x="8231612" y="1914"/>
                  </a:lnTo>
                  <a:lnTo>
                    <a:pt x="8130154" y="1898"/>
                  </a:lnTo>
                  <a:lnTo>
                    <a:pt x="8028727" y="1883"/>
                  </a:lnTo>
                  <a:lnTo>
                    <a:pt x="7927346" y="1867"/>
                  </a:lnTo>
                  <a:lnTo>
                    <a:pt x="7826025" y="1851"/>
                  </a:lnTo>
                  <a:lnTo>
                    <a:pt x="7724780" y="1835"/>
                  </a:lnTo>
                  <a:lnTo>
                    <a:pt x="7623626" y="1819"/>
                  </a:lnTo>
                  <a:lnTo>
                    <a:pt x="7522579" y="1804"/>
                  </a:lnTo>
                  <a:lnTo>
                    <a:pt x="7421652" y="1788"/>
                  </a:lnTo>
                  <a:lnTo>
                    <a:pt x="7320863" y="1772"/>
                  </a:lnTo>
                  <a:lnTo>
                    <a:pt x="7220225" y="1756"/>
                  </a:lnTo>
                  <a:lnTo>
                    <a:pt x="7119753" y="1740"/>
                  </a:lnTo>
                  <a:lnTo>
                    <a:pt x="7019464" y="1725"/>
                  </a:lnTo>
                  <a:lnTo>
                    <a:pt x="6919372" y="1709"/>
                  </a:lnTo>
                  <a:lnTo>
                    <a:pt x="6819493" y="1693"/>
                  </a:lnTo>
                  <a:lnTo>
                    <a:pt x="6719841" y="1677"/>
                  </a:lnTo>
                  <a:lnTo>
                    <a:pt x="6620432" y="1661"/>
                  </a:lnTo>
                  <a:lnTo>
                    <a:pt x="6521280" y="1646"/>
                  </a:lnTo>
                  <a:lnTo>
                    <a:pt x="6422402" y="1630"/>
                  </a:lnTo>
                  <a:lnTo>
                    <a:pt x="6323812" y="1614"/>
                  </a:lnTo>
                  <a:lnTo>
                    <a:pt x="6225526" y="1598"/>
                  </a:lnTo>
                  <a:lnTo>
                    <a:pt x="6127558" y="1583"/>
                  </a:lnTo>
                  <a:lnTo>
                    <a:pt x="6029923" y="1567"/>
                  </a:lnTo>
                  <a:lnTo>
                    <a:pt x="5932638" y="1551"/>
                  </a:lnTo>
                  <a:lnTo>
                    <a:pt x="5835717" y="1535"/>
                  </a:lnTo>
                  <a:lnTo>
                    <a:pt x="5739175" y="1519"/>
                  </a:lnTo>
                  <a:lnTo>
                    <a:pt x="5643027" y="1504"/>
                  </a:lnTo>
                  <a:lnTo>
                    <a:pt x="5547289" y="1488"/>
                  </a:lnTo>
                  <a:lnTo>
                    <a:pt x="5451976" y="1472"/>
                  </a:lnTo>
                  <a:lnTo>
                    <a:pt x="5357103" y="1456"/>
                  </a:lnTo>
                  <a:lnTo>
                    <a:pt x="5262685" y="1441"/>
                  </a:lnTo>
                  <a:lnTo>
                    <a:pt x="5168737" y="1425"/>
                  </a:lnTo>
                  <a:lnTo>
                    <a:pt x="5075275" y="1409"/>
                  </a:lnTo>
                  <a:lnTo>
                    <a:pt x="4982313" y="1393"/>
                  </a:lnTo>
                  <a:lnTo>
                    <a:pt x="4889867" y="1378"/>
                  </a:lnTo>
                  <a:lnTo>
                    <a:pt x="4797952" y="1362"/>
                  </a:lnTo>
                  <a:lnTo>
                    <a:pt x="4706584" y="1346"/>
                  </a:lnTo>
                  <a:lnTo>
                    <a:pt x="4615776" y="1331"/>
                  </a:lnTo>
                  <a:lnTo>
                    <a:pt x="4525545" y="1315"/>
                  </a:lnTo>
                  <a:lnTo>
                    <a:pt x="4435906" y="1299"/>
                  </a:lnTo>
                  <a:lnTo>
                    <a:pt x="4346874" y="1283"/>
                  </a:lnTo>
                  <a:lnTo>
                    <a:pt x="4258463" y="1268"/>
                  </a:lnTo>
                  <a:lnTo>
                    <a:pt x="4170690" y="1252"/>
                  </a:lnTo>
                  <a:lnTo>
                    <a:pt x="4083569" y="1236"/>
                  </a:lnTo>
                  <a:lnTo>
                    <a:pt x="3997115" y="1220"/>
                  </a:lnTo>
                  <a:lnTo>
                    <a:pt x="3911345" y="1205"/>
                  </a:lnTo>
                  <a:lnTo>
                    <a:pt x="3826272" y="1189"/>
                  </a:lnTo>
                  <a:lnTo>
                    <a:pt x="3741912" y="1173"/>
                  </a:lnTo>
                  <a:lnTo>
                    <a:pt x="3658280" y="1158"/>
                  </a:lnTo>
                  <a:lnTo>
                    <a:pt x="3575392" y="1142"/>
                  </a:lnTo>
                  <a:lnTo>
                    <a:pt x="3493262" y="1126"/>
                  </a:lnTo>
                  <a:lnTo>
                    <a:pt x="3411906" y="1111"/>
                  </a:lnTo>
                  <a:lnTo>
                    <a:pt x="3331339" y="1095"/>
                  </a:lnTo>
                  <a:lnTo>
                    <a:pt x="3251576" y="1079"/>
                  </a:lnTo>
                  <a:lnTo>
                    <a:pt x="3172632" y="1064"/>
                  </a:lnTo>
                  <a:lnTo>
                    <a:pt x="3094522" y="1048"/>
                  </a:lnTo>
                  <a:lnTo>
                    <a:pt x="3017262" y="1032"/>
                  </a:lnTo>
                  <a:lnTo>
                    <a:pt x="2940867" y="1016"/>
                  </a:lnTo>
                  <a:lnTo>
                    <a:pt x="2865351" y="1001"/>
                  </a:lnTo>
                  <a:lnTo>
                    <a:pt x="2790731" y="985"/>
                  </a:lnTo>
                  <a:lnTo>
                    <a:pt x="2717021" y="969"/>
                  </a:lnTo>
                  <a:lnTo>
                    <a:pt x="2644237" y="954"/>
                  </a:lnTo>
                  <a:lnTo>
                    <a:pt x="2572392" y="938"/>
                  </a:lnTo>
                  <a:lnTo>
                    <a:pt x="2501504" y="922"/>
                  </a:lnTo>
                  <a:lnTo>
                    <a:pt x="2431587" y="907"/>
                  </a:lnTo>
                  <a:lnTo>
                    <a:pt x="2362656" y="891"/>
                  </a:lnTo>
                  <a:lnTo>
                    <a:pt x="2294726" y="876"/>
                  </a:lnTo>
                  <a:lnTo>
                    <a:pt x="2227812" y="860"/>
                  </a:lnTo>
                  <a:lnTo>
                    <a:pt x="2161930" y="844"/>
                  </a:lnTo>
                  <a:lnTo>
                    <a:pt x="2097095" y="829"/>
                  </a:lnTo>
                  <a:lnTo>
                    <a:pt x="2033322" y="813"/>
                  </a:lnTo>
                  <a:lnTo>
                    <a:pt x="1970625" y="797"/>
                  </a:lnTo>
                  <a:lnTo>
                    <a:pt x="1909022" y="782"/>
                  </a:lnTo>
                  <a:lnTo>
                    <a:pt x="1848525" y="766"/>
                  </a:lnTo>
                  <a:lnTo>
                    <a:pt x="1789152" y="750"/>
                  </a:lnTo>
                  <a:lnTo>
                    <a:pt x="1730916" y="735"/>
                  </a:lnTo>
                  <a:lnTo>
                    <a:pt x="1673833" y="719"/>
                  </a:lnTo>
                  <a:lnTo>
                    <a:pt x="1617918" y="704"/>
                  </a:lnTo>
                  <a:lnTo>
                    <a:pt x="1563186" y="688"/>
                  </a:lnTo>
                  <a:lnTo>
                    <a:pt x="1509653" y="672"/>
                  </a:lnTo>
                  <a:lnTo>
                    <a:pt x="1457334" y="657"/>
                  </a:lnTo>
                  <a:lnTo>
                    <a:pt x="1406244" y="641"/>
                  </a:lnTo>
                  <a:lnTo>
                    <a:pt x="1356397" y="626"/>
                  </a:lnTo>
                  <a:lnTo>
                    <a:pt x="1307810" y="610"/>
                  </a:lnTo>
                  <a:lnTo>
                    <a:pt x="1260497" y="594"/>
                  </a:lnTo>
                  <a:lnTo>
                    <a:pt x="1214473" y="579"/>
                  </a:lnTo>
                  <a:lnTo>
                    <a:pt x="1169754" y="563"/>
                  </a:lnTo>
                  <a:lnTo>
                    <a:pt x="1126355" y="548"/>
                  </a:lnTo>
                  <a:lnTo>
                    <a:pt x="1084292" y="532"/>
                  </a:lnTo>
                  <a:lnTo>
                    <a:pt x="1043578" y="516"/>
                  </a:lnTo>
                  <a:lnTo>
                    <a:pt x="1004229" y="501"/>
                  </a:lnTo>
                  <a:lnTo>
                    <a:pt x="929689" y="470"/>
                  </a:lnTo>
                  <a:lnTo>
                    <a:pt x="860793" y="439"/>
                  </a:lnTo>
                  <a:lnTo>
                    <a:pt x="797661" y="407"/>
                  </a:lnTo>
                  <a:lnTo>
                    <a:pt x="740416" y="376"/>
                  </a:lnTo>
                  <a:lnTo>
                    <a:pt x="682461" y="207"/>
                  </a:lnTo>
                  <a:lnTo>
                    <a:pt x="650878" y="0"/>
                  </a:lnTo>
                  <a:lnTo>
                    <a:pt x="619303" y="75"/>
                  </a:lnTo>
                  <a:lnTo>
                    <a:pt x="537301" y="4140"/>
                  </a:lnTo>
                  <a:lnTo>
                    <a:pt x="488646" y="10568"/>
                  </a:lnTo>
                  <a:lnTo>
                    <a:pt x="441856" y="19952"/>
                  </a:lnTo>
                  <a:lnTo>
                    <a:pt x="397002" y="32194"/>
                  </a:lnTo>
                  <a:lnTo>
                    <a:pt x="354155" y="47194"/>
                  </a:lnTo>
                  <a:lnTo>
                    <a:pt x="313388" y="64852"/>
                  </a:lnTo>
                  <a:lnTo>
                    <a:pt x="274771" y="85069"/>
                  </a:lnTo>
                  <a:lnTo>
                    <a:pt x="238377" y="107745"/>
                  </a:lnTo>
                  <a:lnTo>
                    <a:pt x="204276" y="132781"/>
                  </a:lnTo>
                  <a:lnTo>
                    <a:pt x="172540" y="160076"/>
                  </a:lnTo>
                  <a:lnTo>
                    <a:pt x="143241" y="189532"/>
                  </a:lnTo>
                  <a:lnTo>
                    <a:pt x="116450" y="221049"/>
                  </a:lnTo>
                  <a:lnTo>
                    <a:pt x="92239" y="254526"/>
                  </a:lnTo>
                  <a:lnTo>
                    <a:pt x="70679" y="289866"/>
                  </a:lnTo>
                  <a:lnTo>
                    <a:pt x="51842" y="326967"/>
                  </a:lnTo>
                  <a:lnTo>
                    <a:pt x="35799" y="365730"/>
                  </a:lnTo>
                  <a:lnTo>
                    <a:pt x="22622" y="406057"/>
                  </a:lnTo>
                  <a:lnTo>
                    <a:pt x="12381" y="447846"/>
                  </a:lnTo>
                  <a:lnTo>
                    <a:pt x="5150" y="490999"/>
                  </a:lnTo>
                  <a:lnTo>
                    <a:pt x="999" y="535416"/>
                  </a:lnTo>
                  <a:lnTo>
                    <a:pt x="0" y="580998"/>
                  </a:lnTo>
                  <a:lnTo>
                    <a:pt x="2223" y="627644"/>
                  </a:lnTo>
                  <a:lnTo>
                    <a:pt x="7742" y="675256"/>
                  </a:lnTo>
                  <a:lnTo>
                    <a:pt x="16627" y="723733"/>
                  </a:lnTo>
                  <a:lnTo>
                    <a:pt x="28949" y="772976"/>
                  </a:lnTo>
                  <a:lnTo>
                    <a:pt x="45893" y="824529"/>
                  </a:lnTo>
                  <a:lnTo>
                    <a:pt x="66549" y="874266"/>
                  </a:lnTo>
                  <a:lnTo>
                    <a:pt x="90391" y="922558"/>
                  </a:lnTo>
                  <a:lnTo>
                    <a:pt x="116894" y="969776"/>
                  </a:lnTo>
                  <a:lnTo>
                    <a:pt x="139428" y="1007900"/>
                  </a:lnTo>
                  <a:lnTo>
                    <a:pt x="162241" y="1046469"/>
                  </a:lnTo>
                  <a:lnTo>
                    <a:pt x="185326" y="1085470"/>
                  </a:lnTo>
                  <a:lnTo>
                    <a:pt x="208676" y="1124892"/>
                  </a:lnTo>
                  <a:lnTo>
                    <a:pt x="232284" y="1164723"/>
                  </a:lnTo>
                  <a:lnTo>
                    <a:pt x="256141" y="1204951"/>
                  </a:lnTo>
                  <a:lnTo>
                    <a:pt x="280241" y="1245564"/>
                  </a:lnTo>
                  <a:lnTo>
                    <a:pt x="304575" y="1286550"/>
                  </a:lnTo>
                  <a:lnTo>
                    <a:pt x="329137" y="1327899"/>
                  </a:lnTo>
                  <a:lnTo>
                    <a:pt x="353918" y="1369596"/>
                  </a:lnTo>
                  <a:lnTo>
                    <a:pt x="378912" y="1411632"/>
                  </a:lnTo>
                  <a:lnTo>
                    <a:pt x="404111" y="1453994"/>
                  </a:lnTo>
                  <a:lnTo>
                    <a:pt x="429507" y="1496670"/>
                  </a:lnTo>
                  <a:lnTo>
                    <a:pt x="455093" y="1539648"/>
                  </a:lnTo>
                  <a:lnTo>
                    <a:pt x="480861" y="1582917"/>
                  </a:lnTo>
                  <a:lnTo>
                    <a:pt x="506805" y="1626465"/>
                  </a:lnTo>
                  <a:lnTo>
                    <a:pt x="532916" y="1670280"/>
                  </a:lnTo>
                  <a:lnTo>
                    <a:pt x="559187" y="1714349"/>
                  </a:lnTo>
                  <a:lnTo>
                    <a:pt x="585611" y="1758662"/>
                  </a:lnTo>
                  <a:lnTo>
                    <a:pt x="612179" y="1803206"/>
                  </a:lnTo>
                  <a:lnTo>
                    <a:pt x="638885" y="1847969"/>
                  </a:lnTo>
                  <a:lnTo>
                    <a:pt x="665721" y="1892941"/>
                  </a:lnTo>
                  <a:lnTo>
                    <a:pt x="692680" y="1938108"/>
                  </a:lnTo>
                  <a:lnTo>
                    <a:pt x="719754" y="1983459"/>
                  </a:lnTo>
                  <a:lnTo>
                    <a:pt x="746936" y="2028982"/>
                  </a:lnTo>
                  <a:lnTo>
                    <a:pt x="774217" y="2074666"/>
                  </a:lnTo>
                  <a:lnTo>
                    <a:pt x="801592" y="2120498"/>
                  </a:lnTo>
                  <a:lnTo>
                    <a:pt x="829051" y="2166466"/>
                  </a:lnTo>
                  <a:lnTo>
                    <a:pt x="856588" y="2212560"/>
                  </a:lnTo>
                  <a:lnTo>
                    <a:pt x="884196" y="2258766"/>
                  </a:lnTo>
                  <a:lnTo>
                    <a:pt x="911866" y="2305074"/>
                  </a:lnTo>
                  <a:lnTo>
                    <a:pt x="939592" y="2351471"/>
                  </a:lnTo>
                  <a:lnTo>
                    <a:pt x="967365" y="2397945"/>
                  </a:lnTo>
                  <a:lnTo>
                    <a:pt x="995178" y="2444485"/>
                  </a:lnTo>
                  <a:lnTo>
                    <a:pt x="1023025" y="2491079"/>
                  </a:lnTo>
                  <a:lnTo>
                    <a:pt x="1050896" y="2537715"/>
                  </a:lnTo>
                  <a:lnTo>
                    <a:pt x="1078786" y="2584380"/>
                  </a:lnTo>
                  <a:lnTo>
                    <a:pt x="1106686" y="2631064"/>
                  </a:lnTo>
                  <a:lnTo>
                    <a:pt x="1134589" y="2677755"/>
                  </a:lnTo>
                  <a:lnTo>
                    <a:pt x="1162487" y="2724440"/>
                  </a:lnTo>
                  <a:lnTo>
                    <a:pt x="1190373" y="2771108"/>
                  </a:lnTo>
                  <a:lnTo>
                    <a:pt x="1218240" y="2817746"/>
                  </a:lnTo>
                  <a:lnTo>
                    <a:pt x="1246079" y="2864344"/>
                  </a:lnTo>
                  <a:lnTo>
                    <a:pt x="1273884" y="2910889"/>
                  </a:lnTo>
                  <a:lnTo>
                    <a:pt x="1301647" y="2957369"/>
                  </a:lnTo>
                  <a:lnTo>
                    <a:pt x="1329361" y="3003773"/>
                  </a:lnTo>
                  <a:lnTo>
                    <a:pt x="1357017" y="3050089"/>
                  </a:lnTo>
                  <a:lnTo>
                    <a:pt x="1384609" y="3096304"/>
                  </a:lnTo>
                  <a:lnTo>
                    <a:pt x="1412129" y="3142408"/>
                  </a:lnTo>
                  <a:lnTo>
                    <a:pt x="1439570" y="3188388"/>
                  </a:lnTo>
                  <a:lnTo>
                    <a:pt x="1466924" y="3234232"/>
                  </a:lnTo>
                  <a:lnTo>
                    <a:pt x="1494184" y="3279929"/>
                  </a:lnTo>
                  <a:lnTo>
                    <a:pt x="1521341" y="3325466"/>
                  </a:lnTo>
                  <a:lnTo>
                    <a:pt x="1548390" y="3370832"/>
                  </a:lnTo>
                  <a:lnTo>
                    <a:pt x="1575321" y="3416015"/>
                  </a:lnTo>
                  <a:lnTo>
                    <a:pt x="1602128" y="3461004"/>
                  </a:lnTo>
                  <a:lnTo>
                    <a:pt x="1628804" y="3505785"/>
                  </a:lnTo>
                  <a:lnTo>
                    <a:pt x="1655340" y="3550349"/>
                  </a:lnTo>
                  <a:lnTo>
                    <a:pt x="1681729" y="3594681"/>
                  </a:lnTo>
                  <a:lnTo>
                    <a:pt x="1707964" y="3638772"/>
                  </a:lnTo>
                  <a:lnTo>
                    <a:pt x="1734038" y="3682609"/>
                  </a:lnTo>
                  <a:lnTo>
                    <a:pt x="1759942" y="3726180"/>
                  </a:lnTo>
                  <a:lnTo>
                    <a:pt x="1785670" y="3769473"/>
                  </a:lnTo>
                  <a:lnTo>
                    <a:pt x="1811213" y="3812476"/>
                  </a:lnTo>
                  <a:lnTo>
                    <a:pt x="1836565" y="3855179"/>
                  </a:lnTo>
                  <a:lnTo>
                    <a:pt x="1861718" y="3897567"/>
                  </a:lnTo>
                  <a:lnTo>
                    <a:pt x="1886664" y="3939631"/>
                  </a:lnTo>
                  <a:lnTo>
                    <a:pt x="1911396" y="3981359"/>
                  </a:lnTo>
                  <a:lnTo>
                    <a:pt x="1935906" y="4022737"/>
                  </a:lnTo>
                  <a:lnTo>
                    <a:pt x="1960188" y="4063755"/>
                  </a:lnTo>
                  <a:lnTo>
                    <a:pt x="1984233" y="4104400"/>
                  </a:lnTo>
                  <a:lnTo>
                    <a:pt x="2008034" y="4144661"/>
                  </a:lnTo>
                  <a:lnTo>
                    <a:pt x="2031583" y="4184526"/>
                  </a:lnTo>
                  <a:lnTo>
                    <a:pt x="2054873" y="4223983"/>
                  </a:lnTo>
                  <a:lnTo>
                    <a:pt x="2077897" y="4263021"/>
                  </a:lnTo>
                  <a:lnTo>
                    <a:pt x="2100647" y="4301626"/>
                  </a:lnTo>
                  <a:lnTo>
                    <a:pt x="2123116" y="4339789"/>
                  </a:lnTo>
                </a:path>
              </a:pathLst>
            </a:custGeom>
            <a:ln w="31412">
              <a:solidFill>
                <a:srgbClr val="FFFFFF"/>
              </a:solidFill>
            </a:ln>
          </p:spPr>
          <p:txBody>
            <a:bodyPr wrap="square" lIns="0" tIns="0" rIns="0" bIns="0" rtlCol="0"/>
            <a:lstStyle/>
            <a:p>
              <a:pPr defTabSz="554492"/>
              <a:endParaRPr sz="1092" kern="0">
                <a:solidFill>
                  <a:sysClr val="windowText" lastClr="000000"/>
                </a:solidFill>
              </a:endParaRPr>
            </a:p>
          </p:txBody>
        </p:sp>
      </p:grpSp>
      <p:grpSp>
        <p:nvGrpSpPr>
          <p:cNvPr id="13" name="Group 12">
            <a:extLst>
              <a:ext uri="{FF2B5EF4-FFF2-40B4-BE49-F238E27FC236}">
                <a16:creationId xmlns:a16="http://schemas.microsoft.com/office/drawing/2014/main" id="{9E4F0E89-F4FF-F0C2-0D85-535E2713C2D3}"/>
              </a:ext>
            </a:extLst>
          </p:cNvPr>
          <p:cNvGrpSpPr/>
          <p:nvPr/>
        </p:nvGrpSpPr>
        <p:grpSpPr>
          <a:xfrm>
            <a:off x="10427324" y="2176494"/>
            <a:ext cx="587034" cy="824984"/>
            <a:chOff x="17194724" y="3589199"/>
            <a:chExt cx="968063" cy="1360459"/>
          </a:xfrm>
        </p:grpSpPr>
        <p:sp>
          <p:nvSpPr>
            <p:cNvPr id="10" name="object 10"/>
            <p:cNvSpPr/>
            <p:nvPr/>
          </p:nvSpPr>
          <p:spPr>
            <a:xfrm>
              <a:off x="17682015" y="4244808"/>
              <a:ext cx="462915" cy="704850"/>
            </a:xfrm>
            <a:custGeom>
              <a:avLst/>
              <a:gdLst/>
              <a:ahLst/>
              <a:cxnLst/>
              <a:rect l="l" t="t" r="r" b="b"/>
              <a:pathLst>
                <a:path w="462915" h="704850">
                  <a:moveTo>
                    <a:pt x="62959" y="0"/>
                  </a:moveTo>
                  <a:lnTo>
                    <a:pt x="32212" y="8933"/>
                  </a:lnTo>
                  <a:lnTo>
                    <a:pt x="9984" y="31902"/>
                  </a:lnTo>
                  <a:lnTo>
                    <a:pt x="251" y="66501"/>
                  </a:lnTo>
                  <a:lnTo>
                    <a:pt x="0" y="71150"/>
                  </a:lnTo>
                  <a:lnTo>
                    <a:pt x="178" y="75820"/>
                  </a:lnTo>
                  <a:lnTo>
                    <a:pt x="753" y="657456"/>
                  </a:lnTo>
                  <a:lnTo>
                    <a:pt x="4361" y="676411"/>
                  </a:lnTo>
                  <a:lnTo>
                    <a:pt x="13313" y="691112"/>
                  </a:lnTo>
                  <a:lnTo>
                    <a:pt x="26922" y="700824"/>
                  </a:lnTo>
                  <a:lnTo>
                    <a:pt x="44501" y="704806"/>
                  </a:lnTo>
                  <a:lnTo>
                    <a:pt x="62302" y="702401"/>
                  </a:lnTo>
                  <a:lnTo>
                    <a:pt x="91871" y="661341"/>
                  </a:lnTo>
                  <a:lnTo>
                    <a:pt x="131482" y="254223"/>
                  </a:lnTo>
                  <a:lnTo>
                    <a:pt x="137985" y="191774"/>
                  </a:lnTo>
                  <a:lnTo>
                    <a:pt x="147231" y="190832"/>
                  </a:lnTo>
                  <a:lnTo>
                    <a:pt x="153052" y="194685"/>
                  </a:lnTo>
                  <a:lnTo>
                    <a:pt x="400029" y="290902"/>
                  </a:lnTo>
                  <a:lnTo>
                    <a:pt x="406448" y="292420"/>
                  </a:lnTo>
                  <a:lnTo>
                    <a:pt x="422182" y="293428"/>
                  </a:lnTo>
                  <a:lnTo>
                    <a:pt x="436799" y="289320"/>
                  </a:lnTo>
                  <a:lnTo>
                    <a:pt x="449157" y="280686"/>
                  </a:lnTo>
                  <a:lnTo>
                    <a:pt x="458111" y="268117"/>
                  </a:lnTo>
                  <a:lnTo>
                    <a:pt x="462447" y="253127"/>
                  </a:lnTo>
                  <a:lnTo>
                    <a:pt x="461586" y="238111"/>
                  </a:lnTo>
                  <a:lnTo>
                    <a:pt x="455745" y="224182"/>
                  </a:lnTo>
                  <a:lnTo>
                    <a:pt x="445138" y="212454"/>
                  </a:lnTo>
                  <a:lnTo>
                    <a:pt x="440489" y="208758"/>
                  </a:lnTo>
                  <a:lnTo>
                    <a:pt x="435159" y="205879"/>
                  </a:lnTo>
                  <a:lnTo>
                    <a:pt x="103672" y="9979"/>
                  </a:lnTo>
                  <a:lnTo>
                    <a:pt x="98248" y="7508"/>
                  </a:lnTo>
                  <a:lnTo>
                    <a:pt x="62959" y="0"/>
                  </a:lnTo>
                  <a:close/>
                </a:path>
              </a:pathLst>
            </a:custGeom>
            <a:solidFill>
              <a:srgbClr val="34B9A0"/>
            </a:solidFill>
          </p:spPr>
          <p:txBody>
            <a:bodyPr wrap="square" lIns="0" tIns="0" rIns="0" bIns="0" rtlCol="0"/>
            <a:lstStyle/>
            <a:p>
              <a:pPr defTabSz="554492"/>
              <a:endParaRPr sz="1092" kern="0">
                <a:solidFill>
                  <a:sysClr val="windowText" lastClr="000000"/>
                </a:solidFill>
              </a:endParaRPr>
            </a:p>
          </p:txBody>
        </p:sp>
        <p:sp>
          <p:nvSpPr>
            <p:cNvPr id="11" name="object 11"/>
            <p:cNvSpPr/>
            <p:nvPr/>
          </p:nvSpPr>
          <p:spPr>
            <a:xfrm>
              <a:off x="17682728" y="3589199"/>
              <a:ext cx="480059" cy="546734"/>
            </a:xfrm>
            <a:custGeom>
              <a:avLst/>
              <a:gdLst/>
              <a:ahLst/>
              <a:cxnLst/>
              <a:rect l="l" t="t" r="r" b="b"/>
              <a:pathLst>
                <a:path w="480059" h="546735">
                  <a:moveTo>
                    <a:pt x="48260" y="0"/>
                  </a:moveTo>
                  <a:lnTo>
                    <a:pt x="8696" y="18688"/>
                  </a:lnTo>
                  <a:lnTo>
                    <a:pt x="0" y="40962"/>
                  </a:lnTo>
                  <a:lnTo>
                    <a:pt x="198" y="107707"/>
                  </a:lnTo>
                  <a:lnTo>
                    <a:pt x="660" y="158039"/>
                  </a:lnTo>
                  <a:lnTo>
                    <a:pt x="834" y="207417"/>
                  </a:lnTo>
                  <a:lnTo>
                    <a:pt x="94" y="255363"/>
                  </a:lnTo>
                  <a:lnTo>
                    <a:pt x="94" y="462059"/>
                  </a:lnTo>
                  <a:lnTo>
                    <a:pt x="7343" y="507388"/>
                  </a:lnTo>
                  <a:lnTo>
                    <a:pt x="50040" y="543177"/>
                  </a:lnTo>
                  <a:lnTo>
                    <a:pt x="64470" y="546206"/>
                  </a:lnTo>
                  <a:lnTo>
                    <a:pt x="78510" y="545779"/>
                  </a:lnTo>
                  <a:lnTo>
                    <a:pt x="427714" y="389398"/>
                  </a:lnTo>
                  <a:lnTo>
                    <a:pt x="466822" y="367398"/>
                  </a:lnTo>
                  <a:lnTo>
                    <a:pt x="479564" y="338121"/>
                  </a:lnTo>
                  <a:lnTo>
                    <a:pt x="477053" y="321183"/>
                  </a:lnTo>
                  <a:lnTo>
                    <a:pt x="441997" y="292074"/>
                  </a:lnTo>
                  <a:lnTo>
                    <a:pt x="415254" y="294221"/>
                  </a:lnTo>
                  <a:lnTo>
                    <a:pt x="155178" y="365884"/>
                  </a:lnTo>
                  <a:lnTo>
                    <a:pt x="144009" y="368632"/>
                  </a:lnTo>
                  <a:lnTo>
                    <a:pt x="137841" y="368109"/>
                  </a:lnTo>
                  <a:lnTo>
                    <a:pt x="134755" y="362992"/>
                  </a:lnTo>
                  <a:lnTo>
                    <a:pt x="132833" y="351957"/>
                  </a:lnTo>
                  <a:lnTo>
                    <a:pt x="126655" y="306528"/>
                  </a:lnTo>
                  <a:lnTo>
                    <a:pt x="93573" y="58039"/>
                  </a:lnTo>
                  <a:lnTo>
                    <a:pt x="90217" y="35873"/>
                  </a:lnTo>
                  <a:lnTo>
                    <a:pt x="85151" y="21595"/>
                  </a:lnTo>
                  <a:lnTo>
                    <a:pt x="75741" y="10405"/>
                  </a:lnTo>
                  <a:lnTo>
                    <a:pt x="63079" y="2981"/>
                  </a:lnTo>
                  <a:lnTo>
                    <a:pt x="48260" y="0"/>
                  </a:lnTo>
                  <a:close/>
                </a:path>
              </a:pathLst>
            </a:custGeom>
            <a:solidFill>
              <a:srgbClr val="34B9A0"/>
            </a:solidFill>
          </p:spPr>
          <p:txBody>
            <a:bodyPr wrap="square" lIns="0" tIns="0" rIns="0" bIns="0" rtlCol="0"/>
            <a:lstStyle/>
            <a:p>
              <a:pPr defTabSz="554492"/>
              <a:endParaRPr sz="1092" kern="0">
                <a:solidFill>
                  <a:sysClr val="windowText" lastClr="000000"/>
                </a:solidFill>
              </a:endParaRPr>
            </a:p>
          </p:txBody>
        </p:sp>
        <p:sp>
          <p:nvSpPr>
            <p:cNvPr id="12" name="object 12"/>
            <p:cNvSpPr/>
            <p:nvPr/>
          </p:nvSpPr>
          <p:spPr>
            <a:xfrm>
              <a:off x="17194724" y="3890989"/>
              <a:ext cx="436879" cy="562610"/>
            </a:xfrm>
            <a:custGeom>
              <a:avLst/>
              <a:gdLst/>
              <a:ahLst/>
              <a:cxnLst/>
              <a:rect l="l" t="t" r="r" b="b"/>
              <a:pathLst>
                <a:path w="436880" h="562610">
                  <a:moveTo>
                    <a:pt x="48172" y="0"/>
                  </a:moveTo>
                  <a:lnTo>
                    <a:pt x="33702" y="4943"/>
                  </a:lnTo>
                  <a:lnTo>
                    <a:pt x="21202" y="15178"/>
                  </a:lnTo>
                  <a:lnTo>
                    <a:pt x="12970" y="28783"/>
                  </a:lnTo>
                  <a:lnTo>
                    <a:pt x="10096" y="43901"/>
                  </a:lnTo>
                  <a:lnTo>
                    <a:pt x="12630" y="59304"/>
                  </a:lnTo>
                  <a:lnTo>
                    <a:pt x="20626" y="73763"/>
                  </a:lnTo>
                  <a:lnTo>
                    <a:pt x="24741" y="78957"/>
                  </a:lnTo>
                  <a:lnTo>
                    <a:pt x="29631" y="83564"/>
                  </a:lnTo>
                  <a:lnTo>
                    <a:pt x="225845" y="278029"/>
                  </a:lnTo>
                  <a:lnTo>
                    <a:pt x="241153" y="293704"/>
                  </a:lnTo>
                  <a:lnTo>
                    <a:pt x="240462" y="297630"/>
                  </a:lnTo>
                  <a:lnTo>
                    <a:pt x="229290" y="307588"/>
                  </a:lnTo>
                  <a:lnTo>
                    <a:pt x="56315" y="450347"/>
                  </a:lnTo>
                  <a:lnTo>
                    <a:pt x="34892" y="468296"/>
                  </a:lnTo>
                  <a:lnTo>
                    <a:pt x="13799" y="486619"/>
                  </a:lnTo>
                  <a:lnTo>
                    <a:pt x="4096" y="499263"/>
                  </a:lnTo>
                  <a:lnTo>
                    <a:pt x="0" y="513849"/>
                  </a:lnTo>
                  <a:lnTo>
                    <a:pt x="1331" y="528906"/>
                  </a:lnTo>
                  <a:lnTo>
                    <a:pt x="7914" y="542963"/>
                  </a:lnTo>
                  <a:lnTo>
                    <a:pt x="18900" y="554220"/>
                  </a:lnTo>
                  <a:lnTo>
                    <a:pt x="32366" y="560874"/>
                  </a:lnTo>
                  <a:lnTo>
                    <a:pt x="47273" y="562541"/>
                  </a:lnTo>
                  <a:lnTo>
                    <a:pt x="62583" y="558837"/>
                  </a:lnTo>
                  <a:lnTo>
                    <a:pt x="396080" y="365974"/>
                  </a:lnTo>
                  <a:lnTo>
                    <a:pt x="425010" y="339061"/>
                  </a:lnTo>
                  <a:lnTo>
                    <a:pt x="436278" y="301295"/>
                  </a:lnTo>
                  <a:lnTo>
                    <a:pt x="433457" y="283755"/>
                  </a:lnTo>
                  <a:lnTo>
                    <a:pt x="404646" y="241821"/>
                  </a:lnTo>
                  <a:lnTo>
                    <a:pt x="112520" y="30788"/>
                  </a:lnTo>
                  <a:lnTo>
                    <a:pt x="78928" y="7430"/>
                  </a:lnTo>
                  <a:lnTo>
                    <a:pt x="63588" y="708"/>
                  </a:lnTo>
                  <a:lnTo>
                    <a:pt x="48172" y="0"/>
                  </a:lnTo>
                  <a:close/>
                </a:path>
              </a:pathLst>
            </a:custGeom>
            <a:solidFill>
              <a:srgbClr val="34B9A0"/>
            </a:solidFill>
          </p:spPr>
          <p:txBody>
            <a:bodyPr wrap="square" lIns="0" tIns="0" rIns="0" bIns="0" rtlCol="0"/>
            <a:lstStyle/>
            <a:p>
              <a:pPr defTabSz="554492"/>
              <a:endParaRPr sz="1092" kern="0">
                <a:solidFill>
                  <a:sysClr val="windowText" lastClr="000000"/>
                </a:solidFill>
              </a:endParaRPr>
            </a:p>
          </p:txBody>
        </p:sp>
      </p:grpSp>
      <p:pic>
        <p:nvPicPr>
          <p:cNvPr id="14" name="object 6">
            <a:extLst>
              <a:ext uri="{FF2B5EF4-FFF2-40B4-BE49-F238E27FC236}">
                <a16:creationId xmlns:a16="http://schemas.microsoft.com/office/drawing/2014/main" id="{528D3C56-ED63-D9A7-93A5-2DD6968042FF}"/>
              </a:ext>
            </a:extLst>
          </p:cNvPr>
          <p:cNvPicPr/>
          <p:nvPr/>
        </p:nvPicPr>
        <p:blipFill>
          <a:blip r:embed="rId3" cstate="print"/>
          <a:stretch>
            <a:fillRect/>
          </a:stretch>
        </p:blipFill>
        <p:spPr>
          <a:xfrm>
            <a:off x="10289897" y="154911"/>
            <a:ext cx="1633614" cy="944684"/>
          </a:xfrm>
          <a:prstGeom prst="rect">
            <a:avLst/>
          </a:prstGeom>
        </p:spPr>
      </p:pic>
      <p:sp>
        <p:nvSpPr>
          <p:cNvPr id="15" name="object 9">
            <a:extLst>
              <a:ext uri="{FF2B5EF4-FFF2-40B4-BE49-F238E27FC236}">
                <a16:creationId xmlns:a16="http://schemas.microsoft.com/office/drawing/2014/main" id="{60894230-E019-0662-4E75-2E501FE8054F}"/>
              </a:ext>
            </a:extLst>
          </p:cNvPr>
          <p:cNvSpPr txBox="1">
            <a:spLocks/>
          </p:cNvSpPr>
          <p:nvPr/>
        </p:nvSpPr>
        <p:spPr>
          <a:xfrm>
            <a:off x="2658928" y="2165453"/>
            <a:ext cx="7545340" cy="561098"/>
          </a:xfrm>
          <a:prstGeom prst="rect">
            <a:avLst/>
          </a:prstGeom>
        </p:spPr>
        <p:txBody>
          <a:bodyPr vert="horz" wrap="square" lIns="0" tIns="10397" rIns="0" bIns="0" rtlCol="0">
            <a:spAutoFit/>
          </a:bodyPr>
          <a:lstStyle>
            <a:lvl1pPr>
              <a:defRPr sz="3578" b="0" i="0">
                <a:solidFill>
                  <a:srgbClr val="065363"/>
                </a:solidFill>
                <a:latin typeface="Neo Sans Arabic Medium"/>
                <a:ea typeface="+mj-ea"/>
                <a:cs typeface="Neo Sans Arabic Medium"/>
              </a:defRPr>
            </a:lvl1pPr>
          </a:lstStyle>
          <a:p>
            <a:pPr marL="7701" marR="3081" algn="r">
              <a:spcBef>
                <a:spcPts val="82"/>
              </a:spcBef>
            </a:pPr>
            <a:r>
              <a:rPr lang="ar-EG" kern="0" spc="45" dirty="0">
                <a:solidFill>
                  <a:srgbClr val="FFFFFF"/>
                </a:solidFill>
                <a:latin typeface="Neo Sans Arabic Bold" panose="020B0804030504040204" pitchFamily="34" charset="-78"/>
                <a:cs typeface="Neo Sans Arabic Bold" panose="020B0804030504040204" pitchFamily="34" charset="-78"/>
              </a:rPr>
              <a:t>حقيبة المهارات الإعلامية والرقمية</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43678-D556-D539-2B5E-4A3058C56CCC}"/>
              </a:ext>
            </a:extLst>
          </p:cNvPr>
          <p:cNvSpPr>
            <a:spLocks noGrp="1"/>
          </p:cNvSpPr>
          <p:nvPr>
            <p:ph type="title"/>
          </p:nvPr>
        </p:nvSpPr>
        <p:spPr/>
        <p:txBody>
          <a:bodyPr/>
          <a:lstStyle/>
          <a:p>
            <a:endParaRPr lang="en-GB"/>
          </a:p>
        </p:txBody>
      </p:sp>
      <p:pic>
        <p:nvPicPr>
          <p:cNvPr id="4" name="Picture 3" descr="A blue rectangular object with black lines&#10;&#10;AI-generated content may be incorrect.">
            <a:extLst>
              <a:ext uri="{FF2B5EF4-FFF2-40B4-BE49-F238E27FC236}">
                <a16:creationId xmlns:a16="http://schemas.microsoft.com/office/drawing/2014/main" id="{13648B33-C877-3B9C-B192-06CE95C087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0351" y="3070206"/>
            <a:ext cx="2851297" cy="717587"/>
          </a:xfrm>
          <a:prstGeom prst="rect">
            <a:avLst/>
          </a:prstGeom>
        </p:spPr>
      </p:pic>
      <p:pic>
        <p:nvPicPr>
          <p:cNvPr id="6" name="Picture 5">
            <a:extLst>
              <a:ext uri="{FF2B5EF4-FFF2-40B4-BE49-F238E27FC236}">
                <a16:creationId xmlns:a16="http://schemas.microsoft.com/office/drawing/2014/main" id="{FCCAD7D7-C452-D77F-CFFD-76C91A170FB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 y="38061"/>
            <a:ext cx="12192000" cy="6781878"/>
          </a:xfrm>
          <a:prstGeom prst="rect">
            <a:avLst/>
          </a:prstGeom>
        </p:spPr>
      </p:pic>
      <p:pic>
        <p:nvPicPr>
          <p:cNvPr id="10" name="Picture 9" descr="A black and green rectangular object&#10;&#10;AI-generated content may be incorrect.">
            <a:extLst>
              <a:ext uri="{FF2B5EF4-FFF2-40B4-BE49-F238E27FC236}">
                <a16:creationId xmlns:a16="http://schemas.microsoft.com/office/drawing/2014/main" id="{87ABAB04-2E54-3577-2721-1CA6D81075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08480" y="5397321"/>
            <a:ext cx="7186685" cy="1165281"/>
          </a:xfrm>
          <a:prstGeom prst="rect">
            <a:avLst/>
          </a:prstGeom>
        </p:spPr>
      </p:pic>
      <p:pic>
        <p:nvPicPr>
          <p:cNvPr id="12" name="Picture 11" descr="A green and black background&#10;&#10;AI-generated content may be incorrect.">
            <a:extLst>
              <a:ext uri="{FF2B5EF4-FFF2-40B4-BE49-F238E27FC236}">
                <a16:creationId xmlns:a16="http://schemas.microsoft.com/office/drawing/2014/main" id="{4281AC5B-143A-9266-C09D-6C8A39E68C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8293" y="4244962"/>
            <a:ext cx="5081605" cy="550654"/>
          </a:xfrm>
          <a:prstGeom prst="rect">
            <a:avLst/>
          </a:prstGeom>
        </p:spPr>
      </p:pic>
      <p:pic>
        <p:nvPicPr>
          <p:cNvPr id="14" name="Picture 13" descr="A black and green rectangular object&#10;&#10;AI-generated content may be incorrect.">
            <a:extLst>
              <a:ext uri="{FF2B5EF4-FFF2-40B4-BE49-F238E27FC236}">
                <a16:creationId xmlns:a16="http://schemas.microsoft.com/office/drawing/2014/main" id="{7399F123-C08D-5BAB-277D-F12E14B0BF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68202" y="0"/>
            <a:ext cx="3723797" cy="2017986"/>
          </a:xfrm>
          <a:prstGeom prst="rect">
            <a:avLst/>
          </a:prstGeom>
        </p:spPr>
      </p:pic>
      <p:pic>
        <p:nvPicPr>
          <p:cNvPr id="19" name="Picture 18" descr="A green and black background&#10;&#10;AI-generated content may be incorrect.">
            <a:extLst>
              <a:ext uri="{FF2B5EF4-FFF2-40B4-BE49-F238E27FC236}">
                <a16:creationId xmlns:a16="http://schemas.microsoft.com/office/drawing/2014/main" id="{32D5F497-242B-458A-828F-C216B2B64A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13560" y="4193627"/>
            <a:ext cx="5081605" cy="550654"/>
          </a:xfrm>
          <a:prstGeom prst="rect">
            <a:avLst/>
          </a:prstGeom>
        </p:spPr>
      </p:pic>
      <p:pic>
        <p:nvPicPr>
          <p:cNvPr id="16" name="Picture 15" descr="A blue rectangular object with black lines&#10;&#10;AI-generated content may be incorrect.">
            <a:extLst>
              <a:ext uri="{FF2B5EF4-FFF2-40B4-BE49-F238E27FC236}">
                <a16:creationId xmlns:a16="http://schemas.microsoft.com/office/drawing/2014/main" id="{7D372930-5B71-8482-B30D-7E69AECC8F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8024" y="3829141"/>
            <a:ext cx="1487141" cy="374269"/>
          </a:xfrm>
          <a:prstGeom prst="rect">
            <a:avLst/>
          </a:prstGeom>
        </p:spPr>
      </p:pic>
      <p:pic>
        <p:nvPicPr>
          <p:cNvPr id="17" name="Picture 16" descr="A blue rectangular object with black lines&#10;&#10;AI-generated content may be incorrect.">
            <a:extLst>
              <a:ext uri="{FF2B5EF4-FFF2-40B4-BE49-F238E27FC236}">
                <a16:creationId xmlns:a16="http://schemas.microsoft.com/office/drawing/2014/main" id="{F08CD320-6B07-4966-4EE3-090121708B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2758" y="3881203"/>
            <a:ext cx="1487141" cy="374269"/>
          </a:xfrm>
          <a:prstGeom prst="rect">
            <a:avLst/>
          </a:prstGeom>
        </p:spPr>
      </p:pic>
      <p:pic>
        <p:nvPicPr>
          <p:cNvPr id="18" name="Picture 17" descr="A blue rectangular object with black lines&#10;&#10;AI-generated content may be incorrect.">
            <a:extLst>
              <a:ext uri="{FF2B5EF4-FFF2-40B4-BE49-F238E27FC236}">
                <a16:creationId xmlns:a16="http://schemas.microsoft.com/office/drawing/2014/main" id="{952CFBE2-B572-BBB0-0AA2-12C12BEC80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7119" y="4982338"/>
            <a:ext cx="1602433" cy="474041"/>
          </a:xfrm>
          <a:prstGeom prst="rect">
            <a:avLst/>
          </a:prstGeom>
        </p:spPr>
      </p:pic>
      <p:sp>
        <p:nvSpPr>
          <p:cNvPr id="20" name="object 3">
            <a:extLst>
              <a:ext uri="{FF2B5EF4-FFF2-40B4-BE49-F238E27FC236}">
                <a16:creationId xmlns:a16="http://schemas.microsoft.com/office/drawing/2014/main" id="{2F0DB1B5-446D-D291-7112-91BD235DFAE6}"/>
              </a:ext>
            </a:extLst>
          </p:cNvPr>
          <p:cNvSpPr txBox="1">
            <a:spLocks/>
          </p:cNvSpPr>
          <p:nvPr/>
        </p:nvSpPr>
        <p:spPr>
          <a:xfrm>
            <a:off x="9863463" y="464735"/>
            <a:ext cx="1386796" cy="441386"/>
          </a:xfrm>
          <a:prstGeom prst="rect">
            <a:avLst/>
          </a:prstGeom>
        </p:spPr>
        <p:txBody>
          <a:bodyPr vert="horz" wrap="square" lIns="0" tIns="10397" rIns="0" bIns="0" rtlCol="0">
            <a:spAutoFit/>
          </a:bodyPr>
          <a:lstStyle>
            <a:lvl1pPr>
              <a:defRPr sz="3578" b="0" i="0">
                <a:solidFill>
                  <a:srgbClr val="065363"/>
                </a:solidFill>
                <a:latin typeface="Neo Sans Arabic Medium"/>
                <a:ea typeface="+mj-ea"/>
                <a:cs typeface="Neo Sans Arabic Medium"/>
              </a:defRPr>
            </a:lvl1pPr>
          </a:lstStyle>
          <a:p>
            <a:pPr marL="7701" marR="3081" algn="ctr">
              <a:spcBef>
                <a:spcPts val="82"/>
              </a:spcBef>
            </a:pPr>
            <a:r>
              <a:rPr lang="ar-EG" sz="2800" b="1" kern="0" spc="-197" dirty="0">
                <a:solidFill>
                  <a:srgbClr val="FFFFFF"/>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rPr>
              <a:t>المقدمة</a:t>
            </a:r>
            <a:endParaRPr lang="ar-EG" sz="2800" b="1" kern="0" spc="-258" dirty="0">
              <a:solidFill>
                <a:srgbClr val="FFFFFF"/>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endParaRPr>
          </a:p>
        </p:txBody>
      </p:sp>
      <p:sp>
        <p:nvSpPr>
          <p:cNvPr id="22" name="TextBox 21">
            <a:extLst>
              <a:ext uri="{FF2B5EF4-FFF2-40B4-BE49-F238E27FC236}">
                <a16:creationId xmlns:a16="http://schemas.microsoft.com/office/drawing/2014/main" id="{B40F8786-86AA-7006-DB0A-B4EAD2409A08}"/>
              </a:ext>
            </a:extLst>
          </p:cNvPr>
          <p:cNvSpPr txBox="1"/>
          <p:nvPr/>
        </p:nvSpPr>
        <p:spPr>
          <a:xfrm>
            <a:off x="934720" y="1577935"/>
            <a:ext cx="9042400" cy="1343125"/>
          </a:xfrm>
          <a:prstGeom prst="rect">
            <a:avLst/>
          </a:prstGeom>
          <a:noFill/>
        </p:spPr>
        <p:txBody>
          <a:bodyPr wrap="square">
            <a:spAutoFit/>
          </a:bodyPr>
          <a:lstStyle/>
          <a:p>
            <a:pPr marL="242984" marR="26185" lvl="0" indent="0" algn="just" defTabSz="554492" rtl="1" eaLnBrk="1" fontAlgn="auto" latinLnBrk="0" hangingPunct="1">
              <a:lnSpc>
                <a:spcPct val="150000"/>
              </a:lnSpc>
              <a:spcBef>
                <a:spcPts val="643"/>
              </a:spcBef>
              <a:spcAft>
                <a:spcPts val="0"/>
              </a:spcAft>
              <a:buClrTx/>
              <a:buSzTx/>
              <a:buFontTx/>
              <a:buNone/>
              <a:tabLst/>
              <a:defRPr/>
            </a:pPr>
            <a:r>
              <a:rPr kumimoji="0" lang="ar-EG" sz="1400" b="0" i="0" u="none" strike="noStrike" kern="0" cap="none" spc="0" normalizeH="0" baseline="0" noProof="0" dirty="0">
                <a:ln>
                  <a:noFill/>
                </a:ln>
                <a:solidFill>
                  <a:srgbClr val="FFFFFF"/>
                </a:solidFill>
                <a:effectLst/>
                <a:uLnTx/>
                <a:uFillTx/>
                <a:latin typeface="Neo Sans Arabic"/>
                <a:ea typeface="+mn-ea"/>
                <a:cs typeface="Neo Sans Arabic"/>
              </a:rPr>
              <a:t>مع تطوُّر وسائل التواصل الاجتماعي والمنصات الرَّقْمية، أصبحت السمعة الرَّقْمية عاملًا أساسيًّا في تحديد صورة الأفراد والمؤسسات والدول. تلعب السمعة الرَّقْمية دورًا محوريًّا في تشكيل الانطباعات، وبناء الثقة، وتعزيز الهُوية الوطنية. ولذلك، من الضروري للموظفين السعوديين امتلاك المهارات اللازمة لإدارة وحماية صورتهم الرَّقْمية، بما ينعكس إيجابيًا على تمثيلهم لبلادهم في الفضاء الرَّقْمي.</a:t>
            </a:r>
          </a:p>
        </p:txBody>
      </p:sp>
      <p:sp>
        <p:nvSpPr>
          <p:cNvPr id="26" name="TextBox 25">
            <a:extLst>
              <a:ext uri="{FF2B5EF4-FFF2-40B4-BE49-F238E27FC236}">
                <a16:creationId xmlns:a16="http://schemas.microsoft.com/office/drawing/2014/main" id="{3DF45A3E-3FD7-6311-278C-32B9A44A43DB}"/>
              </a:ext>
            </a:extLst>
          </p:cNvPr>
          <p:cNvSpPr txBox="1"/>
          <p:nvPr/>
        </p:nvSpPr>
        <p:spPr>
          <a:xfrm>
            <a:off x="9903195" y="3857842"/>
            <a:ext cx="2096790" cy="307777"/>
          </a:xfrm>
          <a:prstGeom prst="rect">
            <a:avLst/>
          </a:prstGeom>
          <a:noFill/>
        </p:spPr>
        <p:txBody>
          <a:bodyPr wrap="square">
            <a:spAutoFit/>
          </a:bodyPr>
          <a:lstStyle/>
          <a:p>
            <a:pPr algn="ctr" rtl="1">
              <a:spcBef>
                <a:spcPts val="2000"/>
              </a:spcBef>
              <a:spcAft>
                <a:spcPts val="200"/>
              </a:spcAft>
            </a:pPr>
            <a:r>
              <a:rPr lang="ar-EG" sz="1400" b="1"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الفئة المستهدَفة</a:t>
            </a:r>
            <a:endParaRPr lang="en-GB" sz="1400" b="1"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FBF651C8-055B-5CFD-9A9F-EBFBFE0740BB}"/>
              </a:ext>
            </a:extLst>
          </p:cNvPr>
          <p:cNvSpPr txBox="1"/>
          <p:nvPr/>
        </p:nvSpPr>
        <p:spPr>
          <a:xfrm>
            <a:off x="3761298" y="3903976"/>
            <a:ext cx="2096790" cy="307777"/>
          </a:xfrm>
          <a:prstGeom prst="rect">
            <a:avLst/>
          </a:prstGeom>
          <a:noFill/>
        </p:spPr>
        <p:txBody>
          <a:bodyPr wrap="square">
            <a:spAutoFit/>
          </a:bodyPr>
          <a:lstStyle/>
          <a:p>
            <a:pPr algn="ctr" rtl="1">
              <a:spcBef>
                <a:spcPts val="2000"/>
              </a:spcBef>
              <a:spcAft>
                <a:spcPts val="200"/>
              </a:spcAft>
            </a:pPr>
            <a:r>
              <a:rPr lang="ar-EG" sz="1400" b="1"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مدة الحقيبة التدريبية</a:t>
            </a:r>
            <a:endParaRPr lang="en-GB" sz="1400" b="1"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3B60319C-A49E-C753-78C8-223E2BB7E704}"/>
              </a:ext>
            </a:extLst>
          </p:cNvPr>
          <p:cNvSpPr txBox="1"/>
          <p:nvPr/>
        </p:nvSpPr>
        <p:spPr>
          <a:xfrm>
            <a:off x="7094484" y="4266427"/>
            <a:ext cx="4619224" cy="474041"/>
          </a:xfrm>
          <a:prstGeom prst="rect">
            <a:avLst/>
          </a:prstGeom>
          <a:noFill/>
        </p:spPr>
        <p:txBody>
          <a:bodyPr wrap="square">
            <a:spAutoFit/>
          </a:bodyPr>
          <a:lstStyle/>
          <a:p>
            <a:pPr algn="r" rtl="1">
              <a:lnSpc>
                <a:spcPct val="106000"/>
              </a:lnSpc>
              <a:spcAft>
                <a:spcPts val="800"/>
              </a:spcAft>
            </a:pPr>
            <a:r>
              <a:rPr lang="ar-EG" sz="1200" dirty="0">
                <a:solidFill>
                  <a:srgbClr val="065363"/>
                </a:solidFill>
                <a:effectLst/>
                <a:latin typeface="Calibri" panose="020F0502020204030204" pitchFamily="34" charset="0"/>
                <a:ea typeface="Calibri" panose="020F0502020204030204" pitchFamily="34" charset="0"/>
                <a:cs typeface="Neo Sans Arabic" panose="020B0504030504040204" pitchFamily="34" charset="-78"/>
              </a:rPr>
              <a:t>ممثلو المملكة العربية السعودية دوليًّا من القيادات في منظومة القطاع غير الربحي.</a:t>
            </a:r>
          </a:p>
        </p:txBody>
      </p:sp>
      <p:sp>
        <p:nvSpPr>
          <p:cNvPr id="30" name="TextBox 29">
            <a:extLst>
              <a:ext uri="{FF2B5EF4-FFF2-40B4-BE49-F238E27FC236}">
                <a16:creationId xmlns:a16="http://schemas.microsoft.com/office/drawing/2014/main" id="{536BFB33-B565-981F-C5C6-1E91715106C3}"/>
              </a:ext>
            </a:extLst>
          </p:cNvPr>
          <p:cNvSpPr txBox="1"/>
          <p:nvPr/>
        </p:nvSpPr>
        <p:spPr>
          <a:xfrm>
            <a:off x="934720" y="4366485"/>
            <a:ext cx="4619224" cy="278281"/>
          </a:xfrm>
          <a:prstGeom prst="rect">
            <a:avLst/>
          </a:prstGeom>
          <a:noFill/>
        </p:spPr>
        <p:txBody>
          <a:bodyPr wrap="square">
            <a:spAutoFit/>
          </a:bodyPr>
          <a:lstStyle/>
          <a:p>
            <a:pPr algn="r" rtl="1">
              <a:lnSpc>
                <a:spcPct val="106000"/>
              </a:lnSpc>
              <a:spcAft>
                <a:spcPts val="800"/>
              </a:spcAft>
            </a:pPr>
            <a:r>
              <a:rPr lang="ar-EG" sz="1200" dirty="0">
                <a:solidFill>
                  <a:srgbClr val="065363"/>
                </a:solidFill>
                <a:effectLst/>
                <a:latin typeface="Calibri" panose="020F0502020204030204" pitchFamily="34" charset="0"/>
                <a:ea typeface="Calibri" panose="020F0502020204030204" pitchFamily="34" charset="0"/>
                <a:cs typeface="Neo Sans Arabic" panose="020B0504030504040204" pitchFamily="34" charset="-78"/>
              </a:rPr>
              <a:t>يوم تدريبي واحد – المدة خمس ساعات. </a:t>
            </a:r>
          </a:p>
        </p:txBody>
      </p:sp>
      <p:sp>
        <p:nvSpPr>
          <p:cNvPr id="31" name="TextBox 30">
            <a:extLst>
              <a:ext uri="{FF2B5EF4-FFF2-40B4-BE49-F238E27FC236}">
                <a16:creationId xmlns:a16="http://schemas.microsoft.com/office/drawing/2014/main" id="{9E448848-CBB4-585E-C485-E1A527292981}"/>
              </a:ext>
            </a:extLst>
          </p:cNvPr>
          <p:cNvSpPr txBox="1"/>
          <p:nvPr/>
        </p:nvSpPr>
        <p:spPr>
          <a:xfrm>
            <a:off x="5381295" y="5525378"/>
            <a:ext cx="6250807" cy="865558"/>
          </a:xfrm>
          <a:prstGeom prst="rect">
            <a:avLst/>
          </a:prstGeom>
          <a:noFill/>
        </p:spPr>
        <p:txBody>
          <a:bodyPr wrap="square">
            <a:spAutoFit/>
          </a:bodyPr>
          <a:lstStyle/>
          <a:p>
            <a:pPr algn="just" rtl="1">
              <a:lnSpc>
                <a:spcPct val="106000"/>
              </a:lnSpc>
              <a:spcAft>
                <a:spcPts val="800"/>
              </a:spcAft>
            </a:pPr>
            <a:r>
              <a:rPr lang="ar-EG" sz="1200" dirty="0">
                <a:solidFill>
                  <a:srgbClr val="065363"/>
                </a:solidFill>
                <a:effectLst/>
                <a:latin typeface="Calibri" panose="020F0502020204030204" pitchFamily="34" charset="0"/>
                <a:ea typeface="Calibri" panose="020F0502020204030204" pitchFamily="34" charset="0"/>
                <a:cs typeface="Neo Sans Arabic" panose="020B0504030504040204" pitchFamily="34" charset="-78"/>
              </a:rPr>
              <a:t>بنهاية البرنامج التدريبي، سيكون المشاركون قادرين على إدارة سمعتهم الرَّقْمية بفعالية، وتوظيف وسائل التواصل الاجتماعي لتمثيل المملكة العربية السعودية وتعزيز هويتها الوطنية، والتصدي للمعلومات المُضلِّلة والتحيز الإعلامي، وذلك من خلال تطوير استراتيجيات رَقْمية احترافية، وتحقيق تفاعل رَقْمي إيجابي على منصاتها الرَّقْمية، مع القدرة على التحقق من صحة المعلومات بدقة.</a:t>
            </a:r>
          </a:p>
        </p:txBody>
      </p:sp>
      <p:sp>
        <p:nvSpPr>
          <p:cNvPr id="32" name="TextBox 31">
            <a:extLst>
              <a:ext uri="{FF2B5EF4-FFF2-40B4-BE49-F238E27FC236}">
                <a16:creationId xmlns:a16="http://schemas.microsoft.com/office/drawing/2014/main" id="{28185F54-0D6C-DF48-8495-DF396A5C9C50}"/>
              </a:ext>
            </a:extLst>
          </p:cNvPr>
          <p:cNvSpPr txBox="1"/>
          <p:nvPr/>
        </p:nvSpPr>
        <p:spPr>
          <a:xfrm>
            <a:off x="9903194" y="4953091"/>
            <a:ext cx="1774991" cy="523220"/>
          </a:xfrm>
          <a:prstGeom prst="rect">
            <a:avLst/>
          </a:prstGeom>
          <a:noFill/>
        </p:spPr>
        <p:txBody>
          <a:bodyPr wrap="square">
            <a:spAutoFit/>
          </a:bodyPr>
          <a:lstStyle/>
          <a:p>
            <a:pPr algn="ctr" rtl="1">
              <a:spcBef>
                <a:spcPts val="2000"/>
              </a:spcBef>
              <a:spcAft>
                <a:spcPts val="200"/>
              </a:spcAft>
            </a:pPr>
            <a:r>
              <a:rPr lang="ar-EG" sz="1400" b="1"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الهدف العام من الحقيبة التدريبية</a:t>
            </a:r>
            <a:endParaRPr lang="en-GB" sz="1400" b="1"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nvGrpSpPr>
          <p:cNvPr id="33" name="Group 32">
            <a:extLst>
              <a:ext uri="{FF2B5EF4-FFF2-40B4-BE49-F238E27FC236}">
                <a16:creationId xmlns:a16="http://schemas.microsoft.com/office/drawing/2014/main" id="{C9023A4C-81A9-42D8-5133-AAB3FF85E252}"/>
              </a:ext>
            </a:extLst>
          </p:cNvPr>
          <p:cNvGrpSpPr/>
          <p:nvPr/>
        </p:nvGrpSpPr>
        <p:grpSpPr>
          <a:xfrm>
            <a:off x="11263762" y="393140"/>
            <a:ext cx="511385" cy="606529"/>
            <a:chOff x="17194724" y="3589199"/>
            <a:chExt cx="968063" cy="1360459"/>
          </a:xfrm>
          <a:solidFill>
            <a:schemeClr val="bg1"/>
          </a:solidFill>
        </p:grpSpPr>
        <p:sp>
          <p:nvSpPr>
            <p:cNvPr id="34" name="object 10">
              <a:extLst>
                <a:ext uri="{FF2B5EF4-FFF2-40B4-BE49-F238E27FC236}">
                  <a16:creationId xmlns:a16="http://schemas.microsoft.com/office/drawing/2014/main" id="{5548F390-379C-3EA0-D1ED-0D055C924658}"/>
                </a:ext>
              </a:extLst>
            </p:cNvPr>
            <p:cNvSpPr/>
            <p:nvPr/>
          </p:nvSpPr>
          <p:spPr>
            <a:xfrm>
              <a:off x="17682015" y="4244808"/>
              <a:ext cx="462915" cy="704850"/>
            </a:xfrm>
            <a:custGeom>
              <a:avLst/>
              <a:gdLst/>
              <a:ahLst/>
              <a:cxnLst/>
              <a:rect l="l" t="t" r="r" b="b"/>
              <a:pathLst>
                <a:path w="462915" h="704850">
                  <a:moveTo>
                    <a:pt x="62959" y="0"/>
                  </a:moveTo>
                  <a:lnTo>
                    <a:pt x="32212" y="8933"/>
                  </a:lnTo>
                  <a:lnTo>
                    <a:pt x="9984" y="31902"/>
                  </a:lnTo>
                  <a:lnTo>
                    <a:pt x="251" y="66501"/>
                  </a:lnTo>
                  <a:lnTo>
                    <a:pt x="0" y="71150"/>
                  </a:lnTo>
                  <a:lnTo>
                    <a:pt x="178" y="75820"/>
                  </a:lnTo>
                  <a:lnTo>
                    <a:pt x="753" y="657456"/>
                  </a:lnTo>
                  <a:lnTo>
                    <a:pt x="4361" y="676411"/>
                  </a:lnTo>
                  <a:lnTo>
                    <a:pt x="13313" y="691112"/>
                  </a:lnTo>
                  <a:lnTo>
                    <a:pt x="26922" y="700824"/>
                  </a:lnTo>
                  <a:lnTo>
                    <a:pt x="44501" y="704806"/>
                  </a:lnTo>
                  <a:lnTo>
                    <a:pt x="62302" y="702401"/>
                  </a:lnTo>
                  <a:lnTo>
                    <a:pt x="91871" y="661341"/>
                  </a:lnTo>
                  <a:lnTo>
                    <a:pt x="131482" y="254223"/>
                  </a:lnTo>
                  <a:lnTo>
                    <a:pt x="137985" y="191774"/>
                  </a:lnTo>
                  <a:lnTo>
                    <a:pt x="147231" y="190832"/>
                  </a:lnTo>
                  <a:lnTo>
                    <a:pt x="153052" y="194685"/>
                  </a:lnTo>
                  <a:lnTo>
                    <a:pt x="400029" y="290902"/>
                  </a:lnTo>
                  <a:lnTo>
                    <a:pt x="406448" y="292420"/>
                  </a:lnTo>
                  <a:lnTo>
                    <a:pt x="422182" y="293428"/>
                  </a:lnTo>
                  <a:lnTo>
                    <a:pt x="436799" y="289320"/>
                  </a:lnTo>
                  <a:lnTo>
                    <a:pt x="449157" y="280686"/>
                  </a:lnTo>
                  <a:lnTo>
                    <a:pt x="458111" y="268117"/>
                  </a:lnTo>
                  <a:lnTo>
                    <a:pt x="462447" y="253127"/>
                  </a:lnTo>
                  <a:lnTo>
                    <a:pt x="461586" y="238111"/>
                  </a:lnTo>
                  <a:lnTo>
                    <a:pt x="455745" y="224182"/>
                  </a:lnTo>
                  <a:lnTo>
                    <a:pt x="445138" y="212454"/>
                  </a:lnTo>
                  <a:lnTo>
                    <a:pt x="440489" y="208758"/>
                  </a:lnTo>
                  <a:lnTo>
                    <a:pt x="435159" y="205879"/>
                  </a:lnTo>
                  <a:lnTo>
                    <a:pt x="103672" y="9979"/>
                  </a:lnTo>
                  <a:lnTo>
                    <a:pt x="98248" y="7508"/>
                  </a:lnTo>
                  <a:lnTo>
                    <a:pt x="62959" y="0"/>
                  </a:lnTo>
                  <a:close/>
                </a:path>
              </a:pathLst>
            </a:custGeom>
            <a:grpFill/>
          </p:spPr>
          <p:txBody>
            <a:bodyPr wrap="square" lIns="0" tIns="0" rIns="0" bIns="0" rtlCol="0"/>
            <a:lstStyle/>
            <a:p>
              <a:pPr defTabSz="554492"/>
              <a:endParaRPr sz="1092" kern="0" dirty="0">
                <a:solidFill>
                  <a:sysClr val="windowText" lastClr="000000"/>
                </a:solidFill>
              </a:endParaRPr>
            </a:p>
          </p:txBody>
        </p:sp>
        <p:sp>
          <p:nvSpPr>
            <p:cNvPr id="35" name="object 11">
              <a:extLst>
                <a:ext uri="{FF2B5EF4-FFF2-40B4-BE49-F238E27FC236}">
                  <a16:creationId xmlns:a16="http://schemas.microsoft.com/office/drawing/2014/main" id="{F473C5E0-6CD2-82BB-D789-8FFC6CCF1F14}"/>
                </a:ext>
              </a:extLst>
            </p:cNvPr>
            <p:cNvSpPr/>
            <p:nvPr/>
          </p:nvSpPr>
          <p:spPr>
            <a:xfrm>
              <a:off x="17682728" y="3589199"/>
              <a:ext cx="480059" cy="546734"/>
            </a:xfrm>
            <a:custGeom>
              <a:avLst/>
              <a:gdLst/>
              <a:ahLst/>
              <a:cxnLst/>
              <a:rect l="l" t="t" r="r" b="b"/>
              <a:pathLst>
                <a:path w="480059" h="546735">
                  <a:moveTo>
                    <a:pt x="48260" y="0"/>
                  </a:moveTo>
                  <a:lnTo>
                    <a:pt x="8696" y="18688"/>
                  </a:lnTo>
                  <a:lnTo>
                    <a:pt x="0" y="40962"/>
                  </a:lnTo>
                  <a:lnTo>
                    <a:pt x="198" y="107707"/>
                  </a:lnTo>
                  <a:lnTo>
                    <a:pt x="660" y="158039"/>
                  </a:lnTo>
                  <a:lnTo>
                    <a:pt x="834" y="207417"/>
                  </a:lnTo>
                  <a:lnTo>
                    <a:pt x="94" y="255363"/>
                  </a:lnTo>
                  <a:lnTo>
                    <a:pt x="94" y="462059"/>
                  </a:lnTo>
                  <a:lnTo>
                    <a:pt x="7343" y="507388"/>
                  </a:lnTo>
                  <a:lnTo>
                    <a:pt x="50040" y="543177"/>
                  </a:lnTo>
                  <a:lnTo>
                    <a:pt x="64470" y="546206"/>
                  </a:lnTo>
                  <a:lnTo>
                    <a:pt x="78510" y="545779"/>
                  </a:lnTo>
                  <a:lnTo>
                    <a:pt x="427714" y="389398"/>
                  </a:lnTo>
                  <a:lnTo>
                    <a:pt x="466822" y="367398"/>
                  </a:lnTo>
                  <a:lnTo>
                    <a:pt x="479564" y="338121"/>
                  </a:lnTo>
                  <a:lnTo>
                    <a:pt x="477053" y="321183"/>
                  </a:lnTo>
                  <a:lnTo>
                    <a:pt x="441997" y="292074"/>
                  </a:lnTo>
                  <a:lnTo>
                    <a:pt x="415254" y="294221"/>
                  </a:lnTo>
                  <a:lnTo>
                    <a:pt x="155178" y="365884"/>
                  </a:lnTo>
                  <a:lnTo>
                    <a:pt x="144009" y="368632"/>
                  </a:lnTo>
                  <a:lnTo>
                    <a:pt x="137841" y="368109"/>
                  </a:lnTo>
                  <a:lnTo>
                    <a:pt x="134755" y="362992"/>
                  </a:lnTo>
                  <a:lnTo>
                    <a:pt x="132833" y="351957"/>
                  </a:lnTo>
                  <a:lnTo>
                    <a:pt x="126655" y="306528"/>
                  </a:lnTo>
                  <a:lnTo>
                    <a:pt x="93573" y="58039"/>
                  </a:lnTo>
                  <a:lnTo>
                    <a:pt x="90217" y="35873"/>
                  </a:lnTo>
                  <a:lnTo>
                    <a:pt x="85151" y="21595"/>
                  </a:lnTo>
                  <a:lnTo>
                    <a:pt x="75741" y="10405"/>
                  </a:lnTo>
                  <a:lnTo>
                    <a:pt x="63079" y="2981"/>
                  </a:lnTo>
                  <a:lnTo>
                    <a:pt x="48260" y="0"/>
                  </a:lnTo>
                  <a:close/>
                </a:path>
              </a:pathLst>
            </a:custGeom>
            <a:grpFill/>
          </p:spPr>
          <p:txBody>
            <a:bodyPr wrap="square" lIns="0" tIns="0" rIns="0" bIns="0" rtlCol="0"/>
            <a:lstStyle/>
            <a:p>
              <a:pPr defTabSz="554492"/>
              <a:endParaRPr sz="1092" kern="0">
                <a:solidFill>
                  <a:sysClr val="windowText" lastClr="000000"/>
                </a:solidFill>
              </a:endParaRPr>
            </a:p>
          </p:txBody>
        </p:sp>
        <p:sp>
          <p:nvSpPr>
            <p:cNvPr id="36" name="object 12">
              <a:extLst>
                <a:ext uri="{FF2B5EF4-FFF2-40B4-BE49-F238E27FC236}">
                  <a16:creationId xmlns:a16="http://schemas.microsoft.com/office/drawing/2014/main" id="{BF34D7EC-1503-8CD7-CF9D-FE23EBCFDFBE}"/>
                </a:ext>
              </a:extLst>
            </p:cNvPr>
            <p:cNvSpPr/>
            <p:nvPr/>
          </p:nvSpPr>
          <p:spPr>
            <a:xfrm>
              <a:off x="17194724" y="3890989"/>
              <a:ext cx="436879" cy="562610"/>
            </a:xfrm>
            <a:custGeom>
              <a:avLst/>
              <a:gdLst/>
              <a:ahLst/>
              <a:cxnLst/>
              <a:rect l="l" t="t" r="r" b="b"/>
              <a:pathLst>
                <a:path w="436880" h="562610">
                  <a:moveTo>
                    <a:pt x="48172" y="0"/>
                  </a:moveTo>
                  <a:lnTo>
                    <a:pt x="33702" y="4943"/>
                  </a:lnTo>
                  <a:lnTo>
                    <a:pt x="21202" y="15178"/>
                  </a:lnTo>
                  <a:lnTo>
                    <a:pt x="12970" y="28783"/>
                  </a:lnTo>
                  <a:lnTo>
                    <a:pt x="10096" y="43901"/>
                  </a:lnTo>
                  <a:lnTo>
                    <a:pt x="12630" y="59304"/>
                  </a:lnTo>
                  <a:lnTo>
                    <a:pt x="20626" y="73763"/>
                  </a:lnTo>
                  <a:lnTo>
                    <a:pt x="24741" y="78957"/>
                  </a:lnTo>
                  <a:lnTo>
                    <a:pt x="29631" y="83564"/>
                  </a:lnTo>
                  <a:lnTo>
                    <a:pt x="225845" y="278029"/>
                  </a:lnTo>
                  <a:lnTo>
                    <a:pt x="241153" y="293704"/>
                  </a:lnTo>
                  <a:lnTo>
                    <a:pt x="240462" y="297630"/>
                  </a:lnTo>
                  <a:lnTo>
                    <a:pt x="229290" y="307588"/>
                  </a:lnTo>
                  <a:lnTo>
                    <a:pt x="56315" y="450347"/>
                  </a:lnTo>
                  <a:lnTo>
                    <a:pt x="34892" y="468296"/>
                  </a:lnTo>
                  <a:lnTo>
                    <a:pt x="13799" y="486619"/>
                  </a:lnTo>
                  <a:lnTo>
                    <a:pt x="4096" y="499263"/>
                  </a:lnTo>
                  <a:lnTo>
                    <a:pt x="0" y="513849"/>
                  </a:lnTo>
                  <a:lnTo>
                    <a:pt x="1331" y="528906"/>
                  </a:lnTo>
                  <a:lnTo>
                    <a:pt x="7914" y="542963"/>
                  </a:lnTo>
                  <a:lnTo>
                    <a:pt x="18900" y="554220"/>
                  </a:lnTo>
                  <a:lnTo>
                    <a:pt x="32366" y="560874"/>
                  </a:lnTo>
                  <a:lnTo>
                    <a:pt x="47273" y="562541"/>
                  </a:lnTo>
                  <a:lnTo>
                    <a:pt x="62583" y="558837"/>
                  </a:lnTo>
                  <a:lnTo>
                    <a:pt x="396080" y="365974"/>
                  </a:lnTo>
                  <a:lnTo>
                    <a:pt x="425010" y="339061"/>
                  </a:lnTo>
                  <a:lnTo>
                    <a:pt x="436278" y="301295"/>
                  </a:lnTo>
                  <a:lnTo>
                    <a:pt x="433457" y="283755"/>
                  </a:lnTo>
                  <a:lnTo>
                    <a:pt x="404646" y="241821"/>
                  </a:lnTo>
                  <a:lnTo>
                    <a:pt x="112520" y="30788"/>
                  </a:lnTo>
                  <a:lnTo>
                    <a:pt x="78928" y="7430"/>
                  </a:lnTo>
                  <a:lnTo>
                    <a:pt x="63588" y="708"/>
                  </a:lnTo>
                  <a:lnTo>
                    <a:pt x="48172" y="0"/>
                  </a:lnTo>
                  <a:close/>
                </a:path>
              </a:pathLst>
            </a:custGeom>
            <a:grpFill/>
          </p:spPr>
          <p:txBody>
            <a:bodyPr wrap="square" lIns="0" tIns="0" rIns="0" bIns="0" rtlCol="0"/>
            <a:lstStyle/>
            <a:p>
              <a:pPr defTabSz="554492"/>
              <a:endParaRPr sz="1092" kern="0">
                <a:solidFill>
                  <a:sysClr val="windowText" lastClr="000000"/>
                </a:solidFill>
              </a:endParaRPr>
            </a:p>
          </p:txBody>
        </p:sp>
      </p:grpSp>
    </p:spTree>
    <p:extLst>
      <p:ext uri="{BB962C8B-B14F-4D97-AF65-F5344CB8AC3E}">
        <p14:creationId xmlns:p14="http://schemas.microsoft.com/office/powerpoint/2010/main" val="157040682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B2AA70-F0A4-060A-A0A2-6F25FEB9266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7" y="-30906"/>
            <a:ext cx="12190765" cy="6858000"/>
          </a:xfrm>
          <a:prstGeom prst="rect">
            <a:avLst/>
          </a:prstGeom>
        </p:spPr>
      </p:pic>
      <p:cxnSp>
        <p:nvCxnSpPr>
          <p:cNvPr id="47" name="Straight Connector 46">
            <a:extLst>
              <a:ext uri="{FF2B5EF4-FFF2-40B4-BE49-F238E27FC236}">
                <a16:creationId xmlns:a16="http://schemas.microsoft.com/office/drawing/2014/main" id="{EE19D66A-5ABE-8DBE-DA1B-5C5F07F5F0F9}"/>
              </a:ext>
            </a:extLst>
          </p:cNvPr>
          <p:cNvCxnSpPr>
            <a:cxnSpLocks/>
          </p:cNvCxnSpPr>
          <p:nvPr/>
        </p:nvCxnSpPr>
        <p:spPr>
          <a:xfrm>
            <a:off x="845820" y="4505928"/>
            <a:ext cx="1021317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A green and white target with a green center and a white arrow hitting a green center with a green center with a green center and a green center with a green center with a green center with a&#10;&#10;AI-generated content may be incorrect.">
            <a:extLst>
              <a:ext uri="{FF2B5EF4-FFF2-40B4-BE49-F238E27FC236}">
                <a16:creationId xmlns:a16="http://schemas.microsoft.com/office/drawing/2014/main" id="{EC323829-DBB4-34BA-38D6-CAB0C64FD0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0245" y="1088794"/>
            <a:ext cx="505565" cy="461673"/>
          </a:xfrm>
          <a:prstGeom prst="rect">
            <a:avLst/>
          </a:prstGeom>
        </p:spPr>
      </p:pic>
      <p:pic>
        <p:nvPicPr>
          <p:cNvPr id="38" name="Picture 37">
            <a:extLst>
              <a:ext uri="{FF2B5EF4-FFF2-40B4-BE49-F238E27FC236}">
                <a16:creationId xmlns:a16="http://schemas.microsoft.com/office/drawing/2014/main" id="{CF1F3EA2-FFDB-A110-95F1-281611C913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6957" y="12891135"/>
            <a:ext cx="1562180" cy="19051"/>
          </a:xfrm>
          <a:prstGeom prst="rect">
            <a:avLst/>
          </a:prstGeom>
        </p:spPr>
      </p:pic>
      <p:pic>
        <p:nvPicPr>
          <p:cNvPr id="39" name="object 6">
            <a:extLst>
              <a:ext uri="{FF2B5EF4-FFF2-40B4-BE49-F238E27FC236}">
                <a16:creationId xmlns:a16="http://schemas.microsoft.com/office/drawing/2014/main" id="{518F487D-FD04-AA84-8DBA-C92BBB9A36FC}"/>
              </a:ext>
            </a:extLst>
          </p:cNvPr>
          <p:cNvPicPr/>
          <p:nvPr/>
        </p:nvPicPr>
        <p:blipFill>
          <a:blip r:embed="rId5" cstate="print"/>
          <a:stretch>
            <a:fillRect/>
          </a:stretch>
        </p:blipFill>
        <p:spPr>
          <a:xfrm>
            <a:off x="10289897" y="154911"/>
            <a:ext cx="1633614" cy="944684"/>
          </a:xfrm>
          <a:prstGeom prst="rect">
            <a:avLst/>
          </a:prstGeom>
        </p:spPr>
      </p:pic>
      <p:sp>
        <p:nvSpPr>
          <p:cNvPr id="40" name="TextBox 39">
            <a:extLst>
              <a:ext uri="{FF2B5EF4-FFF2-40B4-BE49-F238E27FC236}">
                <a16:creationId xmlns:a16="http://schemas.microsoft.com/office/drawing/2014/main" id="{AAAB3F65-71B8-83D0-5F7C-5F33B131D3AB}"/>
              </a:ext>
            </a:extLst>
          </p:cNvPr>
          <p:cNvSpPr txBox="1"/>
          <p:nvPr/>
        </p:nvSpPr>
        <p:spPr>
          <a:xfrm>
            <a:off x="4786531" y="1154041"/>
            <a:ext cx="2096790" cy="400110"/>
          </a:xfrm>
          <a:prstGeom prst="rect">
            <a:avLst/>
          </a:prstGeom>
          <a:noFill/>
        </p:spPr>
        <p:txBody>
          <a:bodyPr wrap="square">
            <a:spAutoFit/>
          </a:bodyPr>
          <a:lstStyle/>
          <a:p>
            <a:pPr algn="ctr" rtl="1">
              <a:spcBef>
                <a:spcPts val="2000"/>
              </a:spcBef>
              <a:spcAft>
                <a:spcPts val="200"/>
              </a:spcAft>
            </a:pPr>
            <a:r>
              <a:rPr lang="ar-EG" sz="2000" b="1"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الأهداف التدريبية:</a:t>
            </a:r>
            <a:endParaRPr lang="en-GB" sz="2000" b="1"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E1F88B88-40F1-414D-BA07-940181B99B66}"/>
              </a:ext>
            </a:extLst>
          </p:cNvPr>
          <p:cNvSpPr txBox="1"/>
          <p:nvPr/>
        </p:nvSpPr>
        <p:spPr>
          <a:xfrm>
            <a:off x="2569581" y="1771436"/>
            <a:ext cx="6986662" cy="307777"/>
          </a:xfrm>
          <a:prstGeom prst="rect">
            <a:avLst/>
          </a:prstGeom>
          <a:noFill/>
        </p:spPr>
        <p:txBody>
          <a:bodyPr wrap="square">
            <a:spAutoFit/>
          </a:bodyPr>
          <a:lstStyle/>
          <a:p>
            <a:pPr algn="ctr" rtl="1">
              <a:spcBef>
                <a:spcPts val="2000"/>
              </a:spcBef>
              <a:spcAft>
                <a:spcPts val="200"/>
              </a:spcAft>
            </a:pPr>
            <a:r>
              <a:rPr lang="ar-EG" sz="1400" b="1"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في نهاية هذا البرنامج التدريبي، سيكون المشاركون قادرين على:</a:t>
            </a:r>
            <a:endParaRPr lang="en-GB" sz="1400" b="1"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cxnSp>
        <p:nvCxnSpPr>
          <p:cNvPr id="43" name="Straight Connector 42">
            <a:extLst>
              <a:ext uri="{FF2B5EF4-FFF2-40B4-BE49-F238E27FC236}">
                <a16:creationId xmlns:a16="http://schemas.microsoft.com/office/drawing/2014/main" id="{ECCE6D1E-E90C-38FF-67EF-C613258F4108}"/>
              </a:ext>
            </a:extLst>
          </p:cNvPr>
          <p:cNvCxnSpPr>
            <a:cxnSpLocks/>
          </p:cNvCxnSpPr>
          <p:nvPr/>
        </p:nvCxnSpPr>
        <p:spPr>
          <a:xfrm>
            <a:off x="876300" y="2646648"/>
            <a:ext cx="1021317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018C1536-FF5B-AC2D-FCE0-936029443BE8}"/>
              </a:ext>
            </a:extLst>
          </p:cNvPr>
          <p:cNvGrpSpPr/>
          <p:nvPr/>
        </p:nvGrpSpPr>
        <p:grpSpPr>
          <a:xfrm>
            <a:off x="9703329" y="2584555"/>
            <a:ext cx="1536091" cy="1179861"/>
            <a:chOff x="9703329" y="2584555"/>
            <a:chExt cx="1536091" cy="1179861"/>
          </a:xfrm>
        </p:grpSpPr>
        <p:pic>
          <p:nvPicPr>
            <p:cNvPr id="77" name="Picture 76" descr="A black background with blue dots&#10;&#10;AI-generated content may be incorrect.">
              <a:extLst>
                <a:ext uri="{FF2B5EF4-FFF2-40B4-BE49-F238E27FC236}">
                  <a16:creationId xmlns:a16="http://schemas.microsoft.com/office/drawing/2014/main" id="{11260BC2-B5BD-38FB-861A-1A746E65C5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03329" y="3108418"/>
              <a:ext cx="1536091" cy="655998"/>
            </a:xfrm>
            <a:prstGeom prst="rect">
              <a:avLst/>
            </a:prstGeom>
          </p:spPr>
        </p:pic>
        <p:pic>
          <p:nvPicPr>
            <p:cNvPr id="12" name="Picture 11" descr="A number one on a black background&#10;&#10;AI-generated content may be incorrect.">
              <a:extLst>
                <a:ext uri="{FF2B5EF4-FFF2-40B4-BE49-F238E27FC236}">
                  <a16:creationId xmlns:a16="http://schemas.microsoft.com/office/drawing/2014/main" id="{97B28444-4117-E484-2565-0FFCE91F7A0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1918" y="2720843"/>
              <a:ext cx="229438" cy="435600"/>
            </a:xfrm>
            <a:prstGeom prst="rect">
              <a:avLst/>
            </a:prstGeom>
          </p:spPr>
        </p:pic>
        <p:pic>
          <p:nvPicPr>
            <p:cNvPr id="53" name="Picture 52" descr="A blue circle with black background&#10;&#10;AI-generated content may be incorrect.">
              <a:extLst>
                <a:ext uri="{FF2B5EF4-FFF2-40B4-BE49-F238E27FC236}">
                  <a16:creationId xmlns:a16="http://schemas.microsoft.com/office/drawing/2014/main" id="{24FB864C-D498-4E72-AF91-4EE1BB3DE9E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12026" y="2584555"/>
              <a:ext cx="108000" cy="108000"/>
            </a:xfrm>
            <a:prstGeom prst="rect">
              <a:avLst/>
            </a:prstGeom>
          </p:spPr>
        </p:pic>
        <p:sp>
          <p:nvSpPr>
            <p:cNvPr id="59" name="TextBox 58">
              <a:extLst>
                <a:ext uri="{FF2B5EF4-FFF2-40B4-BE49-F238E27FC236}">
                  <a16:creationId xmlns:a16="http://schemas.microsoft.com/office/drawing/2014/main" id="{1A477243-4261-652C-CB22-B9CE6B8CA3E3}"/>
                </a:ext>
              </a:extLst>
            </p:cNvPr>
            <p:cNvSpPr txBox="1">
              <a:spLocks/>
            </p:cNvSpPr>
            <p:nvPr/>
          </p:nvSpPr>
          <p:spPr>
            <a:xfrm>
              <a:off x="9921636" y="3138348"/>
              <a:ext cx="1119940" cy="600164"/>
            </a:xfrm>
            <a:prstGeom prst="rect">
              <a:avLst/>
            </a:prstGeom>
            <a:noFill/>
          </p:spPr>
          <p:txBody>
            <a:bodyPr wrap="square">
              <a:spAutoFit/>
            </a:bodyPr>
            <a:lstStyle/>
            <a:p>
              <a:pPr algn="ctr" rtl="1">
                <a:spcBef>
                  <a:spcPts val="2000"/>
                </a:spcBef>
                <a:spcAft>
                  <a:spcPts val="200"/>
                </a:spcAft>
              </a:pPr>
              <a:r>
                <a:rPr lang="ar-EG" sz="1100"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توضيح مفهوم إدارة السمعة الرَّقْمية.</a:t>
              </a:r>
              <a:endParaRPr lang="en-GB" sz="1100"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grpSp>
        <p:nvGrpSpPr>
          <p:cNvPr id="7" name="Group 6">
            <a:extLst>
              <a:ext uri="{FF2B5EF4-FFF2-40B4-BE49-F238E27FC236}">
                <a16:creationId xmlns:a16="http://schemas.microsoft.com/office/drawing/2014/main" id="{7EEC2BFA-0939-CD18-FC08-C3C721F46443}"/>
              </a:ext>
            </a:extLst>
          </p:cNvPr>
          <p:cNvGrpSpPr/>
          <p:nvPr/>
        </p:nvGrpSpPr>
        <p:grpSpPr>
          <a:xfrm>
            <a:off x="7829861" y="2592099"/>
            <a:ext cx="1536091" cy="1172317"/>
            <a:chOff x="7829861" y="2592099"/>
            <a:chExt cx="1536091" cy="1172317"/>
          </a:xfrm>
        </p:grpSpPr>
        <p:pic>
          <p:nvPicPr>
            <p:cNvPr id="76" name="Picture 75" descr="A black background with blue dots&#10;&#10;AI-generated content may be incorrect.">
              <a:extLst>
                <a:ext uri="{FF2B5EF4-FFF2-40B4-BE49-F238E27FC236}">
                  <a16:creationId xmlns:a16="http://schemas.microsoft.com/office/drawing/2014/main" id="{7D77F8F8-A462-6A6A-B6D1-DC20D49FA6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29861" y="3108418"/>
              <a:ext cx="1536091" cy="655998"/>
            </a:xfrm>
            <a:prstGeom prst="rect">
              <a:avLst/>
            </a:prstGeom>
          </p:spPr>
        </p:pic>
        <p:pic>
          <p:nvPicPr>
            <p:cNvPr id="14" name="Picture 13" descr="A number on a black background&#10;&#10;AI-generated content may be incorrect.">
              <a:extLst>
                <a:ext uri="{FF2B5EF4-FFF2-40B4-BE49-F238E27FC236}">
                  <a16:creationId xmlns:a16="http://schemas.microsoft.com/office/drawing/2014/main" id="{630A2B22-1AFA-1A09-D289-E13FD196136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511487" y="2724310"/>
              <a:ext cx="228566" cy="435600"/>
            </a:xfrm>
            <a:prstGeom prst="rect">
              <a:avLst/>
            </a:prstGeom>
          </p:spPr>
        </p:pic>
        <p:pic>
          <p:nvPicPr>
            <p:cNvPr id="54" name="Picture 53" descr="A blue circle with black background&#10;&#10;AI-generated content may be incorrect.">
              <a:extLst>
                <a:ext uri="{FF2B5EF4-FFF2-40B4-BE49-F238E27FC236}">
                  <a16:creationId xmlns:a16="http://schemas.microsoft.com/office/drawing/2014/main" id="{067B23A0-5BA8-A54E-B5A6-883A8E6DF02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54147" y="2592099"/>
              <a:ext cx="108000" cy="108000"/>
            </a:xfrm>
            <a:prstGeom prst="rect">
              <a:avLst/>
            </a:prstGeom>
          </p:spPr>
        </p:pic>
        <p:sp>
          <p:nvSpPr>
            <p:cNvPr id="60" name="TextBox 59">
              <a:extLst>
                <a:ext uri="{FF2B5EF4-FFF2-40B4-BE49-F238E27FC236}">
                  <a16:creationId xmlns:a16="http://schemas.microsoft.com/office/drawing/2014/main" id="{1A9F20A8-A1BB-46C2-4343-E1C65DF66754}"/>
                </a:ext>
              </a:extLst>
            </p:cNvPr>
            <p:cNvSpPr txBox="1"/>
            <p:nvPr/>
          </p:nvSpPr>
          <p:spPr>
            <a:xfrm>
              <a:off x="7940707" y="3131535"/>
              <a:ext cx="1301465" cy="600164"/>
            </a:xfrm>
            <a:prstGeom prst="rect">
              <a:avLst/>
            </a:prstGeom>
            <a:noFill/>
          </p:spPr>
          <p:txBody>
            <a:bodyPr wrap="square">
              <a:spAutoFit/>
            </a:bodyPr>
            <a:lstStyle/>
            <a:p>
              <a:pPr algn="ctr" rtl="1">
                <a:spcBef>
                  <a:spcPts val="2000"/>
                </a:spcBef>
                <a:spcAft>
                  <a:spcPts val="200"/>
                </a:spcAft>
              </a:pPr>
              <a:r>
                <a:rPr lang="ar-EG" sz="1100"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مناقشة أهمية السمعة الرَّقْمية للأفراد والمؤسسات.</a:t>
              </a:r>
              <a:endParaRPr lang="en-GB" sz="1100"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grpSp>
        <p:nvGrpSpPr>
          <p:cNvPr id="6" name="Group 5">
            <a:extLst>
              <a:ext uri="{FF2B5EF4-FFF2-40B4-BE49-F238E27FC236}">
                <a16:creationId xmlns:a16="http://schemas.microsoft.com/office/drawing/2014/main" id="{FF21DA14-263B-4191-418B-71F1942B8106}"/>
              </a:ext>
            </a:extLst>
          </p:cNvPr>
          <p:cNvGrpSpPr/>
          <p:nvPr/>
        </p:nvGrpSpPr>
        <p:grpSpPr>
          <a:xfrm>
            <a:off x="6096382" y="2600414"/>
            <a:ext cx="1536091" cy="1164002"/>
            <a:chOff x="6096382" y="2600414"/>
            <a:chExt cx="1536091" cy="1164002"/>
          </a:xfrm>
        </p:grpSpPr>
        <p:pic>
          <p:nvPicPr>
            <p:cNvPr id="75" name="Picture 74" descr="A black background with blue dots&#10;&#10;AI-generated content may be incorrect.">
              <a:extLst>
                <a:ext uri="{FF2B5EF4-FFF2-40B4-BE49-F238E27FC236}">
                  <a16:creationId xmlns:a16="http://schemas.microsoft.com/office/drawing/2014/main" id="{51D26231-3644-E57A-0321-F9AE76B45D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382" y="3108418"/>
              <a:ext cx="1536091" cy="655998"/>
            </a:xfrm>
            <a:prstGeom prst="rect">
              <a:avLst/>
            </a:prstGeom>
          </p:spPr>
        </p:pic>
        <p:pic>
          <p:nvPicPr>
            <p:cNvPr id="16" name="Picture 15" descr="A number with a black background&#10;&#10;AI-generated content may be incorrect.">
              <a:extLst>
                <a:ext uri="{FF2B5EF4-FFF2-40B4-BE49-F238E27FC236}">
                  <a16:creationId xmlns:a16="http://schemas.microsoft.com/office/drawing/2014/main" id="{9C389934-52DE-D680-5302-9E68E1C11C2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780189" y="2728116"/>
              <a:ext cx="229438" cy="435600"/>
            </a:xfrm>
            <a:prstGeom prst="rect">
              <a:avLst/>
            </a:prstGeom>
          </p:spPr>
        </p:pic>
        <p:pic>
          <p:nvPicPr>
            <p:cNvPr id="55" name="Picture 54" descr="A blue circle with black background&#10;&#10;AI-generated content may be incorrect.">
              <a:extLst>
                <a:ext uri="{FF2B5EF4-FFF2-40B4-BE49-F238E27FC236}">
                  <a16:creationId xmlns:a16="http://schemas.microsoft.com/office/drawing/2014/main" id="{E18DFA4C-B899-7B5F-1EE5-5A875DFCB00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36149" y="2600414"/>
              <a:ext cx="108000" cy="108000"/>
            </a:xfrm>
            <a:prstGeom prst="rect">
              <a:avLst/>
            </a:prstGeom>
          </p:spPr>
        </p:pic>
        <p:sp>
          <p:nvSpPr>
            <p:cNvPr id="61" name="TextBox 60">
              <a:extLst>
                <a:ext uri="{FF2B5EF4-FFF2-40B4-BE49-F238E27FC236}">
                  <a16:creationId xmlns:a16="http://schemas.microsoft.com/office/drawing/2014/main" id="{EF65EC26-119D-6E7A-0213-0A3E0C10AD77}"/>
                </a:ext>
              </a:extLst>
            </p:cNvPr>
            <p:cNvSpPr txBox="1"/>
            <p:nvPr/>
          </p:nvSpPr>
          <p:spPr>
            <a:xfrm>
              <a:off x="6161976" y="3136335"/>
              <a:ext cx="1404754" cy="600164"/>
            </a:xfrm>
            <a:prstGeom prst="rect">
              <a:avLst/>
            </a:prstGeom>
            <a:noFill/>
          </p:spPr>
          <p:txBody>
            <a:bodyPr wrap="square">
              <a:spAutoFit/>
            </a:bodyPr>
            <a:lstStyle/>
            <a:p>
              <a:pPr algn="ctr" rtl="1">
                <a:spcBef>
                  <a:spcPts val="2000"/>
                </a:spcBef>
                <a:spcAft>
                  <a:spcPts val="200"/>
                </a:spcAft>
              </a:pPr>
              <a:r>
                <a:rPr lang="ar-EG" sz="1100"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تطبيق خطوات نموذج تطبيقي لإدارة السمعة الرَّقْمية.</a:t>
              </a:r>
              <a:endParaRPr lang="en-GB" sz="1100"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grpSp>
        <p:nvGrpSpPr>
          <p:cNvPr id="5" name="Group 4">
            <a:extLst>
              <a:ext uri="{FF2B5EF4-FFF2-40B4-BE49-F238E27FC236}">
                <a16:creationId xmlns:a16="http://schemas.microsoft.com/office/drawing/2014/main" id="{68EF01D7-5341-A6B2-7C73-46675A7F5BB6}"/>
              </a:ext>
            </a:extLst>
          </p:cNvPr>
          <p:cNvGrpSpPr/>
          <p:nvPr/>
        </p:nvGrpSpPr>
        <p:grpSpPr>
          <a:xfrm>
            <a:off x="4413011" y="2600414"/>
            <a:ext cx="1536091" cy="1164002"/>
            <a:chOff x="4413011" y="2600414"/>
            <a:chExt cx="1536091" cy="1164002"/>
          </a:xfrm>
        </p:grpSpPr>
        <p:pic>
          <p:nvPicPr>
            <p:cNvPr id="74" name="Picture 73" descr="A black background with blue dots&#10;&#10;AI-generated content may be incorrect.">
              <a:extLst>
                <a:ext uri="{FF2B5EF4-FFF2-40B4-BE49-F238E27FC236}">
                  <a16:creationId xmlns:a16="http://schemas.microsoft.com/office/drawing/2014/main" id="{8C57DA0D-5617-21B8-8668-ED7110C631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13011" y="3108418"/>
              <a:ext cx="1536091" cy="655998"/>
            </a:xfrm>
            <a:prstGeom prst="rect">
              <a:avLst/>
            </a:prstGeom>
          </p:spPr>
        </p:pic>
        <p:pic>
          <p:nvPicPr>
            <p:cNvPr id="18" name="Picture 17" descr="A number with a black background&#10;&#10;AI-generated content may be incorrect.">
              <a:extLst>
                <a:ext uri="{FF2B5EF4-FFF2-40B4-BE49-F238E27FC236}">
                  <a16:creationId xmlns:a16="http://schemas.microsoft.com/office/drawing/2014/main" id="{0C2C125F-46F6-AC73-B427-CA9907093D1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041279" y="2741058"/>
              <a:ext cx="226910" cy="435600"/>
            </a:xfrm>
            <a:prstGeom prst="rect">
              <a:avLst/>
            </a:prstGeom>
          </p:spPr>
        </p:pic>
        <p:pic>
          <p:nvPicPr>
            <p:cNvPr id="56" name="Picture 55" descr="A blue circle with black background&#10;&#10;AI-generated content may be incorrect.">
              <a:extLst>
                <a:ext uri="{FF2B5EF4-FFF2-40B4-BE49-F238E27FC236}">
                  <a16:creationId xmlns:a16="http://schemas.microsoft.com/office/drawing/2014/main" id="{DBA4B928-4291-99DC-2A6E-BB5A6FB1004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24337" y="2600414"/>
              <a:ext cx="108000" cy="108000"/>
            </a:xfrm>
            <a:prstGeom prst="rect">
              <a:avLst/>
            </a:prstGeom>
          </p:spPr>
        </p:pic>
        <p:sp>
          <p:nvSpPr>
            <p:cNvPr id="62" name="TextBox 61">
              <a:extLst>
                <a:ext uri="{FF2B5EF4-FFF2-40B4-BE49-F238E27FC236}">
                  <a16:creationId xmlns:a16="http://schemas.microsoft.com/office/drawing/2014/main" id="{B997835C-088E-CAFF-4E62-DEBFDFCAD0CC}"/>
                </a:ext>
              </a:extLst>
            </p:cNvPr>
            <p:cNvSpPr txBox="1"/>
            <p:nvPr/>
          </p:nvSpPr>
          <p:spPr>
            <a:xfrm>
              <a:off x="4541336" y="3135106"/>
              <a:ext cx="1274002" cy="600164"/>
            </a:xfrm>
            <a:prstGeom prst="rect">
              <a:avLst/>
            </a:prstGeom>
            <a:noFill/>
          </p:spPr>
          <p:txBody>
            <a:bodyPr wrap="square">
              <a:spAutoFit/>
            </a:bodyPr>
            <a:lstStyle/>
            <a:p>
              <a:pPr algn="ctr" rtl="1">
                <a:spcBef>
                  <a:spcPts val="2000"/>
                </a:spcBef>
                <a:spcAft>
                  <a:spcPts val="200"/>
                </a:spcAft>
              </a:pPr>
              <a:r>
                <a:rPr lang="ar-EG" sz="1100"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استخدام تِقْنيات تحسين السمعة الرَّقْمية.</a:t>
              </a:r>
              <a:endParaRPr lang="en-GB" sz="1100"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grpSp>
        <p:nvGrpSpPr>
          <p:cNvPr id="3" name="Group 2">
            <a:extLst>
              <a:ext uri="{FF2B5EF4-FFF2-40B4-BE49-F238E27FC236}">
                <a16:creationId xmlns:a16="http://schemas.microsoft.com/office/drawing/2014/main" id="{33040594-F15C-990E-36C2-FC7B5541CEFF}"/>
              </a:ext>
            </a:extLst>
          </p:cNvPr>
          <p:cNvGrpSpPr/>
          <p:nvPr/>
        </p:nvGrpSpPr>
        <p:grpSpPr>
          <a:xfrm>
            <a:off x="2632677" y="2590237"/>
            <a:ext cx="1536091" cy="1174179"/>
            <a:chOff x="2632677" y="2590237"/>
            <a:chExt cx="1536091" cy="1174179"/>
          </a:xfrm>
        </p:grpSpPr>
        <p:pic>
          <p:nvPicPr>
            <p:cNvPr id="73" name="Picture 72" descr="A black background with blue dots&#10;&#10;AI-generated content may be incorrect.">
              <a:extLst>
                <a:ext uri="{FF2B5EF4-FFF2-40B4-BE49-F238E27FC236}">
                  <a16:creationId xmlns:a16="http://schemas.microsoft.com/office/drawing/2014/main" id="{A489D7BB-3BB5-4278-C964-E4B360AED3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32677" y="3108418"/>
              <a:ext cx="1536091" cy="655998"/>
            </a:xfrm>
            <a:prstGeom prst="rect">
              <a:avLst/>
            </a:prstGeom>
          </p:spPr>
        </p:pic>
        <p:pic>
          <p:nvPicPr>
            <p:cNvPr id="20" name="Picture 19" descr="A number on a black background&#10;&#10;AI-generated content may be incorrect.">
              <a:extLst>
                <a:ext uri="{FF2B5EF4-FFF2-40B4-BE49-F238E27FC236}">
                  <a16:creationId xmlns:a16="http://schemas.microsoft.com/office/drawing/2014/main" id="{652CB582-64CF-F887-5396-2A7D6C96D31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279699" y="2735127"/>
              <a:ext cx="228566" cy="435600"/>
            </a:xfrm>
            <a:prstGeom prst="rect">
              <a:avLst/>
            </a:prstGeom>
          </p:spPr>
        </p:pic>
        <p:pic>
          <p:nvPicPr>
            <p:cNvPr id="57" name="Picture 56" descr="A blue circle with black background&#10;&#10;AI-generated content may be incorrect.">
              <a:extLst>
                <a:ext uri="{FF2B5EF4-FFF2-40B4-BE49-F238E27FC236}">
                  <a16:creationId xmlns:a16="http://schemas.microsoft.com/office/drawing/2014/main" id="{45BCA735-2566-57E7-DB24-692B60DC09D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39982" y="2590237"/>
              <a:ext cx="108000" cy="108000"/>
            </a:xfrm>
            <a:prstGeom prst="rect">
              <a:avLst/>
            </a:prstGeom>
          </p:spPr>
        </p:pic>
        <p:sp>
          <p:nvSpPr>
            <p:cNvPr id="63" name="TextBox 62">
              <a:extLst>
                <a:ext uri="{FF2B5EF4-FFF2-40B4-BE49-F238E27FC236}">
                  <a16:creationId xmlns:a16="http://schemas.microsoft.com/office/drawing/2014/main" id="{A58E709A-0E54-B034-5FBE-152FF82BAF15}"/>
                </a:ext>
              </a:extLst>
            </p:cNvPr>
            <p:cNvSpPr txBox="1"/>
            <p:nvPr/>
          </p:nvSpPr>
          <p:spPr>
            <a:xfrm>
              <a:off x="2656834" y="3131535"/>
              <a:ext cx="1499705" cy="600164"/>
            </a:xfrm>
            <a:prstGeom prst="rect">
              <a:avLst/>
            </a:prstGeom>
            <a:noFill/>
          </p:spPr>
          <p:txBody>
            <a:bodyPr wrap="square">
              <a:spAutoFit/>
            </a:bodyPr>
            <a:lstStyle/>
            <a:p>
              <a:pPr algn="ctr" rtl="1">
                <a:spcBef>
                  <a:spcPts val="2000"/>
                </a:spcBef>
                <a:spcAft>
                  <a:spcPts val="200"/>
                </a:spcAft>
              </a:pPr>
              <a:r>
                <a:rPr lang="ar-EG" sz="1100"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تحديد دور وسائل التواصل الاجتماعي في تمثيل الهُوية الوطنية. </a:t>
              </a:r>
              <a:endParaRPr lang="en-GB" sz="1100"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grpSp>
        <p:nvGrpSpPr>
          <p:cNvPr id="2" name="Group 1">
            <a:extLst>
              <a:ext uri="{FF2B5EF4-FFF2-40B4-BE49-F238E27FC236}">
                <a16:creationId xmlns:a16="http://schemas.microsoft.com/office/drawing/2014/main" id="{53692514-1972-FC53-B973-AA68687849C0}"/>
              </a:ext>
            </a:extLst>
          </p:cNvPr>
          <p:cNvGrpSpPr/>
          <p:nvPr/>
        </p:nvGrpSpPr>
        <p:grpSpPr>
          <a:xfrm>
            <a:off x="741865" y="2592099"/>
            <a:ext cx="1536091" cy="1172317"/>
            <a:chOff x="741865" y="2592099"/>
            <a:chExt cx="1536091" cy="1172317"/>
          </a:xfrm>
        </p:grpSpPr>
        <p:pic>
          <p:nvPicPr>
            <p:cNvPr id="72" name="Picture 71" descr="A black background with blue dots&#10;&#10;AI-generated content may be incorrect.">
              <a:extLst>
                <a:ext uri="{FF2B5EF4-FFF2-40B4-BE49-F238E27FC236}">
                  <a16:creationId xmlns:a16="http://schemas.microsoft.com/office/drawing/2014/main" id="{A9F8127A-1FC8-B6BB-CB15-ADEB80F80F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1865" y="3108418"/>
              <a:ext cx="1536091" cy="655998"/>
            </a:xfrm>
            <a:prstGeom prst="rect">
              <a:avLst/>
            </a:prstGeom>
          </p:spPr>
        </p:pic>
        <p:pic>
          <p:nvPicPr>
            <p:cNvPr id="22" name="Picture 21" descr="A number on a black background&#10;&#10;AI-generated content may be incorrect.">
              <a:extLst>
                <a:ext uri="{FF2B5EF4-FFF2-40B4-BE49-F238E27FC236}">
                  <a16:creationId xmlns:a16="http://schemas.microsoft.com/office/drawing/2014/main" id="{5D3E1170-841C-768B-B184-3D63A82A374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16464" y="2731338"/>
              <a:ext cx="228566" cy="435600"/>
            </a:xfrm>
            <a:prstGeom prst="rect">
              <a:avLst/>
            </a:prstGeom>
          </p:spPr>
        </p:pic>
        <p:pic>
          <p:nvPicPr>
            <p:cNvPr id="58" name="Picture 57" descr="A blue circle with black background&#10;&#10;AI-generated content may be incorrect.">
              <a:extLst>
                <a:ext uri="{FF2B5EF4-FFF2-40B4-BE49-F238E27FC236}">
                  <a16:creationId xmlns:a16="http://schemas.microsoft.com/office/drawing/2014/main" id="{6A9C120B-1A72-0806-E4B2-21AA2971968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76747" y="2592099"/>
              <a:ext cx="108000" cy="108000"/>
            </a:xfrm>
            <a:prstGeom prst="rect">
              <a:avLst/>
            </a:prstGeom>
          </p:spPr>
        </p:pic>
        <p:sp>
          <p:nvSpPr>
            <p:cNvPr id="64" name="TextBox 63">
              <a:extLst>
                <a:ext uri="{FF2B5EF4-FFF2-40B4-BE49-F238E27FC236}">
                  <a16:creationId xmlns:a16="http://schemas.microsoft.com/office/drawing/2014/main" id="{097C8EF9-E064-1B4F-B80A-654BC135BF62}"/>
                </a:ext>
              </a:extLst>
            </p:cNvPr>
            <p:cNvSpPr txBox="1"/>
            <p:nvPr/>
          </p:nvSpPr>
          <p:spPr>
            <a:xfrm>
              <a:off x="764403" y="3138348"/>
              <a:ext cx="1499705" cy="600164"/>
            </a:xfrm>
            <a:prstGeom prst="rect">
              <a:avLst/>
            </a:prstGeom>
            <a:noFill/>
          </p:spPr>
          <p:txBody>
            <a:bodyPr wrap="square">
              <a:spAutoFit/>
            </a:bodyPr>
            <a:lstStyle/>
            <a:p>
              <a:pPr algn="ctr" rtl="1">
                <a:spcBef>
                  <a:spcPts val="2000"/>
                </a:spcBef>
                <a:spcAft>
                  <a:spcPts val="200"/>
                </a:spcAft>
              </a:pPr>
              <a:r>
                <a:rPr lang="ar-EG" sz="1100"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شرح استراتيجيات الترويج للهُوية الوطنية عبر المنصات الرَّقْمية.</a:t>
              </a:r>
              <a:endParaRPr lang="en-GB" sz="1100"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grpSp>
        <p:nvGrpSpPr>
          <p:cNvPr id="11" name="Group 10">
            <a:extLst>
              <a:ext uri="{FF2B5EF4-FFF2-40B4-BE49-F238E27FC236}">
                <a16:creationId xmlns:a16="http://schemas.microsoft.com/office/drawing/2014/main" id="{B6CADDA0-3321-A9D9-0016-09E8723AA681}"/>
              </a:ext>
            </a:extLst>
          </p:cNvPr>
          <p:cNvGrpSpPr/>
          <p:nvPr/>
        </p:nvGrpSpPr>
        <p:grpSpPr>
          <a:xfrm>
            <a:off x="9725848" y="4441146"/>
            <a:ext cx="1536091" cy="1225365"/>
            <a:chOff x="9725848" y="4441146"/>
            <a:chExt cx="1536091" cy="1225365"/>
          </a:xfrm>
        </p:grpSpPr>
        <p:pic>
          <p:nvPicPr>
            <p:cNvPr id="78" name="Picture 77" descr="A black background with blue dots&#10;&#10;AI-generated content may be incorrect.">
              <a:extLst>
                <a:ext uri="{FF2B5EF4-FFF2-40B4-BE49-F238E27FC236}">
                  <a16:creationId xmlns:a16="http://schemas.microsoft.com/office/drawing/2014/main" id="{CA7FCF2D-7886-D105-A172-4A0503FE8B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25848" y="5010513"/>
              <a:ext cx="1536091" cy="655998"/>
            </a:xfrm>
            <a:prstGeom prst="rect">
              <a:avLst/>
            </a:prstGeom>
          </p:spPr>
        </p:pic>
        <p:pic>
          <p:nvPicPr>
            <p:cNvPr id="24" name="Picture 23" descr="A blue and black logo&#10;&#10;AI-generated content may be incorrect.">
              <a:extLst>
                <a:ext uri="{FF2B5EF4-FFF2-40B4-BE49-F238E27FC236}">
                  <a16:creationId xmlns:a16="http://schemas.microsoft.com/office/drawing/2014/main" id="{72629381-A1B6-28E3-3EA0-E24FFF1E018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363095" y="4594140"/>
              <a:ext cx="226910" cy="435600"/>
            </a:xfrm>
            <a:prstGeom prst="rect">
              <a:avLst/>
            </a:prstGeom>
          </p:spPr>
        </p:pic>
        <p:pic>
          <p:nvPicPr>
            <p:cNvPr id="52" name="Picture 51" descr="A blue circle with black background&#10;&#10;AI-generated content may be incorrect.">
              <a:extLst>
                <a:ext uri="{FF2B5EF4-FFF2-40B4-BE49-F238E27FC236}">
                  <a16:creationId xmlns:a16="http://schemas.microsoft.com/office/drawing/2014/main" id="{AC3EB474-BF0B-956B-A078-C6AB7B19431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12026" y="4441146"/>
              <a:ext cx="108000" cy="108000"/>
            </a:xfrm>
            <a:prstGeom prst="rect">
              <a:avLst/>
            </a:prstGeom>
          </p:spPr>
        </p:pic>
        <p:sp>
          <p:nvSpPr>
            <p:cNvPr id="65" name="TextBox 64">
              <a:extLst>
                <a:ext uri="{FF2B5EF4-FFF2-40B4-BE49-F238E27FC236}">
                  <a16:creationId xmlns:a16="http://schemas.microsoft.com/office/drawing/2014/main" id="{97901D6A-D8FA-1040-3211-2C233AB58A71}"/>
                </a:ext>
              </a:extLst>
            </p:cNvPr>
            <p:cNvSpPr txBox="1"/>
            <p:nvPr/>
          </p:nvSpPr>
          <p:spPr>
            <a:xfrm>
              <a:off x="9739715" y="5029740"/>
              <a:ext cx="1499705" cy="600164"/>
            </a:xfrm>
            <a:prstGeom prst="rect">
              <a:avLst/>
            </a:prstGeom>
            <a:noFill/>
          </p:spPr>
          <p:txBody>
            <a:bodyPr wrap="square">
              <a:spAutoFit/>
            </a:bodyPr>
            <a:lstStyle/>
            <a:p>
              <a:pPr algn="ctr" rtl="1">
                <a:spcBef>
                  <a:spcPts val="2000"/>
                </a:spcBef>
                <a:spcAft>
                  <a:spcPts val="200"/>
                </a:spcAft>
              </a:pPr>
              <a:r>
                <a:rPr lang="ar-EG" sz="1100"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تعداد أمثلة على حملات وطنية ناجحة عبر وسائل التواصل الاجتماعي.</a:t>
              </a:r>
              <a:endParaRPr lang="en-GB" sz="1100"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grpSp>
        <p:nvGrpSpPr>
          <p:cNvPr id="13" name="Group 12">
            <a:extLst>
              <a:ext uri="{FF2B5EF4-FFF2-40B4-BE49-F238E27FC236}">
                <a16:creationId xmlns:a16="http://schemas.microsoft.com/office/drawing/2014/main" id="{66A8ABB7-9013-F83C-510F-04E6CA6B1B90}"/>
              </a:ext>
            </a:extLst>
          </p:cNvPr>
          <p:cNvGrpSpPr/>
          <p:nvPr/>
        </p:nvGrpSpPr>
        <p:grpSpPr>
          <a:xfrm>
            <a:off x="7904619" y="4446537"/>
            <a:ext cx="1536091" cy="1219974"/>
            <a:chOff x="7904619" y="4446537"/>
            <a:chExt cx="1536091" cy="1219974"/>
          </a:xfrm>
        </p:grpSpPr>
        <p:pic>
          <p:nvPicPr>
            <p:cNvPr id="79" name="Picture 78" descr="A black background with blue dots&#10;&#10;AI-generated content may be incorrect.">
              <a:extLst>
                <a:ext uri="{FF2B5EF4-FFF2-40B4-BE49-F238E27FC236}">
                  <a16:creationId xmlns:a16="http://schemas.microsoft.com/office/drawing/2014/main" id="{FA519B55-C6C8-DB4E-5F26-11CE4F450A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04619" y="5010513"/>
              <a:ext cx="1536091" cy="655998"/>
            </a:xfrm>
            <a:prstGeom prst="rect">
              <a:avLst/>
            </a:prstGeom>
          </p:spPr>
        </p:pic>
        <p:pic>
          <p:nvPicPr>
            <p:cNvPr id="26" name="Picture 25" descr="A number eight with a black background&#10;&#10;AI-generated content may be incorrect.">
              <a:extLst>
                <a:ext uri="{FF2B5EF4-FFF2-40B4-BE49-F238E27FC236}">
                  <a16:creationId xmlns:a16="http://schemas.microsoft.com/office/drawing/2014/main" id="{CAF8679E-AE3F-83F3-A775-2C685BA65C7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572598" y="4603639"/>
              <a:ext cx="226910" cy="435600"/>
            </a:xfrm>
            <a:prstGeom prst="rect">
              <a:avLst/>
            </a:prstGeom>
          </p:spPr>
        </p:pic>
        <p:pic>
          <p:nvPicPr>
            <p:cNvPr id="51" name="Picture 50" descr="A blue circle with black background&#10;&#10;AI-generated content may be incorrect.">
              <a:extLst>
                <a:ext uri="{FF2B5EF4-FFF2-40B4-BE49-F238E27FC236}">
                  <a16:creationId xmlns:a16="http://schemas.microsoft.com/office/drawing/2014/main" id="{EBFB4C9B-56BC-20D9-815C-91D503B7677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32053" y="4446537"/>
              <a:ext cx="108000" cy="108000"/>
            </a:xfrm>
            <a:prstGeom prst="rect">
              <a:avLst/>
            </a:prstGeom>
          </p:spPr>
        </p:pic>
        <p:sp>
          <p:nvSpPr>
            <p:cNvPr id="66" name="TextBox 65">
              <a:extLst>
                <a:ext uri="{FF2B5EF4-FFF2-40B4-BE49-F238E27FC236}">
                  <a16:creationId xmlns:a16="http://schemas.microsoft.com/office/drawing/2014/main" id="{364B19C7-8289-AE17-7564-A9236A22D61F}"/>
                </a:ext>
              </a:extLst>
            </p:cNvPr>
            <p:cNvSpPr txBox="1"/>
            <p:nvPr/>
          </p:nvSpPr>
          <p:spPr>
            <a:xfrm>
              <a:off x="8043282" y="5032695"/>
              <a:ext cx="1285542" cy="600164"/>
            </a:xfrm>
            <a:prstGeom prst="rect">
              <a:avLst/>
            </a:prstGeom>
            <a:noFill/>
          </p:spPr>
          <p:txBody>
            <a:bodyPr wrap="square">
              <a:spAutoFit/>
            </a:bodyPr>
            <a:lstStyle/>
            <a:p>
              <a:pPr algn="ctr" rtl="1">
                <a:spcBef>
                  <a:spcPts val="2000"/>
                </a:spcBef>
                <a:spcAft>
                  <a:spcPts val="200"/>
                </a:spcAft>
              </a:pPr>
              <a:r>
                <a:rPr lang="ar-EG" sz="1100"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مناقشة أهمية مكافحة المعلومات المُضلِّلة.</a:t>
              </a:r>
              <a:endParaRPr lang="en-GB" sz="1100"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grpSp>
        <p:nvGrpSpPr>
          <p:cNvPr id="15" name="Group 14">
            <a:extLst>
              <a:ext uri="{FF2B5EF4-FFF2-40B4-BE49-F238E27FC236}">
                <a16:creationId xmlns:a16="http://schemas.microsoft.com/office/drawing/2014/main" id="{79B00FFE-FF60-CC8F-FC83-FD813C7A8C76}"/>
              </a:ext>
            </a:extLst>
          </p:cNvPr>
          <p:cNvGrpSpPr/>
          <p:nvPr/>
        </p:nvGrpSpPr>
        <p:grpSpPr>
          <a:xfrm>
            <a:off x="6074617" y="4446537"/>
            <a:ext cx="1536091" cy="1219974"/>
            <a:chOff x="6074617" y="4446537"/>
            <a:chExt cx="1536091" cy="1219974"/>
          </a:xfrm>
        </p:grpSpPr>
        <p:pic>
          <p:nvPicPr>
            <p:cNvPr id="80" name="Picture 79" descr="A black background with blue dots&#10;&#10;AI-generated content may be incorrect.">
              <a:extLst>
                <a:ext uri="{FF2B5EF4-FFF2-40B4-BE49-F238E27FC236}">
                  <a16:creationId xmlns:a16="http://schemas.microsoft.com/office/drawing/2014/main" id="{44F7F7F3-CD43-05AF-BA5A-D6B321665F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74617" y="5010513"/>
              <a:ext cx="1536091" cy="655998"/>
            </a:xfrm>
            <a:prstGeom prst="rect">
              <a:avLst/>
            </a:prstGeom>
          </p:spPr>
        </p:pic>
        <p:pic>
          <p:nvPicPr>
            <p:cNvPr id="28" name="Picture 27" descr="A number on a black background&#10;&#10;AI-generated content may be incorrect.">
              <a:extLst>
                <a:ext uri="{FF2B5EF4-FFF2-40B4-BE49-F238E27FC236}">
                  <a16:creationId xmlns:a16="http://schemas.microsoft.com/office/drawing/2014/main" id="{D16FE38D-89AF-9FC5-5177-009EC6CA59C4}"/>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753798" y="4603639"/>
              <a:ext cx="228566" cy="435600"/>
            </a:xfrm>
            <a:prstGeom prst="rect">
              <a:avLst/>
            </a:prstGeom>
          </p:spPr>
        </p:pic>
        <p:pic>
          <p:nvPicPr>
            <p:cNvPr id="50" name="Picture 49" descr="A blue circle with black background&#10;&#10;AI-generated content may be incorrect.">
              <a:extLst>
                <a:ext uri="{FF2B5EF4-FFF2-40B4-BE49-F238E27FC236}">
                  <a16:creationId xmlns:a16="http://schemas.microsoft.com/office/drawing/2014/main" id="{E71E5136-6495-EA1C-317B-F79F6398F40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12616" y="4446537"/>
              <a:ext cx="108000" cy="108000"/>
            </a:xfrm>
            <a:prstGeom prst="rect">
              <a:avLst/>
            </a:prstGeom>
          </p:spPr>
        </p:pic>
        <p:sp>
          <p:nvSpPr>
            <p:cNvPr id="67" name="TextBox 66">
              <a:extLst>
                <a:ext uri="{FF2B5EF4-FFF2-40B4-BE49-F238E27FC236}">
                  <a16:creationId xmlns:a16="http://schemas.microsoft.com/office/drawing/2014/main" id="{22CDE06F-19BE-65B5-5036-63B286603A8E}"/>
                </a:ext>
              </a:extLst>
            </p:cNvPr>
            <p:cNvSpPr txBox="1"/>
            <p:nvPr/>
          </p:nvSpPr>
          <p:spPr>
            <a:xfrm>
              <a:off x="6221582" y="5032695"/>
              <a:ext cx="1285542" cy="600164"/>
            </a:xfrm>
            <a:prstGeom prst="rect">
              <a:avLst/>
            </a:prstGeom>
            <a:noFill/>
          </p:spPr>
          <p:txBody>
            <a:bodyPr wrap="square">
              <a:spAutoFit/>
            </a:bodyPr>
            <a:lstStyle/>
            <a:p>
              <a:pPr algn="ctr" rtl="1">
                <a:spcBef>
                  <a:spcPts val="2000"/>
                </a:spcBef>
                <a:spcAft>
                  <a:spcPts val="200"/>
                </a:spcAft>
              </a:pPr>
              <a:r>
                <a:rPr lang="ar-EG" sz="1100"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تطبيق استراتيجيات فعَّالة لمكافحة المعلومات المُضلِّلة.</a:t>
              </a:r>
              <a:endParaRPr lang="en-GB" sz="1100"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grpSp>
        <p:nvGrpSpPr>
          <p:cNvPr id="17" name="Group 16">
            <a:extLst>
              <a:ext uri="{FF2B5EF4-FFF2-40B4-BE49-F238E27FC236}">
                <a16:creationId xmlns:a16="http://schemas.microsoft.com/office/drawing/2014/main" id="{88017802-F34A-08B6-BB6C-58590AFD1799}"/>
              </a:ext>
            </a:extLst>
          </p:cNvPr>
          <p:cNvGrpSpPr/>
          <p:nvPr/>
        </p:nvGrpSpPr>
        <p:grpSpPr>
          <a:xfrm>
            <a:off x="4346648" y="4451928"/>
            <a:ext cx="1536091" cy="1219415"/>
            <a:chOff x="4346648" y="4451928"/>
            <a:chExt cx="1536091" cy="1219415"/>
          </a:xfrm>
        </p:grpSpPr>
        <p:pic>
          <p:nvPicPr>
            <p:cNvPr id="81" name="Picture 80" descr="A black background with blue dots&#10;&#10;AI-generated content may be incorrect.">
              <a:extLst>
                <a:ext uri="{FF2B5EF4-FFF2-40B4-BE49-F238E27FC236}">
                  <a16:creationId xmlns:a16="http://schemas.microsoft.com/office/drawing/2014/main" id="{D983E3CD-38DA-4F5B-1325-28C753DE1B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46648" y="4999063"/>
              <a:ext cx="1536091" cy="672280"/>
            </a:xfrm>
            <a:prstGeom prst="rect">
              <a:avLst/>
            </a:prstGeom>
          </p:spPr>
        </p:pic>
        <p:pic>
          <p:nvPicPr>
            <p:cNvPr id="30" name="Picture 29" descr="A number on a black background&#10;&#10;AI-generated content may be incorrect.">
              <a:extLst>
                <a:ext uri="{FF2B5EF4-FFF2-40B4-BE49-F238E27FC236}">
                  <a16:creationId xmlns:a16="http://schemas.microsoft.com/office/drawing/2014/main" id="{64E94727-11F0-3F31-1307-8E5648A4B4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912980" y="4569404"/>
              <a:ext cx="437256" cy="435600"/>
            </a:xfrm>
            <a:prstGeom prst="rect">
              <a:avLst/>
            </a:prstGeom>
          </p:spPr>
        </p:pic>
        <p:pic>
          <p:nvPicPr>
            <p:cNvPr id="49" name="Picture 48" descr="A blue circle with black background&#10;&#10;AI-generated content may be incorrect.">
              <a:extLst>
                <a:ext uri="{FF2B5EF4-FFF2-40B4-BE49-F238E27FC236}">
                  <a16:creationId xmlns:a16="http://schemas.microsoft.com/office/drawing/2014/main" id="{05177D85-96B8-F80C-C068-8A14F5BFA62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77608" y="4451928"/>
              <a:ext cx="108000" cy="108000"/>
            </a:xfrm>
            <a:prstGeom prst="rect">
              <a:avLst/>
            </a:prstGeom>
          </p:spPr>
        </p:pic>
        <p:sp>
          <p:nvSpPr>
            <p:cNvPr id="68" name="TextBox 67">
              <a:extLst>
                <a:ext uri="{FF2B5EF4-FFF2-40B4-BE49-F238E27FC236}">
                  <a16:creationId xmlns:a16="http://schemas.microsoft.com/office/drawing/2014/main" id="{0A41562B-0E59-9778-2B5C-3E46F055777F}"/>
                </a:ext>
              </a:extLst>
            </p:cNvPr>
            <p:cNvSpPr txBox="1"/>
            <p:nvPr/>
          </p:nvSpPr>
          <p:spPr>
            <a:xfrm>
              <a:off x="4511172" y="5026730"/>
              <a:ext cx="1202599" cy="600164"/>
            </a:xfrm>
            <a:prstGeom prst="rect">
              <a:avLst/>
            </a:prstGeom>
            <a:noFill/>
          </p:spPr>
          <p:txBody>
            <a:bodyPr wrap="square">
              <a:spAutoFit/>
            </a:bodyPr>
            <a:lstStyle/>
            <a:p>
              <a:pPr algn="ctr" rtl="1">
                <a:spcBef>
                  <a:spcPts val="2000"/>
                </a:spcBef>
                <a:spcAft>
                  <a:spcPts val="200"/>
                </a:spcAft>
              </a:pPr>
              <a:r>
                <a:rPr lang="ar-EG" sz="1100"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تعريف طرق التعامل مع التحيز الإعلامي.</a:t>
              </a:r>
              <a:endParaRPr lang="en-GB" sz="1100"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grpSp>
        <p:nvGrpSpPr>
          <p:cNvPr id="19" name="Group 18">
            <a:extLst>
              <a:ext uri="{FF2B5EF4-FFF2-40B4-BE49-F238E27FC236}">
                <a16:creationId xmlns:a16="http://schemas.microsoft.com/office/drawing/2014/main" id="{D0D3486F-AD9C-04AC-D7F0-F161D8977D94}"/>
              </a:ext>
            </a:extLst>
          </p:cNvPr>
          <p:cNvGrpSpPr/>
          <p:nvPr/>
        </p:nvGrpSpPr>
        <p:grpSpPr>
          <a:xfrm>
            <a:off x="2506792" y="4453217"/>
            <a:ext cx="1640014" cy="1218126"/>
            <a:chOff x="2506792" y="4453217"/>
            <a:chExt cx="1640014" cy="1218126"/>
          </a:xfrm>
        </p:grpSpPr>
        <p:pic>
          <p:nvPicPr>
            <p:cNvPr id="82" name="Picture 81" descr="A black background with blue dots&#10;&#10;AI-generated content may be incorrect.">
              <a:extLst>
                <a:ext uri="{FF2B5EF4-FFF2-40B4-BE49-F238E27FC236}">
                  <a16:creationId xmlns:a16="http://schemas.microsoft.com/office/drawing/2014/main" id="{E08EF401-890A-1047-1AE7-8DF02EF502D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48651" y="5015345"/>
              <a:ext cx="1536091" cy="655998"/>
            </a:xfrm>
            <a:prstGeom prst="rect">
              <a:avLst/>
            </a:prstGeom>
          </p:spPr>
        </p:pic>
        <p:pic>
          <p:nvPicPr>
            <p:cNvPr id="10" name="Picture 9" descr="A blue circle with black background&#10;&#10;AI-generated content may be incorrect.">
              <a:extLst>
                <a:ext uri="{FF2B5EF4-FFF2-40B4-BE49-F238E27FC236}">
                  <a16:creationId xmlns:a16="http://schemas.microsoft.com/office/drawing/2014/main" id="{3FCCF8B8-EEDB-55A5-2539-2035ABED3FF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65791" y="4453217"/>
              <a:ext cx="108000" cy="108000"/>
            </a:xfrm>
            <a:prstGeom prst="rect">
              <a:avLst/>
            </a:prstGeom>
          </p:spPr>
        </p:pic>
        <p:pic>
          <p:nvPicPr>
            <p:cNvPr id="32" name="Picture 31" descr="A number on a black background&#10;&#10;AI-generated content may be incorrect.">
              <a:extLst>
                <a:ext uri="{FF2B5EF4-FFF2-40B4-BE49-F238E27FC236}">
                  <a16:creationId xmlns:a16="http://schemas.microsoft.com/office/drawing/2014/main" id="{0F504805-4493-3583-64EF-89F2DF09D96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100500" y="4603639"/>
              <a:ext cx="438173" cy="436514"/>
            </a:xfrm>
            <a:prstGeom prst="rect">
              <a:avLst/>
            </a:prstGeom>
          </p:spPr>
        </p:pic>
        <p:sp>
          <p:nvSpPr>
            <p:cNvPr id="69" name="TextBox 68">
              <a:extLst>
                <a:ext uri="{FF2B5EF4-FFF2-40B4-BE49-F238E27FC236}">
                  <a16:creationId xmlns:a16="http://schemas.microsoft.com/office/drawing/2014/main" id="{35BE10A5-62BE-5D39-D971-890560D3F587}"/>
                </a:ext>
              </a:extLst>
            </p:cNvPr>
            <p:cNvSpPr txBox="1"/>
            <p:nvPr/>
          </p:nvSpPr>
          <p:spPr>
            <a:xfrm>
              <a:off x="2506792" y="5039239"/>
              <a:ext cx="1640014" cy="600164"/>
            </a:xfrm>
            <a:prstGeom prst="rect">
              <a:avLst/>
            </a:prstGeom>
            <a:noFill/>
          </p:spPr>
          <p:txBody>
            <a:bodyPr wrap="square">
              <a:spAutoFit/>
            </a:bodyPr>
            <a:lstStyle/>
            <a:p>
              <a:pPr algn="ctr" rtl="1">
                <a:spcBef>
                  <a:spcPts val="2000"/>
                </a:spcBef>
                <a:spcAft>
                  <a:spcPts val="200"/>
                </a:spcAft>
              </a:pPr>
              <a:r>
                <a:rPr lang="ar-EG" sz="1100"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سرد أمثلة على حملات ناجحة في مكافحة المعلومات المُضلِّلة.</a:t>
              </a:r>
              <a:endParaRPr lang="en-GB" sz="1100"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grpSp>
        <p:nvGrpSpPr>
          <p:cNvPr id="21" name="Group 20">
            <a:extLst>
              <a:ext uri="{FF2B5EF4-FFF2-40B4-BE49-F238E27FC236}">
                <a16:creationId xmlns:a16="http://schemas.microsoft.com/office/drawing/2014/main" id="{F13A4CDE-6490-6370-8B77-51A43E792557}"/>
              </a:ext>
            </a:extLst>
          </p:cNvPr>
          <p:cNvGrpSpPr/>
          <p:nvPr/>
        </p:nvGrpSpPr>
        <p:grpSpPr>
          <a:xfrm>
            <a:off x="738383" y="4453217"/>
            <a:ext cx="1536091" cy="1201844"/>
            <a:chOff x="738383" y="4453217"/>
            <a:chExt cx="1536091" cy="1201844"/>
          </a:xfrm>
        </p:grpSpPr>
        <p:pic>
          <p:nvPicPr>
            <p:cNvPr id="83" name="Picture 82" descr="A black background with blue dots&#10;&#10;AI-generated content may be incorrect.">
              <a:extLst>
                <a:ext uri="{FF2B5EF4-FFF2-40B4-BE49-F238E27FC236}">
                  <a16:creationId xmlns:a16="http://schemas.microsoft.com/office/drawing/2014/main" id="{FA646512-C7EF-1BEB-8481-3DD5BAFB06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8383" y="4999063"/>
              <a:ext cx="1536091" cy="655998"/>
            </a:xfrm>
            <a:prstGeom prst="rect">
              <a:avLst/>
            </a:prstGeom>
          </p:spPr>
        </p:pic>
        <p:pic>
          <p:nvPicPr>
            <p:cNvPr id="48" name="Picture 47" descr="A blue circle with black background&#10;&#10;AI-generated content may be incorrect.">
              <a:extLst>
                <a:ext uri="{FF2B5EF4-FFF2-40B4-BE49-F238E27FC236}">
                  <a16:creationId xmlns:a16="http://schemas.microsoft.com/office/drawing/2014/main" id="{8011F077-11BF-006F-DC7B-5B737C56AAA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76747" y="4453217"/>
              <a:ext cx="108000" cy="108000"/>
            </a:xfrm>
            <a:prstGeom prst="rect">
              <a:avLst/>
            </a:prstGeom>
          </p:spPr>
        </p:pic>
        <p:sp>
          <p:nvSpPr>
            <p:cNvPr id="70" name="TextBox 69">
              <a:extLst>
                <a:ext uri="{FF2B5EF4-FFF2-40B4-BE49-F238E27FC236}">
                  <a16:creationId xmlns:a16="http://schemas.microsoft.com/office/drawing/2014/main" id="{F0CEDB67-A6D8-90C6-06B9-DA83DCE5C071}"/>
                </a:ext>
              </a:extLst>
            </p:cNvPr>
            <p:cNvSpPr txBox="1"/>
            <p:nvPr/>
          </p:nvSpPr>
          <p:spPr>
            <a:xfrm>
              <a:off x="878278" y="5021671"/>
              <a:ext cx="1288923" cy="600164"/>
            </a:xfrm>
            <a:prstGeom prst="rect">
              <a:avLst/>
            </a:prstGeom>
            <a:noFill/>
          </p:spPr>
          <p:txBody>
            <a:bodyPr wrap="square">
              <a:spAutoFit/>
            </a:bodyPr>
            <a:lstStyle/>
            <a:p>
              <a:pPr algn="ctr" rtl="1">
                <a:spcBef>
                  <a:spcPts val="2000"/>
                </a:spcBef>
                <a:spcAft>
                  <a:spcPts val="200"/>
                </a:spcAft>
              </a:pPr>
              <a:r>
                <a:rPr lang="ar-EG" sz="1100" kern="0" dirty="0">
                  <a:solidFill>
                    <a:schemeClr val="bg1"/>
                  </a:solidFill>
                  <a:effectLst/>
                  <a:latin typeface="Calibri Light" panose="020F0302020204030204" pitchFamily="34" charset="0"/>
                  <a:ea typeface="Times New Roman" panose="02020603050405020304" pitchFamily="18" charset="0"/>
                  <a:cs typeface="Neo Sans Arabic" panose="020B0504030504040204" pitchFamily="34" charset="-78"/>
                </a:rPr>
                <a:t>عرض دَور الأفراد في مكافحة المعلومات المُضلِّلة.</a:t>
              </a:r>
              <a:endParaRPr lang="en-GB" sz="1100"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85" name="Picture 84" descr="A number on a black background&#10;&#10;AI-generated content may be incorrect.">
              <a:extLst>
                <a:ext uri="{FF2B5EF4-FFF2-40B4-BE49-F238E27FC236}">
                  <a16:creationId xmlns:a16="http://schemas.microsoft.com/office/drawing/2014/main" id="{792F0348-D3E2-7A1F-8804-995A1CFD78FB}"/>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312119" y="4603789"/>
              <a:ext cx="437256" cy="435600"/>
            </a:xfrm>
            <a:prstGeom prst="rect">
              <a:avLst/>
            </a:prstGeom>
          </p:spPr>
        </p:pic>
      </p:grpSp>
    </p:spTree>
    <p:extLst>
      <p:ext uri="{BB962C8B-B14F-4D97-AF65-F5344CB8AC3E}">
        <p14:creationId xmlns:p14="http://schemas.microsoft.com/office/powerpoint/2010/main" val="26671974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right)">
                                      <p:cBhvr>
                                        <p:cTn id="7" dur="500"/>
                                        <p:tgtEl>
                                          <p:spTgt spid="43"/>
                                        </p:tgtEl>
                                      </p:cBhvr>
                                    </p:animEffect>
                                  </p:childTnLst>
                                </p:cTn>
                              </p:par>
                              <p:par>
                                <p:cTn id="8" presetID="53" presetClass="entr" presetSubtype="16"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 calcmode="lin" valueType="num">
                                      <p:cBhvr>
                                        <p:cTn id="10" dur="500" fill="hold"/>
                                        <p:tgtEl>
                                          <p:spTgt spid="9"/>
                                        </p:tgtEl>
                                        <p:attrNameLst>
                                          <p:attrName>ppt_w</p:attrName>
                                        </p:attrNameLst>
                                      </p:cBhvr>
                                      <p:tavLst>
                                        <p:tav tm="0">
                                          <p:val>
                                            <p:fltVal val="0"/>
                                          </p:val>
                                        </p:tav>
                                        <p:tav tm="100000">
                                          <p:val>
                                            <p:strVal val="#ppt_w"/>
                                          </p:val>
                                        </p:tav>
                                      </p:tavLst>
                                    </p:anim>
                                    <p:anim calcmode="lin" valueType="num">
                                      <p:cBhvr>
                                        <p:cTn id="11" dur="500" fill="hold"/>
                                        <p:tgtEl>
                                          <p:spTgt spid="9"/>
                                        </p:tgtEl>
                                        <p:attrNameLst>
                                          <p:attrName>ppt_h</p:attrName>
                                        </p:attrNameLst>
                                      </p:cBhvr>
                                      <p:tavLst>
                                        <p:tav tm="0">
                                          <p:val>
                                            <p:fltVal val="0"/>
                                          </p:val>
                                        </p:tav>
                                        <p:tav tm="100000">
                                          <p:val>
                                            <p:strVal val="#ppt_h"/>
                                          </p:val>
                                        </p:tav>
                                      </p:tavLst>
                                    </p:anim>
                                    <p:animEffect transition="in" filter="fade">
                                      <p:cBhvr>
                                        <p:cTn id="12" dur="500"/>
                                        <p:tgtEl>
                                          <p:spTgt spid="9"/>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childTnLst>
                          </p:cTn>
                        </p:par>
                        <p:par>
                          <p:cTn id="19" fill="hold">
                            <p:stCondLst>
                              <p:cond delay="1000"/>
                            </p:stCondLst>
                            <p:childTnLst>
                              <p:par>
                                <p:cTn id="20" presetID="53" presetClass="entr" presetSubtype="16"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childTnLst>
                          </p:cTn>
                        </p:par>
                        <p:par>
                          <p:cTn id="25" fill="hold">
                            <p:stCondLst>
                              <p:cond delay="1500"/>
                            </p:stCondLst>
                            <p:childTnLst>
                              <p:par>
                                <p:cTn id="26" presetID="53" presetClass="entr" presetSubtype="16"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childTnLst>
                                </p:cTn>
                              </p:par>
                            </p:childTnLst>
                          </p:cTn>
                        </p:par>
                        <p:par>
                          <p:cTn id="31" fill="hold">
                            <p:stCondLst>
                              <p:cond delay="2000"/>
                            </p:stCondLst>
                            <p:childTnLst>
                              <p:par>
                                <p:cTn id="32" presetID="53" presetClass="entr" presetSubtype="16" fill="hold" nodeType="after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500" fill="hold"/>
                                        <p:tgtEl>
                                          <p:spTgt spid="3"/>
                                        </p:tgtEl>
                                        <p:attrNameLst>
                                          <p:attrName>ppt_w</p:attrName>
                                        </p:attrNameLst>
                                      </p:cBhvr>
                                      <p:tavLst>
                                        <p:tav tm="0">
                                          <p:val>
                                            <p:fltVal val="0"/>
                                          </p:val>
                                        </p:tav>
                                        <p:tav tm="100000">
                                          <p:val>
                                            <p:strVal val="#ppt_w"/>
                                          </p:val>
                                        </p:tav>
                                      </p:tavLst>
                                    </p:anim>
                                    <p:anim calcmode="lin" valueType="num">
                                      <p:cBhvr>
                                        <p:cTn id="35" dur="500" fill="hold"/>
                                        <p:tgtEl>
                                          <p:spTgt spid="3"/>
                                        </p:tgtEl>
                                        <p:attrNameLst>
                                          <p:attrName>ppt_h</p:attrName>
                                        </p:attrNameLst>
                                      </p:cBhvr>
                                      <p:tavLst>
                                        <p:tav tm="0">
                                          <p:val>
                                            <p:fltVal val="0"/>
                                          </p:val>
                                        </p:tav>
                                        <p:tav tm="100000">
                                          <p:val>
                                            <p:strVal val="#ppt_h"/>
                                          </p:val>
                                        </p:tav>
                                      </p:tavLst>
                                    </p:anim>
                                    <p:animEffect transition="in" filter="fade">
                                      <p:cBhvr>
                                        <p:cTn id="36" dur="500"/>
                                        <p:tgtEl>
                                          <p:spTgt spid="3"/>
                                        </p:tgtEl>
                                      </p:cBhvr>
                                    </p:animEffect>
                                  </p:childTnLst>
                                </p:cTn>
                              </p:par>
                            </p:childTnLst>
                          </p:cTn>
                        </p:par>
                        <p:par>
                          <p:cTn id="37" fill="hold">
                            <p:stCondLst>
                              <p:cond delay="2500"/>
                            </p:stCondLst>
                            <p:childTnLst>
                              <p:par>
                                <p:cTn id="38" presetID="53" presetClass="entr" presetSubtype="16" fill="hold" nodeType="after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p:cTn id="40" dur="500" fill="hold"/>
                                        <p:tgtEl>
                                          <p:spTgt spid="2"/>
                                        </p:tgtEl>
                                        <p:attrNameLst>
                                          <p:attrName>ppt_w</p:attrName>
                                        </p:attrNameLst>
                                      </p:cBhvr>
                                      <p:tavLst>
                                        <p:tav tm="0">
                                          <p:val>
                                            <p:fltVal val="0"/>
                                          </p:val>
                                        </p:tav>
                                        <p:tav tm="100000">
                                          <p:val>
                                            <p:strVal val="#ppt_w"/>
                                          </p:val>
                                        </p:tav>
                                      </p:tavLst>
                                    </p:anim>
                                    <p:anim calcmode="lin" valueType="num">
                                      <p:cBhvr>
                                        <p:cTn id="41" dur="500" fill="hold"/>
                                        <p:tgtEl>
                                          <p:spTgt spid="2"/>
                                        </p:tgtEl>
                                        <p:attrNameLst>
                                          <p:attrName>ppt_h</p:attrName>
                                        </p:attrNameLst>
                                      </p:cBhvr>
                                      <p:tavLst>
                                        <p:tav tm="0">
                                          <p:val>
                                            <p:fltVal val="0"/>
                                          </p:val>
                                        </p:tav>
                                        <p:tav tm="100000">
                                          <p:val>
                                            <p:strVal val="#ppt_h"/>
                                          </p:val>
                                        </p:tav>
                                      </p:tavLst>
                                    </p:anim>
                                    <p:animEffect transition="in" filter="fade">
                                      <p:cBhvr>
                                        <p:cTn id="42" dur="500"/>
                                        <p:tgtEl>
                                          <p:spTgt spid="2"/>
                                        </p:tgtEl>
                                      </p:cBhvr>
                                    </p:animEffect>
                                  </p:childTnLst>
                                </p:cTn>
                              </p:par>
                            </p:childTnLst>
                          </p:cTn>
                        </p:par>
                        <p:par>
                          <p:cTn id="43" fill="hold">
                            <p:stCondLst>
                              <p:cond delay="3000"/>
                            </p:stCondLst>
                            <p:childTnLst>
                              <p:par>
                                <p:cTn id="44" presetID="22" presetClass="entr" presetSubtype="2" fill="hold" nodeType="after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wipe(right)">
                                      <p:cBhvr>
                                        <p:cTn id="46" dur="500"/>
                                        <p:tgtEl>
                                          <p:spTgt spid="47"/>
                                        </p:tgtEl>
                                      </p:cBhvr>
                                    </p:animEffect>
                                  </p:childTnLst>
                                </p:cTn>
                              </p:par>
                              <p:par>
                                <p:cTn id="47" presetID="53" presetClass="entr" presetSubtype="16" fill="hold" nodeType="with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500" fill="hold"/>
                                        <p:tgtEl>
                                          <p:spTgt spid="11"/>
                                        </p:tgtEl>
                                        <p:attrNameLst>
                                          <p:attrName>ppt_w</p:attrName>
                                        </p:attrNameLst>
                                      </p:cBhvr>
                                      <p:tavLst>
                                        <p:tav tm="0">
                                          <p:val>
                                            <p:fltVal val="0"/>
                                          </p:val>
                                        </p:tav>
                                        <p:tav tm="100000">
                                          <p:val>
                                            <p:strVal val="#ppt_w"/>
                                          </p:val>
                                        </p:tav>
                                      </p:tavLst>
                                    </p:anim>
                                    <p:anim calcmode="lin" valueType="num">
                                      <p:cBhvr>
                                        <p:cTn id="50" dur="500" fill="hold"/>
                                        <p:tgtEl>
                                          <p:spTgt spid="11"/>
                                        </p:tgtEl>
                                        <p:attrNameLst>
                                          <p:attrName>ppt_h</p:attrName>
                                        </p:attrNameLst>
                                      </p:cBhvr>
                                      <p:tavLst>
                                        <p:tav tm="0">
                                          <p:val>
                                            <p:fltVal val="0"/>
                                          </p:val>
                                        </p:tav>
                                        <p:tav tm="100000">
                                          <p:val>
                                            <p:strVal val="#ppt_h"/>
                                          </p:val>
                                        </p:tav>
                                      </p:tavLst>
                                    </p:anim>
                                    <p:animEffect transition="in" filter="fade">
                                      <p:cBhvr>
                                        <p:cTn id="51" dur="500"/>
                                        <p:tgtEl>
                                          <p:spTgt spid="11"/>
                                        </p:tgtEl>
                                      </p:cBhvr>
                                    </p:animEffect>
                                  </p:childTnLst>
                                </p:cTn>
                              </p:par>
                            </p:childTnLst>
                          </p:cTn>
                        </p:par>
                        <p:par>
                          <p:cTn id="52" fill="hold">
                            <p:stCondLst>
                              <p:cond delay="3500"/>
                            </p:stCondLst>
                            <p:childTnLst>
                              <p:par>
                                <p:cTn id="53" presetID="53" presetClass="entr" presetSubtype="16" fill="hold" nodeType="after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p:cTn id="55" dur="500" fill="hold"/>
                                        <p:tgtEl>
                                          <p:spTgt spid="13"/>
                                        </p:tgtEl>
                                        <p:attrNameLst>
                                          <p:attrName>ppt_w</p:attrName>
                                        </p:attrNameLst>
                                      </p:cBhvr>
                                      <p:tavLst>
                                        <p:tav tm="0">
                                          <p:val>
                                            <p:fltVal val="0"/>
                                          </p:val>
                                        </p:tav>
                                        <p:tav tm="100000">
                                          <p:val>
                                            <p:strVal val="#ppt_w"/>
                                          </p:val>
                                        </p:tav>
                                      </p:tavLst>
                                    </p:anim>
                                    <p:anim calcmode="lin" valueType="num">
                                      <p:cBhvr>
                                        <p:cTn id="56" dur="500" fill="hold"/>
                                        <p:tgtEl>
                                          <p:spTgt spid="13"/>
                                        </p:tgtEl>
                                        <p:attrNameLst>
                                          <p:attrName>ppt_h</p:attrName>
                                        </p:attrNameLst>
                                      </p:cBhvr>
                                      <p:tavLst>
                                        <p:tav tm="0">
                                          <p:val>
                                            <p:fltVal val="0"/>
                                          </p:val>
                                        </p:tav>
                                        <p:tav tm="100000">
                                          <p:val>
                                            <p:strVal val="#ppt_h"/>
                                          </p:val>
                                        </p:tav>
                                      </p:tavLst>
                                    </p:anim>
                                    <p:animEffect transition="in" filter="fade">
                                      <p:cBhvr>
                                        <p:cTn id="57" dur="500"/>
                                        <p:tgtEl>
                                          <p:spTgt spid="13"/>
                                        </p:tgtEl>
                                      </p:cBhvr>
                                    </p:animEffect>
                                  </p:childTnLst>
                                </p:cTn>
                              </p:par>
                            </p:childTnLst>
                          </p:cTn>
                        </p:par>
                        <p:par>
                          <p:cTn id="58" fill="hold">
                            <p:stCondLst>
                              <p:cond delay="4000"/>
                            </p:stCondLst>
                            <p:childTnLst>
                              <p:par>
                                <p:cTn id="59" presetID="53" presetClass="entr" presetSubtype="16" fill="hold" nodeType="after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p:cTn id="61" dur="500" fill="hold"/>
                                        <p:tgtEl>
                                          <p:spTgt spid="15"/>
                                        </p:tgtEl>
                                        <p:attrNameLst>
                                          <p:attrName>ppt_w</p:attrName>
                                        </p:attrNameLst>
                                      </p:cBhvr>
                                      <p:tavLst>
                                        <p:tav tm="0">
                                          <p:val>
                                            <p:fltVal val="0"/>
                                          </p:val>
                                        </p:tav>
                                        <p:tav tm="100000">
                                          <p:val>
                                            <p:strVal val="#ppt_w"/>
                                          </p:val>
                                        </p:tav>
                                      </p:tavLst>
                                    </p:anim>
                                    <p:anim calcmode="lin" valueType="num">
                                      <p:cBhvr>
                                        <p:cTn id="62" dur="500" fill="hold"/>
                                        <p:tgtEl>
                                          <p:spTgt spid="15"/>
                                        </p:tgtEl>
                                        <p:attrNameLst>
                                          <p:attrName>ppt_h</p:attrName>
                                        </p:attrNameLst>
                                      </p:cBhvr>
                                      <p:tavLst>
                                        <p:tav tm="0">
                                          <p:val>
                                            <p:fltVal val="0"/>
                                          </p:val>
                                        </p:tav>
                                        <p:tav tm="100000">
                                          <p:val>
                                            <p:strVal val="#ppt_h"/>
                                          </p:val>
                                        </p:tav>
                                      </p:tavLst>
                                    </p:anim>
                                    <p:animEffect transition="in" filter="fade">
                                      <p:cBhvr>
                                        <p:cTn id="63" dur="500"/>
                                        <p:tgtEl>
                                          <p:spTgt spid="15"/>
                                        </p:tgtEl>
                                      </p:cBhvr>
                                    </p:animEffect>
                                  </p:childTnLst>
                                </p:cTn>
                              </p:par>
                            </p:childTnLst>
                          </p:cTn>
                        </p:par>
                        <p:par>
                          <p:cTn id="64" fill="hold">
                            <p:stCondLst>
                              <p:cond delay="4500"/>
                            </p:stCondLst>
                            <p:childTnLst>
                              <p:par>
                                <p:cTn id="65" presetID="53" presetClass="entr" presetSubtype="16" fill="hold" nodeType="after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childTnLst>
                          </p:cTn>
                        </p:par>
                        <p:par>
                          <p:cTn id="70" fill="hold">
                            <p:stCondLst>
                              <p:cond delay="5000"/>
                            </p:stCondLst>
                            <p:childTnLst>
                              <p:par>
                                <p:cTn id="71" presetID="53" presetClass="entr" presetSubtype="16" fill="hold" nodeType="afterEffect">
                                  <p:stCondLst>
                                    <p:cond delay="0"/>
                                  </p:stCondLst>
                                  <p:childTnLst>
                                    <p:set>
                                      <p:cBhvr>
                                        <p:cTn id="72" dur="1" fill="hold">
                                          <p:stCondLst>
                                            <p:cond delay="0"/>
                                          </p:stCondLst>
                                        </p:cTn>
                                        <p:tgtEl>
                                          <p:spTgt spid="19"/>
                                        </p:tgtEl>
                                        <p:attrNameLst>
                                          <p:attrName>style.visibility</p:attrName>
                                        </p:attrNameLst>
                                      </p:cBhvr>
                                      <p:to>
                                        <p:strVal val="visible"/>
                                      </p:to>
                                    </p:set>
                                    <p:anim calcmode="lin" valueType="num">
                                      <p:cBhvr>
                                        <p:cTn id="73" dur="500" fill="hold"/>
                                        <p:tgtEl>
                                          <p:spTgt spid="19"/>
                                        </p:tgtEl>
                                        <p:attrNameLst>
                                          <p:attrName>ppt_w</p:attrName>
                                        </p:attrNameLst>
                                      </p:cBhvr>
                                      <p:tavLst>
                                        <p:tav tm="0">
                                          <p:val>
                                            <p:fltVal val="0"/>
                                          </p:val>
                                        </p:tav>
                                        <p:tav tm="100000">
                                          <p:val>
                                            <p:strVal val="#ppt_w"/>
                                          </p:val>
                                        </p:tav>
                                      </p:tavLst>
                                    </p:anim>
                                    <p:anim calcmode="lin" valueType="num">
                                      <p:cBhvr>
                                        <p:cTn id="74" dur="500" fill="hold"/>
                                        <p:tgtEl>
                                          <p:spTgt spid="19"/>
                                        </p:tgtEl>
                                        <p:attrNameLst>
                                          <p:attrName>ppt_h</p:attrName>
                                        </p:attrNameLst>
                                      </p:cBhvr>
                                      <p:tavLst>
                                        <p:tav tm="0">
                                          <p:val>
                                            <p:fltVal val="0"/>
                                          </p:val>
                                        </p:tav>
                                        <p:tav tm="100000">
                                          <p:val>
                                            <p:strVal val="#ppt_h"/>
                                          </p:val>
                                        </p:tav>
                                      </p:tavLst>
                                    </p:anim>
                                    <p:animEffect transition="in" filter="fade">
                                      <p:cBhvr>
                                        <p:cTn id="75" dur="500"/>
                                        <p:tgtEl>
                                          <p:spTgt spid="19"/>
                                        </p:tgtEl>
                                      </p:cBhvr>
                                    </p:animEffect>
                                  </p:childTnLst>
                                </p:cTn>
                              </p:par>
                            </p:childTnLst>
                          </p:cTn>
                        </p:par>
                        <p:par>
                          <p:cTn id="76" fill="hold">
                            <p:stCondLst>
                              <p:cond delay="5500"/>
                            </p:stCondLst>
                            <p:childTnLst>
                              <p:par>
                                <p:cTn id="77" presetID="53" presetClass="entr" presetSubtype="16" fill="hold" nodeType="after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p:cTn id="79" dur="500" fill="hold"/>
                                        <p:tgtEl>
                                          <p:spTgt spid="21"/>
                                        </p:tgtEl>
                                        <p:attrNameLst>
                                          <p:attrName>ppt_w</p:attrName>
                                        </p:attrNameLst>
                                      </p:cBhvr>
                                      <p:tavLst>
                                        <p:tav tm="0">
                                          <p:val>
                                            <p:fltVal val="0"/>
                                          </p:val>
                                        </p:tav>
                                        <p:tav tm="100000">
                                          <p:val>
                                            <p:strVal val="#ppt_w"/>
                                          </p:val>
                                        </p:tav>
                                      </p:tavLst>
                                    </p:anim>
                                    <p:anim calcmode="lin" valueType="num">
                                      <p:cBhvr>
                                        <p:cTn id="80" dur="500" fill="hold"/>
                                        <p:tgtEl>
                                          <p:spTgt spid="21"/>
                                        </p:tgtEl>
                                        <p:attrNameLst>
                                          <p:attrName>ppt_h</p:attrName>
                                        </p:attrNameLst>
                                      </p:cBhvr>
                                      <p:tavLst>
                                        <p:tav tm="0">
                                          <p:val>
                                            <p:fltVal val="0"/>
                                          </p:val>
                                        </p:tav>
                                        <p:tav tm="100000">
                                          <p:val>
                                            <p:strVal val="#ppt_h"/>
                                          </p:val>
                                        </p:tav>
                                      </p:tavLst>
                                    </p:anim>
                                    <p:animEffect transition="in" filter="fade">
                                      <p:cBhvr>
                                        <p:cTn id="8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2CAA69F-4576-B806-A589-A2F27FC17288}"/>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p:blipFill>
        <p:spPr>
          <a:xfrm>
            <a:off x="617" y="0"/>
            <a:ext cx="12190765" cy="6858000"/>
          </a:xfrm>
          <a:prstGeom prst="rect">
            <a:avLst/>
          </a:prstGeom>
        </p:spPr>
      </p:pic>
      <p:pic>
        <p:nvPicPr>
          <p:cNvPr id="12" name="Picture 11" descr="A circular arrows in a circle&#10;&#10;AI-generated content may be incorrect.">
            <a:extLst>
              <a:ext uri="{FF2B5EF4-FFF2-40B4-BE49-F238E27FC236}">
                <a16:creationId xmlns:a16="http://schemas.microsoft.com/office/drawing/2014/main" id="{A4FDF44B-B322-6105-EEDF-C41A5C7162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8043" y="1495989"/>
            <a:ext cx="486354" cy="486354"/>
          </a:xfrm>
          <a:prstGeom prst="rect">
            <a:avLst/>
          </a:prstGeom>
        </p:spPr>
      </p:pic>
      <p:pic>
        <p:nvPicPr>
          <p:cNvPr id="23" name="object 6">
            <a:extLst>
              <a:ext uri="{FF2B5EF4-FFF2-40B4-BE49-F238E27FC236}">
                <a16:creationId xmlns:a16="http://schemas.microsoft.com/office/drawing/2014/main" id="{BE3DBAE9-FB19-3279-B39E-DF29CC01375B}"/>
              </a:ext>
            </a:extLst>
          </p:cNvPr>
          <p:cNvPicPr/>
          <p:nvPr/>
        </p:nvPicPr>
        <p:blipFill>
          <a:blip r:embed="rId4" cstate="print"/>
          <a:stretch>
            <a:fillRect/>
          </a:stretch>
        </p:blipFill>
        <p:spPr>
          <a:xfrm>
            <a:off x="10289897" y="154911"/>
            <a:ext cx="1633614" cy="944684"/>
          </a:xfrm>
          <a:prstGeom prst="rect">
            <a:avLst/>
          </a:prstGeom>
        </p:spPr>
      </p:pic>
      <p:grpSp>
        <p:nvGrpSpPr>
          <p:cNvPr id="2" name="Group 1">
            <a:extLst>
              <a:ext uri="{FF2B5EF4-FFF2-40B4-BE49-F238E27FC236}">
                <a16:creationId xmlns:a16="http://schemas.microsoft.com/office/drawing/2014/main" id="{81EC9C5F-7EBC-E5AF-8DD5-15425FFC11D4}"/>
              </a:ext>
            </a:extLst>
          </p:cNvPr>
          <p:cNvGrpSpPr/>
          <p:nvPr/>
        </p:nvGrpSpPr>
        <p:grpSpPr>
          <a:xfrm>
            <a:off x="6537303" y="2215642"/>
            <a:ext cx="6310595" cy="1756328"/>
            <a:chOff x="6537303" y="2215642"/>
            <a:chExt cx="6310595" cy="1756328"/>
          </a:xfrm>
        </p:grpSpPr>
        <p:sp>
          <p:nvSpPr>
            <p:cNvPr id="25" name="object 7">
              <a:extLst>
                <a:ext uri="{FF2B5EF4-FFF2-40B4-BE49-F238E27FC236}">
                  <a16:creationId xmlns:a16="http://schemas.microsoft.com/office/drawing/2014/main" id="{51876706-34E9-DB7A-CACF-8C48E72CADB1}"/>
                </a:ext>
              </a:extLst>
            </p:cNvPr>
            <p:cNvSpPr txBox="1">
              <a:spLocks/>
            </p:cNvSpPr>
            <p:nvPr/>
          </p:nvSpPr>
          <p:spPr>
            <a:xfrm>
              <a:off x="6856995" y="2663520"/>
              <a:ext cx="5990903" cy="1133105"/>
            </a:xfrm>
            <a:prstGeom prst="rect">
              <a:avLst/>
            </a:prstGeom>
          </p:spPr>
          <p:txBody>
            <a:bodyPr vert="horz" wrap="square" lIns="0" tIns="9627" rIns="0" bIns="0" rtlCol="0">
              <a:spAutoFit/>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marL="3709151" marR="41973" indent="-171450" algn="r" rtl="1">
                <a:spcBef>
                  <a:spcPts val="364"/>
                </a:spcBef>
                <a:buFont typeface="Arial" panose="020B0604020202020204" pitchFamily="34" charset="0"/>
                <a:buChar char="•"/>
              </a:pPr>
              <a:r>
                <a:rPr lang="ar-EG" sz="900" kern="0" dirty="0">
                  <a:solidFill>
                    <a:schemeClr val="bg1"/>
                  </a:solidFill>
                  <a:latin typeface="Neo Sans Arabic" panose="020B0504030504040204" pitchFamily="34" charset="-78"/>
                  <a:cs typeface="Neo Sans Arabic" panose="020B0504030504040204" pitchFamily="34" charset="-78"/>
                </a:rPr>
                <a:t>توضيح مفهوم إدارة السمعة الرَّقْمية.</a:t>
              </a:r>
            </a:p>
            <a:p>
              <a:pPr marL="3709151" marR="41973" indent="-171450" algn="r" rtl="1">
                <a:spcBef>
                  <a:spcPts val="364"/>
                </a:spcBef>
                <a:buFont typeface="Arial" panose="020B0604020202020204" pitchFamily="34" charset="0"/>
                <a:buChar char="•"/>
              </a:pPr>
              <a:r>
                <a:rPr lang="ar-EG" sz="900" kern="0" dirty="0">
                  <a:solidFill>
                    <a:schemeClr val="bg1"/>
                  </a:solidFill>
                  <a:latin typeface="Neo Sans Arabic" panose="020B0504030504040204" pitchFamily="34" charset="-78"/>
                  <a:cs typeface="Neo Sans Arabic" panose="020B0504030504040204" pitchFamily="34" charset="-78"/>
                </a:rPr>
                <a:t>مناقشة أهمية السمعة الرَّقْمية للأفراد والمؤسسات.</a:t>
              </a:r>
            </a:p>
            <a:p>
              <a:pPr marL="3709151" marR="41973" indent="-171450" algn="r" rtl="1">
                <a:spcBef>
                  <a:spcPts val="364"/>
                </a:spcBef>
                <a:buFont typeface="Arial" panose="020B0604020202020204" pitchFamily="34" charset="0"/>
                <a:buChar char="•"/>
              </a:pPr>
              <a:r>
                <a:rPr lang="ar-EG" sz="900" kern="0" dirty="0">
                  <a:solidFill>
                    <a:schemeClr val="bg1"/>
                  </a:solidFill>
                  <a:latin typeface="Neo Sans Arabic" panose="020B0504030504040204" pitchFamily="34" charset="-78"/>
                  <a:cs typeface="Neo Sans Arabic" panose="020B0504030504040204" pitchFamily="34" charset="-78"/>
                </a:rPr>
                <a:t>تطبيق خطوات نموذج تطبيقي لإدارة السمعة الرَّقْمية.</a:t>
              </a:r>
              <a:endParaRPr lang="en-GB" sz="900" kern="0" dirty="0">
                <a:solidFill>
                  <a:schemeClr val="bg1"/>
                </a:solidFill>
                <a:latin typeface="Neo Sans Arabic" panose="020B0504030504040204" pitchFamily="34" charset="-78"/>
                <a:cs typeface="Neo Sans Arabic" panose="020B0504030504040204" pitchFamily="34" charset="-78"/>
              </a:endParaRPr>
            </a:p>
            <a:p>
              <a:pPr marL="3709151" marR="41973" indent="-171450" algn="r" rtl="1">
                <a:spcBef>
                  <a:spcPts val="364"/>
                </a:spcBef>
                <a:buFont typeface="Arial" panose="020B0604020202020204" pitchFamily="34" charset="0"/>
                <a:buChar char="•"/>
              </a:pPr>
              <a:r>
                <a:rPr lang="ar-EG" sz="900" kern="0" dirty="0">
                  <a:solidFill>
                    <a:schemeClr val="bg1"/>
                  </a:solidFill>
                  <a:latin typeface="Neo Sans Arabic" panose="020B0504030504040204" pitchFamily="34" charset="-78"/>
                  <a:cs typeface="Neo Sans Arabic" panose="020B0504030504040204" pitchFamily="34" charset="-78"/>
                </a:rPr>
                <a:t>استخدام تِقْنيات تحسين السمعة الرَّقْمية من خلال نشر محتوى إيجابي وإدارتها بكفاءة.</a:t>
              </a:r>
              <a:r>
                <a:rPr lang="en-GB" sz="900" kern="0" dirty="0">
                  <a:solidFill>
                    <a:schemeClr val="bg1"/>
                  </a:solidFill>
                  <a:latin typeface="Neo Sans Arabic" panose="020B0504030504040204" pitchFamily="34" charset="-78"/>
                  <a:cs typeface="Neo Sans Arabic" panose="020B0504030504040204" pitchFamily="34" charset="-78"/>
                </a:rPr>
                <a:t> </a:t>
              </a:r>
              <a:endParaRPr lang="ar-EG" sz="900" kern="0" dirty="0">
                <a:solidFill>
                  <a:schemeClr val="bg1"/>
                </a:solidFill>
                <a:latin typeface="Neo Sans Arabic" panose="020B0504030504040204" pitchFamily="34" charset="-78"/>
                <a:cs typeface="Neo Sans Arabic" panose="020B0504030504040204" pitchFamily="34" charset="-78"/>
              </a:endParaRPr>
            </a:p>
          </p:txBody>
        </p:sp>
        <p:pic>
          <p:nvPicPr>
            <p:cNvPr id="14" name="Picture 13" descr="A black rectangle with green border&#10;&#10;AI-generated content may be incorrect.">
              <a:extLst>
                <a:ext uri="{FF2B5EF4-FFF2-40B4-BE49-F238E27FC236}">
                  <a16:creationId xmlns:a16="http://schemas.microsoft.com/office/drawing/2014/main" id="{C0C2CAFE-3E50-5329-B329-55ECFD1A52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43868" y="2215642"/>
              <a:ext cx="4344229" cy="1756328"/>
            </a:xfrm>
            <a:prstGeom prst="rect">
              <a:avLst/>
            </a:prstGeom>
          </p:spPr>
        </p:pic>
        <p:pic>
          <p:nvPicPr>
            <p:cNvPr id="4" name="Picture 3" descr="A white number on a black background&#10;&#10;AI-generated content may be incorrect.">
              <a:extLst>
                <a:ext uri="{FF2B5EF4-FFF2-40B4-BE49-F238E27FC236}">
                  <a16:creationId xmlns:a16="http://schemas.microsoft.com/office/drawing/2014/main" id="{74A52813-E80A-21E3-74F4-EFDD7F9B4BA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37303" y="2915403"/>
              <a:ext cx="213128" cy="426255"/>
            </a:xfrm>
            <a:prstGeom prst="rect">
              <a:avLst/>
            </a:prstGeom>
          </p:spPr>
        </p:pic>
        <p:pic>
          <p:nvPicPr>
            <p:cNvPr id="10" name="Picture 9" descr="A light bulb with stars and a graph&#10;&#10;AI-generated content may be incorrect.">
              <a:extLst>
                <a:ext uri="{FF2B5EF4-FFF2-40B4-BE49-F238E27FC236}">
                  <a16:creationId xmlns:a16="http://schemas.microsoft.com/office/drawing/2014/main" id="{B647108A-7C0B-F8BD-F7D3-3034C51321D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15201" y="2930040"/>
              <a:ext cx="444417" cy="442777"/>
            </a:xfrm>
            <a:prstGeom prst="rect">
              <a:avLst/>
            </a:prstGeom>
          </p:spPr>
        </p:pic>
        <p:sp>
          <p:nvSpPr>
            <p:cNvPr id="26" name="TextBox 25">
              <a:extLst>
                <a:ext uri="{FF2B5EF4-FFF2-40B4-BE49-F238E27FC236}">
                  <a16:creationId xmlns:a16="http://schemas.microsoft.com/office/drawing/2014/main" id="{3CED1B2E-1E76-F1C1-B151-E615851F387E}"/>
                </a:ext>
              </a:extLst>
            </p:cNvPr>
            <p:cNvSpPr txBox="1"/>
            <p:nvPr/>
          </p:nvSpPr>
          <p:spPr>
            <a:xfrm>
              <a:off x="7886528" y="2285941"/>
              <a:ext cx="1502830" cy="376834"/>
            </a:xfrm>
            <a:prstGeom prst="rect">
              <a:avLst/>
            </a:prstGeom>
            <a:noFill/>
          </p:spPr>
          <p:txBody>
            <a:bodyPr wrap="square">
              <a:spAutoFit/>
            </a:bodyPr>
            <a:lstStyle/>
            <a:p>
              <a:pPr algn="r" defTabSz="554492">
                <a:lnSpc>
                  <a:spcPct val="200000"/>
                </a:lnSpc>
                <a:defRPr/>
              </a:pPr>
              <a:r>
                <a:rPr lang="ar-EG" sz="1100" b="1" kern="0" dirty="0">
                  <a:solidFill>
                    <a:srgbClr val="33B9A0"/>
                  </a:solidFill>
                  <a:latin typeface="Neo Sans Arabic" panose="020B0504030504040204" pitchFamily="34" charset="-78"/>
                  <a:cs typeface="Neo Sans Arabic" panose="020B0504030504040204" pitchFamily="34" charset="-78"/>
                </a:rPr>
                <a:t>إدارة السمعة الرقمية</a:t>
              </a:r>
            </a:p>
          </p:txBody>
        </p:sp>
      </p:grpSp>
      <p:grpSp>
        <p:nvGrpSpPr>
          <p:cNvPr id="5" name="Group 4">
            <a:extLst>
              <a:ext uri="{FF2B5EF4-FFF2-40B4-BE49-F238E27FC236}">
                <a16:creationId xmlns:a16="http://schemas.microsoft.com/office/drawing/2014/main" id="{6FEE0CF4-3448-1BAE-E775-9E6FFE1C742B}"/>
              </a:ext>
            </a:extLst>
          </p:cNvPr>
          <p:cNvGrpSpPr/>
          <p:nvPr/>
        </p:nvGrpSpPr>
        <p:grpSpPr>
          <a:xfrm>
            <a:off x="582367" y="4344530"/>
            <a:ext cx="9805359" cy="1756328"/>
            <a:chOff x="582367" y="4344530"/>
            <a:chExt cx="9805359" cy="1756328"/>
          </a:xfrm>
        </p:grpSpPr>
        <p:pic>
          <p:nvPicPr>
            <p:cNvPr id="22" name="Picture 21" descr="A black rectangle with green border&#10;&#10;AI-generated content may be incorrect.">
              <a:extLst>
                <a:ext uri="{FF2B5EF4-FFF2-40B4-BE49-F238E27FC236}">
                  <a16:creationId xmlns:a16="http://schemas.microsoft.com/office/drawing/2014/main" id="{CAA55937-DF2D-7063-6C7C-1811273C33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65382" y="4344530"/>
              <a:ext cx="4344229" cy="1756328"/>
            </a:xfrm>
            <a:prstGeom prst="rect">
              <a:avLst/>
            </a:prstGeom>
          </p:spPr>
        </p:pic>
        <p:pic>
          <p:nvPicPr>
            <p:cNvPr id="6" name="Picture 5" descr="A blue and black symbol&#10;&#10;AI-generated content may be incorrect.">
              <a:extLst>
                <a:ext uri="{FF2B5EF4-FFF2-40B4-BE49-F238E27FC236}">
                  <a16:creationId xmlns:a16="http://schemas.microsoft.com/office/drawing/2014/main" id="{D63BD13C-FCB8-0DD3-DAA1-BE37A3A1ACF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94646" y="5066347"/>
              <a:ext cx="343521" cy="424800"/>
            </a:xfrm>
            <a:prstGeom prst="rect">
              <a:avLst/>
            </a:prstGeom>
          </p:spPr>
        </p:pic>
        <p:pic>
          <p:nvPicPr>
            <p:cNvPr id="18" name="Picture 17" descr="A white number on a black background&#10;&#10;AI-generated content may be incorrect.">
              <a:extLst>
                <a:ext uri="{FF2B5EF4-FFF2-40B4-BE49-F238E27FC236}">
                  <a16:creationId xmlns:a16="http://schemas.microsoft.com/office/drawing/2014/main" id="{E21C1125-CBF7-1DE8-61AC-3C21E6E2662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70289" y="5066347"/>
              <a:ext cx="213336" cy="424800"/>
            </a:xfrm>
            <a:prstGeom prst="rect">
              <a:avLst/>
            </a:prstGeom>
          </p:spPr>
        </p:pic>
        <p:sp>
          <p:nvSpPr>
            <p:cNvPr id="27" name="object 7">
              <a:extLst>
                <a:ext uri="{FF2B5EF4-FFF2-40B4-BE49-F238E27FC236}">
                  <a16:creationId xmlns:a16="http://schemas.microsoft.com/office/drawing/2014/main" id="{3B539A52-91B9-9702-2B59-69E848525136}"/>
                </a:ext>
              </a:extLst>
            </p:cNvPr>
            <p:cNvSpPr txBox="1">
              <a:spLocks/>
            </p:cNvSpPr>
            <p:nvPr/>
          </p:nvSpPr>
          <p:spPr>
            <a:xfrm>
              <a:off x="4178718" y="4833756"/>
              <a:ext cx="6209008" cy="1045902"/>
            </a:xfrm>
            <a:prstGeom prst="rect">
              <a:avLst/>
            </a:prstGeom>
          </p:spPr>
          <p:txBody>
            <a:bodyPr vert="horz" wrap="square" lIns="0" tIns="9627" rIns="0" bIns="0" rtlCol="0">
              <a:spAutoFit/>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marL="3709151" marR="41973" indent="-171450" algn="r" rtl="1">
                <a:spcBef>
                  <a:spcPts val="364"/>
                </a:spcBef>
                <a:buFont typeface="Arial" panose="020B0604020202020204" pitchFamily="34" charset="0"/>
                <a:buChar char="•"/>
              </a:pPr>
              <a:r>
                <a:rPr lang="ar-EG" sz="900" kern="0" dirty="0">
                  <a:solidFill>
                    <a:schemeClr val="bg1"/>
                  </a:solidFill>
                  <a:latin typeface="Neo Sans Arabic" panose="020B0504030504040204" pitchFamily="34" charset="-78"/>
                  <a:cs typeface="Neo Sans Arabic" panose="020B0504030504040204" pitchFamily="34" charset="-78"/>
                </a:rPr>
                <a:t>مناقشة أهمية مكافحة المعلومات المُضلِّلة.</a:t>
              </a:r>
            </a:p>
            <a:p>
              <a:pPr marL="3709151" marR="41973" indent="-171450" algn="r" rtl="1">
                <a:spcBef>
                  <a:spcPts val="364"/>
                </a:spcBef>
                <a:buFont typeface="Arial" panose="020B0604020202020204" pitchFamily="34" charset="0"/>
                <a:buChar char="•"/>
              </a:pPr>
              <a:r>
                <a:rPr lang="ar-EG" sz="900" kern="0" dirty="0">
                  <a:solidFill>
                    <a:schemeClr val="bg1"/>
                  </a:solidFill>
                  <a:latin typeface="Neo Sans Arabic" panose="020B0504030504040204" pitchFamily="34" charset="-78"/>
                  <a:cs typeface="Neo Sans Arabic" panose="020B0504030504040204" pitchFamily="34" charset="-78"/>
                </a:rPr>
                <a:t>تطبيق استراتيجيات فعَّالة لمكافحة المعلومات المُضلِّلة. </a:t>
              </a:r>
            </a:p>
            <a:p>
              <a:pPr marL="3709151" marR="41973" indent="-171450" algn="r" rtl="1">
                <a:spcBef>
                  <a:spcPts val="364"/>
                </a:spcBef>
                <a:buFont typeface="Arial" panose="020B0604020202020204" pitchFamily="34" charset="0"/>
                <a:buChar char="•"/>
              </a:pPr>
              <a:r>
                <a:rPr lang="ar-EG" sz="900" kern="0" dirty="0">
                  <a:solidFill>
                    <a:schemeClr val="bg1"/>
                  </a:solidFill>
                  <a:latin typeface="Neo Sans Arabic" panose="020B0504030504040204" pitchFamily="34" charset="-78"/>
                  <a:cs typeface="Neo Sans Arabic" panose="020B0504030504040204" pitchFamily="34" charset="-78"/>
                </a:rPr>
                <a:t>تعريف طرق التعامل مع التحيز الإعلامي.</a:t>
              </a:r>
            </a:p>
            <a:p>
              <a:pPr marL="3709151" marR="41973" indent="-171450" algn="r" rtl="1">
                <a:spcBef>
                  <a:spcPts val="364"/>
                </a:spcBef>
                <a:buFont typeface="Arial" panose="020B0604020202020204" pitchFamily="34" charset="0"/>
                <a:buChar char="•"/>
              </a:pPr>
              <a:r>
                <a:rPr lang="ar-EG" sz="900" kern="0" dirty="0">
                  <a:solidFill>
                    <a:schemeClr val="bg1"/>
                  </a:solidFill>
                  <a:latin typeface="Neo Sans Arabic" panose="020B0504030504040204" pitchFamily="34" charset="-78"/>
                  <a:cs typeface="Neo Sans Arabic" panose="020B0504030504040204" pitchFamily="34" charset="-78"/>
                </a:rPr>
                <a:t>سرد أمثلة على حملات ناجحة في مكافحة المعلومات المُضلِّلة.</a:t>
              </a:r>
            </a:p>
            <a:p>
              <a:pPr marL="3709151" marR="41973" indent="-171450" algn="r" rtl="1">
                <a:spcBef>
                  <a:spcPts val="364"/>
                </a:spcBef>
                <a:buFont typeface="Arial" panose="020B0604020202020204" pitchFamily="34" charset="0"/>
                <a:buChar char="•"/>
              </a:pPr>
              <a:r>
                <a:rPr lang="ar-EG" sz="900" kern="0" dirty="0">
                  <a:solidFill>
                    <a:schemeClr val="bg1"/>
                  </a:solidFill>
                  <a:latin typeface="Neo Sans Arabic" panose="020B0504030504040204" pitchFamily="34" charset="-78"/>
                  <a:cs typeface="Neo Sans Arabic" panose="020B0504030504040204" pitchFamily="34" charset="-78"/>
                </a:rPr>
                <a:t>عرض دَور الأفراد في مكافحة المعلومات المُضلِّلة.</a:t>
              </a:r>
            </a:p>
          </p:txBody>
        </p:sp>
        <p:sp>
          <p:nvSpPr>
            <p:cNvPr id="28" name="TextBox 27">
              <a:extLst>
                <a:ext uri="{FF2B5EF4-FFF2-40B4-BE49-F238E27FC236}">
                  <a16:creationId xmlns:a16="http://schemas.microsoft.com/office/drawing/2014/main" id="{4C84E0D3-8023-DEFE-7B34-3B6652B84557}"/>
                </a:ext>
              </a:extLst>
            </p:cNvPr>
            <p:cNvSpPr txBox="1"/>
            <p:nvPr/>
          </p:nvSpPr>
          <p:spPr>
            <a:xfrm>
              <a:off x="582367" y="4403962"/>
              <a:ext cx="6325327" cy="376834"/>
            </a:xfrm>
            <a:prstGeom prst="rect">
              <a:avLst/>
            </a:prstGeom>
            <a:noFill/>
          </p:spPr>
          <p:txBody>
            <a:bodyPr wrap="square">
              <a:spAutoFit/>
            </a:bodyPr>
            <a:lstStyle/>
            <a:p>
              <a:pPr algn="r" defTabSz="554492">
                <a:lnSpc>
                  <a:spcPct val="200000"/>
                </a:lnSpc>
                <a:defRPr/>
              </a:pPr>
              <a:r>
                <a:rPr lang="ar-EG" sz="1100" b="1" kern="0" dirty="0">
                  <a:solidFill>
                    <a:srgbClr val="33B9A0"/>
                  </a:solidFill>
                  <a:latin typeface="Neo Sans Arabic" panose="020B0504030504040204" pitchFamily="34" charset="-78"/>
                  <a:cs typeface="Neo Sans Arabic" panose="020B0504030504040204" pitchFamily="34" charset="-78"/>
                </a:rPr>
                <a:t>مكافحة المعلومات المضللة والتحيز الإعلامي</a:t>
              </a:r>
            </a:p>
          </p:txBody>
        </p:sp>
      </p:grpSp>
      <p:grpSp>
        <p:nvGrpSpPr>
          <p:cNvPr id="3" name="Group 2">
            <a:extLst>
              <a:ext uri="{FF2B5EF4-FFF2-40B4-BE49-F238E27FC236}">
                <a16:creationId xmlns:a16="http://schemas.microsoft.com/office/drawing/2014/main" id="{4B79F6EC-F035-0303-AA47-D98872C38AA0}"/>
              </a:ext>
            </a:extLst>
          </p:cNvPr>
          <p:cNvGrpSpPr/>
          <p:nvPr/>
        </p:nvGrpSpPr>
        <p:grpSpPr>
          <a:xfrm>
            <a:off x="-2016291" y="2202554"/>
            <a:ext cx="9770634" cy="1756328"/>
            <a:chOff x="-2016291" y="2202554"/>
            <a:chExt cx="9770634" cy="1756328"/>
          </a:xfrm>
        </p:grpSpPr>
        <p:pic>
          <p:nvPicPr>
            <p:cNvPr id="21" name="Picture 20" descr="A black rectangle with green border&#10;&#10;AI-generated content may be incorrect.">
              <a:extLst>
                <a:ext uri="{FF2B5EF4-FFF2-40B4-BE49-F238E27FC236}">
                  <a16:creationId xmlns:a16="http://schemas.microsoft.com/office/drawing/2014/main" id="{35F12169-621B-C690-8D5C-18E4433705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6953" y="2202554"/>
              <a:ext cx="4344229" cy="1756328"/>
            </a:xfrm>
            <a:prstGeom prst="rect">
              <a:avLst/>
            </a:prstGeom>
          </p:spPr>
        </p:pic>
        <p:pic>
          <p:nvPicPr>
            <p:cNvPr id="8" name="Picture 7" descr="A green flag on a black background&#10;&#10;AI-generated content may be incorrect.">
              <a:extLst>
                <a:ext uri="{FF2B5EF4-FFF2-40B4-BE49-F238E27FC236}">
                  <a16:creationId xmlns:a16="http://schemas.microsoft.com/office/drawing/2014/main" id="{2EAF6E5E-3C01-960C-78FE-14F33214CE1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819918" y="2914800"/>
              <a:ext cx="330681" cy="514200"/>
            </a:xfrm>
            <a:prstGeom prst="rect">
              <a:avLst/>
            </a:prstGeom>
          </p:spPr>
        </p:pic>
        <p:pic>
          <p:nvPicPr>
            <p:cNvPr id="20" name="Picture 19" descr="A white number on a black background&#10;&#10;AI-generated content may be incorrect.">
              <a:extLst>
                <a:ext uri="{FF2B5EF4-FFF2-40B4-BE49-F238E27FC236}">
                  <a16:creationId xmlns:a16="http://schemas.microsoft.com/office/drawing/2014/main" id="{382E2984-F0F8-47CE-1C22-8CA499DF5FD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03903" y="2914800"/>
              <a:ext cx="212400" cy="424800"/>
            </a:xfrm>
            <a:prstGeom prst="rect">
              <a:avLst/>
            </a:prstGeom>
          </p:spPr>
        </p:pic>
        <p:sp>
          <p:nvSpPr>
            <p:cNvPr id="29" name="object 7">
              <a:extLst>
                <a:ext uri="{FF2B5EF4-FFF2-40B4-BE49-F238E27FC236}">
                  <a16:creationId xmlns:a16="http://schemas.microsoft.com/office/drawing/2014/main" id="{8C62E950-D97B-30BC-8752-8369F73753F6}"/>
                </a:ext>
              </a:extLst>
            </p:cNvPr>
            <p:cNvSpPr txBox="1">
              <a:spLocks/>
            </p:cNvSpPr>
            <p:nvPr/>
          </p:nvSpPr>
          <p:spPr>
            <a:xfrm>
              <a:off x="1545335" y="2775991"/>
              <a:ext cx="6209008" cy="943310"/>
            </a:xfrm>
            <a:prstGeom prst="rect">
              <a:avLst/>
            </a:prstGeom>
          </p:spPr>
          <p:txBody>
            <a:bodyPr vert="horz" wrap="square" lIns="0" tIns="9627" rIns="0" bIns="0" rtlCol="0">
              <a:spAutoFit/>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marL="3709151" marR="41973" indent="-171450" algn="r" rtl="1">
                <a:spcBef>
                  <a:spcPts val="364"/>
                </a:spcBef>
                <a:buFont typeface="Arial" panose="020B0604020202020204" pitchFamily="34" charset="0"/>
                <a:buChar char="•"/>
              </a:pPr>
              <a:r>
                <a:rPr lang="ar-EG" sz="900" kern="0" dirty="0">
                  <a:solidFill>
                    <a:schemeClr val="bg1"/>
                  </a:solidFill>
                  <a:latin typeface="Neo Sans Arabic" panose="020B0504030504040204" pitchFamily="34" charset="-78"/>
                  <a:cs typeface="Neo Sans Arabic" panose="020B0504030504040204" pitchFamily="34" charset="-78"/>
                </a:rPr>
                <a:t>تحديد دور وسائل التواصل الاجتماعي في تمثيل الهُوية الوطنية والدبلوماسية الرَّقْمية وتأثيرها.</a:t>
              </a:r>
            </a:p>
            <a:p>
              <a:pPr marL="3709151" marR="41973" indent="-171450" algn="r" rtl="1">
                <a:spcBef>
                  <a:spcPts val="364"/>
                </a:spcBef>
                <a:buFont typeface="Arial" panose="020B0604020202020204" pitchFamily="34" charset="0"/>
                <a:buChar char="•"/>
              </a:pPr>
              <a:r>
                <a:rPr lang="ar-EG" sz="900" kern="0" dirty="0">
                  <a:solidFill>
                    <a:schemeClr val="bg1"/>
                  </a:solidFill>
                  <a:latin typeface="Neo Sans Arabic" panose="020B0504030504040204" pitchFamily="34" charset="-78"/>
                  <a:cs typeface="Neo Sans Arabic" panose="020B0504030504040204" pitchFamily="34" charset="-78"/>
                </a:rPr>
                <a:t>شرح استراتيجيات الترويج للهُوية الوطنية عبر المنصات الرَّقْمية.</a:t>
              </a:r>
            </a:p>
            <a:p>
              <a:pPr marL="3709151" marR="41973" indent="-171450" algn="r" rtl="1">
                <a:spcBef>
                  <a:spcPts val="364"/>
                </a:spcBef>
                <a:buFont typeface="Arial" panose="020B0604020202020204" pitchFamily="34" charset="0"/>
                <a:buChar char="•"/>
              </a:pPr>
              <a:r>
                <a:rPr lang="ar-EG" sz="900" kern="0" dirty="0">
                  <a:solidFill>
                    <a:schemeClr val="bg1"/>
                  </a:solidFill>
                  <a:latin typeface="Neo Sans Arabic" panose="020B0504030504040204" pitchFamily="34" charset="-78"/>
                  <a:cs typeface="Neo Sans Arabic" panose="020B0504030504040204" pitchFamily="34" charset="-78"/>
                </a:rPr>
                <a:t>تعداد أمثلة على حملات وطنية ناجحة عبر وسائل التواصل الاجتماعي.</a:t>
              </a:r>
            </a:p>
          </p:txBody>
        </p:sp>
        <p:sp>
          <p:nvSpPr>
            <p:cNvPr id="30" name="TextBox 29">
              <a:extLst>
                <a:ext uri="{FF2B5EF4-FFF2-40B4-BE49-F238E27FC236}">
                  <a16:creationId xmlns:a16="http://schemas.microsoft.com/office/drawing/2014/main" id="{8D2BC6E6-0234-F3E8-82D8-860C5C2AAB06}"/>
                </a:ext>
              </a:extLst>
            </p:cNvPr>
            <p:cNvSpPr txBox="1"/>
            <p:nvPr/>
          </p:nvSpPr>
          <p:spPr>
            <a:xfrm>
              <a:off x="-2016291" y="2265172"/>
              <a:ext cx="6325327" cy="376834"/>
            </a:xfrm>
            <a:prstGeom prst="rect">
              <a:avLst/>
            </a:prstGeom>
            <a:noFill/>
          </p:spPr>
          <p:txBody>
            <a:bodyPr wrap="square">
              <a:spAutoFit/>
            </a:bodyPr>
            <a:lstStyle/>
            <a:p>
              <a:pPr algn="r" defTabSz="554492">
                <a:lnSpc>
                  <a:spcPct val="200000"/>
                </a:lnSpc>
                <a:defRPr/>
              </a:pPr>
              <a:r>
                <a:rPr lang="ar-EG" sz="1100" b="1" kern="0" dirty="0">
                  <a:solidFill>
                    <a:srgbClr val="33B9A0"/>
                  </a:solidFill>
                  <a:latin typeface="Neo Sans Arabic" panose="020B0504030504040204" pitchFamily="34" charset="-78"/>
                  <a:cs typeface="Neo Sans Arabic" panose="020B0504030504040204" pitchFamily="34" charset="-78"/>
                </a:rPr>
                <a:t>توظيف وسائل التواصل الاجتماعي للتمثيل الوطني</a:t>
              </a:r>
            </a:p>
          </p:txBody>
        </p:sp>
      </p:grpSp>
      <p:sp>
        <p:nvSpPr>
          <p:cNvPr id="7" name="TextBox 6">
            <a:extLst>
              <a:ext uri="{FF2B5EF4-FFF2-40B4-BE49-F238E27FC236}">
                <a16:creationId xmlns:a16="http://schemas.microsoft.com/office/drawing/2014/main" id="{BE852CCB-90A1-89F2-FEF6-0D13117D0E68}"/>
              </a:ext>
            </a:extLst>
          </p:cNvPr>
          <p:cNvSpPr txBox="1"/>
          <p:nvPr/>
        </p:nvSpPr>
        <p:spPr>
          <a:xfrm>
            <a:off x="8727088" y="1491157"/>
            <a:ext cx="2096790" cy="400110"/>
          </a:xfrm>
          <a:prstGeom prst="rect">
            <a:avLst/>
          </a:prstGeom>
          <a:noFill/>
        </p:spPr>
        <p:txBody>
          <a:bodyPr wrap="square">
            <a:spAutoFit/>
          </a:bodyPr>
          <a:lstStyle/>
          <a:p>
            <a:pPr algn="ctr" rtl="1">
              <a:spcBef>
                <a:spcPts val="2000"/>
              </a:spcBef>
              <a:spcAft>
                <a:spcPts val="200"/>
              </a:spcAft>
            </a:pPr>
            <a:r>
              <a:rPr lang="ar-EG" sz="2000" b="1" kern="0" dirty="0">
                <a:solidFill>
                  <a:schemeClr val="bg1"/>
                </a:solidFill>
                <a:effectLst/>
                <a:latin typeface="Neo Sans Arabic Bold" panose="020B0804030504040204" pitchFamily="34" charset="-78"/>
                <a:ea typeface="Times New Roman" panose="02020603050405020304" pitchFamily="18" charset="0"/>
                <a:cs typeface="Neo Sans Arabic Bold" panose="020B0804030504040204" pitchFamily="34" charset="-78"/>
              </a:rPr>
              <a:t>محاور اليوم:</a:t>
            </a:r>
            <a:endParaRPr lang="en-GB" sz="2000" b="1" kern="0" dirty="0">
              <a:solidFill>
                <a:schemeClr val="bg1"/>
              </a:solidFill>
              <a:effectLst/>
              <a:latin typeface="Neo Sans Arabic Bold" panose="020B0804030504040204" pitchFamily="34" charset="-78"/>
              <a:ea typeface="Times New Roman" panose="02020603050405020304" pitchFamily="18" charset="0"/>
              <a:cs typeface="Neo Sans Arabic Bold" panose="020B0804030504040204" pitchFamily="34" charset="-78"/>
            </a:endParaRPr>
          </a:p>
        </p:txBody>
      </p:sp>
    </p:spTree>
    <p:extLst>
      <p:ext uri="{BB962C8B-B14F-4D97-AF65-F5344CB8AC3E}">
        <p14:creationId xmlns:p14="http://schemas.microsoft.com/office/powerpoint/2010/main" val="6535583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90382-E7FD-C1A9-ACC5-7303C79ADDD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4575A83-9B8B-CA76-1319-7DE2F9B21488}"/>
              </a:ext>
            </a:extLst>
          </p:cNvPr>
          <p:cNvPicPr>
            <a:picLocks noChangeAspect="1"/>
          </p:cNvPicPr>
          <p:nvPr/>
        </p:nvPicPr>
        <p:blipFill>
          <a:blip r:embed="rId2">
            <a:extLst>
              <a:ext uri="{28A0092B-C50C-407E-A947-70E740481C1C}">
                <a14:useLocalDpi xmlns:a14="http://schemas.microsoft.com/office/drawing/2010/main" val="0"/>
              </a:ext>
            </a:extLst>
          </a:blip>
          <a:srcRect l="5577" t="19359" r="-5577" b="20487"/>
          <a:stretch/>
        </p:blipFill>
        <p:spPr>
          <a:xfrm flipH="1">
            <a:off x="6345902" y="1924964"/>
            <a:ext cx="6517563" cy="5040688"/>
          </a:xfrm>
          <a:prstGeom prst="homePlate">
            <a:avLst/>
          </a:prstGeom>
        </p:spPr>
      </p:pic>
      <p:grpSp>
        <p:nvGrpSpPr>
          <p:cNvPr id="22" name="Group 21">
            <a:extLst>
              <a:ext uri="{FF2B5EF4-FFF2-40B4-BE49-F238E27FC236}">
                <a16:creationId xmlns:a16="http://schemas.microsoft.com/office/drawing/2014/main" id="{5B77EC71-C07E-F3BF-52A0-93A5334CA0FE}"/>
              </a:ext>
            </a:extLst>
          </p:cNvPr>
          <p:cNvGrpSpPr/>
          <p:nvPr/>
        </p:nvGrpSpPr>
        <p:grpSpPr>
          <a:xfrm flipH="1">
            <a:off x="-9198" y="0"/>
            <a:ext cx="12210398" cy="2337727"/>
            <a:chOff x="-15874" y="0"/>
            <a:chExt cx="20135850" cy="3855085"/>
          </a:xfrm>
        </p:grpSpPr>
        <p:grpSp>
          <p:nvGrpSpPr>
            <p:cNvPr id="15" name="object 2">
              <a:extLst>
                <a:ext uri="{FF2B5EF4-FFF2-40B4-BE49-F238E27FC236}">
                  <a16:creationId xmlns:a16="http://schemas.microsoft.com/office/drawing/2014/main" id="{E0E23900-066E-6A13-E881-2EAA01223B66}"/>
                </a:ext>
              </a:extLst>
            </p:cNvPr>
            <p:cNvGrpSpPr/>
            <p:nvPr/>
          </p:nvGrpSpPr>
          <p:grpSpPr>
            <a:xfrm>
              <a:off x="-15874" y="0"/>
              <a:ext cx="20135850" cy="3855085"/>
              <a:chOff x="-15874" y="0"/>
              <a:chExt cx="20135850" cy="3855085"/>
            </a:xfrm>
          </p:grpSpPr>
          <p:sp>
            <p:nvSpPr>
              <p:cNvPr id="16" name="object 3">
                <a:extLst>
                  <a:ext uri="{FF2B5EF4-FFF2-40B4-BE49-F238E27FC236}">
                    <a16:creationId xmlns:a16="http://schemas.microsoft.com/office/drawing/2014/main" id="{C73D67F0-9272-AFEB-6EBE-3A8330259C7B}"/>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chemeClr val="bg1"/>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7" name="object 4">
                <a:extLst>
                  <a:ext uri="{FF2B5EF4-FFF2-40B4-BE49-F238E27FC236}">
                    <a16:creationId xmlns:a16="http://schemas.microsoft.com/office/drawing/2014/main" id="{92070C08-9B59-3FD9-C9B7-0181DD406CFF}"/>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1" name="object 4">
              <a:extLst>
                <a:ext uri="{FF2B5EF4-FFF2-40B4-BE49-F238E27FC236}">
                  <a16:creationId xmlns:a16="http://schemas.microsoft.com/office/drawing/2014/main" id="{6D522632-B402-2D28-EB2C-BEB45BA23F35}"/>
                </a:ext>
              </a:extLst>
            </p:cNvPr>
            <p:cNvSpPr/>
            <p:nvPr/>
          </p:nvSpPr>
          <p:spPr>
            <a:xfrm>
              <a:off x="603250" y="0"/>
              <a:ext cx="19500850" cy="2828304"/>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4" name="object 6">
            <a:extLst>
              <a:ext uri="{FF2B5EF4-FFF2-40B4-BE49-F238E27FC236}">
                <a16:creationId xmlns:a16="http://schemas.microsoft.com/office/drawing/2014/main" id="{AD75875E-0AB0-8125-AC92-421E15C1EE31}"/>
              </a:ext>
            </a:extLst>
          </p:cNvPr>
          <p:cNvSpPr/>
          <p:nvPr/>
        </p:nvSpPr>
        <p:spPr>
          <a:xfrm>
            <a:off x="11041470" y="470934"/>
            <a:ext cx="327305" cy="462848"/>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8" name="object 5">
            <a:extLst>
              <a:ext uri="{FF2B5EF4-FFF2-40B4-BE49-F238E27FC236}">
                <a16:creationId xmlns:a16="http://schemas.microsoft.com/office/drawing/2014/main" id="{88CEC876-4D96-C6B1-80CF-758644B7F4C6}"/>
              </a:ext>
            </a:extLst>
          </p:cNvPr>
          <p:cNvSpPr txBox="1"/>
          <p:nvPr/>
        </p:nvSpPr>
        <p:spPr>
          <a:xfrm>
            <a:off x="823226" y="492019"/>
            <a:ext cx="10029092" cy="378664"/>
          </a:xfrm>
          <a:prstGeom prst="rect">
            <a:avLst/>
          </a:prstGeom>
        </p:spPr>
        <p:txBody>
          <a:bodyPr vert="horz" wrap="square" lIns="0" tIns="9242" rIns="0" bIns="0" rtlCol="0">
            <a:spAutoFit/>
          </a:bodyPr>
          <a:lstStyle/>
          <a:p>
            <a:pPr marL="4087069" marR="3081" lvl="0" indent="0" algn="r" defTabSz="554492" rtl="0" eaLnBrk="1" fontAlgn="auto" latinLnBrk="0" hangingPunct="1">
              <a:lnSpc>
                <a:spcPct val="100000"/>
              </a:lnSpc>
              <a:spcBef>
                <a:spcPts val="73"/>
              </a:spcBef>
              <a:spcAft>
                <a:spcPts val="0"/>
              </a:spcAft>
              <a:buClr>
                <a:srgbClr val="000000"/>
              </a:buClr>
              <a:buSzTx/>
              <a:buFontTx/>
              <a:buNone/>
              <a:tabLst/>
              <a:defRPr/>
            </a:pPr>
            <a:r>
              <a:rPr kumimoji="0" lang="ar-EG" sz="2400" b="1" i="0" u="none" strike="noStrike" kern="0" cap="none" spc="0" normalizeH="0" baseline="0" noProof="0" dirty="0">
                <a:ln>
                  <a:noFill/>
                </a:ln>
                <a:solidFill>
                  <a:srgbClr val="4BACC6">
                    <a:lumMod val="50000"/>
                  </a:srgbClr>
                </a:solidFill>
                <a:effectLst/>
                <a:uLnTx/>
                <a:uFillTx/>
                <a:latin typeface="Neo Sans Arabic Bold" panose="020B0804030504040204" pitchFamily="34" charset="-78"/>
                <a:cs typeface="Neo Sans Arabic Bold" panose="020B0804030504040204" pitchFamily="34" charset="-78"/>
                <a:sym typeface="Arial"/>
              </a:rPr>
              <a:t>نشاط "</a:t>
            </a:r>
            <a:r>
              <a:rPr lang="ar-EG" sz="2400" b="1" kern="0" dirty="0">
                <a:solidFill>
                  <a:srgbClr val="4BACC6">
                    <a:lumMod val="50000"/>
                  </a:srgbClr>
                </a:solidFill>
                <a:latin typeface="Neo Sans Arabic Bold" panose="020B0804030504040204" pitchFamily="34" charset="-78"/>
                <a:cs typeface="Neo Sans Arabic Bold" panose="020B0804030504040204" pitchFamily="34" charset="-78"/>
                <a:sym typeface="Arial"/>
              </a:rPr>
              <a:t>حسابك الشخصي</a:t>
            </a:r>
            <a:r>
              <a:rPr kumimoji="0" lang="ar-EG" sz="2400" b="1" i="0" u="none" strike="noStrike" kern="0" cap="none" spc="0" normalizeH="0" baseline="0" noProof="0" dirty="0">
                <a:ln>
                  <a:noFill/>
                </a:ln>
                <a:solidFill>
                  <a:srgbClr val="4BACC6">
                    <a:lumMod val="50000"/>
                  </a:srgbClr>
                </a:solidFill>
                <a:effectLst/>
                <a:uLnTx/>
                <a:uFillTx/>
                <a:latin typeface="Neo Sans Arabic Bold" panose="020B0804030504040204" pitchFamily="34" charset="-78"/>
                <a:cs typeface="Neo Sans Arabic Bold" panose="020B0804030504040204" pitchFamily="34" charset="-78"/>
                <a:sym typeface="Arial"/>
              </a:rPr>
              <a:t>"</a:t>
            </a:r>
          </a:p>
        </p:txBody>
      </p:sp>
      <p:grpSp>
        <p:nvGrpSpPr>
          <p:cNvPr id="19" name="object 3">
            <a:extLst>
              <a:ext uri="{FF2B5EF4-FFF2-40B4-BE49-F238E27FC236}">
                <a16:creationId xmlns:a16="http://schemas.microsoft.com/office/drawing/2014/main" id="{B7028517-4253-666E-92F0-26E5F5621854}"/>
              </a:ext>
            </a:extLst>
          </p:cNvPr>
          <p:cNvGrpSpPr/>
          <p:nvPr/>
        </p:nvGrpSpPr>
        <p:grpSpPr>
          <a:xfrm flipH="1">
            <a:off x="-517905" y="5284274"/>
            <a:ext cx="4012757" cy="2806736"/>
            <a:chOff x="13503008" y="6696033"/>
            <a:chExt cx="6617334" cy="4628515"/>
          </a:xfrm>
        </p:grpSpPr>
        <p:sp>
          <p:nvSpPr>
            <p:cNvPr id="20" name="object 4">
              <a:extLst>
                <a:ext uri="{FF2B5EF4-FFF2-40B4-BE49-F238E27FC236}">
                  <a16:creationId xmlns:a16="http://schemas.microsoft.com/office/drawing/2014/main" id="{D5D0D498-4EFC-5DAD-917B-0E4ED8E3A924}"/>
                </a:ext>
              </a:extLst>
            </p:cNvPr>
            <p:cNvSpPr/>
            <p:nvPr/>
          </p:nvSpPr>
          <p:spPr>
            <a:xfrm>
              <a:off x="14546481" y="8567806"/>
              <a:ext cx="5294630" cy="2741295"/>
            </a:xfrm>
            <a:custGeom>
              <a:avLst/>
              <a:gdLst/>
              <a:ahLst/>
              <a:cxnLst/>
              <a:rect l="l" t="t" r="r" b="b"/>
              <a:pathLst>
                <a:path w="5294630" h="2741295">
                  <a:moveTo>
                    <a:pt x="1607" y="2740750"/>
                  </a:moveTo>
                  <a:lnTo>
                    <a:pt x="1578" y="2693255"/>
                  </a:lnTo>
                  <a:lnTo>
                    <a:pt x="1546" y="2642667"/>
                  </a:lnTo>
                  <a:lnTo>
                    <a:pt x="1515" y="2592078"/>
                  </a:lnTo>
                  <a:lnTo>
                    <a:pt x="1484" y="2541490"/>
                  </a:lnTo>
                  <a:lnTo>
                    <a:pt x="1453" y="2490902"/>
                  </a:lnTo>
                  <a:lnTo>
                    <a:pt x="1422" y="2440314"/>
                  </a:lnTo>
                  <a:lnTo>
                    <a:pt x="1391" y="2389725"/>
                  </a:lnTo>
                  <a:lnTo>
                    <a:pt x="1360" y="2339137"/>
                  </a:lnTo>
                  <a:lnTo>
                    <a:pt x="1329" y="2288549"/>
                  </a:lnTo>
                  <a:lnTo>
                    <a:pt x="1298" y="2237961"/>
                  </a:lnTo>
                  <a:lnTo>
                    <a:pt x="1267" y="2187373"/>
                  </a:lnTo>
                  <a:lnTo>
                    <a:pt x="1236" y="2136784"/>
                  </a:lnTo>
                  <a:lnTo>
                    <a:pt x="1205" y="2086196"/>
                  </a:lnTo>
                  <a:lnTo>
                    <a:pt x="1174" y="2035608"/>
                  </a:lnTo>
                  <a:lnTo>
                    <a:pt x="1143" y="1985020"/>
                  </a:lnTo>
                  <a:lnTo>
                    <a:pt x="1112" y="1934431"/>
                  </a:lnTo>
                  <a:lnTo>
                    <a:pt x="1081" y="1883843"/>
                  </a:lnTo>
                  <a:lnTo>
                    <a:pt x="1050" y="1833255"/>
                  </a:lnTo>
                  <a:lnTo>
                    <a:pt x="1019" y="1782667"/>
                  </a:lnTo>
                  <a:lnTo>
                    <a:pt x="989" y="1732078"/>
                  </a:lnTo>
                  <a:lnTo>
                    <a:pt x="958" y="1681490"/>
                  </a:lnTo>
                  <a:lnTo>
                    <a:pt x="927" y="1630902"/>
                  </a:lnTo>
                  <a:lnTo>
                    <a:pt x="896" y="1580314"/>
                  </a:lnTo>
                  <a:lnTo>
                    <a:pt x="865" y="1529725"/>
                  </a:lnTo>
                  <a:lnTo>
                    <a:pt x="834" y="1479137"/>
                  </a:lnTo>
                  <a:lnTo>
                    <a:pt x="803" y="1428549"/>
                  </a:lnTo>
                  <a:lnTo>
                    <a:pt x="772" y="1377961"/>
                  </a:lnTo>
                  <a:lnTo>
                    <a:pt x="741" y="1327372"/>
                  </a:lnTo>
                  <a:lnTo>
                    <a:pt x="711" y="1276784"/>
                  </a:lnTo>
                  <a:lnTo>
                    <a:pt x="680" y="1226196"/>
                  </a:lnTo>
                  <a:lnTo>
                    <a:pt x="649" y="1175608"/>
                  </a:lnTo>
                  <a:lnTo>
                    <a:pt x="618" y="1125019"/>
                  </a:lnTo>
                  <a:lnTo>
                    <a:pt x="587" y="1074431"/>
                  </a:lnTo>
                  <a:lnTo>
                    <a:pt x="557" y="1023843"/>
                  </a:lnTo>
                  <a:lnTo>
                    <a:pt x="526" y="973255"/>
                  </a:ln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7"/>
                  </a:lnTo>
                  <a:lnTo>
                    <a:pt x="819942" y="62471"/>
                  </a:lnTo>
                  <a:lnTo>
                    <a:pt x="865232" y="84829"/>
                  </a:lnTo>
                  <a:lnTo>
                    <a:pt x="909518" y="109679"/>
                  </a:lnTo>
                  <a:lnTo>
                    <a:pt x="951803" y="134689"/>
                  </a:lnTo>
                  <a:lnTo>
                    <a:pt x="998084" y="162110"/>
                  </a:lnTo>
                  <a:lnTo>
                    <a:pt x="1048239" y="191871"/>
                  </a:lnTo>
                  <a:lnTo>
                    <a:pt x="1102147" y="223898"/>
                  </a:lnTo>
                  <a:lnTo>
                    <a:pt x="1159688" y="258119"/>
                  </a:lnTo>
                  <a:lnTo>
                    <a:pt x="1220738" y="294461"/>
                  </a:lnTo>
                  <a:lnTo>
                    <a:pt x="1285178" y="332852"/>
                  </a:lnTo>
                  <a:lnTo>
                    <a:pt x="1318631" y="352792"/>
                  </a:lnTo>
                  <a:lnTo>
                    <a:pt x="1352885" y="373218"/>
                  </a:lnTo>
                  <a:lnTo>
                    <a:pt x="1387927" y="394119"/>
                  </a:lnTo>
                  <a:lnTo>
                    <a:pt x="1423739" y="415487"/>
                  </a:lnTo>
                  <a:lnTo>
                    <a:pt x="1460308" y="437312"/>
                  </a:lnTo>
                  <a:lnTo>
                    <a:pt x="1497618" y="459586"/>
                  </a:lnTo>
                  <a:lnTo>
                    <a:pt x="1535655" y="482299"/>
                  </a:lnTo>
                  <a:lnTo>
                    <a:pt x="1574402" y="505443"/>
                  </a:lnTo>
                  <a:lnTo>
                    <a:pt x="1613844" y="529007"/>
                  </a:lnTo>
                  <a:lnTo>
                    <a:pt x="1653967" y="552984"/>
                  </a:lnTo>
                  <a:lnTo>
                    <a:pt x="1694756" y="577364"/>
                  </a:lnTo>
                  <a:lnTo>
                    <a:pt x="1736194" y="602138"/>
                  </a:lnTo>
                  <a:lnTo>
                    <a:pt x="1778268" y="627296"/>
                  </a:lnTo>
                  <a:lnTo>
                    <a:pt x="1820961" y="652831"/>
                  </a:lnTo>
                  <a:lnTo>
                    <a:pt x="1864259" y="678732"/>
                  </a:lnTo>
                  <a:lnTo>
                    <a:pt x="1908147" y="704990"/>
                  </a:lnTo>
                  <a:lnTo>
                    <a:pt x="1952609" y="731597"/>
                  </a:lnTo>
                  <a:lnTo>
                    <a:pt x="1997630" y="758544"/>
                  </a:lnTo>
                  <a:lnTo>
                    <a:pt x="2043195" y="785821"/>
                  </a:lnTo>
                  <a:lnTo>
                    <a:pt x="2089289" y="813419"/>
                  </a:lnTo>
                  <a:lnTo>
                    <a:pt x="2135897" y="841329"/>
                  </a:lnTo>
                  <a:lnTo>
                    <a:pt x="2183003" y="869542"/>
                  </a:lnTo>
                  <a:lnTo>
                    <a:pt x="2230593" y="898049"/>
                  </a:lnTo>
                  <a:lnTo>
                    <a:pt x="2278650" y="926841"/>
                  </a:lnTo>
                  <a:lnTo>
                    <a:pt x="2327161" y="955908"/>
                  </a:lnTo>
                  <a:lnTo>
                    <a:pt x="2376110" y="985243"/>
                  </a:lnTo>
                  <a:lnTo>
                    <a:pt x="2425481" y="1014835"/>
                  </a:lnTo>
                  <a:lnTo>
                    <a:pt x="2475260" y="1044675"/>
                  </a:lnTo>
                  <a:lnTo>
                    <a:pt x="2525431" y="1074755"/>
                  </a:lnTo>
                  <a:lnTo>
                    <a:pt x="2575980" y="1105065"/>
                  </a:lnTo>
                  <a:lnTo>
                    <a:pt x="2626890" y="1135597"/>
                  </a:lnTo>
                  <a:lnTo>
                    <a:pt x="2678148" y="1166340"/>
                  </a:lnTo>
                  <a:lnTo>
                    <a:pt x="2729737" y="1197287"/>
                  </a:lnTo>
                  <a:lnTo>
                    <a:pt x="2781643" y="1228427"/>
                  </a:lnTo>
                  <a:lnTo>
                    <a:pt x="2833850" y="1259753"/>
                  </a:lnTo>
                  <a:lnTo>
                    <a:pt x="2886343" y="1291254"/>
                  </a:lnTo>
                  <a:lnTo>
                    <a:pt x="2939108" y="1322922"/>
                  </a:lnTo>
                  <a:lnTo>
                    <a:pt x="2992128" y="1354747"/>
                  </a:lnTo>
                  <a:lnTo>
                    <a:pt x="3045389" y="1386722"/>
                  </a:lnTo>
                  <a:lnTo>
                    <a:pt x="3098876" y="1418835"/>
                  </a:lnTo>
                  <a:lnTo>
                    <a:pt x="3152573" y="1451079"/>
                  </a:lnTo>
                  <a:lnTo>
                    <a:pt x="3206465" y="1483444"/>
                  </a:lnTo>
                  <a:lnTo>
                    <a:pt x="3260538" y="1515921"/>
                  </a:lnTo>
                  <a:lnTo>
                    <a:pt x="3314775" y="1548501"/>
                  </a:lnTo>
                  <a:lnTo>
                    <a:pt x="3369162" y="1581176"/>
                  </a:lnTo>
                  <a:lnTo>
                    <a:pt x="3423684" y="1613935"/>
                  </a:lnTo>
                  <a:lnTo>
                    <a:pt x="3478325" y="1646770"/>
                  </a:lnTo>
                  <a:lnTo>
                    <a:pt x="3533071" y="1679671"/>
                  </a:lnTo>
                  <a:lnTo>
                    <a:pt x="3587905" y="1712631"/>
                  </a:lnTo>
                  <a:lnTo>
                    <a:pt x="3642814" y="1745639"/>
                  </a:lnTo>
                  <a:lnTo>
                    <a:pt x="3697781" y="1778686"/>
                  </a:lnTo>
                  <a:lnTo>
                    <a:pt x="3752792" y="1811764"/>
                  </a:lnTo>
                  <a:lnTo>
                    <a:pt x="3807832" y="1844862"/>
                  </a:lnTo>
                  <a:lnTo>
                    <a:pt x="3862884" y="1877973"/>
                  </a:lnTo>
                  <a:lnTo>
                    <a:pt x="3917935" y="1911088"/>
                  </a:lnTo>
                  <a:lnTo>
                    <a:pt x="3972969" y="1944196"/>
                  </a:lnTo>
                  <a:lnTo>
                    <a:pt x="4027971" y="1977289"/>
                  </a:lnTo>
                  <a:lnTo>
                    <a:pt x="4082925" y="2010358"/>
                  </a:lnTo>
                  <a:lnTo>
                    <a:pt x="4137817" y="2043393"/>
                  </a:lnTo>
                  <a:lnTo>
                    <a:pt x="4192631" y="2076387"/>
                  </a:lnTo>
                  <a:lnTo>
                    <a:pt x="4247352" y="2109328"/>
                  </a:lnTo>
                  <a:lnTo>
                    <a:pt x="4301965" y="2142210"/>
                  </a:lnTo>
                  <a:lnTo>
                    <a:pt x="4356455" y="2175021"/>
                  </a:lnTo>
                  <a:lnTo>
                    <a:pt x="4410807" y="2207754"/>
                  </a:lnTo>
                  <a:lnTo>
                    <a:pt x="4465005" y="2240399"/>
                  </a:lnTo>
                  <a:lnTo>
                    <a:pt x="4519035" y="2272948"/>
                  </a:lnTo>
                  <a:lnTo>
                    <a:pt x="4572881" y="2305390"/>
                  </a:lnTo>
                  <a:lnTo>
                    <a:pt x="4626527" y="2337717"/>
                  </a:lnTo>
                  <a:lnTo>
                    <a:pt x="4679960" y="2369920"/>
                  </a:lnTo>
                  <a:lnTo>
                    <a:pt x="4733163" y="2401990"/>
                  </a:lnTo>
                  <a:lnTo>
                    <a:pt x="4786122" y="2433917"/>
                  </a:lnTo>
                  <a:lnTo>
                    <a:pt x="4838821" y="2465693"/>
                  </a:lnTo>
                  <a:lnTo>
                    <a:pt x="4891245" y="2497309"/>
                  </a:lnTo>
                  <a:lnTo>
                    <a:pt x="4943380" y="2528755"/>
                  </a:lnTo>
                  <a:lnTo>
                    <a:pt x="4995209" y="2560022"/>
                  </a:lnTo>
                  <a:lnTo>
                    <a:pt x="5046718" y="2591101"/>
                  </a:lnTo>
                  <a:lnTo>
                    <a:pt x="5097891" y="2621984"/>
                  </a:lnTo>
                  <a:lnTo>
                    <a:pt x="5148714" y="2652660"/>
                  </a:lnTo>
                  <a:lnTo>
                    <a:pt x="5199171" y="2683122"/>
                  </a:lnTo>
                  <a:lnTo>
                    <a:pt x="5249247" y="2713359"/>
                  </a:lnTo>
                  <a:lnTo>
                    <a:pt x="5294600" y="2740750"/>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 name="object 5">
              <a:extLst>
                <a:ext uri="{FF2B5EF4-FFF2-40B4-BE49-F238E27FC236}">
                  <a16:creationId xmlns:a16="http://schemas.microsoft.com/office/drawing/2014/main" id="{3B773791-A217-604E-002B-A38F4E300006}"/>
                </a:ext>
              </a:extLst>
            </p:cNvPr>
            <p:cNvSpPr/>
            <p:nvPr/>
          </p:nvSpPr>
          <p:spPr>
            <a:xfrm>
              <a:off x="15400194" y="10328593"/>
              <a:ext cx="2305050" cy="980440"/>
            </a:xfrm>
            <a:custGeom>
              <a:avLst/>
              <a:gdLst/>
              <a:ahLst/>
              <a:cxnLst/>
              <a:rect l="l" t="t" r="r" b="b"/>
              <a:pathLst>
                <a:path w="2305050" h="980440">
                  <a:moveTo>
                    <a:pt x="530" y="979963"/>
                  </a:move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6"/>
                  </a:lnTo>
                  <a:lnTo>
                    <a:pt x="819942" y="62467"/>
                  </a:lnTo>
                  <a:lnTo>
                    <a:pt x="865232" y="84825"/>
                  </a:lnTo>
                  <a:lnTo>
                    <a:pt x="909518" y="109679"/>
                  </a:lnTo>
                  <a:lnTo>
                    <a:pt x="974681" y="148396"/>
                  </a:lnTo>
                  <a:lnTo>
                    <a:pt x="1008373" y="168569"/>
                  </a:lnTo>
                  <a:lnTo>
                    <a:pt x="1042782" y="189267"/>
                  </a:lnTo>
                  <a:lnTo>
                    <a:pt x="1077889" y="210478"/>
                  </a:lnTo>
                  <a:lnTo>
                    <a:pt x="1113677" y="232187"/>
                  </a:lnTo>
                  <a:lnTo>
                    <a:pt x="1150128" y="254383"/>
                  </a:lnTo>
                  <a:lnTo>
                    <a:pt x="1187224" y="277051"/>
                  </a:lnTo>
                  <a:lnTo>
                    <a:pt x="1224948" y="300179"/>
                  </a:lnTo>
                  <a:lnTo>
                    <a:pt x="1263280" y="323754"/>
                  </a:lnTo>
                  <a:lnTo>
                    <a:pt x="1302203" y="347762"/>
                  </a:lnTo>
                  <a:lnTo>
                    <a:pt x="1341700" y="372190"/>
                  </a:lnTo>
                  <a:lnTo>
                    <a:pt x="1381752" y="397025"/>
                  </a:lnTo>
                  <a:lnTo>
                    <a:pt x="1422342" y="422255"/>
                  </a:lnTo>
                  <a:lnTo>
                    <a:pt x="1463451" y="447864"/>
                  </a:lnTo>
                  <a:lnTo>
                    <a:pt x="1505062" y="473842"/>
                  </a:lnTo>
                  <a:lnTo>
                    <a:pt x="1547157" y="500174"/>
                  </a:lnTo>
                  <a:lnTo>
                    <a:pt x="1589718" y="526847"/>
                  </a:lnTo>
                  <a:lnTo>
                    <a:pt x="1632726" y="553848"/>
                  </a:lnTo>
                  <a:lnTo>
                    <a:pt x="1676165" y="581165"/>
                  </a:lnTo>
                  <a:lnTo>
                    <a:pt x="1720016" y="608783"/>
                  </a:lnTo>
                  <a:lnTo>
                    <a:pt x="1764262" y="636690"/>
                  </a:lnTo>
                  <a:lnTo>
                    <a:pt x="1808883" y="664872"/>
                  </a:lnTo>
                  <a:lnTo>
                    <a:pt x="1853863" y="693317"/>
                  </a:lnTo>
                  <a:lnTo>
                    <a:pt x="1899184" y="722011"/>
                  </a:lnTo>
                  <a:lnTo>
                    <a:pt x="1944828" y="750941"/>
                  </a:lnTo>
                  <a:lnTo>
                    <a:pt x="1990776" y="780094"/>
                  </a:lnTo>
                  <a:lnTo>
                    <a:pt x="2037011" y="809457"/>
                  </a:lnTo>
                  <a:lnTo>
                    <a:pt x="2083515" y="839017"/>
                  </a:lnTo>
                  <a:lnTo>
                    <a:pt x="2130270" y="868760"/>
                  </a:lnTo>
                  <a:lnTo>
                    <a:pt x="2177258" y="898673"/>
                  </a:lnTo>
                  <a:lnTo>
                    <a:pt x="2224461" y="928744"/>
                  </a:lnTo>
                  <a:lnTo>
                    <a:pt x="2271862" y="958958"/>
                  </a:lnTo>
                  <a:lnTo>
                    <a:pt x="2304796" y="979963"/>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 name="object 6">
              <a:extLst>
                <a:ext uri="{FF2B5EF4-FFF2-40B4-BE49-F238E27FC236}">
                  <a16:creationId xmlns:a16="http://schemas.microsoft.com/office/drawing/2014/main" id="{E546ED15-BAAD-600F-46C1-E2734C23B1F1}"/>
                </a:ext>
              </a:extLst>
            </p:cNvPr>
            <p:cNvSpPr/>
            <p:nvPr/>
          </p:nvSpPr>
          <p:spPr>
            <a:xfrm>
              <a:off x="13518714" y="6711740"/>
              <a:ext cx="6585584" cy="4597400"/>
            </a:xfrm>
            <a:custGeom>
              <a:avLst/>
              <a:gdLst/>
              <a:ahLst/>
              <a:cxnLst/>
              <a:rect l="l" t="t" r="r" b="b"/>
              <a:pathLst>
                <a:path w="6585584" h="4597400">
                  <a:moveTo>
                    <a:pt x="2738" y="4596816"/>
                  </a:moveTo>
                  <a:lnTo>
                    <a:pt x="2688" y="4516366"/>
                  </a:lnTo>
                  <a:lnTo>
                    <a:pt x="2657" y="4465724"/>
                  </a:lnTo>
                  <a:lnTo>
                    <a:pt x="2625" y="4415083"/>
                  </a:lnTo>
                  <a:lnTo>
                    <a:pt x="2594" y="4364441"/>
                  </a:lnTo>
                  <a:lnTo>
                    <a:pt x="2562" y="4313800"/>
                  </a:lnTo>
                  <a:lnTo>
                    <a:pt x="2531" y="4263158"/>
                  </a:lnTo>
                  <a:lnTo>
                    <a:pt x="2500" y="4212517"/>
                  </a:lnTo>
                  <a:lnTo>
                    <a:pt x="2469" y="4161875"/>
                  </a:lnTo>
                  <a:lnTo>
                    <a:pt x="2437" y="4111234"/>
                  </a:lnTo>
                  <a:lnTo>
                    <a:pt x="2406" y="4060592"/>
                  </a:lnTo>
                  <a:lnTo>
                    <a:pt x="2375" y="4009951"/>
                  </a:lnTo>
                  <a:lnTo>
                    <a:pt x="2343" y="3959309"/>
                  </a:lnTo>
                  <a:lnTo>
                    <a:pt x="2312" y="3908668"/>
                  </a:lnTo>
                  <a:lnTo>
                    <a:pt x="2281" y="3858027"/>
                  </a:lnTo>
                  <a:lnTo>
                    <a:pt x="2250" y="3807385"/>
                  </a:lnTo>
                  <a:lnTo>
                    <a:pt x="2218" y="3756744"/>
                  </a:lnTo>
                  <a:lnTo>
                    <a:pt x="2187" y="3706102"/>
                  </a:lnTo>
                  <a:lnTo>
                    <a:pt x="2156" y="3655461"/>
                  </a:lnTo>
                  <a:lnTo>
                    <a:pt x="2125" y="3604819"/>
                  </a:lnTo>
                  <a:lnTo>
                    <a:pt x="2094" y="3554178"/>
                  </a:lnTo>
                  <a:lnTo>
                    <a:pt x="2062" y="3503536"/>
                  </a:lnTo>
                  <a:lnTo>
                    <a:pt x="2031" y="3452895"/>
                  </a:lnTo>
                  <a:lnTo>
                    <a:pt x="2000" y="3402253"/>
                  </a:lnTo>
                  <a:lnTo>
                    <a:pt x="1969" y="3351612"/>
                  </a:lnTo>
                  <a:lnTo>
                    <a:pt x="1938" y="3300970"/>
                  </a:lnTo>
                  <a:lnTo>
                    <a:pt x="1907" y="3250329"/>
                  </a:lnTo>
                  <a:lnTo>
                    <a:pt x="1875" y="3199688"/>
                  </a:lnTo>
                  <a:lnTo>
                    <a:pt x="1844" y="3149046"/>
                  </a:lnTo>
                  <a:lnTo>
                    <a:pt x="1813" y="3098405"/>
                  </a:lnTo>
                  <a:lnTo>
                    <a:pt x="1782" y="3047763"/>
                  </a:lnTo>
                  <a:lnTo>
                    <a:pt x="1751" y="2997122"/>
                  </a:lnTo>
                  <a:lnTo>
                    <a:pt x="1720" y="2946480"/>
                  </a:lnTo>
                  <a:lnTo>
                    <a:pt x="1689" y="2895839"/>
                  </a:lnTo>
                  <a:lnTo>
                    <a:pt x="1658" y="2845198"/>
                  </a:lnTo>
                  <a:lnTo>
                    <a:pt x="1626" y="2794556"/>
                  </a:lnTo>
                  <a:lnTo>
                    <a:pt x="1595" y="2743915"/>
                  </a:lnTo>
                  <a:lnTo>
                    <a:pt x="1564" y="2693273"/>
                  </a:lnTo>
                  <a:lnTo>
                    <a:pt x="1533" y="2642632"/>
                  </a:lnTo>
                  <a:lnTo>
                    <a:pt x="1502" y="2591991"/>
                  </a:lnTo>
                  <a:lnTo>
                    <a:pt x="1471" y="2541349"/>
                  </a:lnTo>
                  <a:lnTo>
                    <a:pt x="1440" y="2490708"/>
                  </a:lnTo>
                  <a:lnTo>
                    <a:pt x="1409" y="2440066"/>
                  </a:lnTo>
                  <a:lnTo>
                    <a:pt x="1378" y="2389425"/>
                  </a:lnTo>
                  <a:lnTo>
                    <a:pt x="1347" y="2338784"/>
                  </a:lnTo>
                  <a:lnTo>
                    <a:pt x="1316" y="2288142"/>
                  </a:lnTo>
                  <a:lnTo>
                    <a:pt x="1285" y="2237501"/>
                  </a:lnTo>
                  <a:lnTo>
                    <a:pt x="1254" y="2186860"/>
                  </a:lnTo>
                  <a:lnTo>
                    <a:pt x="1223" y="2136218"/>
                  </a:lnTo>
                  <a:lnTo>
                    <a:pt x="1192" y="2085577"/>
                  </a:lnTo>
                  <a:lnTo>
                    <a:pt x="1161" y="2034936"/>
                  </a:lnTo>
                  <a:lnTo>
                    <a:pt x="1130" y="1984294"/>
                  </a:lnTo>
                  <a:lnTo>
                    <a:pt x="1099" y="1933653"/>
                  </a:lnTo>
                  <a:lnTo>
                    <a:pt x="1068" y="1883011"/>
                  </a:lnTo>
                  <a:lnTo>
                    <a:pt x="1037" y="1832370"/>
                  </a:lnTo>
                  <a:lnTo>
                    <a:pt x="1006" y="1781729"/>
                  </a:lnTo>
                  <a:lnTo>
                    <a:pt x="975" y="1731087"/>
                  </a:lnTo>
                  <a:lnTo>
                    <a:pt x="944" y="1680446"/>
                  </a:lnTo>
                  <a:lnTo>
                    <a:pt x="913" y="1629805"/>
                  </a:lnTo>
                  <a:lnTo>
                    <a:pt x="882" y="1579164"/>
                  </a:lnTo>
                  <a:lnTo>
                    <a:pt x="851" y="1528522"/>
                  </a:lnTo>
                  <a:lnTo>
                    <a:pt x="820" y="1477881"/>
                  </a:lnTo>
                  <a:lnTo>
                    <a:pt x="790" y="1427240"/>
                  </a:lnTo>
                  <a:lnTo>
                    <a:pt x="759" y="1376598"/>
                  </a:lnTo>
                  <a:lnTo>
                    <a:pt x="728" y="1325957"/>
                  </a:lnTo>
                  <a:lnTo>
                    <a:pt x="697" y="1275316"/>
                  </a:lnTo>
                  <a:lnTo>
                    <a:pt x="666" y="1224674"/>
                  </a:lnTo>
                  <a:lnTo>
                    <a:pt x="635" y="1174033"/>
                  </a:lnTo>
                  <a:lnTo>
                    <a:pt x="604" y="1123392"/>
                  </a:lnTo>
                  <a:lnTo>
                    <a:pt x="573" y="1072751"/>
                  </a:lnTo>
                  <a:lnTo>
                    <a:pt x="542" y="1022109"/>
                  </a:lnTo>
                  <a:lnTo>
                    <a:pt x="512" y="971468"/>
                  </a:lnTo>
                  <a:lnTo>
                    <a:pt x="481" y="920827"/>
                  </a:lnTo>
                  <a:lnTo>
                    <a:pt x="450" y="870186"/>
                  </a:lnTo>
                  <a:lnTo>
                    <a:pt x="419" y="819544"/>
                  </a:lnTo>
                  <a:lnTo>
                    <a:pt x="388" y="768903"/>
                  </a:lnTo>
                  <a:lnTo>
                    <a:pt x="223" y="734879"/>
                  </a:lnTo>
                  <a:lnTo>
                    <a:pt x="0" y="700855"/>
                  </a:lnTo>
                  <a:lnTo>
                    <a:pt x="80" y="666843"/>
                  </a:lnTo>
                  <a:lnTo>
                    <a:pt x="828" y="632855"/>
                  </a:lnTo>
                  <a:lnTo>
                    <a:pt x="4076" y="582472"/>
                  </a:lnTo>
                  <a:lnTo>
                    <a:pt x="10153" y="533741"/>
                  </a:lnTo>
                  <a:lnTo>
                    <a:pt x="18976" y="486722"/>
                  </a:lnTo>
                  <a:lnTo>
                    <a:pt x="30457" y="441476"/>
                  </a:lnTo>
                  <a:lnTo>
                    <a:pt x="44513" y="398065"/>
                  </a:lnTo>
                  <a:lnTo>
                    <a:pt x="61058" y="356549"/>
                  </a:lnTo>
                  <a:lnTo>
                    <a:pt x="80007" y="316990"/>
                  </a:lnTo>
                  <a:lnTo>
                    <a:pt x="101275" y="279448"/>
                  </a:lnTo>
                  <a:lnTo>
                    <a:pt x="124777" y="243986"/>
                  </a:lnTo>
                  <a:lnTo>
                    <a:pt x="150426" y="210665"/>
                  </a:lnTo>
                  <a:lnTo>
                    <a:pt x="178140" y="179544"/>
                  </a:lnTo>
                  <a:lnTo>
                    <a:pt x="207831" y="150686"/>
                  </a:lnTo>
                  <a:lnTo>
                    <a:pt x="239415" y="124152"/>
                  </a:lnTo>
                  <a:lnTo>
                    <a:pt x="272808" y="100002"/>
                  </a:lnTo>
                  <a:lnTo>
                    <a:pt x="307922" y="78299"/>
                  </a:lnTo>
                  <a:lnTo>
                    <a:pt x="344675" y="59103"/>
                  </a:lnTo>
                  <a:lnTo>
                    <a:pt x="382979" y="42475"/>
                  </a:lnTo>
                  <a:lnTo>
                    <a:pt x="422751" y="28476"/>
                  </a:lnTo>
                  <a:lnTo>
                    <a:pt x="463905" y="17168"/>
                  </a:lnTo>
                  <a:lnTo>
                    <a:pt x="506355" y="8612"/>
                  </a:lnTo>
                  <a:lnTo>
                    <a:pt x="550018" y="2869"/>
                  </a:lnTo>
                  <a:lnTo>
                    <a:pt x="594806" y="0"/>
                  </a:lnTo>
                  <a:lnTo>
                    <a:pt x="640636" y="65"/>
                  </a:lnTo>
                  <a:lnTo>
                    <a:pt x="687423" y="3128"/>
                  </a:lnTo>
                  <a:lnTo>
                    <a:pt x="735080" y="9248"/>
                  </a:lnTo>
                  <a:lnTo>
                    <a:pt x="783523" y="18486"/>
                  </a:lnTo>
                  <a:lnTo>
                    <a:pt x="832667" y="30905"/>
                  </a:lnTo>
                  <a:lnTo>
                    <a:pt x="877258" y="45170"/>
                  </a:lnTo>
                  <a:lnTo>
                    <a:pt x="920547" y="62066"/>
                  </a:lnTo>
                  <a:lnTo>
                    <a:pt x="962740" y="81302"/>
                  </a:lnTo>
                  <a:lnTo>
                    <a:pt x="1004039" y="102588"/>
                  </a:lnTo>
                  <a:lnTo>
                    <a:pt x="1044650" y="125635"/>
                  </a:lnTo>
                  <a:lnTo>
                    <a:pt x="1082528" y="148044"/>
                  </a:lnTo>
                  <a:lnTo>
                    <a:pt x="1123845" y="172544"/>
                  </a:lnTo>
                  <a:lnTo>
                    <a:pt x="1168521" y="199084"/>
                  </a:lnTo>
                  <a:lnTo>
                    <a:pt x="1216474" y="227617"/>
                  </a:lnTo>
                  <a:lnTo>
                    <a:pt x="1267624" y="258093"/>
                  </a:lnTo>
                  <a:lnTo>
                    <a:pt x="1321890" y="290462"/>
                  </a:lnTo>
                  <a:lnTo>
                    <a:pt x="1379190" y="324676"/>
                  </a:lnTo>
                  <a:lnTo>
                    <a:pt x="1439445" y="360685"/>
                  </a:lnTo>
                  <a:lnTo>
                    <a:pt x="1502572" y="398440"/>
                  </a:lnTo>
                  <a:lnTo>
                    <a:pt x="1568491" y="437892"/>
                  </a:lnTo>
                  <a:lnTo>
                    <a:pt x="1602473" y="458238"/>
                  </a:lnTo>
                  <a:lnTo>
                    <a:pt x="1637122" y="478991"/>
                  </a:lnTo>
                  <a:lnTo>
                    <a:pt x="1672428" y="500143"/>
                  </a:lnTo>
                  <a:lnTo>
                    <a:pt x="1708382" y="521689"/>
                  </a:lnTo>
                  <a:lnTo>
                    <a:pt x="1744973" y="543622"/>
                  </a:lnTo>
                  <a:lnTo>
                    <a:pt x="1782192" y="565936"/>
                  </a:lnTo>
                  <a:lnTo>
                    <a:pt x="1820028" y="588625"/>
                  </a:lnTo>
                  <a:lnTo>
                    <a:pt x="1858470" y="611683"/>
                  </a:lnTo>
                  <a:lnTo>
                    <a:pt x="1897510" y="635103"/>
                  </a:lnTo>
                  <a:lnTo>
                    <a:pt x="1937136" y="658880"/>
                  </a:lnTo>
                  <a:lnTo>
                    <a:pt x="1977339" y="683008"/>
                  </a:lnTo>
                  <a:lnTo>
                    <a:pt x="2018108" y="707479"/>
                  </a:lnTo>
                  <a:lnTo>
                    <a:pt x="2059434" y="732289"/>
                  </a:lnTo>
                  <a:lnTo>
                    <a:pt x="2101306" y="757431"/>
                  </a:lnTo>
                  <a:lnTo>
                    <a:pt x="2143714" y="782899"/>
                  </a:lnTo>
                  <a:lnTo>
                    <a:pt x="2186648" y="808686"/>
                  </a:lnTo>
                  <a:lnTo>
                    <a:pt x="2230098" y="834787"/>
                  </a:lnTo>
                  <a:lnTo>
                    <a:pt x="2274054" y="861195"/>
                  </a:lnTo>
                  <a:lnTo>
                    <a:pt x="2318506" y="887904"/>
                  </a:lnTo>
                  <a:lnTo>
                    <a:pt x="2363444" y="914908"/>
                  </a:lnTo>
                  <a:lnTo>
                    <a:pt x="2408856" y="942201"/>
                  </a:lnTo>
                  <a:lnTo>
                    <a:pt x="2454735" y="969777"/>
                  </a:lnTo>
                  <a:lnTo>
                    <a:pt x="2501068" y="997630"/>
                  </a:lnTo>
                  <a:lnTo>
                    <a:pt x="2547847" y="1025753"/>
                  </a:lnTo>
                  <a:lnTo>
                    <a:pt x="2595060" y="1054140"/>
                  </a:lnTo>
                  <a:lnTo>
                    <a:pt x="2642699" y="1082785"/>
                  </a:lnTo>
                  <a:lnTo>
                    <a:pt x="2690752" y="1111683"/>
                  </a:lnTo>
                  <a:lnTo>
                    <a:pt x="2739210" y="1140826"/>
                  </a:lnTo>
                  <a:lnTo>
                    <a:pt x="2788063" y="1170209"/>
                  </a:lnTo>
                  <a:lnTo>
                    <a:pt x="2837300" y="1199825"/>
                  </a:lnTo>
                  <a:lnTo>
                    <a:pt x="2886911" y="1229669"/>
                  </a:lnTo>
                  <a:lnTo>
                    <a:pt x="2936887" y="1259734"/>
                  </a:lnTo>
                  <a:lnTo>
                    <a:pt x="2987217" y="1290014"/>
                  </a:lnTo>
                  <a:lnTo>
                    <a:pt x="3037891" y="1320503"/>
                  </a:lnTo>
                  <a:lnTo>
                    <a:pt x="3088898" y="1351195"/>
                  </a:lnTo>
                  <a:lnTo>
                    <a:pt x="3140230" y="1382083"/>
                  </a:lnTo>
                  <a:lnTo>
                    <a:pt x="3191875" y="1413162"/>
                  </a:lnTo>
                  <a:lnTo>
                    <a:pt x="3243823" y="1444426"/>
                  </a:lnTo>
                  <a:lnTo>
                    <a:pt x="3296065" y="1475867"/>
                  </a:lnTo>
                  <a:lnTo>
                    <a:pt x="3348591" y="1507481"/>
                  </a:lnTo>
                  <a:lnTo>
                    <a:pt x="3401389" y="1539260"/>
                  </a:lnTo>
                  <a:lnTo>
                    <a:pt x="3454451" y="1571199"/>
                  </a:lnTo>
                  <a:lnTo>
                    <a:pt x="3507765" y="1603292"/>
                  </a:lnTo>
                  <a:lnTo>
                    <a:pt x="3561323" y="1635532"/>
                  </a:lnTo>
                  <a:lnTo>
                    <a:pt x="3615113" y="1667913"/>
                  </a:lnTo>
                  <a:lnTo>
                    <a:pt x="3669126" y="1700430"/>
                  </a:lnTo>
                  <a:lnTo>
                    <a:pt x="3723351" y="1733075"/>
                  </a:lnTo>
                  <a:lnTo>
                    <a:pt x="3777779" y="1765844"/>
                  </a:lnTo>
                  <a:lnTo>
                    <a:pt x="3832399" y="1798729"/>
                  </a:lnTo>
                  <a:lnTo>
                    <a:pt x="3887201" y="1831724"/>
                  </a:lnTo>
                  <a:lnTo>
                    <a:pt x="3942175" y="1864824"/>
                  </a:lnTo>
                  <a:lnTo>
                    <a:pt x="3997311" y="1898022"/>
                  </a:lnTo>
                  <a:lnTo>
                    <a:pt x="4052599" y="1931313"/>
                  </a:lnTo>
                  <a:lnTo>
                    <a:pt x="4108029" y="1964689"/>
                  </a:lnTo>
                  <a:lnTo>
                    <a:pt x="4163590" y="1998145"/>
                  </a:lnTo>
                  <a:lnTo>
                    <a:pt x="4219273" y="2031674"/>
                  </a:lnTo>
                  <a:lnTo>
                    <a:pt x="4275067" y="2065271"/>
                  </a:lnTo>
                  <a:lnTo>
                    <a:pt x="4330963" y="2098930"/>
                  </a:lnTo>
                  <a:lnTo>
                    <a:pt x="4386949" y="2132643"/>
                  </a:lnTo>
                  <a:lnTo>
                    <a:pt x="4443017" y="2166406"/>
                  </a:lnTo>
                  <a:lnTo>
                    <a:pt x="4499155" y="2200211"/>
                  </a:lnTo>
                  <a:lnTo>
                    <a:pt x="4555354" y="2234053"/>
                  </a:lnTo>
                  <a:lnTo>
                    <a:pt x="4611604" y="2267926"/>
                  </a:lnTo>
                  <a:lnTo>
                    <a:pt x="4667895" y="2301823"/>
                  </a:lnTo>
                  <a:lnTo>
                    <a:pt x="4724216" y="2335738"/>
                  </a:lnTo>
                  <a:lnTo>
                    <a:pt x="4780557" y="2369666"/>
                  </a:lnTo>
                  <a:lnTo>
                    <a:pt x="4836909" y="2403599"/>
                  </a:lnTo>
                  <a:lnTo>
                    <a:pt x="4893260" y="2437533"/>
                  </a:lnTo>
                  <a:lnTo>
                    <a:pt x="4949602" y="2471460"/>
                  </a:lnTo>
                  <a:lnTo>
                    <a:pt x="5005923" y="2505374"/>
                  </a:lnTo>
                  <a:lnTo>
                    <a:pt x="5062214" y="2539270"/>
                  </a:lnTo>
                  <a:lnTo>
                    <a:pt x="5118465" y="2573141"/>
                  </a:lnTo>
                  <a:lnTo>
                    <a:pt x="5174666" y="2606981"/>
                  </a:lnTo>
                  <a:lnTo>
                    <a:pt x="5230805" y="2640784"/>
                  </a:lnTo>
                  <a:lnTo>
                    <a:pt x="5286875" y="2674544"/>
                  </a:lnTo>
                  <a:lnTo>
                    <a:pt x="5342863" y="2708255"/>
                  </a:lnTo>
                  <a:lnTo>
                    <a:pt x="5398760" y="2741910"/>
                  </a:lnTo>
                  <a:lnTo>
                    <a:pt x="5454557" y="2775503"/>
                  </a:lnTo>
                  <a:lnTo>
                    <a:pt x="5510242" y="2809028"/>
                  </a:lnTo>
                  <a:lnTo>
                    <a:pt x="5565806" y="2842480"/>
                  </a:lnTo>
                  <a:lnTo>
                    <a:pt x="5621238" y="2875851"/>
                  </a:lnTo>
                  <a:lnTo>
                    <a:pt x="5676529" y="2909136"/>
                  </a:lnTo>
                  <a:lnTo>
                    <a:pt x="5731669" y="2942328"/>
                  </a:lnTo>
                  <a:lnTo>
                    <a:pt x="5786646" y="2975422"/>
                  </a:lnTo>
                  <a:lnTo>
                    <a:pt x="5841452" y="3008412"/>
                  </a:lnTo>
                  <a:lnTo>
                    <a:pt x="5896076" y="3041290"/>
                  </a:lnTo>
                  <a:lnTo>
                    <a:pt x="5950508" y="3074051"/>
                  </a:lnTo>
                  <a:lnTo>
                    <a:pt x="6004738" y="3106689"/>
                  </a:lnTo>
                  <a:lnTo>
                    <a:pt x="6058755" y="3139198"/>
                  </a:lnTo>
                  <a:lnTo>
                    <a:pt x="6112550" y="3171571"/>
                  </a:lnTo>
                  <a:lnTo>
                    <a:pt x="6166113" y="3203803"/>
                  </a:lnTo>
                  <a:lnTo>
                    <a:pt x="6219432" y="3235887"/>
                  </a:lnTo>
                  <a:lnTo>
                    <a:pt x="6272499" y="3267817"/>
                  </a:lnTo>
                  <a:lnTo>
                    <a:pt x="6325303" y="3299587"/>
                  </a:lnTo>
                  <a:lnTo>
                    <a:pt x="6377835" y="3331190"/>
                  </a:lnTo>
                  <a:lnTo>
                    <a:pt x="6430083" y="3362621"/>
                  </a:lnTo>
                  <a:lnTo>
                    <a:pt x="6482038" y="3393874"/>
                  </a:lnTo>
                  <a:lnTo>
                    <a:pt x="6533689" y="3424942"/>
                  </a:lnTo>
                  <a:lnTo>
                    <a:pt x="6585027" y="3455819"/>
                  </a:lnTo>
                  <a:lnTo>
                    <a:pt x="6585385" y="3456034"/>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7" name="TextBox 26">
            <a:extLst>
              <a:ext uri="{FF2B5EF4-FFF2-40B4-BE49-F238E27FC236}">
                <a16:creationId xmlns:a16="http://schemas.microsoft.com/office/drawing/2014/main" id="{DDF914EA-1EBE-BF7D-9B40-E8117754E52B}"/>
              </a:ext>
            </a:extLst>
          </p:cNvPr>
          <p:cNvSpPr txBox="1"/>
          <p:nvPr/>
        </p:nvSpPr>
        <p:spPr>
          <a:xfrm>
            <a:off x="2083118" y="2893057"/>
            <a:ext cx="2558471" cy="454035"/>
          </a:xfrm>
          <a:prstGeom prst="rect">
            <a:avLst/>
          </a:prstGeom>
          <a:noFill/>
        </p:spPr>
        <p:txBody>
          <a:bodyPr wrap="square" rtlCol="0">
            <a:spAutoFit/>
          </a:bodyPr>
          <a:lstStyle/>
          <a:p>
            <a:pPr algn="r">
              <a:lnSpc>
                <a:spcPct val="150000"/>
              </a:lnSpc>
            </a:pPr>
            <a:r>
              <a:rPr kumimoji="0" lang="ar-EG" sz="18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نشاط فردي</a:t>
            </a:r>
          </a:p>
        </p:txBody>
      </p:sp>
      <p:sp>
        <p:nvSpPr>
          <p:cNvPr id="28" name="TextBox 27">
            <a:extLst>
              <a:ext uri="{FF2B5EF4-FFF2-40B4-BE49-F238E27FC236}">
                <a16:creationId xmlns:a16="http://schemas.microsoft.com/office/drawing/2014/main" id="{9C6D158B-8E11-B29B-0677-2E895429634D}"/>
              </a:ext>
            </a:extLst>
          </p:cNvPr>
          <p:cNvSpPr txBox="1"/>
          <p:nvPr/>
        </p:nvSpPr>
        <p:spPr>
          <a:xfrm>
            <a:off x="648086" y="3338373"/>
            <a:ext cx="3993504" cy="1976182"/>
          </a:xfrm>
          <a:prstGeom prst="rect">
            <a:avLst/>
          </a:prstGeom>
          <a:noFill/>
        </p:spPr>
        <p:txBody>
          <a:bodyPr wrap="square" rtlCol="0">
            <a:spAutoFit/>
          </a:bodyPr>
          <a:lstStyle/>
          <a:p>
            <a:pPr algn="r">
              <a:lnSpc>
                <a:spcPct val="150000"/>
              </a:lnSpc>
            </a:pPr>
            <a:r>
              <a:rPr lang="ar-EG" b="1" kern="0" dirty="0">
                <a:solidFill>
                  <a:schemeClr val="bg1"/>
                </a:solidFill>
                <a:latin typeface="Neo Sans Arabic Bold" panose="020B0804030504040204" pitchFamily="34" charset="-78"/>
                <a:cs typeface="Neo Sans Arabic Bold" panose="020B0804030504040204" pitchFamily="34" charset="-78"/>
                <a:sym typeface="Arial"/>
              </a:rPr>
              <a:t>المطلوب:</a:t>
            </a:r>
            <a:endParaRPr lang="en-US" b="1" kern="0" dirty="0">
              <a:solidFill>
                <a:schemeClr val="bg1"/>
              </a:solidFill>
              <a:latin typeface="Neo Sans Arabic Bold" panose="020B0804030504040204" pitchFamily="34" charset="-78"/>
              <a:cs typeface="Neo Sans Arabic Bold" panose="020B0804030504040204" pitchFamily="34" charset="-78"/>
              <a:sym typeface="Arial"/>
            </a:endParaRPr>
          </a:p>
          <a:p>
            <a:pPr algn="r" rtl="1">
              <a:lnSpc>
                <a:spcPct val="150000"/>
              </a:lnSpc>
            </a:pPr>
            <a:r>
              <a:rPr lang="ar-EG" sz="1600" b="1" kern="0" dirty="0">
                <a:solidFill>
                  <a:schemeClr val="bg1"/>
                </a:solidFill>
                <a:latin typeface="Neo Sans Arabic Bold" panose="020B0804030504040204" pitchFamily="34" charset="-78"/>
                <a:cs typeface="Neo Sans Arabic Bold" panose="020B0804030504040204" pitchFamily="34" charset="-78"/>
                <a:sym typeface="Arial"/>
              </a:rPr>
              <a:t>كتابة المعلومات الأساسية على البطاقة:</a:t>
            </a:r>
          </a:p>
          <a:p>
            <a:pPr marL="285750" indent="-285750" algn="r" rtl="1">
              <a:lnSpc>
                <a:spcPct val="150000"/>
              </a:lnSpc>
              <a:buFont typeface="Arial" panose="020B0604020202020204" pitchFamily="34" charset="0"/>
              <a:buChar char="•"/>
            </a:pPr>
            <a:r>
              <a:rPr lang="ar-EG" sz="1600" b="1" kern="0" dirty="0">
                <a:solidFill>
                  <a:schemeClr val="bg1"/>
                </a:solidFill>
                <a:latin typeface="Neo Sans Arabic Bold" panose="020B0804030504040204" pitchFamily="34" charset="-78"/>
                <a:cs typeface="Neo Sans Arabic Bold" panose="020B0804030504040204" pitchFamily="34" charset="-78"/>
                <a:sym typeface="Arial"/>
              </a:rPr>
              <a:t>الاسم – المهنة - الاهتمامات الشخصية - مهارة أو معلومة مميزة.</a:t>
            </a:r>
          </a:p>
          <a:p>
            <a:pPr algn="r">
              <a:lnSpc>
                <a:spcPct val="150000"/>
              </a:lnSpc>
            </a:pPr>
            <a:endParaRPr lang="ar-EG" b="1" kern="0" dirty="0">
              <a:solidFill>
                <a:schemeClr val="bg1"/>
              </a:solidFill>
              <a:latin typeface="Neo Sans Arabic Bold" panose="020B0804030504040204" pitchFamily="34" charset="-78"/>
              <a:cs typeface="Neo Sans Arabic Bold" panose="020B0804030504040204" pitchFamily="34" charset="-78"/>
              <a:sym typeface="Arial"/>
            </a:endParaRPr>
          </a:p>
        </p:txBody>
      </p:sp>
      <p:sp>
        <p:nvSpPr>
          <p:cNvPr id="3" name="object 6">
            <a:extLst>
              <a:ext uri="{FF2B5EF4-FFF2-40B4-BE49-F238E27FC236}">
                <a16:creationId xmlns:a16="http://schemas.microsoft.com/office/drawing/2014/main" id="{B5892535-C48D-9F8A-7130-F896D27926CB}"/>
              </a:ext>
            </a:extLst>
          </p:cNvPr>
          <p:cNvSpPr/>
          <p:nvPr/>
        </p:nvSpPr>
        <p:spPr>
          <a:xfrm flipH="1">
            <a:off x="9724589" y="2297563"/>
            <a:ext cx="2466982" cy="4390079"/>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 name="object 6">
            <a:extLst>
              <a:ext uri="{FF2B5EF4-FFF2-40B4-BE49-F238E27FC236}">
                <a16:creationId xmlns:a16="http://schemas.microsoft.com/office/drawing/2014/main" id="{52ECEB42-E760-9FD3-8442-B7C39C5678B7}"/>
              </a:ext>
            </a:extLst>
          </p:cNvPr>
          <p:cNvSpPr/>
          <p:nvPr/>
        </p:nvSpPr>
        <p:spPr>
          <a:xfrm flipH="1">
            <a:off x="5019150" y="3433706"/>
            <a:ext cx="3016095" cy="3017506"/>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54736562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971B016-F525-9D30-F8F8-00DC33C368C9}"/>
            </a:ext>
          </a:extLst>
        </p:cNvPr>
        <p:cNvGrpSpPr/>
        <p:nvPr/>
      </p:nvGrpSpPr>
      <p:grpSpPr>
        <a:xfrm>
          <a:off x="0" y="0"/>
          <a:ext cx="0" cy="0"/>
          <a:chOff x="0" y="0"/>
          <a:chExt cx="0" cy="0"/>
        </a:xfrm>
      </p:grpSpPr>
      <p:grpSp>
        <p:nvGrpSpPr>
          <p:cNvPr id="65" name="object 2">
            <a:extLst>
              <a:ext uri="{FF2B5EF4-FFF2-40B4-BE49-F238E27FC236}">
                <a16:creationId xmlns:a16="http://schemas.microsoft.com/office/drawing/2014/main" id="{D76BE28E-1A9D-F080-7A89-6F85E0C7B37C}"/>
              </a:ext>
            </a:extLst>
          </p:cNvPr>
          <p:cNvGrpSpPr/>
          <p:nvPr/>
        </p:nvGrpSpPr>
        <p:grpSpPr>
          <a:xfrm>
            <a:off x="-9198" y="2"/>
            <a:ext cx="12210398" cy="2337727"/>
            <a:chOff x="-15874" y="0"/>
            <a:chExt cx="20135850" cy="3855085"/>
          </a:xfrm>
        </p:grpSpPr>
        <p:sp>
          <p:nvSpPr>
            <p:cNvPr id="66" name="object 3">
              <a:extLst>
                <a:ext uri="{FF2B5EF4-FFF2-40B4-BE49-F238E27FC236}">
                  <a16:creationId xmlns:a16="http://schemas.microsoft.com/office/drawing/2014/main" id="{A07E1018-E1C3-9219-30D3-B48A440E7180}"/>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defTabSz="554492"/>
              <a:endParaRPr sz="1092" kern="0" dirty="0">
                <a:solidFill>
                  <a:sysClr val="windowText" lastClr="000000"/>
                </a:solidFill>
              </a:endParaRPr>
            </a:p>
          </p:txBody>
        </p:sp>
        <p:sp>
          <p:nvSpPr>
            <p:cNvPr id="67" name="object 4">
              <a:extLst>
                <a:ext uri="{FF2B5EF4-FFF2-40B4-BE49-F238E27FC236}">
                  <a16:creationId xmlns:a16="http://schemas.microsoft.com/office/drawing/2014/main" id="{D2BFA573-9980-8FDD-055F-B3DA36C3E174}"/>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endParaRPr sz="1092" kern="0">
                <a:solidFill>
                  <a:sysClr val="windowText" lastClr="000000"/>
                </a:solidFill>
              </a:endParaRPr>
            </a:p>
          </p:txBody>
        </p:sp>
      </p:grpSp>
      <p:grpSp>
        <p:nvGrpSpPr>
          <p:cNvPr id="68" name="object 7">
            <a:extLst>
              <a:ext uri="{FF2B5EF4-FFF2-40B4-BE49-F238E27FC236}">
                <a16:creationId xmlns:a16="http://schemas.microsoft.com/office/drawing/2014/main" id="{354E235C-8DAC-0C9C-5081-76523FDEAECB}"/>
              </a:ext>
            </a:extLst>
          </p:cNvPr>
          <p:cNvGrpSpPr/>
          <p:nvPr/>
        </p:nvGrpSpPr>
        <p:grpSpPr>
          <a:xfrm>
            <a:off x="610708" y="6089796"/>
            <a:ext cx="10928133" cy="758577"/>
            <a:chOff x="1006398" y="10073811"/>
            <a:chExt cx="18021300" cy="1250950"/>
          </a:xfrm>
        </p:grpSpPr>
        <p:sp>
          <p:nvSpPr>
            <p:cNvPr id="69" name="object 8">
              <a:extLst>
                <a:ext uri="{FF2B5EF4-FFF2-40B4-BE49-F238E27FC236}">
                  <a16:creationId xmlns:a16="http://schemas.microsoft.com/office/drawing/2014/main" id="{13F04796-284D-A002-33AE-BEC040EE443A}"/>
                </a:ext>
              </a:extLst>
            </p:cNvPr>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sp>
          <p:nvSpPr>
            <p:cNvPr id="70" name="object 9">
              <a:extLst>
                <a:ext uri="{FF2B5EF4-FFF2-40B4-BE49-F238E27FC236}">
                  <a16:creationId xmlns:a16="http://schemas.microsoft.com/office/drawing/2014/main" id="{4351B075-AFEE-FBCF-D030-2CAF2C5F5288}"/>
                </a:ext>
              </a:extLst>
            </p:cNvPr>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grpSp>
      <p:sp>
        <p:nvSpPr>
          <p:cNvPr id="3" name="object 3">
            <a:extLst>
              <a:ext uri="{FF2B5EF4-FFF2-40B4-BE49-F238E27FC236}">
                <a16:creationId xmlns:a16="http://schemas.microsoft.com/office/drawing/2014/main" id="{93ACCCA1-B645-6F1A-2FE2-4238B150F6E2}"/>
              </a:ext>
            </a:extLst>
          </p:cNvPr>
          <p:cNvSpPr/>
          <p:nvPr/>
        </p:nvSpPr>
        <p:spPr>
          <a:xfrm>
            <a:off x="11608293" y="317796"/>
            <a:ext cx="583373" cy="6539937"/>
          </a:xfrm>
          <a:custGeom>
            <a:avLst/>
            <a:gdLst/>
            <a:ahLst/>
            <a:cxnLst/>
            <a:rect l="l" t="t" r="r" b="b"/>
            <a:pathLst>
              <a:path w="962025" h="10784840">
                <a:moveTo>
                  <a:pt x="961863" y="0"/>
                </a:moveTo>
                <a:lnTo>
                  <a:pt x="648833" y="18513"/>
                </a:lnTo>
                <a:lnTo>
                  <a:pt x="601798" y="22889"/>
                </a:lnTo>
                <a:lnTo>
                  <a:pt x="555800" y="30321"/>
                </a:lnTo>
                <a:lnTo>
                  <a:pt x="510934" y="40702"/>
                </a:lnTo>
                <a:lnTo>
                  <a:pt x="467297" y="53924"/>
                </a:lnTo>
                <a:lnTo>
                  <a:pt x="424985" y="69877"/>
                </a:lnTo>
                <a:lnTo>
                  <a:pt x="384096" y="88453"/>
                </a:lnTo>
                <a:lnTo>
                  <a:pt x="344725" y="109544"/>
                </a:lnTo>
                <a:lnTo>
                  <a:pt x="306969" y="133041"/>
                </a:lnTo>
                <a:lnTo>
                  <a:pt x="270925" y="158835"/>
                </a:lnTo>
                <a:lnTo>
                  <a:pt x="236688" y="186818"/>
                </a:lnTo>
                <a:lnTo>
                  <a:pt x="204355" y="216880"/>
                </a:lnTo>
                <a:lnTo>
                  <a:pt x="174023" y="248915"/>
                </a:lnTo>
                <a:lnTo>
                  <a:pt x="145788" y="282812"/>
                </a:lnTo>
                <a:lnTo>
                  <a:pt x="119747" y="318464"/>
                </a:lnTo>
                <a:lnTo>
                  <a:pt x="95996" y="355761"/>
                </a:lnTo>
                <a:lnTo>
                  <a:pt x="74631" y="394596"/>
                </a:lnTo>
                <a:lnTo>
                  <a:pt x="55749" y="434859"/>
                </a:lnTo>
                <a:lnTo>
                  <a:pt x="39446" y="476442"/>
                </a:lnTo>
                <a:lnTo>
                  <a:pt x="25820" y="519237"/>
                </a:lnTo>
                <a:lnTo>
                  <a:pt x="14965" y="563134"/>
                </a:lnTo>
                <a:lnTo>
                  <a:pt x="6979" y="608026"/>
                </a:lnTo>
                <a:lnTo>
                  <a:pt x="1959" y="653803"/>
                </a:lnTo>
                <a:lnTo>
                  <a:pt x="0" y="700358"/>
                </a:lnTo>
                <a:lnTo>
                  <a:pt x="1198" y="747580"/>
                </a:lnTo>
                <a:lnTo>
                  <a:pt x="594831" y="10784488"/>
                </a:lnTo>
                <a:lnTo>
                  <a:pt x="961863" y="10784488"/>
                </a:lnTo>
                <a:lnTo>
                  <a:pt x="961863" y="0"/>
                </a:lnTo>
                <a:close/>
              </a:path>
            </a:pathLst>
          </a:custGeom>
          <a:solidFill>
            <a:srgbClr val="33B9A0"/>
          </a:solidFill>
        </p:spPr>
        <p:txBody>
          <a:bodyPr wrap="square" lIns="0" tIns="0" rIns="0" bIns="0" rtlCol="0"/>
          <a:lstStyle/>
          <a:p>
            <a:pPr defTabSz="554492"/>
            <a:endParaRPr sz="1092" kern="0">
              <a:solidFill>
                <a:sysClr val="windowText" lastClr="000000"/>
              </a:solidFill>
            </a:endParaRPr>
          </a:p>
        </p:txBody>
      </p:sp>
      <p:grpSp>
        <p:nvGrpSpPr>
          <p:cNvPr id="75" name="Group 74">
            <a:extLst>
              <a:ext uri="{FF2B5EF4-FFF2-40B4-BE49-F238E27FC236}">
                <a16:creationId xmlns:a16="http://schemas.microsoft.com/office/drawing/2014/main" id="{8CBA0914-B816-35F7-30B4-7691E4A8DFE2}"/>
              </a:ext>
            </a:extLst>
          </p:cNvPr>
          <p:cNvGrpSpPr/>
          <p:nvPr/>
        </p:nvGrpSpPr>
        <p:grpSpPr>
          <a:xfrm>
            <a:off x="1193957" y="814558"/>
            <a:ext cx="9106949" cy="5664154"/>
            <a:chOff x="1663417" y="1325350"/>
            <a:chExt cx="15018033" cy="9340609"/>
          </a:xfrm>
        </p:grpSpPr>
        <p:grpSp>
          <p:nvGrpSpPr>
            <p:cNvPr id="15" name="Group 14">
              <a:extLst>
                <a:ext uri="{FF2B5EF4-FFF2-40B4-BE49-F238E27FC236}">
                  <a16:creationId xmlns:a16="http://schemas.microsoft.com/office/drawing/2014/main" id="{1B1367A2-51CC-DE36-F78E-9F66122B6A42}"/>
                </a:ext>
              </a:extLst>
            </p:cNvPr>
            <p:cNvGrpSpPr/>
            <p:nvPr/>
          </p:nvGrpSpPr>
          <p:grpSpPr>
            <a:xfrm>
              <a:off x="1663417" y="4792529"/>
              <a:ext cx="15018033" cy="5873430"/>
              <a:chOff x="563093" y="1323975"/>
              <a:chExt cx="11065814" cy="4343400"/>
            </a:xfrm>
            <a:solidFill>
              <a:schemeClr val="bg1">
                <a:lumMod val="75000"/>
              </a:schemeClr>
            </a:solidFill>
          </p:grpSpPr>
          <p:sp>
            <p:nvSpPr>
              <p:cNvPr id="16" name="Shape 6">
                <a:extLst>
                  <a:ext uri="{FF2B5EF4-FFF2-40B4-BE49-F238E27FC236}">
                    <a16:creationId xmlns:a16="http://schemas.microsoft.com/office/drawing/2014/main" id="{EEE261AD-323E-8F01-FB2F-D5A4203FE87F}"/>
                  </a:ext>
                </a:extLst>
              </p:cNvPr>
              <p:cNvSpPr/>
              <p:nvPr/>
            </p:nvSpPr>
            <p:spPr>
              <a:xfrm>
                <a:off x="563093" y="1323975"/>
                <a:ext cx="4538841" cy="1813066"/>
              </a:xfrm>
              <a:custGeom>
                <a:avLst/>
                <a:gdLst/>
                <a:ahLst/>
                <a:cxnLst>
                  <a:cxn ang="0">
                    <a:pos x="wd2" y="hd2"/>
                  </a:cxn>
                  <a:cxn ang="5400000">
                    <a:pos x="wd2" y="hd2"/>
                  </a:cxn>
                  <a:cxn ang="10800000">
                    <a:pos x="wd2" y="hd2"/>
                  </a:cxn>
                  <a:cxn ang="16200000">
                    <a:pos x="wd2" y="hd2"/>
                  </a:cxn>
                </a:cxnLst>
                <a:rect l="0" t="0" r="r" b="b"/>
                <a:pathLst>
                  <a:path w="21551" h="21600" extrusionOk="0">
                    <a:moveTo>
                      <a:pt x="18159" y="0"/>
                    </a:moveTo>
                    <a:cubicBezTo>
                      <a:pt x="18031" y="0"/>
                      <a:pt x="17913" y="147"/>
                      <a:pt x="17895" y="329"/>
                    </a:cubicBezTo>
                    <a:cubicBezTo>
                      <a:pt x="17878" y="512"/>
                      <a:pt x="17968" y="662"/>
                      <a:pt x="18097" y="662"/>
                    </a:cubicBezTo>
                    <a:cubicBezTo>
                      <a:pt x="18226" y="662"/>
                      <a:pt x="18344" y="512"/>
                      <a:pt x="18361" y="329"/>
                    </a:cubicBezTo>
                    <a:cubicBezTo>
                      <a:pt x="18377" y="147"/>
                      <a:pt x="18287" y="0"/>
                      <a:pt x="18159" y="0"/>
                    </a:cubicBezTo>
                    <a:close/>
                    <a:moveTo>
                      <a:pt x="18721" y="0"/>
                    </a:moveTo>
                    <a:cubicBezTo>
                      <a:pt x="18593" y="0"/>
                      <a:pt x="18476" y="147"/>
                      <a:pt x="18460" y="329"/>
                    </a:cubicBezTo>
                    <a:cubicBezTo>
                      <a:pt x="18444" y="512"/>
                      <a:pt x="18535" y="662"/>
                      <a:pt x="18664" y="662"/>
                    </a:cubicBezTo>
                    <a:cubicBezTo>
                      <a:pt x="18793" y="662"/>
                      <a:pt x="18910" y="512"/>
                      <a:pt x="18925" y="329"/>
                    </a:cubicBezTo>
                    <a:cubicBezTo>
                      <a:pt x="18940" y="147"/>
                      <a:pt x="18849" y="0"/>
                      <a:pt x="18721" y="0"/>
                    </a:cubicBezTo>
                    <a:close/>
                    <a:moveTo>
                      <a:pt x="19293" y="0"/>
                    </a:moveTo>
                    <a:cubicBezTo>
                      <a:pt x="19166" y="0"/>
                      <a:pt x="19050" y="147"/>
                      <a:pt x="19035" y="329"/>
                    </a:cubicBezTo>
                    <a:cubicBezTo>
                      <a:pt x="19020" y="512"/>
                      <a:pt x="19113" y="662"/>
                      <a:pt x="19242" y="662"/>
                    </a:cubicBezTo>
                    <a:cubicBezTo>
                      <a:pt x="19371" y="662"/>
                      <a:pt x="19487" y="512"/>
                      <a:pt x="19500" y="329"/>
                    </a:cubicBezTo>
                    <a:cubicBezTo>
                      <a:pt x="19514" y="147"/>
                      <a:pt x="19421" y="0"/>
                      <a:pt x="19293" y="0"/>
                    </a:cubicBezTo>
                    <a:close/>
                    <a:moveTo>
                      <a:pt x="19856" y="0"/>
                    </a:moveTo>
                    <a:cubicBezTo>
                      <a:pt x="19728" y="0"/>
                      <a:pt x="19613" y="147"/>
                      <a:pt x="19600" y="329"/>
                    </a:cubicBezTo>
                    <a:cubicBezTo>
                      <a:pt x="19586" y="512"/>
                      <a:pt x="19680" y="662"/>
                      <a:pt x="19809" y="662"/>
                    </a:cubicBezTo>
                    <a:cubicBezTo>
                      <a:pt x="19938" y="662"/>
                      <a:pt x="20053" y="512"/>
                      <a:pt x="20065" y="329"/>
                    </a:cubicBezTo>
                    <a:cubicBezTo>
                      <a:pt x="20077" y="147"/>
                      <a:pt x="19984" y="0"/>
                      <a:pt x="19856" y="0"/>
                    </a:cubicBezTo>
                    <a:close/>
                    <a:moveTo>
                      <a:pt x="16937" y="810"/>
                    </a:moveTo>
                    <a:cubicBezTo>
                      <a:pt x="16808" y="810"/>
                      <a:pt x="16686" y="961"/>
                      <a:pt x="16665" y="1147"/>
                    </a:cubicBezTo>
                    <a:cubicBezTo>
                      <a:pt x="16644" y="1335"/>
                      <a:pt x="16733" y="1487"/>
                      <a:pt x="16863" y="1487"/>
                    </a:cubicBezTo>
                    <a:cubicBezTo>
                      <a:pt x="16994" y="1487"/>
                      <a:pt x="17115" y="1335"/>
                      <a:pt x="17135" y="1147"/>
                    </a:cubicBezTo>
                    <a:cubicBezTo>
                      <a:pt x="17155" y="961"/>
                      <a:pt x="17066" y="810"/>
                      <a:pt x="16937" y="810"/>
                    </a:cubicBezTo>
                    <a:close/>
                    <a:moveTo>
                      <a:pt x="17509" y="810"/>
                    </a:moveTo>
                    <a:cubicBezTo>
                      <a:pt x="17380" y="810"/>
                      <a:pt x="17260" y="961"/>
                      <a:pt x="17240" y="1147"/>
                    </a:cubicBezTo>
                    <a:cubicBezTo>
                      <a:pt x="17220" y="1335"/>
                      <a:pt x="17310" y="1487"/>
                      <a:pt x="17441" y="1487"/>
                    </a:cubicBezTo>
                    <a:cubicBezTo>
                      <a:pt x="17571" y="1487"/>
                      <a:pt x="17692" y="1335"/>
                      <a:pt x="17711" y="1147"/>
                    </a:cubicBezTo>
                    <a:cubicBezTo>
                      <a:pt x="17729" y="961"/>
                      <a:pt x="17639" y="810"/>
                      <a:pt x="17509" y="810"/>
                    </a:cubicBezTo>
                    <a:close/>
                    <a:moveTo>
                      <a:pt x="18081" y="810"/>
                    </a:moveTo>
                    <a:cubicBezTo>
                      <a:pt x="17952" y="810"/>
                      <a:pt x="17833" y="961"/>
                      <a:pt x="17815" y="1147"/>
                    </a:cubicBezTo>
                    <a:cubicBezTo>
                      <a:pt x="17796" y="1335"/>
                      <a:pt x="17888" y="1487"/>
                      <a:pt x="18018" y="1487"/>
                    </a:cubicBezTo>
                    <a:cubicBezTo>
                      <a:pt x="18149" y="1487"/>
                      <a:pt x="18268" y="1335"/>
                      <a:pt x="18285" y="1147"/>
                    </a:cubicBezTo>
                    <a:cubicBezTo>
                      <a:pt x="18302" y="961"/>
                      <a:pt x="18211" y="810"/>
                      <a:pt x="18081" y="810"/>
                    </a:cubicBezTo>
                    <a:close/>
                    <a:moveTo>
                      <a:pt x="18654" y="810"/>
                    </a:moveTo>
                    <a:cubicBezTo>
                      <a:pt x="18524" y="810"/>
                      <a:pt x="18406" y="961"/>
                      <a:pt x="18390" y="1147"/>
                    </a:cubicBezTo>
                    <a:cubicBezTo>
                      <a:pt x="18373" y="1335"/>
                      <a:pt x="18465" y="1487"/>
                      <a:pt x="18595" y="1487"/>
                    </a:cubicBezTo>
                    <a:cubicBezTo>
                      <a:pt x="18726" y="1487"/>
                      <a:pt x="18845" y="1335"/>
                      <a:pt x="18860" y="1147"/>
                    </a:cubicBezTo>
                    <a:cubicBezTo>
                      <a:pt x="18876" y="961"/>
                      <a:pt x="18783" y="810"/>
                      <a:pt x="18654" y="810"/>
                    </a:cubicBezTo>
                    <a:close/>
                    <a:moveTo>
                      <a:pt x="19226" y="810"/>
                    </a:moveTo>
                    <a:cubicBezTo>
                      <a:pt x="19097" y="810"/>
                      <a:pt x="18980" y="961"/>
                      <a:pt x="18964" y="1147"/>
                    </a:cubicBezTo>
                    <a:cubicBezTo>
                      <a:pt x="18949" y="1335"/>
                      <a:pt x="19043" y="1487"/>
                      <a:pt x="19173" y="1487"/>
                    </a:cubicBezTo>
                    <a:cubicBezTo>
                      <a:pt x="19304" y="1487"/>
                      <a:pt x="19421" y="1335"/>
                      <a:pt x="19435" y="1147"/>
                    </a:cubicBezTo>
                    <a:cubicBezTo>
                      <a:pt x="19449" y="961"/>
                      <a:pt x="19355" y="810"/>
                      <a:pt x="19226" y="810"/>
                    </a:cubicBezTo>
                    <a:close/>
                    <a:moveTo>
                      <a:pt x="19799" y="810"/>
                    </a:moveTo>
                    <a:cubicBezTo>
                      <a:pt x="19669" y="810"/>
                      <a:pt x="19553" y="961"/>
                      <a:pt x="19539" y="1147"/>
                    </a:cubicBezTo>
                    <a:cubicBezTo>
                      <a:pt x="19526" y="1335"/>
                      <a:pt x="19620" y="1487"/>
                      <a:pt x="19751" y="1487"/>
                    </a:cubicBezTo>
                    <a:cubicBezTo>
                      <a:pt x="19881" y="1487"/>
                      <a:pt x="19997" y="1335"/>
                      <a:pt x="20010" y="1147"/>
                    </a:cubicBezTo>
                    <a:cubicBezTo>
                      <a:pt x="20022" y="961"/>
                      <a:pt x="19928" y="810"/>
                      <a:pt x="19799" y="810"/>
                    </a:cubicBezTo>
                    <a:close/>
                    <a:moveTo>
                      <a:pt x="15686" y="1646"/>
                    </a:moveTo>
                    <a:cubicBezTo>
                      <a:pt x="15555" y="1646"/>
                      <a:pt x="15429" y="1800"/>
                      <a:pt x="15405" y="1990"/>
                    </a:cubicBezTo>
                    <a:cubicBezTo>
                      <a:pt x="15380" y="2182"/>
                      <a:pt x="15467" y="2337"/>
                      <a:pt x="15599" y="2337"/>
                    </a:cubicBezTo>
                    <a:cubicBezTo>
                      <a:pt x="15731" y="2337"/>
                      <a:pt x="15857" y="2182"/>
                      <a:pt x="15880" y="1990"/>
                    </a:cubicBezTo>
                    <a:cubicBezTo>
                      <a:pt x="15903" y="1800"/>
                      <a:pt x="15816" y="1646"/>
                      <a:pt x="15686" y="1646"/>
                    </a:cubicBezTo>
                    <a:close/>
                    <a:moveTo>
                      <a:pt x="16258" y="1646"/>
                    </a:moveTo>
                    <a:cubicBezTo>
                      <a:pt x="16127" y="1646"/>
                      <a:pt x="16002" y="1800"/>
                      <a:pt x="15979" y="1990"/>
                    </a:cubicBezTo>
                    <a:cubicBezTo>
                      <a:pt x="15956" y="2182"/>
                      <a:pt x="16045" y="2337"/>
                      <a:pt x="16177" y="2337"/>
                    </a:cubicBezTo>
                    <a:cubicBezTo>
                      <a:pt x="16308" y="2337"/>
                      <a:pt x="16433" y="2182"/>
                      <a:pt x="16455" y="1990"/>
                    </a:cubicBezTo>
                    <a:cubicBezTo>
                      <a:pt x="16477" y="1800"/>
                      <a:pt x="16388" y="1646"/>
                      <a:pt x="16258" y="1646"/>
                    </a:cubicBezTo>
                    <a:close/>
                    <a:moveTo>
                      <a:pt x="16840" y="1646"/>
                    </a:moveTo>
                    <a:cubicBezTo>
                      <a:pt x="16709" y="1646"/>
                      <a:pt x="16586" y="1800"/>
                      <a:pt x="16564" y="1990"/>
                    </a:cubicBezTo>
                    <a:cubicBezTo>
                      <a:pt x="16543" y="2182"/>
                      <a:pt x="16632" y="2337"/>
                      <a:pt x="16764" y="2337"/>
                    </a:cubicBezTo>
                    <a:cubicBezTo>
                      <a:pt x="16896" y="2337"/>
                      <a:pt x="17019" y="2182"/>
                      <a:pt x="17040" y="1990"/>
                    </a:cubicBezTo>
                    <a:cubicBezTo>
                      <a:pt x="17060" y="1800"/>
                      <a:pt x="16970" y="1646"/>
                      <a:pt x="16840" y="1646"/>
                    </a:cubicBezTo>
                    <a:close/>
                    <a:moveTo>
                      <a:pt x="17422" y="1646"/>
                    </a:moveTo>
                    <a:cubicBezTo>
                      <a:pt x="17291" y="1646"/>
                      <a:pt x="17169" y="1800"/>
                      <a:pt x="17149" y="1990"/>
                    </a:cubicBezTo>
                    <a:cubicBezTo>
                      <a:pt x="17129" y="2182"/>
                      <a:pt x="17220" y="2337"/>
                      <a:pt x="17352" y="2337"/>
                    </a:cubicBezTo>
                    <a:cubicBezTo>
                      <a:pt x="17484" y="2337"/>
                      <a:pt x="17606" y="2182"/>
                      <a:pt x="17625" y="1990"/>
                    </a:cubicBezTo>
                    <a:cubicBezTo>
                      <a:pt x="17644" y="1800"/>
                      <a:pt x="17553" y="1646"/>
                      <a:pt x="17422" y="1646"/>
                    </a:cubicBezTo>
                    <a:close/>
                    <a:moveTo>
                      <a:pt x="18004" y="1646"/>
                    </a:moveTo>
                    <a:cubicBezTo>
                      <a:pt x="17874" y="1646"/>
                      <a:pt x="17753" y="1800"/>
                      <a:pt x="17734" y="1990"/>
                    </a:cubicBezTo>
                    <a:cubicBezTo>
                      <a:pt x="17716" y="2182"/>
                      <a:pt x="17808" y="2337"/>
                      <a:pt x="17940" y="2337"/>
                    </a:cubicBezTo>
                    <a:cubicBezTo>
                      <a:pt x="18071" y="2337"/>
                      <a:pt x="18192" y="2182"/>
                      <a:pt x="18210" y="1990"/>
                    </a:cubicBezTo>
                    <a:cubicBezTo>
                      <a:pt x="18227" y="1800"/>
                      <a:pt x="18135" y="1646"/>
                      <a:pt x="18004" y="1646"/>
                    </a:cubicBezTo>
                    <a:close/>
                    <a:moveTo>
                      <a:pt x="18587" y="1646"/>
                    </a:moveTo>
                    <a:cubicBezTo>
                      <a:pt x="18456" y="1646"/>
                      <a:pt x="18336" y="1800"/>
                      <a:pt x="18319" y="1990"/>
                    </a:cubicBezTo>
                    <a:cubicBezTo>
                      <a:pt x="18302" y="2182"/>
                      <a:pt x="18395" y="2337"/>
                      <a:pt x="18527" y="2337"/>
                    </a:cubicBezTo>
                    <a:cubicBezTo>
                      <a:pt x="18659" y="2337"/>
                      <a:pt x="18779" y="2182"/>
                      <a:pt x="18795" y="1990"/>
                    </a:cubicBezTo>
                    <a:cubicBezTo>
                      <a:pt x="18811" y="1800"/>
                      <a:pt x="18717" y="1646"/>
                      <a:pt x="18587" y="1646"/>
                    </a:cubicBezTo>
                    <a:close/>
                    <a:moveTo>
                      <a:pt x="19159" y="1646"/>
                    </a:moveTo>
                    <a:cubicBezTo>
                      <a:pt x="19028" y="1646"/>
                      <a:pt x="18909" y="1800"/>
                      <a:pt x="18894" y="1990"/>
                    </a:cubicBezTo>
                    <a:cubicBezTo>
                      <a:pt x="18878" y="2182"/>
                      <a:pt x="18972" y="2337"/>
                      <a:pt x="19104" y="2337"/>
                    </a:cubicBezTo>
                    <a:cubicBezTo>
                      <a:pt x="19236" y="2337"/>
                      <a:pt x="19355" y="2182"/>
                      <a:pt x="19369" y="1990"/>
                    </a:cubicBezTo>
                    <a:cubicBezTo>
                      <a:pt x="19384" y="1800"/>
                      <a:pt x="19289" y="1646"/>
                      <a:pt x="19159" y="1646"/>
                    </a:cubicBezTo>
                    <a:close/>
                    <a:moveTo>
                      <a:pt x="19741" y="1646"/>
                    </a:moveTo>
                    <a:cubicBezTo>
                      <a:pt x="19610" y="1646"/>
                      <a:pt x="19493" y="1800"/>
                      <a:pt x="19479" y="1990"/>
                    </a:cubicBezTo>
                    <a:cubicBezTo>
                      <a:pt x="19465" y="2182"/>
                      <a:pt x="19560" y="2337"/>
                      <a:pt x="19692" y="2337"/>
                    </a:cubicBezTo>
                    <a:cubicBezTo>
                      <a:pt x="19824" y="2337"/>
                      <a:pt x="19942" y="2182"/>
                      <a:pt x="19955" y="1990"/>
                    </a:cubicBezTo>
                    <a:cubicBezTo>
                      <a:pt x="19968" y="1800"/>
                      <a:pt x="19872" y="1646"/>
                      <a:pt x="19741" y="1646"/>
                    </a:cubicBezTo>
                    <a:close/>
                    <a:moveTo>
                      <a:pt x="20323" y="1646"/>
                    </a:moveTo>
                    <a:cubicBezTo>
                      <a:pt x="20193" y="1646"/>
                      <a:pt x="20077" y="1800"/>
                      <a:pt x="20064" y="1990"/>
                    </a:cubicBezTo>
                    <a:cubicBezTo>
                      <a:pt x="20052" y="2182"/>
                      <a:pt x="20148" y="2337"/>
                      <a:pt x="20280" y="2337"/>
                    </a:cubicBezTo>
                    <a:cubicBezTo>
                      <a:pt x="20412" y="2337"/>
                      <a:pt x="20528" y="2182"/>
                      <a:pt x="20540" y="1990"/>
                    </a:cubicBezTo>
                    <a:cubicBezTo>
                      <a:pt x="20551" y="1800"/>
                      <a:pt x="20454" y="1646"/>
                      <a:pt x="20323" y="1646"/>
                    </a:cubicBezTo>
                    <a:close/>
                    <a:moveTo>
                      <a:pt x="20906" y="1646"/>
                    </a:moveTo>
                    <a:cubicBezTo>
                      <a:pt x="20775" y="1646"/>
                      <a:pt x="20660" y="1800"/>
                      <a:pt x="20649" y="1990"/>
                    </a:cubicBezTo>
                    <a:cubicBezTo>
                      <a:pt x="20638" y="2182"/>
                      <a:pt x="20736" y="2337"/>
                      <a:pt x="20868" y="2337"/>
                    </a:cubicBezTo>
                    <a:cubicBezTo>
                      <a:pt x="21000" y="2337"/>
                      <a:pt x="21114" y="2182"/>
                      <a:pt x="21124" y="1990"/>
                    </a:cubicBezTo>
                    <a:cubicBezTo>
                      <a:pt x="21134" y="1800"/>
                      <a:pt x="21036" y="1646"/>
                      <a:pt x="20906" y="1646"/>
                    </a:cubicBezTo>
                    <a:close/>
                    <a:moveTo>
                      <a:pt x="8535" y="2482"/>
                    </a:moveTo>
                    <a:cubicBezTo>
                      <a:pt x="8403" y="2482"/>
                      <a:pt x="8261" y="2639"/>
                      <a:pt x="8218" y="2834"/>
                    </a:cubicBezTo>
                    <a:cubicBezTo>
                      <a:pt x="8174" y="3029"/>
                      <a:pt x="8247" y="3189"/>
                      <a:pt x="8380" y="3189"/>
                    </a:cubicBezTo>
                    <a:cubicBezTo>
                      <a:pt x="8514" y="3189"/>
                      <a:pt x="8657" y="3029"/>
                      <a:pt x="8699" y="2834"/>
                    </a:cubicBezTo>
                    <a:cubicBezTo>
                      <a:pt x="8741" y="2639"/>
                      <a:pt x="8667" y="2482"/>
                      <a:pt x="8535" y="2482"/>
                    </a:cubicBezTo>
                    <a:close/>
                    <a:moveTo>
                      <a:pt x="9127" y="2482"/>
                    </a:moveTo>
                    <a:cubicBezTo>
                      <a:pt x="8995" y="2482"/>
                      <a:pt x="8854" y="2639"/>
                      <a:pt x="8812" y="2834"/>
                    </a:cubicBezTo>
                    <a:cubicBezTo>
                      <a:pt x="8770" y="3029"/>
                      <a:pt x="8844" y="3189"/>
                      <a:pt x="8978" y="3189"/>
                    </a:cubicBezTo>
                    <a:cubicBezTo>
                      <a:pt x="9111" y="3189"/>
                      <a:pt x="9253" y="3029"/>
                      <a:pt x="9293" y="2834"/>
                    </a:cubicBezTo>
                    <a:cubicBezTo>
                      <a:pt x="9334" y="2639"/>
                      <a:pt x="9259" y="2482"/>
                      <a:pt x="9127" y="2482"/>
                    </a:cubicBezTo>
                    <a:close/>
                    <a:moveTo>
                      <a:pt x="9709" y="2482"/>
                    </a:moveTo>
                    <a:cubicBezTo>
                      <a:pt x="9576" y="2482"/>
                      <a:pt x="9437" y="2639"/>
                      <a:pt x="9397" y="2834"/>
                    </a:cubicBezTo>
                    <a:cubicBezTo>
                      <a:pt x="9356" y="3029"/>
                      <a:pt x="9431" y="3189"/>
                      <a:pt x="9565" y="3189"/>
                    </a:cubicBezTo>
                    <a:cubicBezTo>
                      <a:pt x="9698" y="3189"/>
                      <a:pt x="9839" y="3029"/>
                      <a:pt x="9878" y="2834"/>
                    </a:cubicBezTo>
                    <a:cubicBezTo>
                      <a:pt x="9917" y="2639"/>
                      <a:pt x="9841" y="2482"/>
                      <a:pt x="9709" y="2482"/>
                    </a:cubicBezTo>
                    <a:close/>
                    <a:moveTo>
                      <a:pt x="10301" y="2482"/>
                    </a:moveTo>
                    <a:cubicBezTo>
                      <a:pt x="10168" y="2482"/>
                      <a:pt x="10030" y="2639"/>
                      <a:pt x="9991" y="2834"/>
                    </a:cubicBezTo>
                    <a:cubicBezTo>
                      <a:pt x="9953" y="3029"/>
                      <a:pt x="10029" y="3189"/>
                      <a:pt x="10162" y="3189"/>
                    </a:cubicBezTo>
                    <a:cubicBezTo>
                      <a:pt x="10296" y="3189"/>
                      <a:pt x="10435" y="3029"/>
                      <a:pt x="10472" y="2834"/>
                    </a:cubicBezTo>
                    <a:cubicBezTo>
                      <a:pt x="10510" y="2639"/>
                      <a:pt x="10433" y="2482"/>
                      <a:pt x="10301" y="2482"/>
                    </a:cubicBezTo>
                    <a:close/>
                    <a:moveTo>
                      <a:pt x="10882" y="2482"/>
                    </a:moveTo>
                    <a:cubicBezTo>
                      <a:pt x="10750" y="2482"/>
                      <a:pt x="10613" y="2639"/>
                      <a:pt x="10576" y="2834"/>
                    </a:cubicBezTo>
                    <a:cubicBezTo>
                      <a:pt x="10538" y="3029"/>
                      <a:pt x="10617" y="3189"/>
                      <a:pt x="10750" y="3189"/>
                    </a:cubicBezTo>
                    <a:cubicBezTo>
                      <a:pt x="10883" y="3189"/>
                      <a:pt x="11021" y="3029"/>
                      <a:pt x="11057" y="2834"/>
                    </a:cubicBezTo>
                    <a:cubicBezTo>
                      <a:pt x="11093" y="2639"/>
                      <a:pt x="11015" y="2482"/>
                      <a:pt x="10882" y="2482"/>
                    </a:cubicBezTo>
                    <a:close/>
                    <a:moveTo>
                      <a:pt x="11474" y="2482"/>
                    </a:moveTo>
                    <a:cubicBezTo>
                      <a:pt x="11342" y="2482"/>
                      <a:pt x="11206" y="2639"/>
                      <a:pt x="11170" y="2834"/>
                    </a:cubicBezTo>
                    <a:cubicBezTo>
                      <a:pt x="11135" y="3029"/>
                      <a:pt x="11214" y="3189"/>
                      <a:pt x="11347" y="3189"/>
                    </a:cubicBezTo>
                    <a:cubicBezTo>
                      <a:pt x="11481" y="3189"/>
                      <a:pt x="11617" y="3029"/>
                      <a:pt x="11651" y="2834"/>
                    </a:cubicBezTo>
                    <a:cubicBezTo>
                      <a:pt x="11686" y="2639"/>
                      <a:pt x="11606" y="2482"/>
                      <a:pt x="11474" y="2482"/>
                    </a:cubicBezTo>
                    <a:close/>
                    <a:moveTo>
                      <a:pt x="14986" y="2482"/>
                    </a:moveTo>
                    <a:cubicBezTo>
                      <a:pt x="14854" y="2482"/>
                      <a:pt x="14725" y="2639"/>
                      <a:pt x="14699" y="2834"/>
                    </a:cubicBezTo>
                    <a:cubicBezTo>
                      <a:pt x="14672" y="3029"/>
                      <a:pt x="14759" y="3189"/>
                      <a:pt x="14892" y="3189"/>
                    </a:cubicBezTo>
                    <a:cubicBezTo>
                      <a:pt x="15026" y="3189"/>
                      <a:pt x="15155" y="3029"/>
                      <a:pt x="15180" y="2834"/>
                    </a:cubicBezTo>
                    <a:cubicBezTo>
                      <a:pt x="15205" y="2639"/>
                      <a:pt x="15118" y="2482"/>
                      <a:pt x="14986" y="2482"/>
                    </a:cubicBezTo>
                    <a:close/>
                    <a:moveTo>
                      <a:pt x="15578" y="2482"/>
                    </a:moveTo>
                    <a:cubicBezTo>
                      <a:pt x="15446" y="2482"/>
                      <a:pt x="15319" y="2639"/>
                      <a:pt x="15294" y="2834"/>
                    </a:cubicBezTo>
                    <a:cubicBezTo>
                      <a:pt x="15269" y="3029"/>
                      <a:pt x="15356" y="3189"/>
                      <a:pt x="15490" y="3189"/>
                    </a:cubicBezTo>
                    <a:cubicBezTo>
                      <a:pt x="15623" y="3189"/>
                      <a:pt x="15751" y="3029"/>
                      <a:pt x="15775" y="2834"/>
                    </a:cubicBezTo>
                    <a:cubicBezTo>
                      <a:pt x="15799" y="2639"/>
                      <a:pt x="15711" y="2482"/>
                      <a:pt x="15578" y="2482"/>
                    </a:cubicBezTo>
                    <a:close/>
                    <a:moveTo>
                      <a:pt x="16161" y="2482"/>
                    </a:moveTo>
                    <a:cubicBezTo>
                      <a:pt x="16028" y="2482"/>
                      <a:pt x="15902" y="2639"/>
                      <a:pt x="15879" y="2834"/>
                    </a:cubicBezTo>
                    <a:cubicBezTo>
                      <a:pt x="15855" y="3029"/>
                      <a:pt x="15944" y="3189"/>
                      <a:pt x="16078" y="3189"/>
                    </a:cubicBezTo>
                    <a:cubicBezTo>
                      <a:pt x="16211" y="3189"/>
                      <a:pt x="16337" y="3029"/>
                      <a:pt x="16360" y="2834"/>
                    </a:cubicBezTo>
                    <a:cubicBezTo>
                      <a:pt x="16382" y="2639"/>
                      <a:pt x="16293" y="2482"/>
                      <a:pt x="16161" y="2482"/>
                    </a:cubicBezTo>
                    <a:close/>
                    <a:moveTo>
                      <a:pt x="16752" y="2482"/>
                    </a:moveTo>
                    <a:cubicBezTo>
                      <a:pt x="16620" y="2482"/>
                      <a:pt x="16496" y="2639"/>
                      <a:pt x="16474" y="2834"/>
                    </a:cubicBezTo>
                    <a:cubicBezTo>
                      <a:pt x="16452" y="3029"/>
                      <a:pt x="16542" y="3189"/>
                      <a:pt x="16675" y="3189"/>
                    </a:cubicBezTo>
                    <a:cubicBezTo>
                      <a:pt x="16809" y="3189"/>
                      <a:pt x="16934" y="3029"/>
                      <a:pt x="16955" y="2834"/>
                    </a:cubicBezTo>
                    <a:cubicBezTo>
                      <a:pt x="16975" y="2639"/>
                      <a:pt x="16885" y="2482"/>
                      <a:pt x="16752" y="2482"/>
                    </a:cubicBezTo>
                    <a:close/>
                    <a:moveTo>
                      <a:pt x="17335" y="2482"/>
                    </a:moveTo>
                    <a:cubicBezTo>
                      <a:pt x="17203" y="2482"/>
                      <a:pt x="17079" y="2639"/>
                      <a:pt x="17058" y="2834"/>
                    </a:cubicBezTo>
                    <a:cubicBezTo>
                      <a:pt x="17038" y="3029"/>
                      <a:pt x="17130" y="3189"/>
                      <a:pt x="17263" y="3189"/>
                    </a:cubicBezTo>
                    <a:cubicBezTo>
                      <a:pt x="17396" y="3189"/>
                      <a:pt x="17520" y="3029"/>
                      <a:pt x="17540" y="2834"/>
                    </a:cubicBezTo>
                    <a:cubicBezTo>
                      <a:pt x="17559" y="2639"/>
                      <a:pt x="17467" y="2482"/>
                      <a:pt x="17335" y="2482"/>
                    </a:cubicBezTo>
                    <a:close/>
                    <a:moveTo>
                      <a:pt x="17927" y="2482"/>
                    </a:moveTo>
                    <a:cubicBezTo>
                      <a:pt x="17795" y="2482"/>
                      <a:pt x="17672" y="2639"/>
                      <a:pt x="17653" y="2834"/>
                    </a:cubicBezTo>
                    <a:cubicBezTo>
                      <a:pt x="17634" y="3029"/>
                      <a:pt x="17727" y="3189"/>
                      <a:pt x="17861" y="3189"/>
                    </a:cubicBezTo>
                    <a:cubicBezTo>
                      <a:pt x="17994" y="3189"/>
                      <a:pt x="18117" y="3029"/>
                      <a:pt x="18135" y="2834"/>
                    </a:cubicBezTo>
                    <a:cubicBezTo>
                      <a:pt x="18152" y="2639"/>
                      <a:pt x="18059" y="2482"/>
                      <a:pt x="17927" y="2482"/>
                    </a:cubicBezTo>
                    <a:close/>
                    <a:moveTo>
                      <a:pt x="18509" y="2482"/>
                    </a:moveTo>
                    <a:cubicBezTo>
                      <a:pt x="18377" y="2482"/>
                      <a:pt x="18256" y="2639"/>
                      <a:pt x="18238" y="2834"/>
                    </a:cubicBezTo>
                    <a:cubicBezTo>
                      <a:pt x="18221" y="3029"/>
                      <a:pt x="18315" y="3189"/>
                      <a:pt x="18448" y="3189"/>
                    </a:cubicBezTo>
                    <a:cubicBezTo>
                      <a:pt x="18582" y="3189"/>
                      <a:pt x="18703" y="3029"/>
                      <a:pt x="18719" y="2834"/>
                    </a:cubicBezTo>
                    <a:cubicBezTo>
                      <a:pt x="18736" y="2639"/>
                      <a:pt x="18642" y="2482"/>
                      <a:pt x="18509" y="2482"/>
                    </a:cubicBezTo>
                    <a:close/>
                    <a:moveTo>
                      <a:pt x="19102" y="2482"/>
                    </a:moveTo>
                    <a:cubicBezTo>
                      <a:pt x="18969" y="2482"/>
                      <a:pt x="18849" y="2639"/>
                      <a:pt x="18834" y="2834"/>
                    </a:cubicBezTo>
                    <a:cubicBezTo>
                      <a:pt x="18818" y="3029"/>
                      <a:pt x="18913" y="3189"/>
                      <a:pt x="19046" y="3189"/>
                    </a:cubicBezTo>
                    <a:cubicBezTo>
                      <a:pt x="19180" y="3189"/>
                      <a:pt x="19300" y="3029"/>
                      <a:pt x="19315" y="2834"/>
                    </a:cubicBezTo>
                    <a:cubicBezTo>
                      <a:pt x="19329" y="2639"/>
                      <a:pt x="19234" y="2482"/>
                      <a:pt x="19102" y="2482"/>
                    </a:cubicBezTo>
                    <a:close/>
                    <a:moveTo>
                      <a:pt x="19684" y="2482"/>
                    </a:moveTo>
                    <a:cubicBezTo>
                      <a:pt x="19551" y="2482"/>
                      <a:pt x="19433" y="2639"/>
                      <a:pt x="19419" y="2834"/>
                    </a:cubicBezTo>
                    <a:cubicBezTo>
                      <a:pt x="19404" y="3029"/>
                      <a:pt x="19500" y="3189"/>
                      <a:pt x="19634" y="3189"/>
                    </a:cubicBezTo>
                    <a:cubicBezTo>
                      <a:pt x="19767" y="3189"/>
                      <a:pt x="19886" y="3029"/>
                      <a:pt x="19900" y="2834"/>
                    </a:cubicBezTo>
                    <a:cubicBezTo>
                      <a:pt x="19913" y="2639"/>
                      <a:pt x="19816" y="2482"/>
                      <a:pt x="19684" y="2482"/>
                    </a:cubicBezTo>
                    <a:close/>
                    <a:moveTo>
                      <a:pt x="20266" y="2482"/>
                    </a:moveTo>
                    <a:cubicBezTo>
                      <a:pt x="20134" y="2482"/>
                      <a:pt x="20016" y="2639"/>
                      <a:pt x="20004" y="2834"/>
                    </a:cubicBezTo>
                    <a:cubicBezTo>
                      <a:pt x="19991" y="3029"/>
                      <a:pt x="20088" y="3189"/>
                      <a:pt x="20222" y="3189"/>
                    </a:cubicBezTo>
                    <a:cubicBezTo>
                      <a:pt x="20355" y="3189"/>
                      <a:pt x="20473" y="3029"/>
                      <a:pt x="20485" y="2834"/>
                    </a:cubicBezTo>
                    <a:cubicBezTo>
                      <a:pt x="20496" y="2639"/>
                      <a:pt x="20398" y="2482"/>
                      <a:pt x="20266" y="2482"/>
                    </a:cubicBezTo>
                    <a:close/>
                    <a:moveTo>
                      <a:pt x="7757" y="3368"/>
                    </a:moveTo>
                    <a:cubicBezTo>
                      <a:pt x="7623" y="3368"/>
                      <a:pt x="7477" y="3529"/>
                      <a:pt x="7432" y="3728"/>
                    </a:cubicBezTo>
                    <a:cubicBezTo>
                      <a:pt x="7386" y="3928"/>
                      <a:pt x="7458" y="4091"/>
                      <a:pt x="7593" y="4091"/>
                    </a:cubicBezTo>
                    <a:cubicBezTo>
                      <a:pt x="7728" y="4091"/>
                      <a:pt x="7874" y="3928"/>
                      <a:pt x="7918" y="3728"/>
                    </a:cubicBezTo>
                    <a:cubicBezTo>
                      <a:pt x="7963" y="3529"/>
                      <a:pt x="7890" y="3368"/>
                      <a:pt x="7757" y="3368"/>
                    </a:cubicBezTo>
                    <a:close/>
                    <a:moveTo>
                      <a:pt x="8348" y="3368"/>
                    </a:moveTo>
                    <a:cubicBezTo>
                      <a:pt x="8214" y="3368"/>
                      <a:pt x="8070" y="3529"/>
                      <a:pt x="8026" y="3728"/>
                    </a:cubicBezTo>
                    <a:cubicBezTo>
                      <a:pt x="7982" y="3928"/>
                      <a:pt x="8055" y="4091"/>
                      <a:pt x="8190" y="4091"/>
                    </a:cubicBezTo>
                    <a:cubicBezTo>
                      <a:pt x="8325" y="4091"/>
                      <a:pt x="8470" y="3928"/>
                      <a:pt x="8513" y="3728"/>
                    </a:cubicBezTo>
                    <a:cubicBezTo>
                      <a:pt x="8556" y="3529"/>
                      <a:pt x="8482" y="3368"/>
                      <a:pt x="8348" y="3368"/>
                    </a:cubicBezTo>
                    <a:close/>
                    <a:moveTo>
                      <a:pt x="8940" y="3368"/>
                    </a:moveTo>
                    <a:cubicBezTo>
                      <a:pt x="8806" y="3368"/>
                      <a:pt x="8663" y="3529"/>
                      <a:pt x="8621" y="3728"/>
                    </a:cubicBezTo>
                    <a:cubicBezTo>
                      <a:pt x="8578" y="3928"/>
                      <a:pt x="8653" y="4091"/>
                      <a:pt x="8787" y="4091"/>
                    </a:cubicBezTo>
                    <a:cubicBezTo>
                      <a:pt x="8923" y="4091"/>
                      <a:pt x="9066" y="3928"/>
                      <a:pt x="9108" y="3728"/>
                    </a:cubicBezTo>
                    <a:cubicBezTo>
                      <a:pt x="9149" y="3529"/>
                      <a:pt x="9074" y="3368"/>
                      <a:pt x="8940" y="3368"/>
                    </a:cubicBezTo>
                    <a:close/>
                    <a:moveTo>
                      <a:pt x="9532" y="3368"/>
                    </a:moveTo>
                    <a:cubicBezTo>
                      <a:pt x="9398" y="3368"/>
                      <a:pt x="9256" y="3529"/>
                      <a:pt x="9215" y="3728"/>
                    </a:cubicBezTo>
                    <a:cubicBezTo>
                      <a:pt x="9174" y="3928"/>
                      <a:pt x="9250" y="4091"/>
                      <a:pt x="9385" y="4091"/>
                    </a:cubicBezTo>
                    <a:cubicBezTo>
                      <a:pt x="9520" y="4091"/>
                      <a:pt x="9662" y="3928"/>
                      <a:pt x="9702" y="3728"/>
                    </a:cubicBezTo>
                    <a:cubicBezTo>
                      <a:pt x="9742" y="3529"/>
                      <a:pt x="9665" y="3368"/>
                      <a:pt x="9532" y="3368"/>
                    </a:cubicBezTo>
                    <a:close/>
                    <a:moveTo>
                      <a:pt x="10124" y="3368"/>
                    </a:moveTo>
                    <a:cubicBezTo>
                      <a:pt x="9990" y="3368"/>
                      <a:pt x="9849" y="3529"/>
                      <a:pt x="9810" y="3728"/>
                    </a:cubicBezTo>
                    <a:cubicBezTo>
                      <a:pt x="9770" y="3928"/>
                      <a:pt x="9847" y="4091"/>
                      <a:pt x="9982" y="4091"/>
                    </a:cubicBezTo>
                    <a:cubicBezTo>
                      <a:pt x="10117" y="4091"/>
                      <a:pt x="10258" y="3928"/>
                      <a:pt x="10297" y="3728"/>
                    </a:cubicBezTo>
                    <a:cubicBezTo>
                      <a:pt x="10335" y="3529"/>
                      <a:pt x="10257" y="3368"/>
                      <a:pt x="10124" y="3368"/>
                    </a:cubicBezTo>
                    <a:close/>
                    <a:moveTo>
                      <a:pt x="10716" y="3368"/>
                    </a:moveTo>
                    <a:cubicBezTo>
                      <a:pt x="10582" y="3368"/>
                      <a:pt x="10443" y="3529"/>
                      <a:pt x="10405" y="3728"/>
                    </a:cubicBezTo>
                    <a:cubicBezTo>
                      <a:pt x="10366" y="3928"/>
                      <a:pt x="10445" y="4091"/>
                      <a:pt x="10580" y="4091"/>
                    </a:cubicBezTo>
                    <a:cubicBezTo>
                      <a:pt x="10715" y="4091"/>
                      <a:pt x="10854" y="3928"/>
                      <a:pt x="10891" y="3728"/>
                    </a:cubicBezTo>
                    <a:cubicBezTo>
                      <a:pt x="10928" y="3529"/>
                      <a:pt x="10849" y="3368"/>
                      <a:pt x="10716" y="3368"/>
                    </a:cubicBezTo>
                    <a:close/>
                    <a:moveTo>
                      <a:pt x="11317" y="3368"/>
                    </a:moveTo>
                    <a:cubicBezTo>
                      <a:pt x="11183" y="3368"/>
                      <a:pt x="11046" y="3529"/>
                      <a:pt x="11009" y="3728"/>
                    </a:cubicBezTo>
                    <a:cubicBezTo>
                      <a:pt x="10973" y="3928"/>
                      <a:pt x="11052" y="4091"/>
                      <a:pt x="11187" y="4091"/>
                    </a:cubicBezTo>
                    <a:cubicBezTo>
                      <a:pt x="11322" y="4091"/>
                      <a:pt x="11460" y="3928"/>
                      <a:pt x="11496" y="3728"/>
                    </a:cubicBezTo>
                    <a:cubicBezTo>
                      <a:pt x="11531" y="3529"/>
                      <a:pt x="11451" y="3368"/>
                      <a:pt x="11317" y="3368"/>
                    </a:cubicBezTo>
                    <a:close/>
                    <a:moveTo>
                      <a:pt x="11909" y="3368"/>
                    </a:moveTo>
                    <a:cubicBezTo>
                      <a:pt x="11775" y="3368"/>
                      <a:pt x="11639" y="3529"/>
                      <a:pt x="11604" y="3728"/>
                    </a:cubicBezTo>
                    <a:cubicBezTo>
                      <a:pt x="11569" y="3928"/>
                      <a:pt x="11650" y="4091"/>
                      <a:pt x="11785" y="4091"/>
                    </a:cubicBezTo>
                    <a:cubicBezTo>
                      <a:pt x="11920" y="4091"/>
                      <a:pt x="12057" y="3928"/>
                      <a:pt x="12091" y="3728"/>
                    </a:cubicBezTo>
                    <a:cubicBezTo>
                      <a:pt x="12124" y="3529"/>
                      <a:pt x="12043" y="3368"/>
                      <a:pt x="11909" y="3368"/>
                    </a:cubicBezTo>
                    <a:close/>
                    <a:moveTo>
                      <a:pt x="12501" y="3368"/>
                    </a:moveTo>
                    <a:cubicBezTo>
                      <a:pt x="12368" y="3368"/>
                      <a:pt x="12232" y="3529"/>
                      <a:pt x="12199" y="3728"/>
                    </a:cubicBezTo>
                    <a:cubicBezTo>
                      <a:pt x="12165" y="3928"/>
                      <a:pt x="12248" y="4091"/>
                      <a:pt x="12383" y="4091"/>
                    </a:cubicBezTo>
                    <a:cubicBezTo>
                      <a:pt x="12518" y="4091"/>
                      <a:pt x="12653" y="3928"/>
                      <a:pt x="12685" y="3728"/>
                    </a:cubicBezTo>
                    <a:cubicBezTo>
                      <a:pt x="12718" y="3529"/>
                      <a:pt x="12635" y="3368"/>
                      <a:pt x="12501" y="3368"/>
                    </a:cubicBezTo>
                    <a:close/>
                    <a:moveTo>
                      <a:pt x="13093" y="3368"/>
                    </a:moveTo>
                    <a:cubicBezTo>
                      <a:pt x="12959" y="3368"/>
                      <a:pt x="12825" y="3529"/>
                      <a:pt x="12794" y="3728"/>
                    </a:cubicBezTo>
                    <a:cubicBezTo>
                      <a:pt x="12762" y="3928"/>
                      <a:pt x="12845" y="4091"/>
                      <a:pt x="12980" y="4091"/>
                    </a:cubicBezTo>
                    <a:cubicBezTo>
                      <a:pt x="13115" y="4091"/>
                      <a:pt x="13250" y="3928"/>
                      <a:pt x="13280" y="3728"/>
                    </a:cubicBezTo>
                    <a:cubicBezTo>
                      <a:pt x="13311" y="3529"/>
                      <a:pt x="13227" y="3368"/>
                      <a:pt x="13093" y="3368"/>
                    </a:cubicBezTo>
                    <a:close/>
                    <a:moveTo>
                      <a:pt x="13685" y="3368"/>
                    </a:moveTo>
                    <a:cubicBezTo>
                      <a:pt x="13551" y="3368"/>
                      <a:pt x="13419" y="3529"/>
                      <a:pt x="13388" y="3728"/>
                    </a:cubicBezTo>
                    <a:cubicBezTo>
                      <a:pt x="13358" y="3928"/>
                      <a:pt x="13443" y="4091"/>
                      <a:pt x="13578" y="4091"/>
                    </a:cubicBezTo>
                    <a:cubicBezTo>
                      <a:pt x="13713" y="4091"/>
                      <a:pt x="13846" y="3928"/>
                      <a:pt x="13875" y="3728"/>
                    </a:cubicBezTo>
                    <a:cubicBezTo>
                      <a:pt x="13904" y="3529"/>
                      <a:pt x="13819" y="3368"/>
                      <a:pt x="13685" y="3368"/>
                    </a:cubicBezTo>
                    <a:close/>
                    <a:moveTo>
                      <a:pt x="16063" y="3368"/>
                    </a:moveTo>
                    <a:cubicBezTo>
                      <a:pt x="15930" y="3368"/>
                      <a:pt x="15802" y="3529"/>
                      <a:pt x="15778" y="3728"/>
                    </a:cubicBezTo>
                    <a:cubicBezTo>
                      <a:pt x="15754" y="3928"/>
                      <a:pt x="15844" y="4091"/>
                      <a:pt x="15979" y="4091"/>
                    </a:cubicBezTo>
                    <a:cubicBezTo>
                      <a:pt x="16113" y="4091"/>
                      <a:pt x="16242" y="3928"/>
                      <a:pt x="16265" y="3728"/>
                    </a:cubicBezTo>
                    <a:cubicBezTo>
                      <a:pt x="16287" y="3529"/>
                      <a:pt x="16197" y="3368"/>
                      <a:pt x="16063" y="3368"/>
                    </a:cubicBezTo>
                    <a:close/>
                    <a:moveTo>
                      <a:pt x="16655" y="3368"/>
                    </a:moveTo>
                    <a:cubicBezTo>
                      <a:pt x="16521" y="3368"/>
                      <a:pt x="16395" y="3529"/>
                      <a:pt x="16373" y="3728"/>
                    </a:cubicBezTo>
                    <a:cubicBezTo>
                      <a:pt x="16350" y="3928"/>
                      <a:pt x="16441" y="4091"/>
                      <a:pt x="16576" y="4091"/>
                    </a:cubicBezTo>
                    <a:cubicBezTo>
                      <a:pt x="16711" y="4091"/>
                      <a:pt x="16838" y="3928"/>
                      <a:pt x="16859" y="3728"/>
                    </a:cubicBezTo>
                    <a:cubicBezTo>
                      <a:pt x="16881" y="3529"/>
                      <a:pt x="16789" y="3368"/>
                      <a:pt x="16655" y="3368"/>
                    </a:cubicBezTo>
                    <a:close/>
                    <a:moveTo>
                      <a:pt x="17248" y="3368"/>
                    </a:moveTo>
                    <a:cubicBezTo>
                      <a:pt x="17114" y="3368"/>
                      <a:pt x="16988" y="3529"/>
                      <a:pt x="16968" y="3728"/>
                    </a:cubicBezTo>
                    <a:cubicBezTo>
                      <a:pt x="16947" y="3928"/>
                      <a:pt x="17039" y="4091"/>
                      <a:pt x="17174" y="4091"/>
                    </a:cubicBezTo>
                    <a:cubicBezTo>
                      <a:pt x="17309" y="4091"/>
                      <a:pt x="17435" y="3928"/>
                      <a:pt x="17454" y="3728"/>
                    </a:cubicBezTo>
                    <a:cubicBezTo>
                      <a:pt x="17474" y="3529"/>
                      <a:pt x="17381" y="3368"/>
                      <a:pt x="17248" y="3368"/>
                    </a:cubicBezTo>
                    <a:close/>
                    <a:moveTo>
                      <a:pt x="17840" y="3368"/>
                    </a:moveTo>
                    <a:cubicBezTo>
                      <a:pt x="17706" y="3368"/>
                      <a:pt x="17582" y="3529"/>
                      <a:pt x="17563" y="3728"/>
                    </a:cubicBezTo>
                    <a:cubicBezTo>
                      <a:pt x="17543" y="3928"/>
                      <a:pt x="17637" y="4091"/>
                      <a:pt x="17772" y="4091"/>
                    </a:cubicBezTo>
                    <a:cubicBezTo>
                      <a:pt x="17907" y="4091"/>
                      <a:pt x="18031" y="3928"/>
                      <a:pt x="18049" y="3728"/>
                    </a:cubicBezTo>
                    <a:cubicBezTo>
                      <a:pt x="18067" y="3529"/>
                      <a:pt x="17974" y="3368"/>
                      <a:pt x="17840" y="3368"/>
                    </a:cubicBezTo>
                    <a:close/>
                    <a:moveTo>
                      <a:pt x="18432" y="3368"/>
                    </a:moveTo>
                    <a:cubicBezTo>
                      <a:pt x="18298" y="3368"/>
                      <a:pt x="18176" y="3529"/>
                      <a:pt x="18158" y="3728"/>
                    </a:cubicBezTo>
                    <a:cubicBezTo>
                      <a:pt x="18140" y="3928"/>
                      <a:pt x="18234" y="4091"/>
                      <a:pt x="18370" y="4091"/>
                    </a:cubicBezTo>
                    <a:cubicBezTo>
                      <a:pt x="18505" y="4091"/>
                      <a:pt x="18628" y="3928"/>
                      <a:pt x="18644" y="3728"/>
                    </a:cubicBezTo>
                    <a:cubicBezTo>
                      <a:pt x="18661" y="3529"/>
                      <a:pt x="18566" y="3368"/>
                      <a:pt x="18432" y="3368"/>
                    </a:cubicBezTo>
                    <a:close/>
                    <a:moveTo>
                      <a:pt x="19024" y="3368"/>
                    </a:moveTo>
                    <a:cubicBezTo>
                      <a:pt x="18891" y="3368"/>
                      <a:pt x="18769" y="3529"/>
                      <a:pt x="18753" y="3728"/>
                    </a:cubicBezTo>
                    <a:cubicBezTo>
                      <a:pt x="18736" y="3928"/>
                      <a:pt x="18833" y="4091"/>
                      <a:pt x="18968" y="4091"/>
                    </a:cubicBezTo>
                    <a:cubicBezTo>
                      <a:pt x="19103" y="4091"/>
                      <a:pt x="19224" y="3928"/>
                      <a:pt x="19239" y="3728"/>
                    </a:cubicBezTo>
                    <a:cubicBezTo>
                      <a:pt x="19254" y="3529"/>
                      <a:pt x="19158" y="3368"/>
                      <a:pt x="19024" y="3368"/>
                    </a:cubicBezTo>
                    <a:close/>
                    <a:moveTo>
                      <a:pt x="19627" y="3368"/>
                    </a:moveTo>
                    <a:cubicBezTo>
                      <a:pt x="19493" y="3368"/>
                      <a:pt x="19373" y="3529"/>
                      <a:pt x="19358" y="3728"/>
                    </a:cubicBezTo>
                    <a:cubicBezTo>
                      <a:pt x="19343" y="3928"/>
                      <a:pt x="19441" y="4091"/>
                      <a:pt x="19576" y="4091"/>
                    </a:cubicBezTo>
                    <a:cubicBezTo>
                      <a:pt x="19711" y="4091"/>
                      <a:pt x="19831" y="3928"/>
                      <a:pt x="19845" y="3728"/>
                    </a:cubicBezTo>
                    <a:cubicBezTo>
                      <a:pt x="19858" y="3529"/>
                      <a:pt x="19760" y="3368"/>
                      <a:pt x="19627" y="3368"/>
                    </a:cubicBezTo>
                    <a:close/>
                    <a:moveTo>
                      <a:pt x="20219" y="3368"/>
                    </a:moveTo>
                    <a:cubicBezTo>
                      <a:pt x="20085" y="3368"/>
                      <a:pt x="19966" y="3529"/>
                      <a:pt x="19953" y="3728"/>
                    </a:cubicBezTo>
                    <a:cubicBezTo>
                      <a:pt x="19940" y="3928"/>
                      <a:pt x="20039" y="4091"/>
                      <a:pt x="20174" y="4091"/>
                    </a:cubicBezTo>
                    <a:cubicBezTo>
                      <a:pt x="20309" y="4091"/>
                      <a:pt x="20428" y="3928"/>
                      <a:pt x="20440" y="3728"/>
                    </a:cubicBezTo>
                    <a:cubicBezTo>
                      <a:pt x="20452" y="3529"/>
                      <a:pt x="20352" y="3368"/>
                      <a:pt x="20219" y="3368"/>
                    </a:cubicBezTo>
                    <a:close/>
                    <a:moveTo>
                      <a:pt x="2146" y="4254"/>
                    </a:moveTo>
                    <a:cubicBezTo>
                      <a:pt x="2010" y="4254"/>
                      <a:pt x="1851" y="4419"/>
                      <a:pt x="1790" y="4623"/>
                    </a:cubicBezTo>
                    <a:cubicBezTo>
                      <a:pt x="1729" y="4828"/>
                      <a:pt x="1790" y="4995"/>
                      <a:pt x="1926" y="4995"/>
                    </a:cubicBezTo>
                    <a:cubicBezTo>
                      <a:pt x="2063" y="4995"/>
                      <a:pt x="2223" y="4828"/>
                      <a:pt x="2283" y="4623"/>
                    </a:cubicBezTo>
                    <a:cubicBezTo>
                      <a:pt x="2342" y="4419"/>
                      <a:pt x="2281" y="4254"/>
                      <a:pt x="2146" y="4254"/>
                    </a:cubicBezTo>
                    <a:close/>
                    <a:moveTo>
                      <a:pt x="2747" y="4254"/>
                    </a:moveTo>
                    <a:cubicBezTo>
                      <a:pt x="2612" y="4254"/>
                      <a:pt x="2454" y="4419"/>
                      <a:pt x="2395" y="4623"/>
                    </a:cubicBezTo>
                    <a:cubicBezTo>
                      <a:pt x="2335" y="4828"/>
                      <a:pt x="2397" y="4995"/>
                      <a:pt x="2533" y="4995"/>
                    </a:cubicBezTo>
                    <a:cubicBezTo>
                      <a:pt x="2670" y="4995"/>
                      <a:pt x="2829" y="4828"/>
                      <a:pt x="2887" y="4623"/>
                    </a:cubicBezTo>
                    <a:cubicBezTo>
                      <a:pt x="2945" y="4419"/>
                      <a:pt x="2883" y="4254"/>
                      <a:pt x="2747" y="4254"/>
                    </a:cubicBezTo>
                    <a:close/>
                    <a:moveTo>
                      <a:pt x="3349" y="4254"/>
                    </a:moveTo>
                    <a:cubicBezTo>
                      <a:pt x="3213" y="4254"/>
                      <a:pt x="3057" y="4419"/>
                      <a:pt x="2999" y="4623"/>
                    </a:cubicBezTo>
                    <a:cubicBezTo>
                      <a:pt x="2941" y="4828"/>
                      <a:pt x="3004" y="4995"/>
                      <a:pt x="3141" y="4995"/>
                    </a:cubicBezTo>
                    <a:cubicBezTo>
                      <a:pt x="3277" y="4995"/>
                      <a:pt x="3435" y="4828"/>
                      <a:pt x="3491" y="4623"/>
                    </a:cubicBezTo>
                    <a:cubicBezTo>
                      <a:pt x="3548" y="4419"/>
                      <a:pt x="3484" y="4254"/>
                      <a:pt x="3349" y="4254"/>
                    </a:cubicBezTo>
                    <a:close/>
                    <a:moveTo>
                      <a:pt x="3950" y="4254"/>
                    </a:moveTo>
                    <a:cubicBezTo>
                      <a:pt x="3815" y="4254"/>
                      <a:pt x="3660" y="4419"/>
                      <a:pt x="3603" y="4623"/>
                    </a:cubicBezTo>
                    <a:cubicBezTo>
                      <a:pt x="3547" y="4828"/>
                      <a:pt x="3611" y="4995"/>
                      <a:pt x="3748" y="4995"/>
                    </a:cubicBezTo>
                    <a:cubicBezTo>
                      <a:pt x="3884" y="4995"/>
                      <a:pt x="4040" y="4828"/>
                      <a:pt x="4096" y="4623"/>
                    </a:cubicBezTo>
                    <a:cubicBezTo>
                      <a:pt x="4151" y="4419"/>
                      <a:pt x="4086" y="4254"/>
                      <a:pt x="3950" y="4254"/>
                    </a:cubicBezTo>
                    <a:close/>
                    <a:moveTo>
                      <a:pt x="4552" y="4254"/>
                    </a:moveTo>
                    <a:cubicBezTo>
                      <a:pt x="4417" y="4254"/>
                      <a:pt x="4263" y="4419"/>
                      <a:pt x="4208" y="4623"/>
                    </a:cubicBezTo>
                    <a:cubicBezTo>
                      <a:pt x="4153" y="4828"/>
                      <a:pt x="4219" y="4995"/>
                      <a:pt x="4355" y="4995"/>
                    </a:cubicBezTo>
                    <a:cubicBezTo>
                      <a:pt x="4492" y="4995"/>
                      <a:pt x="4647" y="4828"/>
                      <a:pt x="4700" y="4623"/>
                    </a:cubicBezTo>
                    <a:cubicBezTo>
                      <a:pt x="4754" y="4419"/>
                      <a:pt x="4687" y="4254"/>
                      <a:pt x="4552" y="4254"/>
                    </a:cubicBezTo>
                    <a:close/>
                    <a:moveTo>
                      <a:pt x="5153" y="4254"/>
                    </a:moveTo>
                    <a:cubicBezTo>
                      <a:pt x="5018" y="4254"/>
                      <a:pt x="4865" y="4419"/>
                      <a:pt x="4812" y="4623"/>
                    </a:cubicBezTo>
                    <a:cubicBezTo>
                      <a:pt x="4759" y="4828"/>
                      <a:pt x="4826" y="4995"/>
                      <a:pt x="4963" y="4995"/>
                    </a:cubicBezTo>
                    <a:cubicBezTo>
                      <a:pt x="5099" y="4995"/>
                      <a:pt x="5252" y="4828"/>
                      <a:pt x="5305" y="4623"/>
                    </a:cubicBezTo>
                    <a:cubicBezTo>
                      <a:pt x="5356" y="4419"/>
                      <a:pt x="5288" y="4254"/>
                      <a:pt x="5153" y="4254"/>
                    </a:cubicBezTo>
                    <a:close/>
                    <a:moveTo>
                      <a:pt x="5755" y="4254"/>
                    </a:moveTo>
                    <a:cubicBezTo>
                      <a:pt x="5619" y="4254"/>
                      <a:pt x="5468" y="4419"/>
                      <a:pt x="5417" y="4623"/>
                    </a:cubicBezTo>
                    <a:cubicBezTo>
                      <a:pt x="5365" y="4828"/>
                      <a:pt x="5433" y="4995"/>
                      <a:pt x="5570" y="4995"/>
                    </a:cubicBezTo>
                    <a:cubicBezTo>
                      <a:pt x="5707" y="4995"/>
                      <a:pt x="5859" y="4828"/>
                      <a:pt x="5909" y="4623"/>
                    </a:cubicBezTo>
                    <a:cubicBezTo>
                      <a:pt x="5959" y="4419"/>
                      <a:pt x="5890" y="4254"/>
                      <a:pt x="5755" y="4254"/>
                    </a:cubicBezTo>
                    <a:close/>
                    <a:moveTo>
                      <a:pt x="6357" y="4254"/>
                    </a:moveTo>
                    <a:cubicBezTo>
                      <a:pt x="6221" y="4254"/>
                      <a:pt x="6071" y="4419"/>
                      <a:pt x="6021" y="4623"/>
                    </a:cubicBezTo>
                    <a:cubicBezTo>
                      <a:pt x="5971" y="4828"/>
                      <a:pt x="6041" y="4995"/>
                      <a:pt x="6177" y="4995"/>
                    </a:cubicBezTo>
                    <a:cubicBezTo>
                      <a:pt x="6314" y="4995"/>
                      <a:pt x="6465" y="4828"/>
                      <a:pt x="6514" y="4623"/>
                    </a:cubicBezTo>
                    <a:cubicBezTo>
                      <a:pt x="6562" y="4419"/>
                      <a:pt x="6492" y="4254"/>
                      <a:pt x="6357" y="4254"/>
                    </a:cubicBezTo>
                    <a:close/>
                    <a:moveTo>
                      <a:pt x="6948" y="4254"/>
                    </a:moveTo>
                    <a:cubicBezTo>
                      <a:pt x="6813" y="4254"/>
                      <a:pt x="6664" y="4419"/>
                      <a:pt x="6616" y="4623"/>
                    </a:cubicBezTo>
                    <a:cubicBezTo>
                      <a:pt x="6567" y="4828"/>
                      <a:pt x="6638" y="4995"/>
                      <a:pt x="6775" y="4995"/>
                    </a:cubicBezTo>
                    <a:cubicBezTo>
                      <a:pt x="6911" y="4995"/>
                      <a:pt x="7061" y="4828"/>
                      <a:pt x="7108" y="4623"/>
                    </a:cubicBezTo>
                    <a:cubicBezTo>
                      <a:pt x="7155" y="4419"/>
                      <a:pt x="7084" y="4254"/>
                      <a:pt x="6948" y="4254"/>
                    </a:cubicBezTo>
                    <a:close/>
                    <a:moveTo>
                      <a:pt x="7550" y="4254"/>
                    </a:moveTo>
                    <a:cubicBezTo>
                      <a:pt x="7414" y="4254"/>
                      <a:pt x="7267" y="4419"/>
                      <a:pt x="7220" y="4623"/>
                    </a:cubicBezTo>
                    <a:cubicBezTo>
                      <a:pt x="7173" y="4828"/>
                      <a:pt x="7246" y="4995"/>
                      <a:pt x="7382" y="4995"/>
                    </a:cubicBezTo>
                    <a:cubicBezTo>
                      <a:pt x="7519" y="4995"/>
                      <a:pt x="7667" y="4828"/>
                      <a:pt x="7713" y="4623"/>
                    </a:cubicBezTo>
                    <a:cubicBezTo>
                      <a:pt x="7758" y="4419"/>
                      <a:pt x="7685" y="4254"/>
                      <a:pt x="7550" y="4254"/>
                    </a:cubicBezTo>
                    <a:close/>
                    <a:moveTo>
                      <a:pt x="8152" y="4254"/>
                    </a:moveTo>
                    <a:cubicBezTo>
                      <a:pt x="8016" y="4254"/>
                      <a:pt x="7870" y="4419"/>
                      <a:pt x="7825" y="4623"/>
                    </a:cubicBezTo>
                    <a:cubicBezTo>
                      <a:pt x="7779" y="4828"/>
                      <a:pt x="7853" y="4995"/>
                      <a:pt x="7990" y="4995"/>
                    </a:cubicBezTo>
                    <a:cubicBezTo>
                      <a:pt x="8127" y="4995"/>
                      <a:pt x="8273" y="4828"/>
                      <a:pt x="8317" y="4623"/>
                    </a:cubicBezTo>
                    <a:cubicBezTo>
                      <a:pt x="8361" y="4419"/>
                      <a:pt x="8287" y="4254"/>
                      <a:pt x="8152" y="4254"/>
                    </a:cubicBezTo>
                    <a:close/>
                    <a:moveTo>
                      <a:pt x="8753" y="4254"/>
                    </a:moveTo>
                    <a:cubicBezTo>
                      <a:pt x="8618" y="4254"/>
                      <a:pt x="8473" y="4419"/>
                      <a:pt x="8430" y="4623"/>
                    </a:cubicBezTo>
                    <a:cubicBezTo>
                      <a:pt x="8386" y="4828"/>
                      <a:pt x="8460" y="4995"/>
                      <a:pt x="8597" y="4995"/>
                    </a:cubicBezTo>
                    <a:cubicBezTo>
                      <a:pt x="8734" y="4995"/>
                      <a:pt x="8879" y="4828"/>
                      <a:pt x="8922" y="4623"/>
                    </a:cubicBezTo>
                    <a:cubicBezTo>
                      <a:pt x="8964" y="4419"/>
                      <a:pt x="8888" y="4254"/>
                      <a:pt x="8753" y="4254"/>
                    </a:cubicBezTo>
                    <a:close/>
                    <a:moveTo>
                      <a:pt x="9355" y="4254"/>
                    </a:moveTo>
                    <a:cubicBezTo>
                      <a:pt x="9220" y="4254"/>
                      <a:pt x="9076" y="4419"/>
                      <a:pt x="9034" y="4623"/>
                    </a:cubicBezTo>
                    <a:cubicBezTo>
                      <a:pt x="8992" y="4828"/>
                      <a:pt x="9068" y="4995"/>
                      <a:pt x="9205" y="4995"/>
                    </a:cubicBezTo>
                    <a:cubicBezTo>
                      <a:pt x="9341" y="4995"/>
                      <a:pt x="9485" y="4828"/>
                      <a:pt x="9526" y="4623"/>
                    </a:cubicBezTo>
                    <a:cubicBezTo>
                      <a:pt x="9567" y="4419"/>
                      <a:pt x="9490" y="4254"/>
                      <a:pt x="9355" y="4254"/>
                    </a:cubicBezTo>
                    <a:close/>
                    <a:moveTo>
                      <a:pt x="9957" y="4254"/>
                    </a:moveTo>
                    <a:cubicBezTo>
                      <a:pt x="9821" y="4254"/>
                      <a:pt x="9679" y="4419"/>
                      <a:pt x="9639" y="4623"/>
                    </a:cubicBezTo>
                    <a:cubicBezTo>
                      <a:pt x="9598" y="4828"/>
                      <a:pt x="9676" y="4995"/>
                      <a:pt x="9812" y="4995"/>
                    </a:cubicBezTo>
                    <a:cubicBezTo>
                      <a:pt x="9949" y="4995"/>
                      <a:pt x="10092" y="4828"/>
                      <a:pt x="10131" y="4623"/>
                    </a:cubicBezTo>
                    <a:cubicBezTo>
                      <a:pt x="10170" y="4419"/>
                      <a:pt x="10092" y="4254"/>
                      <a:pt x="9957" y="4254"/>
                    </a:cubicBezTo>
                    <a:close/>
                    <a:moveTo>
                      <a:pt x="10559" y="4254"/>
                    </a:moveTo>
                    <a:cubicBezTo>
                      <a:pt x="10424" y="4254"/>
                      <a:pt x="10282" y="4419"/>
                      <a:pt x="10244" y="4623"/>
                    </a:cubicBezTo>
                    <a:cubicBezTo>
                      <a:pt x="10204" y="4828"/>
                      <a:pt x="10284" y="4995"/>
                      <a:pt x="10420" y="4995"/>
                    </a:cubicBezTo>
                    <a:cubicBezTo>
                      <a:pt x="10557" y="4995"/>
                      <a:pt x="10698" y="4828"/>
                      <a:pt x="10736" y="4623"/>
                    </a:cubicBezTo>
                    <a:cubicBezTo>
                      <a:pt x="10773" y="4419"/>
                      <a:pt x="10694" y="4254"/>
                      <a:pt x="10559" y="4254"/>
                    </a:cubicBezTo>
                    <a:close/>
                    <a:moveTo>
                      <a:pt x="11752" y="4254"/>
                    </a:moveTo>
                    <a:cubicBezTo>
                      <a:pt x="11617" y="4254"/>
                      <a:pt x="11479" y="4419"/>
                      <a:pt x="11443" y="4623"/>
                    </a:cubicBezTo>
                    <a:cubicBezTo>
                      <a:pt x="11407" y="4828"/>
                      <a:pt x="11489" y="4995"/>
                      <a:pt x="11625" y="4995"/>
                    </a:cubicBezTo>
                    <a:cubicBezTo>
                      <a:pt x="11762" y="4995"/>
                      <a:pt x="11901" y="4828"/>
                      <a:pt x="11935" y="4623"/>
                    </a:cubicBezTo>
                    <a:cubicBezTo>
                      <a:pt x="11970" y="4419"/>
                      <a:pt x="11888" y="4254"/>
                      <a:pt x="11752" y="4254"/>
                    </a:cubicBezTo>
                    <a:close/>
                    <a:moveTo>
                      <a:pt x="12354" y="4254"/>
                    </a:moveTo>
                    <a:cubicBezTo>
                      <a:pt x="12219" y="4254"/>
                      <a:pt x="12082" y="4419"/>
                      <a:pt x="12048" y="4623"/>
                    </a:cubicBezTo>
                    <a:cubicBezTo>
                      <a:pt x="12013" y="4828"/>
                      <a:pt x="12096" y="4995"/>
                      <a:pt x="12233" y="4995"/>
                    </a:cubicBezTo>
                    <a:cubicBezTo>
                      <a:pt x="12369" y="4995"/>
                      <a:pt x="12507" y="4828"/>
                      <a:pt x="12540" y="4623"/>
                    </a:cubicBezTo>
                    <a:cubicBezTo>
                      <a:pt x="12573" y="4419"/>
                      <a:pt x="12489" y="4254"/>
                      <a:pt x="12354" y="4254"/>
                    </a:cubicBezTo>
                    <a:close/>
                    <a:moveTo>
                      <a:pt x="12956" y="4254"/>
                    </a:moveTo>
                    <a:cubicBezTo>
                      <a:pt x="12821" y="4254"/>
                      <a:pt x="12685" y="4419"/>
                      <a:pt x="12652" y="4623"/>
                    </a:cubicBezTo>
                    <a:cubicBezTo>
                      <a:pt x="12620" y="4828"/>
                      <a:pt x="12704" y="4995"/>
                      <a:pt x="12841" y="4995"/>
                    </a:cubicBezTo>
                    <a:cubicBezTo>
                      <a:pt x="12977" y="4995"/>
                      <a:pt x="13114" y="4828"/>
                      <a:pt x="13145" y="4623"/>
                    </a:cubicBezTo>
                    <a:cubicBezTo>
                      <a:pt x="13176" y="4419"/>
                      <a:pt x="13092" y="4254"/>
                      <a:pt x="12956" y="4254"/>
                    </a:cubicBezTo>
                    <a:close/>
                    <a:moveTo>
                      <a:pt x="13558" y="4254"/>
                    </a:moveTo>
                    <a:cubicBezTo>
                      <a:pt x="13423" y="4254"/>
                      <a:pt x="13288" y="4419"/>
                      <a:pt x="13257" y="4623"/>
                    </a:cubicBezTo>
                    <a:cubicBezTo>
                      <a:pt x="13226" y="4828"/>
                      <a:pt x="13312" y="4995"/>
                      <a:pt x="13448" y="4995"/>
                    </a:cubicBezTo>
                    <a:cubicBezTo>
                      <a:pt x="13585" y="4995"/>
                      <a:pt x="13720" y="4828"/>
                      <a:pt x="13750" y="4623"/>
                    </a:cubicBezTo>
                    <a:cubicBezTo>
                      <a:pt x="13779" y="4419"/>
                      <a:pt x="13693" y="4254"/>
                      <a:pt x="13558" y="4254"/>
                    </a:cubicBezTo>
                    <a:close/>
                    <a:moveTo>
                      <a:pt x="14160" y="4254"/>
                    </a:moveTo>
                    <a:cubicBezTo>
                      <a:pt x="14025" y="4254"/>
                      <a:pt x="13891" y="4419"/>
                      <a:pt x="13862" y="4623"/>
                    </a:cubicBezTo>
                    <a:cubicBezTo>
                      <a:pt x="13833" y="4828"/>
                      <a:pt x="13920" y="4995"/>
                      <a:pt x="14056" y="4995"/>
                    </a:cubicBezTo>
                    <a:cubicBezTo>
                      <a:pt x="14193" y="4995"/>
                      <a:pt x="14326" y="4828"/>
                      <a:pt x="14354" y="4623"/>
                    </a:cubicBezTo>
                    <a:cubicBezTo>
                      <a:pt x="14382" y="4419"/>
                      <a:pt x="14295" y="4254"/>
                      <a:pt x="14160" y="4254"/>
                    </a:cubicBezTo>
                    <a:close/>
                    <a:moveTo>
                      <a:pt x="16558" y="4254"/>
                    </a:moveTo>
                    <a:cubicBezTo>
                      <a:pt x="16423" y="4254"/>
                      <a:pt x="16295" y="4419"/>
                      <a:pt x="16272" y="4623"/>
                    </a:cubicBezTo>
                    <a:cubicBezTo>
                      <a:pt x="16249" y="4828"/>
                      <a:pt x="16341" y="4995"/>
                      <a:pt x="16477" y="4995"/>
                    </a:cubicBezTo>
                    <a:cubicBezTo>
                      <a:pt x="16614" y="4995"/>
                      <a:pt x="16742" y="4828"/>
                      <a:pt x="16764" y="4623"/>
                    </a:cubicBezTo>
                    <a:cubicBezTo>
                      <a:pt x="16786" y="4419"/>
                      <a:pt x="16694" y="4254"/>
                      <a:pt x="16558" y="4254"/>
                    </a:cubicBezTo>
                    <a:close/>
                    <a:moveTo>
                      <a:pt x="17161" y="4254"/>
                    </a:moveTo>
                    <a:cubicBezTo>
                      <a:pt x="17025" y="4254"/>
                      <a:pt x="16898" y="4419"/>
                      <a:pt x="16877" y="4623"/>
                    </a:cubicBezTo>
                    <a:cubicBezTo>
                      <a:pt x="16855" y="4828"/>
                      <a:pt x="16949" y="4995"/>
                      <a:pt x="17085" y="4995"/>
                    </a:cubicBezTo>
                    <a:cubicBezTo>
                      <a:pt x="17222" y="4995"/>
                      <a:pt x="17349" y="4828"/>
                      <a:pt x="17369" y="4623"/>
                    </a:cubicBezTo>
                    <a:cubicBezTo>
                      <a:pt x="17389" y="4419"/>
                      <a:pt x="17296" y="4254"/>
                      <a:pt x="17161" y="4254"/>
                    </a:cubicBezTo>
                    <a:close/>
                    <a:moveTo>
                      <a:pt x="17763" y="4254"/>
                    </a:moveTo>
                    <a:cubicBezTo>
                      <a:pt x="17628" y="4254"/>
                      <a:pt x="17502" y="4419"/>
                      <a:pt x="17482" y="4623"/>
                    </a:cubicBezTo>
                    <a:cubicBezTo>
                      <a:pt x="17462" y="4828"/>
                      <a:pt x="17557" y="4995"/>
                      <a:pt x="17693" y="4995"/>
                    </a:cubicBezTo>
                    <a:cubicBezTo>
                      <a:pt x="17830" y="4995"/>
                      <a:pt x="17956" y="4828"/>
                      <a:pt x="17975" y="4623"/>
                    </a:cubicBezTo>
                    <a:cubicBezTo>
                      <a:pt x="17993" y="4419"/>
                      <a:pt x="17898" y="4254"/>
                      <a:pt x="17763" y="4254"/>
                    </a:cubicBezTo>
                    <a:close/>
                    <a:moveTo>
                      <a:pt x="18355" y="4254"/>
                    </a:moveTo>
                    <a:cubicBezTo>
                      <a:pt x="18219" y="4254"/>
                      <a:pt x="18095" y="4419"/>
                      <a:pt x="18077" y="4623"/>
                    </a:cubicBezTo>
                    <a:cubicBezTo>
                      <a:pt x="18059" y="4828"/>
                      <a:pt x="18154" y="4995"/>
                      <a:pt x="18291" y="4995"/>
                    </a:cubicBezTo>
                    <a:cubicBezTo>
                      <a:pt x="18428" y="4995"/>
                      <a:pt x="18552" y="4828"/>
                      <a:pt x="18569" y="4623"/>
                    </a:cubicBezTo>
                    <a:cubicBezTo>
                      <a:pt x="18586" y="4419"/>
                      <a:pt x="18490" y="4254"/>
                      <a:pt x="18355" y="4254"/>
                    </a:cubicBezTo>
                    <a:close/>
                    <a:moveTo>
                      <a:pt x="18957" y="4254"/>
                    </a:moveTo>
                    <a:cubicBezTo>
                      <a:pt x="18822" y="4254"/>
                      <a:pt x="18699" y="4419"/>
                      <a:pt x="18682" y="4623"/>
                    </a:cubicBezTo>
                    <a:cubicBezTo>
                      <a:pt x="18665" y="4828"/>
                      <a:pt x="18763" y="4995"/>
                      <a:pt x="18899" y="4995"/>
                    </a:cubicBezTo>
                    <a:cubicBezTo>
                      <a:pt x="19036" y="4995"/>
                      <a:pt x="19159" y="4828"/>
                      <a:pt x="19174" y="4623"/>
                    </a:cubicBezTo>
                    <a:cubicBezTo>
                      <a:pt x="19190" y="4419"/>
                      <a:pt x="19092" y="4254"/>
                      <a:pt x="18957" y="4254"/>
                    </a:cubicBezTo>
                    <a:close/>
                    <a:moveTo>
                      <a:pt x="19560" y="4254"/>
                    </a:moveTo>
                    <a:cubicBezTo>
                      <a:pt x="19424" y="4254"/>
                      <a:pt x="19302" y="4419"/>
                      <a:pt x="19287" y="4623"/>
                    </a:cubicBezTo>
                    <a:cubicBezTo>
                      <a:pt x="19272" y="4828"/>
                      <a:pt x="19371" y="4995"/>
                      <a:pt x="19508" y="4995"/>
                    </a:cubicBezTo>
                    <a:cubicBezTo>
                      <a:pt x="19644" y="4995"/>
                      <a:pt x="19766" y="4828"/>
                      <a:pt x="19780" y="4623"/>
                    </a:cubicBezTo>
                    <a:cubicBezTo>
                      <a:pt x="19793" y="4419"/>
                      <a:pt x="19695" y="4254"/>
                      <a:pt x="19560" y="4254"/>
                    </a:cubicBezTo>
                    <a:close/>
                    <a:moveTo>
                      <a:pt x="1278" y="5140"/>
                    </a:moveTo>
                    <a:cubicBezTo>
                      <a:pt x="1141" y="5140"/>
                      <a:pt x="979" y="5308"/>
                      <a:pt x="914" y="5518"/>
                    </a:cubicBezTo>
                    <a:cubicBezTo>
                      <a:pt x="850" y="5727"/>
                      <a:pt x="909" y="5898"/>
                      <a:pt x="1048" y="5898"/>
                    </a:cubicBezTo>
                    <a:cubicBezTo>
                      <a:pt x="1186" y="5898"/>
                      <a:pt x="1350" y="5727"/>
                      <a:pt x="1413" y="5518"/>
                    </a:cubicBezTo>
                    <a:cubicBezTo>
                      <a:pt x="1476" y="5308"/>
                      <a:pt x="1415" y="5140"/>
                      <a:pt x="1278" y="5140"/>
                    </a:cubicBezTo>
                    <a:close/>
                    <a:moveTo>
                      <a:pt x="1880" y="5140"/>
                    </a:moveTo>
                    <a:cubicBezTo>
                      <a:pt x="1743" y="5140"/>
                      <a:pt x="1581" y="5308"/>
                      <a:pt x="1519" y="5518"/>
                    </a:cubicBezTo>
                    <a:cubicBezTo>
                      <a:pt x="1456" y="5727"/>
                      <a:pt x="1517" y="5898"/>
                      <a:pt x="1655" y="5898"/>
                    </a:cubicBezTo>
                    <a:cubicBezTo>
                      <a:pt x="1793" y="5898"/>
                      <a:pt x="1955" y="5727"/>
                      <a:pt x="2017" y="5518"/>
                    </a:cubicBezTo>
                    <a:cubicBezTo>
                      <a:pt x="2078" y="5308"/>
                      <a:pt x="2016" y="5140"/>
                      <a:pt x="1880" y="5140"/>
                    </a:cubicBezTo>
                    <a:close/>
                    <a:moveTo>
                      <a:pt x="2491" y="5140"/>
                    </a:moveTo>
                    <a:cubicBezTo>
                      <a:pt x="2354" y="5140"/>
                      <a:pt x="2194" y="5308"/>
                      <a:pt x="2133" y="5518"/>
                    </a:cubicBezTo>
                    <a:cubicBezTo>
                      <a:pt x="2072" y="5727"/>
                      <a:pt x="2134" y="5898"/>
                      <a:pt x="2272" y="5898"/>
                    </a:cubicBezTo>
                    <a:cubicBezTo>
                      <a:pt x="2411" y="5898"/>
                      <a:pt x="2571" y="5727"/>
                      <a:pt x="2631" y="5518"/>
                    </a:cubicBezTo>
                    <a:cubicBezTo>
                      <a:pt x="2691" y="5308"/>
                      <a:pt x="2628" y="5140"/>
                      <a:pt x="2491" y="5140"/>
                    </a:cubicBezTo>
                    <a:close/>
                    <a:moveTo>
                      <a:pt x="3093" y="5140"/>
                    </a:moveTo>
                    <a:cubicBezTo>
                      <a:pt x="2956" y="5140"/>
                      <a:pt x="2797" y="5308"/>
                      <a:pt x="2737" y="5518"/>
                    </a:cubicBezTo>
                    <a:cubicBezTo>
                      <a:pt x="2678" y="5727"/>
                      <a:pt x="2741" y="5898"/>
                      <a:pt x="2880" y="5898"/>
                    </a:cubicBezTo>
                    <a:cubicBezTo>
                      <a:pt x="3018" y="5898"/>
                      <a:pt x="3177" y="5727"/>
                      <a:pt x="3235" y="5518"/>
                    </a:cubicBezTo>
                    <a:cubicBezTo>
                      <a:pt x="3293" y="5308"/>
                      <a:pt x="3229" y="5140"/>
                      <a:pt x="3093" y="5140"/>
                    </a:cubicBezTo>
                    <a:close/>
                    <a:moveTo>
                      <a:pt x="3704" y="5140"/>
                    </a:moveTo>
                    <a:cubicBezTo>
                      <a:pt x="3567" y="5140"/>
                      <a:pt x="3410" y="5308"/>
                      <a:pt x="3352" y="5518"/>
                    </a:cubicBezTo>
                    <a:cubicBezTo>
                      <a:pt x="3294" y="5727"/>
                      <a:pt x="3358" y="5898"/>
                      <a:pt x="3497" y="5898"/>
                    </a:cubicBezTo>
                    <a:cubicBezTo>
                      <a:pt x="3635" y="5898"/>
                      <a:pt x="3793" y="5727"/>
                      <a:pt x="3850" y="5518"/>
                    </a:cubicBezTo>
                    <a:cubicBezTo>
                      <a:pt x="3906" y="5308"/>
                      <a:pt x="3841" y="5140"/>
                      <a:pt x="3704" y="5140"/>
                    </a:cubicBezTo>
                    <a:close/>
                    <a:moveTo>
                      <a:pt x="4305" y="5140"/>
                    </a:moveTo>
                    <a:cubicBezTo>
                      <a:pt x="4169" y="5140"/>
                      <a:pt x="4012" y="5308"/>
                      <a:pt x="3956" y="5518"/>
                    </a:cubicBezTo>
                    <a:cubicBezTo>
                      <a:pt x="3900" y="5727"/>
                      <a:pt x="3966" y="5898"/>
                      <a:pt x="4104" y="5898"/>
                    </a:cubicBezTo>
                    <a:cubicBezTo>
                      <a:pt x="4243" y="5898"/>
                      <a:pt x="4399" y="5727"/>
                      <a:pt x="4454" y="5518"/>
                    </a:cubicBezTo>
                    <a:cubicBezTo>
                      <a:pt x="4509" y="5308"/>
                      <a:pt x="4442" y="5140"/>
                      <a:pt x="4305" y="5140"/>
                    </a:cubicBezTo>
                    <a:close/>
                    <a:moveTo>
                      <a:pt x="4917" y="5140"/>
                    </a:moveTo>
                    <a:cubicBezTo>
                      <a:pt x="4780" y="5140"/>
                      <a:pt x="4625" y="5308"/>
                      <a:pt x="4571" y="5518"/>
                    </a:cubicBezTo>
                    <a:cubicBezTo>
                      <a:pt x="4516" y="5727"/>
                      <a:pt x="4584" y="5898"/>
                      <a:pt x="4722" y="5898"/>
                    </a:cubicBezTo>
                    <a:cubicBezTo>
                      <a:pt x="4860" y="5898"/>
                      <a:pt x="5015" y="5727"/>
                      <a:pt x="5069" y="5518"/>
                    </a:cubicBezTo>
                    <a:cubicBezTo>
                      <a:pt x="5122" y="5308"/>
                      <a:pt x="5054" y="5140"/>
                      <a:pt x="4917" y="5140"/>
                    </a:cubicBezTo>
                    <a:close/>
                    <a:moveTo>
                      <a:pt x="5528" y="5140"/>
                    </a:moveTo>
                    <a:cubicBezTo>
                      <a:pt x="5391" y="5140"/>
                      <a:pt x="5238" y="5308"/>
                      <a:pt x="5185" y="5518"/>
                    </a:cubicBezTo>
                    <a:cubicBezTo>
                      <a:pt x="5132" y="5727"/>
                      <a:pt x="5201" y="5898"/>
                      <a:pt x="5339" y="5898"/>
                    </a:cubicBezTo>
                    <a:cubicBezTo>
                      <a:pt x="5477" y="5898"/>
                      <a:pt x="5632" y="5727"/>
                      <a:pt x="5683" y="5518"/>
                    </a:cubicBezTo>
                    <a:cubicBezTo>
                      <a:pt x="5735" y="5308"/>
                      <a:pt x="5665" y="5140"/>
                      <a:pt x="5528" y="5140"/>
                    </a:cubicBezTo>
                    <a:close/>
                    <a:moveTo>
                      <a:pt x="6130" y="5140"/>
                    </a:moveTo>
                    <a:cubicBezTo>
                      <a:pt x="5993" y="5140"/>
                      <a:pt x="5841" y="5308"/>
                      <a:pt x="5790" y="5518"/>
                    </a:cubicBezTo>
                    <a:cubicBezTo>
                      <a:pt x="5738" y="5727"/>
                      <a:pt x="5808" y="5898"/>
                      <a:pt x="5947" y="5898"/>
                    </a:cubicBezTo>
                    <a:cubicBezTo>
                      <a:pt x="6085" y="5898"/>
                      <a:pt x="6238" y="5727"/>
                      <a:pt x="6288" y="5518"/>
                    </a:cubicBezTo>
                    <a:cubicBezTo>
                      <a:pt x="6338" y="5308"/>
                      <a:pt x="6267" y="5140"/>
                      <a:pt x="6130" y="5140"/>
                    </a:cubicBezTo>
                    <a:close/>
                    <a:moveTo>
                      <a:pt x="6742" y="5140"/>
                    </a:moveTo>
                    <a:cubicBezTo>
                      <a:pt x="6605" y="5140"/>
                      <a:pt x="6454" y="5308"/>
                      <a:pt x="6404" y="5518"/>
                    </a:cubicBezTo>
                    <a:cubicBezTo>
                      <a:pt x="6355" y="5727"/>
                      <a:pt x="6426" y="5898"/>
                      <a:pt x="6564" y="5898"/>
                    </a:cubicBezTo>
                    <a:cubicBezTo>
                      <a:pt x="6702" y="5898"/>
                      <a:pt x="6854" y="5727"/>
                      <a:pt x="6903" y="5518"/>
                    </a:cubicBezTo>
                    <a:cubicBezTo>
                      <a:pt x="6951" y="5308"/>
                      <a:pt x="6879" y="5140"/>
                      <a:pt x="6742" y="5140"/>
                    </a:cubicBezTo>
                    <a:close/>
                    <a:moveTo>
                      <a:pt x="7343" y="5140"/>
                    </a:moveTo>
                    <a:cubicBezTo>
                      <a:pt x="7206" y="5140"/>
                      <a:pt x="7057" y="5308"/>
                      <a:pt x="7009" y="5518"/>
                    </a:cubicBezTo>
                    <a:cubicBezTo>
                      <a:pt x="6961" y="5727"/>
                      <a:pt x="7034" y="5898"/>
                      <a:pt x="7172" y="5898"/>
                    </a:cubicBezTo>
                    <a:cubicBezTo>
                      <a:pt x="7310" y="5898"/>
                      <a:pt x="7460" y="5727"/>
                      <a:pt x="7507" y="5518"/>
                    </a:cubicBezTo>
                    <a:cubicBezTo>
                      <a:pt x="7553" y="5308"/>
                      <a:pt x="7480" y="5140"/>
                      <a:pt x="7343" y="5140"/>
                    </a:cubicBezTo>
                    <a:close/>
                    <a:moveTo>
                      <a:pt x="7955" y="5140"/>
                    </a:moveTo>
                    <a:cubicBezTo>
                      <a:pt x="7818" y="5140"/>
                      <a:pt x="7670" y="5308"/>
                      <a:pt x="7623" y="5518"/>
                    </a:cubicBezTo>
                    <a:cubicBezTo>
                      <a:pt x="7577" y="5727"/>
                      <a:pt x="7651" y="5898"/>
                      <a:pt x="7789" y="5898"/>
                    </a:cubicBezTo>
                    <a:cubicBezTo>
                      <a:pt x="7928" y="5898"/>
                      <a:pt x="8077" y="5727"/>
                      <a:pt x="8122" y="5518"/>
                    </a:cubicBezTo>
                    <a:cubicBezTo>
                      <a:pt x="8167" y="5308"/>
                      <a:pt x="8092" y="5140"/>
                      <a:pt x="7955" y="5140"/>
                    </a:cubicBezTo>
                    <a:close/>
                    <a:moveTo>
                      <a:pt x="8567" y="5140"/>
                    </a:moveTo>
                    <a:cubicBezTo>
                      <a:pt x="8430" y="5140"/>
                      <a:pt x="8283" y="5308"/>
                      <a:pt x="8238" y="5518"/>
                    </a:cubicBezTo>
                    <a:cubicBezTo>
                      <a:pt x="8193" y="5727"/>
                      <a:pt x="8269" y="5898"/>
                      <a:pt x="8407" y="5898"/>
                    </a:cubicBezTo>
                    <a:cubicBezTo>
                      <a:pt x="8545" y="5898"/>
                      <a:pt x="8693" y="5727"/>
                      <a:pt x="8736" y="5518"/>
                    </a:cubicBezTo>
                    <a:cubicBezTo>
                      <a:pt x="8780" y="5308"/>
                      <a:pt x="8704" y="5140"/>
                      <a:pt x="8567" y="5140"/>
                    </a:cubicBezTo>
                    <a:close/>
                    <a:moveTo>
                      <a:pt x="9168" y="5140"/>
                    </a:moveTo>
                    <a:cubicBezTo>
                      <a:pt x="9032" y="5140"/>
                      <a:pt x="8886" y="5308"/>
                      <a:pt x="8843" y="5518"/>
                    </a:cubicBezTo>
                    <a:cubicBezTo>
                      <a:pt x="8799" y="5727"/>
                      <a:pt x="8876" y="5898"/>
                      <a:pt x="9015" y="5898"/>
                    </a:cubicBezTo>
                    <a:cubicBezTo>
                      <a:pt x="9153" y="5898"/>
                      <a:pt x="9299" y="5727"/>
                      <a:pt x="9341" y="5518"/>
                    </a:cubicBezTo>
                    <a:cubicBezTo>
                      <a:pt x="9383" y="5308"/>
                      <a:pt x="9305" y="5140"/>
                      <a:pt x="9168" y="5140"/>
                    </a:cubicBezTo>
                    <a:close/>
                    <a:moveTo>
                      <a:pt x="9780" y="5140"/>
                    </a:moveTo>
                    <a:cubicBezTo>
                      <a:pt x="9643" y="5140"/>
                      <a:pt x="9499" y="5308"/>
                      <a:pt x="9457" y="5518"/>
                    </a:cubicBezTo>
                    <a:cubicBezTo>
                      <a:pt x="9416" y="5727"/>
                      <a:pt x="9494" y="5898"/>
                      <a:pt x="9632" y="5898"/>
                    </a:cubicBezTo>
                    <a:cubicBezTo>
                      <a:pt x="9771" y="5898"/>
                      <a:pt x="9915" y="5727"/>
                      <a:pt x="9956" y="5518"/>
                    </a:cubicBezTo>
                    <a:cubicBezTo>
                      <a:pt x="9996" y="5308"/>
                      <a:pt x="9917" y="5140"/>
                      <a:pt x="9780" y="5140"/>
                    </a:cubicBezTo>
                    <a:close/>
                    <a:moveTo>
                      <a:pt x="10382" y="5140"/>
                    </a:moveTo>
                    <a:cubicBezTo>
                      <a:pt x="10245" y="5140"/>
                      <a:pt x="10102" y="5308"/>
                      <a:pt x="10062" y="5518"/>
                    </a:cubicBezTo>
                    <a:cubicBezTo>
                      <a:pt x="10022" y="5727"/>
                      <a:pt x="10102" y="5898"/>
                      <a:pt x="10240" y="5898"/>
                    </a:cubicBezTo>
                    <a:cubicBezTo>
                      <a:pt x="10378" y="5898"/>
                      <a:pt x="10522" y="5727"/>
                      <a:pt x="10560" y="5518"/>
                    </a:cubicBezTo>
                    <a:cubicBezTo>
                      <a:pt x="10599" y="5308"/>
                      <a:pt x="10519" y="5140"/>
                      <a:pt x="10382" y="5140"/>
                    </a:cubicBezTo>
                    <a:close/>
                    <a:moveTo>
                      <a:pt x="10993" y="5140"/>
                    </a:moveTo>
                    <a:cubicBezTo>
                      <a:pt x="10857" y="5140"/>
                      <a:pt x="10715" y="5308"/>
                      <a:pt x="10677" y="5518"/>
                    </a:cubicBezTo>
                    <a:cubicBezTo>
                      <a:pt x="10639" y="5727"/>
                      <a:pt x="10719" y="5898"/>
                      <a:pt x="10858" y="5898"/>
                    </a:cubicBezTo>
                    <a:cubicBezTo>
                      <a:pt x="10996" y="5898"/>
                      <a:pt x="11138" y="5727"/>
                      <a:pt x="11175" y="5518"/>
                    </a:cubicBezTo>
                    <a:cubicBezTo>
                      <a:pt x="11212" y="5308"/>
                      <a:pt x="11130" y="5140"/>
                      <a:pt x="10993" y="5140"/>
                    </a:cubicBezTo>
                    <a:close/>
                    <a:moveTo>
                      <a:pt x="11596" y="5140"/>
                    </a:moveTo>
                    <a:cubicBezTo>
                      <a:pt x="11459" y="5140"/>
                      <a:pt x="11318" y="5308"/>
                      <a:pt x="11282" y="5518"/>
                    </a:cubicBezTo>
                    <a:cubicBezTo>
                      <a:pt x="11245" y="5727"/>
                      <a:pt x="11327" y="5898"/>
                      <a:pt x="11465" y="5898"/>
                    </a:cubicBezTo>
                    <a:cubicBezTo>
                      <a:pt x="11604" y="5898"/>
                      <a:pt x="11745" y="5727"/>
                      <a:pt x="11780" y="5518"/>
                    </a:cubicBezTo>
                    <a:cubicBezTo>
                      <a:pt x="11815" y="5308"/>
                      <a:pt x="11732" y="5140"/>
                      <a:pt x="11596" y="5140"/>
                    </a:cubicBezTo>
                    <a:close/>
                    <a:moveTo>
                      <a:pt x="12208" y="5140"/>
                    </a:moveTo>
                    <a:cubicBezTo>
                      <a:pt x="12071" y="5140"/>
                      <a:pt x="11931" y="5308"/>
                      <a:pt x="11896" y="5518"/>
                    </a:cubicBezTo>
                    <a:cubicBezTo>
                      <a:pt x="11861" y="5727"/>
                      <a:pt x="11945" y="5898"/>
                      <a:pt x="12083" y="5898"/>
                    </a:cubicBezTo>
                    <a:cubicBezTo>
                      <a:pt x="12222" y="5898"/>
                      <a:pt x="12361" y="5727"/>
                      <a:pt x="12395" y="5518"/>
                    </a:cubicBezTo>
                    <a:cubicBezTo>
                      <a:pt x="12429" y="5308"/>
                      <a:pt x="12344" y="5140"/>
                      <a:pt x="12208" y="5140"/>
                    </a:cubicBezTo>
                    <a:close/>
                    <a:moveTo>
                      <a:pt x="12819" y="5140"/>
                    </a:moveTo>
                    <a:cubicBezTo>
                      <a:pt x="12683" y="5140"/>
                      <a:pt x="12545" y="5308"/>
                      <a:pt x="12511" y="5518"/>
                    </a:cubicBezTo>
                    <a:cubicBezTo>
                      <a:pt x="12478" y="5727"/>
                      <a:pt x="12563" y="5898"/>
                      <a:pt x="12701" y="5898"/>
                    </a:cubicBezTo>
                    <a:cubicBezTo>
                      <a:pt x="12839" y="5898"/>
                      <a:pt x="12978" y="5727"/>
                      <a:pt x="13010" y="5518"/>
                    </a:cubicBezTo>
                    <a:cubicBezTo>
                      <a:pt x="13042" y="5308"/>
                      <a:pt x="12956" y="5140"/>
                      <a:pt x="12819" y="5140"/>
                    </a:cubicBezTo>
                    <a:close/>
                    <a:moveTo>
                      <a:pt x="13421" y="5140"/>
                    </a:moveTo>
                    <a:cubicBezTo>
                      <a:pt x="13284" y="5140"/>
                      <a:pt x="13148" y="5308"/>
                      <a:pt x="13116" y="5518"/>
                    </a:cubicBezTo>
                    <a:cubicBezTo>
                      <a:pt x="13085" y="5727"/>
                      <a:pt x="13170" y="5898"/>
                      <a:pt x="13309" y="5898"/>
                    </a:cubicBezTo>
                    <a:cubicBezTo>
                      <a:pt x="13447" y="5898"/>
                      <a:pt x="13584" y="5727"/>
                      <a:pt x="13615" y="5518"/>
                    </a:cubicBezTo>
                    <a:cubicBezTo>
                      <a:pt x="13645" y="5308"/>
                      <a:pt x="13558" y="5140"/>
                      <a:pt x="13421" y="5140"/>
                    </a:cubicBezTo>
                    <a:close/>
                    <a:moveTo>
                      <a:pt x="14033" y="5140"/>
                    </a:moveTo>
                    <a:cubicBezTo>
                      <a:pt x="13896" y="5140"/>
                      <a:pt x="13761" y="5308"/>
                      <a:pt x="13731" y="5518"/>
                    </a:cubicBezTo>
                    <a:cubicBezTo>
                      <a:pt x="13701" y="5727"/>
                      <a:pt x="13788" y="5898"/>
                      <a:pt x="13926" y="5898"/>
                    </a:cubicBezTo>
                    <a:cubicBezTo>
                      <a:pt x="14065" y="5898"/>
                      <a:pt x="14200" y="5727"/>
                      <a:pt x="14229" y="5518"/>
                    </a:cubicBezTo>
                    <a:cubicBezTo>
                      <a:pt x="14258" y="5308"/>
                      <a:pt x="14170" y="5140"/>
                      <a:pt x="14033" y="5140"/>
                    </a:cubicBezTo>
                    <a:close/>
                    <a:moveTo>
                      <a:pt x="14635" y="5140"/>
                    </a:moveTo>
                    <a:cubicBezTo>
                      <a:pt x="14498" y="5140"/>
                      <a:pt x="14365" y="5308"/>
                      <a:pt x="14336" y="5518"/>
                    </a:cubicBezTo>
                    <a:cubicBezTo>
                      <a:pt x="14308" y="5727"/>
                      <a:pt x="14396" y="5898"/>
                      <a:pt x="14534" y="5898"/>
                    </a:cubicBezTo>
                    <a:cubicBezTo>
                      <a:pt x="14673" y="5898"/>
                      <a:pt x="14807" y="5727"/>
                      <a:pt x="14834" y="5518"/>
                    </a:cubicBezTo>
                    <a:cubicBezTo>
                      <a:pt x="14862" y="5308"/>
                      <a:pt x="14772" y="5140"/>
                      <a:pt x="14635" y="5140"/>
                    </a:cubicBezTo>
                    <a:close/>
                    <a:moveTo>
                      <a:pt x="15247" y="5140"/>
                    </a:moveTo>
                    <a:cubicBezTo>
                      <a:pt x="15110" y="5140"/>
                      <a:pt x="14978" y="5308"/>
                      <a:pt x="14951" y="5518"/>
                    </a:cubicBezTo>
                    <a:cubicBezTo>
                      <a:pt x="14924" y="5727"/>
                      <a:pt x="15014" y="5898"/>
                      <a:pt x="15152" y="5898"/>
                    </a:cubicBezTo>
                    <a:cubicBezTo>
                      <a:pt x="15291" y="5898"/>
                      <a:pt x="15423" y="5727"/>
                      <a:pt x="15449" y="5518"/>
                    </a:cubicBezTo>
                    <a:cubicBezTo>
                      <a:pt x="15475" y="5308"/>
                      <a:pt x="15384" y="5140"/>
                      <a:pt x="15247" y="5140"/>
                    </a:cubicBezTo>
                    <a:close/>
                    <a:moveTo>
                      <a:pt x="16461" y="5140"/>
                    </a:moveTo>
                    <a:cubicBezTo>
                      <a:pt x="16324" y="5140"/>
                      <a:pt x="16195" y="5308"/>
                      <a:pt x="16171" y="5518"/>
                    </a:cubicBezTo>
                    <a:cubicBezTo>
                      <a:pt x="16148" y="5727"/>
                      <a:pt x="16240" y="5898"/>
                      <a:pt x="16378" y="5898"/>
                    </a:cubicBezTo>
                    <a:cubicBezTo>
                      <a:pt x="16517" y="5898"/>
                      <a:pt x="16647" y="5727"/>
                      <a:pt x="16669" y="5518"/>
                    </a:cubicBezTo>
                    <a:cubicBezTo>
                      <a:pt x="16691" y="5308"/>
                      <a:pt x="16598" y="5140"/>
                      <a:pt x="16461" y="5140"/>
                    </a:cubicBezTo>
                    <a:close/>
                    <a:moveTo>
                      <a:pt x="17064" y="5140"/>
                    </a:moveTo>
                    <a:cubicBezTo>
                      <a:pt x="16927" y="5140"/>
                      <a:pt x="16798" y="5308"/>
                      <a:pt x="16776" y="5518"/>
                    </a:cubicBezTo>
                    <a:cubicBezTo>
                      <a:pt x="16754" y="5727"/>
                      <a:pt x="16848" y="5898"/>
                      <a:pt x="16986" y="5898"/>
                    </a:cubicBezTo>
                    <a:cubicBezTo>
                      <a:pt x="17125" y="5898"/>
                      <a:pt x="17254" y="5727"/>
                      <a:pt x="17274" y="5518"/>
                    </a:cubicBezTo>
                    <a:cubicBezTo>
                      <a:pt x="17295" y="5308"/>
                      <a:pt x="17200" y="5140"/>
                      <a:pt x="17064" y="5140"/>
                    </a:cubicBezTo>
                    <a:close/>
                    <a:moveTo>
                      <a:pt x="17676" y="5140"/>
                    </a:moveTo>
                    <a:cubicBezTo>
                      <a:pt x="17539" y="5140"/>
                      <a:pt x="17412" y="5308"/>
                      <a:pt x="17391" y="5518"/>
                    </a:cubicBezTo>
                    <a:cubicBezTo>
                      <a:pt x="17371" y="5727"/>
                      <a:pt x="17466" y="5898"/>
                      <a:pt x="17605" y="5898"/>
                    </a:cubicBezTo>
                    <a:cubicBezTo>
                      <a:pt x="17743" y="5898"/>
                      <a:pt x="17871" y="5727"/>
                      <a:pt x="17890" y="5518"/>
                    </a:cubicBezTo>
                    <a:cubicBezTo>
                      <a:pt x="17909" y="5308"/>
                      <a:pt x="17813" y="5140"/>
                      <a:pt x="17676" y="5140"/>
                    </a:cubicBezTo>
                    <a:close/>
                    <a:moveTo>
                      <a:pt x="20707" y="5140"/>
                    </a:moveTo>
                    <a:cubicBezTo>
                      <a:pt x="20570" y="5140"/>
                      <a:pt x="20449" y="5308"/>
                      <a:pt x="20437" y="5518"/>
                    </a:cubicBezTo>
                    <a:cubicBezTo>
                      <a:pt x="20425" y="5727"/>
                      <a:pt x="20527" y="5898"/>
                      <a:pt x="20665" y="5898"/>
                    </a:cubicBezTo>
                    <a:cubicBezTo>
                      <a:pt x="20804" y="5898"/>
                      <a:pt x="20924" y="5727"/>
                      <a:pt x="20935" y="5518"/>
                    </a:cubicBezTo>
                    <a:cubicBezTo>
                      <a:pt x="20946" y="5308"/>
                      <a:pt x="20844" y="5140"/>
                      <a:pt x="20707" y="5140"/>
                    </a:cubicBezTo>
                    <a:close/>
                    <a:moveTo>
                      <a:pt x="21320" y="5140"/>
                    </a:moveTo>
                    <a:cubicBezTo>
                      <a:pt x="21183" y="5140"/>
                      <a:pt x="21063" y="5308"/>
                      <a:pt x="21053" y="5518"/>
                    </a:cubicBezTo>
                    <a:cubicBezTo>
                      <a:pt x="21042" y="5727"/>
                      <a:pt x="21146" y="5898"/>
                      <a:pt x="21284" y="5898"/>
                    </a:cubicBezTo>
                    <a:cubicBezTo>
                      <a:pt x="21422" y="5898"/>
                      <a:pt x="21542" y="5727"/>
                      <a:pt x="21551" y="5518"/>
                    </a:cubicBezTo>
                    <a:cubicBezTo>
                      <a:pt x="21560" y="5308"/>
                      <a:pt x="21456" y="5140"/>
                      <a:pt x="21320" y="5140"/>
                    </a:cubicBezTo>
                    <a:close/>
                    <a:moveTo>
                      <a:pt x="1604" y="6077"/>
                    </a:moveTo>
                    <a:cubicBezTo>
                      <a:pt x="1465" y="6077"/>
                      <a:pt x="1301" y="6250"/>
                      <a:pt x="1237" y="6464"/>
                    </a:cubicBezTo>
                    <a:cubicBezTo>
                      <a:pt x="1173" y="6679"/>
                      <a:pt x="1233" y="6854"/>
                      <a:pt x="1373" y="6854"/>
                    </a:cubicBezTo>
                    <a:cubicBezTo>
                      <a:pt x="1513" y="6854"/>
                      <a:pt x="1678" y="6679"/>
                      <a:pt x="1741" y="6464"/>
                    </a:cubicBezTo>
                    <a:cubicBezTo>
                      <a:pt x="1804" y="6250"/>
                      <a:pt x="1742" y="6077"/>
                      <a:pt x="1604" y="6077"/>
                    </a:cubicBezTo>
                    <a:close/>
                    <a:moveTo>
                      <a:pt x="2225" y="6077"/>
                    </a:moveTo>
                    <a:cubicBezTo>
                      <a:pt x="2087" y="6077"/>
                      <a:pt x="1924" y="6250"/>
                      <a:pt x="1861" y="6464"/>
                    </a:cubicBezTo>
                    <a:cubicBezTo>
                      <a:pt x="1799" y="6679"/>
                      <a:pt x="1861" y="6854"/>
                      <a:pt x="2001" y="6854"/>
                    </a:cubicBezTo>
                    <a:cubicBezTo>
                      <a:pt x="2141" y="6854"/>
                      <a:pt x="2304" y="6679"/>
                      <a:pt x="2366" y="6464"/>
                    </a:cubicBezTo>
                    <a:cubicBezTo>
                      <a:pt x="2427" y="6250"/>
                      <a:pt x="2364" y="6077"/>
                      <a:pt x="2225" y="6077"/>
                    </a:cubicBezTo>
                    <a:close/>
                    <a:moveTo>
                      <a:pt x="2836" y="6077"/>
                    </a:moveTo>
                    <a:cubicBezTo>
                      <a:pt x="2698" y="6077"/>
                      <a:pt x="2537" y="6250"/>
                      <a:pt x="2476" y="6464"/>
                    </a:cubicBezTo>
                    <a:cubicBezTo>
                      <a:pt x="2415" y="6679"/>
                      <a:pt x="2478" y="6854"/>
                      <a:pt x="2618" y="6854"/>
                    </a:cubicBezTo>
                    <a:cubicBezTo>
                      <a:pt x="2758" y="6854"/>
                      <a:pt x="2920" y="6679"/>
                      <a:pt x="2980" y="6464"/>
                    </a:cubicBezTo>
                    <a:cubicBezTo>
                      <a:pt x="3039" y="6250"/>
                      <a:pt x="2975" y="6077"/>
                      <a:pt x="2836" y="6077"/>
                    </a:cubicBezTo>
                    <a:close/>
                    <a:moveTo>
                      <a:pt x="3448" y="6077"/>
                    </a:moveTo>
                    <a:cubicBezTo>
                      <a:pt x="3309" y="6077"/>
                      <a:pt x="3149" y="6250"/>
                      <a:pt x="3090" y="6464"/>
                    </a:cubicBezTo>
                    <a:cubicBezTo>
                      <a:pt x="3031" y="6679"/>
                      <a:pt x="3096" y="6854"/>
                      <a:pt x="3236" y="6854"/>
                    </a:cubicBezTo>
                    <a:cubicBezTo>
                      <a:pt x="3375" y="6854"/>
                      <a:pt x="3536" y="6679"/>
                      <a:pt x="3594" y="6464"/>
                    </a:cubicBezTo>
                    <a:cubicBezTo>
                      <a:pt x="3652" y="6250"/>
                      <a:pt x="3586" y="6077"/>
                      <a:pt x="3448" y="6077"/>
                    </a:cubicBezTo>
                    <a:close/>
                    <a:moveTo>
                      <a:pt x="4069" y="6077"/>
                    </a:moveTo>
                    <a:cubicBezTo>
                      <a:pt x="3931" y="6077"/>
                      <a:pt x="3772" y="6250"/>
                      <a:pt x="3715" y="6464"/>
                    </a:cubicBezTo>
                    <a:cubicBezTo>
                      <a:pt x="3657" y="6679"/>
                      <a:pt x="3724" y="6854"/>
                      <a:pt x="3863" y="6854"/>
                    </a:cubicBezTo>
                    <a:cubicBezTo>
                      <a:pt x="4003" y="6854"/>
                      <a:pt x="4162" y="6679"/>
                      <a:pt x="4219" y="6464"/>
                    </a:cubicBezTo>
                    <a:cubicBezTo>
                      <a:pt x="4275" y="6250"/>
                      <a:pt x="4208" y="6077"/>
                      <a:pt x="4069" y="6077"/>
                    </a:cubicBezTo>
                    <a:close/>
                    <a:moveTo>
                      <a:pt x="4681" y="6077"/>
                    </a:moveTo>
                    <a:cubicBezTo>
                      <a:pt x="4542" y="6077"/>
                      <a:pt x="4385" y="6250"/>
                      <a:pt x="4329" y="6464"/>
                    </a:cubicBezTo>
                    <a:cubicBezTo>
                      <a:pt x="4273" y="6679"/>
                      <a:pt x="4341" y="6854"/>
                      <a:pt x="4481" y="6854"/>
                    </a:cubicBezTo>
                    <a:cubicBezTo>
                      <a:pt x="4621" y="6854"/>
                      <a:pt x="4779" y="6679"/>
                      <a:pt x="4833" y="6464"/>
                    </a:cubicBezTo>
                    <a:cubicBezTo>
                      <a:pt x="4888" y="6250"/>
                      <a:pt x="4819" y="6077"/>
                      <a:pt x="4681" y="6077"/>
                    </a:cubicBezTo>
                    <a:close/>
                    <a:moveTo>
                      <a:pt x="5292" y="6077"/>
                    </a:moveTo>
                    <a:cubicBezTo>
                      <a:pt x="5154" y="6077"/>
                      <a:pt x="4998" y="6250"/>
                      <a:pt x="4944" y="6464"/>
                    </a:cubicBezTo>
                    <a:cubicBezTo>
                      <a:pt x="4889" y="6679"/>
                      <a:pt x="4958" y="6854"/>
                      <a:pt x="5098" y="6854"/>
                    </a:cubicBezTo>
                    <a:cubicBezTo>
                      <a:pt x="5238" y="6854"/>
                      <a:pt x="5395" y="6679"/>
                      <a:pt x="5448" y="6464"/>
                    </a:cubicBezTo>
                    <a:cubicBezTo>
                      <a:pt x="5500" y="6250"/>
                      <a:pt x="5431" y="6077"/>
                      <a:pt x="5292" y="6077"/>
                    </a:cubicBezTo>
                    <a:close/>
                    <a:moveTo>
                      <a:pt x="5904" y="6077"/>
                    </a:moveTo>
                    <a:cubicBezTo>
                      <a:pt x="5765" y="6077"/>
                      <a:pt x="5611" y="6250"/>
                      <a:pt x="5558" y="6464"/>
                    </a:cubicBezTo>
                    <a:cubicBezTo>
                      <a:pt x="5505" y="6679"/>
                      <a:pt x="5576" y="6854"/>
                      <a:pt x="5716" y="6854"/>
                    </a:cubicBezTo>
                    <a:cubicBezTo>
                      <a:pt x="5856" y="6854"/>
                      <a:pt x="6011" y="6679"/>
                      <a:pt x="6062" y="6464"/>
                    </a:cubicBezTo>
                    <a:cubicBezTo>
                      <a:pt x="6113" y="6250"/>
                      <a:pt x="6042" y="6077"/>
                      <a:pt x="5904" y="6077"/>
                    </a:cubicBezTo>
                    <a:close/>
                    <a:moveTo>
                      <a:pt x="6525" y="6077"/>
                    </a:moveTo>
                    <a:cubicBezTo>
                      <a:pt x="6387" y="6077"/>
                      <a:pt x="6234" y="6250"/>
                      <a:pt x="6183" y="6464"/>
                    </a:cubicBezTo>
                    <a:cubicBezTo>
                      <a:pt x="6132" y="6679"/>
                      <a:pt x="6204" y="6854"/>
                      <a:pt x="6344" y="6854"/>
                    </a:cubicBezTo>
                    <a:cubicBezTo>
                      <a:pt x="6483" y="6854"/>
                      <a:pt x="6637" y="6679"/>
                      <a:pt x="6687" y="6464"/>
                    </a:cubicBezTo>
                    <a:cubicBezTo>
                      <a:pt x="6736" y="6250"/>
                      <a:pt x="6664" y="6077"/>
                      <a:pt x="6525" y="6077"/>
                    </a:cubicBezTo>
                    <a:close/>
                    <a:moveTo>
                      <a:pt x="7137" y="6077"/>
                    </a:moveTo>
                    <a:cubicBezTo>
                      <a:pt x="6998" y="6077"/>
                      <a:pt x="6847" y="6250"/>
                      <a:pt x="6798" y="6464"/>
                    </a:cubicBezTo>
                    <a:cubicBezTo>
                      <a:pt x="6748" y="6679"/>
                      <a:pt x="6821" y="6854"/>
                      <a:pt x="6961" y="6854"/>
                    </a:cubicBezTo>
                    <a:cubicBezTo>
                      <a:pt x="7101" y="6854"/>
                      <a:pt x="7253" y="6679"/>
                      <a:pt x="7301" y="6464"/>
                    </a:cubicBezTo>
                    <a:cubicBezTo>
                      <a:pt x="7349" y="6250"/>
                      <a:pt x="7275" y="6077"/>
                      <a:pt x="7137" y="6077"/>
                    </a:cubicBezTo>
                    <a:close/>
                    <a:moveTo>
                      <a:pt x="7749" y="6077"/>
                    </a:moveTo>
                    <a:cubicBezTo>
                      <a:pt x="7610" y="6077"/>
                      <a:pt x="7460" y="6250"/>
                      <a:pt x="7412" y="6464"/>
                    </a:cubicBezTo>
                    <a:cubicBezTo>
                      <a:pt x="7365" y="6679"/>
                      <a:pt x="7439" y="6854"/>
                      <a:pt x="7579" y="6854"/>
                    </a:cubicBezTo>
                    <a:cubicBezTo>
                      <a:pt x="7719" y="6854"/>
                      <a:pt x="7870" y="6679"/>
                      <a:pt x="7916" y="6464"/>
                    </a:cubicBezTo>
                    <a:cubicBezTo>
                      <a:pt x="7962" y="6250"/>
                      <a:pt x="7887" y="6077"/>
                      <a:pt x="7749" y="6077"/>
                    </a:cubicBezTo>
                    <a:close/>
                    <a:moveTo>
                      <a:pt x="8370" y="6077"/>
                    </a:moveTo>
                    <a:cubicBezTo>
                      <a:pt x="8232" y="6077"/>
                      <a:pt x="8083" y="6250"/>
                      <a:pt x="8037" y="6464"/>
                    </a:cubicBezTo>
                    <a:cubicBezTo>
                      <a:pt x="7991" y="6679"/>
                      <a:pt x="8067" y="6854"/>
                      <a:pt x="8207" y="6854"/>
                    </a:cubicBezTo>
                    <a:cubicBezTo>
                      <a:pt x="8346" y="6854"/>
                      <a:pt x="8496" y="6679"/>
                      <a:pt x="8541" y="6464"/>
                    </a:cubicBezTo>
                    <a:cubicBezTo>
                      <a:pt x="8585" y="6250"/>
                      <a:pt x="8509" y="6077"/>
                      <a:pt x="8370" y="6077"/>
                    </a:cubicBezTo>
                    <a:close/>
                    <a:moveTo>
                      <a:pt x="8982" y="6077"/>
                    </a:moveTo>
                    <a:cubicBezTo>
                      <a:pt x="8844" y="6077"/>
                      <a:pt x="8696" y="6250"/>
                      <a:pt x="8652" y="6464"/>
                    </a:cubicBezTo>
                    <a:cubicBezTo>
                      <a:pt x="8607" y="6679"/>
                      <a:pt x="8685" y="6854"/>
                      <a:pt x="8824" y="6854"/>
                    </a:cubicBezTo>
                    <a:cubicBezTo>
                      <a:pt x="8964" y="6854"/>
                      <a:pt x="9113" y="6679"/>
                      <a:pt x="9156" y="6464"/>
                    </a:cubicBezTo>
                    <a:cubicBezTo>
                      <a:pt x="9198" y="6250"/>
                      <a:pt x="9120" y="6077"/>
                      <a:pt x="8982" y="6077"/>
                    </a:cubicBezTo>
                    <a:close/>
                    <a:moveTo>
                      <a:pt x="9594" y="6077"/>
                    </a:moveTo>
                    <a:cubicBezTo>
                      <a:pt x="9455" y="6077"/>
                      <a:pt x="9309" y="6250"/>
                      <a:pt x="9266" y="6464"/>
                    </a:cubicBezTo>
                    <a:cubicBezTo>
                      <a:pt x="9224" y="6679"/>
                      <a:pt x="9302" y="6854"/>
                      <a:pt x="9442" y="6854"/>
                    </a:cubicBezTo>
                    <a:cubicBezTo>
                      <a:pt x="9582" y="6854"/>
                      <a:pt x="9729" y="6679"/>
                      <a:pt x="9770" y="6464"/>
                    </a:cubicBezTo>
                    <a:cubicBezTo>
                      <a:pt x="9811" y="6250"/>
                      <a:pt x="9732" y="6077"/>
                      <a:pt x="9594" y="6077"/>
                    </a:cubicBezTo>
                    <a:close/>
                    <a:moveTo>
                      <a:pt x="10216" y="6077"/>
                    </a:moveTo>
                    <a:cubicBezTo>
                      <a:pt x="10077" y="6077"/>
                      <a:pt x="9932" y="6250"/>
                      <a:pt x="9891" y="6464"/>
                    </a:cubicBezTo>
                    <a:cubicBezTo>
                      <a:pt x="9850" y="6679"/>
                      <a:pt x="9930" y="6854"/>
                      <a:pt x="10070" y="6854"/>
                    </a:cubicBezTo>
                    <a:cubicBezTo>
                      <a:pt x="10210" y="6854"/>
                      <a:pt x="10356" y="6679"/>
                      <a:pt x="10395" y="6464"/>
                    </a:cubicBezTo>
                    <a:cubicBezTo>
                      <a:pt x="10435" y="6250"/>
                      <a:pt x="10354" y="6077"/>
                      <a:pt x="10216" y="6077"/>
                    </a:cubicBezTo>
                    <a:close/>
                    <a:moveTo>
                      <a:pt x="10827" y="6077"/>
                    </a:moveTo>
                    <a:cubicBezTo>
                      <a:pt x="10688" y="6077"/>
                      <a:pt x="10545" y="6250"/>
                      <a:pt x="10506" y="6464"/>
                    </a:cubicBezTo>
                    <a:cubicBezTo>
                      <a:pt x="10466" y="6679"/>
                      <a:pt x="10548" y="6854"/>
                      <a:pt x="10688" y="6854"/>
                    </a:cubicBezTo>
                    <a:cubicBezTo>
                      <a:pt x="10827" y="6854"/>
                      <a:pt x="10972" y="6679"/>
                      <a:pt x="11010" y="6464"/>
                    </a:cubicBezTo>
                    <a:cubicBezTo>
                      <a:pt x="11047" y="6250"/>
                      <a:pt x="10965" y="6077"/>
                      <a:pt x="10827" y="6077"/>
                    </a:cubicBezTo>
                    <a:close/>
                    <a:moveTo>
                      <a:pt x="13284" y="6077"/>
                    </a:moveTo>
                    <a:cubicBezTo>
                      <a:pt x="13146" y="6077"/>
                      <a:pt x="13008" y="6250"/>
                      <a:pt x="12975" y="6464"/>
                    </a:cubicBezTo>
                    <a:cubicBezTo>
                      <a:pt x="12943" y="6679"/>
                      <a:pt x="13029" y="6854"/>
                      <a:pt x="13169" y="6854"/>
                    </a:cubicBezTo>
                    <a:cubicBezTo>
                      <a:pt x="13309" y="6854"/>
                      <a:pt x="13448" y="6679"/>
                      <a:pt x="13480" y="6464"/>
                    </a:cubicBezTo>
                    <a:cubicBezTo>
                      <a:pt x="13511" y="6250"/>
                      <a:pt x="13423" y="6077"/>
                      <a:pt x="13284" y="6077"/>
                    </a:cubicBezTo>
                    <a:close/>
                    <a:moveTo>
                      <a:pt x="13896" y="6077"/>
                    </a:moveTo>
                    <a:cubicBezTo>
                      <a:pt x="13758" y="6077"/>
                      <a:pt x="13621" y="6250"/>
                      <a:pt x="13590" y="6464"/>
                    </a:cubicBezTo>
                    <a:cubicBezTo>
                      <a:pt x="13559" y="6679"/>
                      <a:pt x="13648" y="6854"/>
                      <a:pt x="13787" y="6854"/>
                    </a:cubicBezTo>
                    <a:cubicBezTo>
                      <a:pt x="13927" y="6854"/>
                      <a:pt x="14064" y="6679"/>
                      <a:pt x="14094" y="6464"/>
                    </a:cubicBezTo>
                    <a:cubicBezTo>
                      <a:pt x="14123" y="6250"/>
                      <a:pt x="14035" y="6077"/>
                      <a:pt x="13896" y="6077"/>
                    </a:cubicBezTo>
                    <a:close/>
                    <a:moveTo>
                      <a:pt x="16977" y="6077"/>
                    </a:moveTo>
                    <a:cubicBezTo>
                      <a:pt x="16838" y="6077"/>
                      <a:pt x="16708" y="6250"/>
                      <a:pt x="16685" y="6464"/>
                    </a:cubicBezTo>
                    <a:cubicBezTo>
                      <a:pt x="16663" y="6679"/>
                      <a:pt x="16758" y="6854"/>
                      <a:pt x="16898" y="6854"/>
                    </a:cubicBezTo>
                    <a:cubicBezTo>
                      <a:pt x="17038" y="6854"/>
                      <a:pt x="17169" y="6679"/>
                      <a:pt x="17190" y="6464"/>
                    </a:cubicBezTo>
                    <a:cubicBezTo>
                      <a:pt x="17211" y="6250"/>
                      <a:pt x="17115" y="6077"/>
                      <a:pt x="16977" y="6077"/>
                    </a:cubicBezTo>
                    <a:close/>
                    <a:moveTo>
                      <a:pt x="1949" y="7014"/>
                    </a:moveTo>
                    <a:cubicBezTo>
                      <a:pt x="1809" y="7014"/>
                      <a:pt x="1644" y="7191"/>
                      <a:pt x="1580" y="7410"/>
                    </a:cubicBezTo>
                    <a:cubicBezTo>
                      <a:pt x="1516" y="7630"/>
                      <a:pt x="1578" y="7810"/>
                      <a:pt x="1719" y="7810"/>
                    </a:cubicBezTo>
                    <a:cubicBezTo>
                      <a:pt x="1861" y="7810"/>
                      <a:pt x="2027" y="7630"/>
                      <a:pt x="2090" y="7410"/>
                    </a:cubicBezTo>
                    <a:cubicBezTo>
                      <a:pt x="2153" y="7191"/>
                      <a:pt x="2089" y="7014"/>
                      <a:pt x="1949" y="7014"/>
                    </a:cubicBezTo>
                    <a:close/>
                    <a:moveTo>
                      <a:pt x="2570" y="7014"/>
                    </a:moveTo>
                    <a:cubicBezTo>
                      <a:pt x="2430" y="7014"/>
                      <a:pt x="2266" y="7191"/>
                      <a:pt x="2204" y="7410"/>
                    </a:cubicBezTo>
                    <a:cubicBezTo>
                      <a:pt x="2142" y="7630"/>
                      <a:pt x="2205" y="7810"/>
                      <a:pt x="2347" y="7810"/>
                    </a:cubicBezTo>
                    <a:cubicBezTo>
                      <a:pt x="2489" y="7810"/>
                      <a:pt x="2653" y="7630"/>
                      <a:pt x="2714" y="7410"/>
                    </a:cubicBezTo>
                    <a:cubicBezTo>
                      <a:pt x="2775" y="7191"/>
                      <a:pt x="2710" y="7014"/>
                      <a:pt x="2570" y="7014"/>
                    </a:cubicBezTo>
                    <a:close/>
                    <a:moveTo>
                      <a:pt x="5056" y="7014"/>
                    </a:moveTo>
                    <a:cubicBezTo>
                      <a:pt x="4916" y="7014"/>
                      <a:pt x="4757" y="7191"/>
                      <a:pt x="4702" y="7410"/>
                    </a:cubicBezTo>
                    <a:cubicBezTo>
                      <a:pt x="4647" y="7630"/>
                      <a:pt x="4716" y="7810"/>
                      <a:pt x="4857" y="7810"/>
                    </a:cubicBezTo>
                    <a:cubicBezTo>
                      <a:pt x="4999" y="7810"/>
                      <a:pt x="5158" y="7630"/>
                      <a:pt x="5212" y="7410"/>
                    </a:cubicBezTo>
                    <a:cubicBezTo>
                      <a:pt x="5266" y="7191"/>
                      <a:pt x="5196" y="7014"/>
                      <a:pt x="5056" y="7014"/>
                    </a:cubicBezTo>
                    <a:close/>
                    <a:moveTo>
                      <a:pt x="5678" y="7014"/>
                    </a:moveTo>
                    <a:cubicBezTo>
                      <a:pt x="5537" y="7014"/>
                      <a:pt x="5380" y="7191"/>
                      <a:pt x="5327" y="7410"/>
                    </a:cubicBezTo>
                    <a:cubicBezTo>
                      <a:pt x="5273" y="7630"/>
                      <a:pt x="5343" y="7810"/>
                      <a:pt x="5485" y="7810"/>
                    </a:cubicBezTo>
                    <a:cubicBezTo>
                      <a:pt x="5627" y="7810"/>
                      <a:pt x="5784" y="7630"/>
                      <a:pt x="5837" y="7410"/>
                    </a:cubicBezTo>
                    <a:cubicBezTo>
                      <a:pt x="5889" y="7191"/>
                      <a:pt x="5818" y="7014"/>
                      <a:pt x="5678" y="7014"/>
                    </a:cubicBezTo>
                    <a:close/>
                    <a:moveTo>
                      <a:pt x="6299" y="7014"/>
                    </a:moveTo>
                    <a:cubicBezTo>
                      <a:pt x="6159" y="7014"/>
                      <a:pt x="6003" y="7191"/>
                      <a:pt x="5951" y="7410"/>
                    </a:cubicBezTo>
                    <a:cubicBezTo>
                      <a:pt x="5899" y="7630"/>
                      <a:pt x="5971" y="7810"/>
                      <a:pt x="6113" y="7810"/>
                    </a:cubicBezTo>
                    <a:cubicBezTo>
                      <a:pt x="6254" y="7810"/>
                      <a:pt x="6411" y="7630"/>
                      <a:pt x="6462" y="7410"/>
                    </a:cubicBezTo>
                    <a:cubicBezTo>
                      <a:pt x="6512" y="7191"/>
                      <a:pt x="6439" y="7014"/>
                      <a:pt x="6299" y="7014"/>
                    </a:cubicBezTo>
                    <a:close/>
                    <a:moveTo>
                      <a:pt x="6921" y="7014"/>
                    </a:moveTo>
                    <a:cubicBezTo>
                      <a:pt x="6780" y="7014"/>
                      <a:pt x="6626" y="7191"/>
                      <a:pt x="6576" y="7410"/>
                    </a:cubicBezTo>
                    <a:cubicBezTo>
                      <a:pt x="6526" y="7630"/>
                      <a:pt x="6599" y="7810"/>
                      <a:pt x="6740" y="7810"/>
                    </a:cubicBezTo>
                    <a:cubicBezTo>
                      <a:pt x="6882" y="7810"/>
                      <a:pt x="7037" y="7630"/>
                      <a:pt x="7086" y="7410"/>
                    </a:cubicBezTo>
                    <a:cubicBezTo>
                      <a:pt x="7135" y="7191"/>
                      <a:pt x="7061" y="7014"/>
                      <a:pt x="6921" y="7014"/>
                    </a:cubicBezTo>
                    <a:close/>
                    <a:moveTo>
                      <a:pt x="7542" y="7014"/>
                    </a:moveTo>
                    <a:cubicBezTo>
                      <a:pt x="7402" y="7014"/>
                      <a:pt x="7249" y="7191"/>
                      <a:pt x="7201" y="7410"/>
                    </a:cubicBezTo>
                    <a:cubicBezTo>
                      <a:pt x="7152" y="7630"/>
                      <a:pt x="7227" y="7810"/>
                      <a:pt x="7368" y="7810"/>
                    </a:cubicBezTo>
                    <a:cubicBezTo>
                      <a:pt x="7510" y="7810"/>
                      <a:pt x="7663" y="7630"/>
                      <a:pt x="7711" y="7410"/>
                    </a:cubicBezTo>
                    <a:cubicBezTo>
                      <a:pt x="7758" y="7191"/>
                      <a:pt x="7683" y="7014"/>
                      <a:pt x="7542" y="7014"/>
                    </a:cubicBezTo>
                    <a:close/>
                    <a:moveTo>
                      <a:pt x="8164" y="7014"/>
                    </a:moveTo>
                    <a:cubicBezTo>
                      <a:pt x="8024" y="7014"/>
                      <a:pt x="7872" y="7191"/>
                      <a:pt x="7825" y="7410"/>
                    </a:cubicBezTo>
                    <a:cubicBezTo>
                      <a:pt x="7778" y="7630"/>
                      <a:pt x="7855" y="7810"/>
                      <a:pt x="7996" y="7810"/>
                    </a:cubicBezTo>
                    <a:cubicBezTo>
                      <a:pt x="8138" y="7810"/>
                      <a:pt x="8290" y="7630"/>
                      <a:pt x="8336" y="7410"/>
                    </a:cubicBezTo>
                    <a:cubicBezTo>
                      <a:pt x="8381" y="7191"/>
                      <a:pt x="8304" y="7014"/>
                      <a:pt x="8164" y="7014"/>
                    </a:cubicBezTo>
                    <a:close/>
                    <a:moveTo>
                      <a:pt x="8786" y="7014"/>
                    </a:moveTo>
                    <a:cubicBezTo>
                      <a:pt x="8645" y="7014"/>
                      <a:pt x="8495" y="7191"/>
                      <a:pt x="8450" y="7410"/>
                    </a:cubicBezTo>
                    <a:cubicBezTo>
                      <a:pt x="8405" y="7630"/>
                      <a:pt x="8483" y="7810"/>
                      <a:pt x="8624" y="7810"/>
                    </a:cubicBezTo>
                    <a:cubicBezTo>
                      <a:pt x="8766" y="7810"/>
                      <a:pt x="8916" y="7630"/>
                      <a:pt x="8960" y="7410"/>
                    </a:cubicBezTo>
                    <a:cubicBezTo>
                      <a:pt x="9004" y="7191"/>
                      <a:pt x="8926" y="7014"/>
                      <a:pt x="8786" y="7014"/>
                    </a:cubicBezTo>
                    <a:close/>
                    <a:moveTo>
                      <a:pt x="9407" y="7014"/>
                    </a:moveTo>
                    <a:cubicBezTo>
                      <a:pt x="9267" y="7014"/>
                      <a:pt x="9118" y="7191"/>
                      <a:pt x="9075" y="7410"/>
                    </a:cubicBezTo>
                    <a:cubicBezTo>
                      <a:pt x="9031" y="7630"/>
                      <a:pt x="9110" y="7810"/>
                      <a:pt x="9252" y="7810"/>
                    </a:cubicBezTo>
                    <a:cubicBezTo>
                      <a:pt x="9394" y="7810"/>
                      <a:pt x="9543" y="7630"/>
                      <a:pt x="9585" y="7410"/>
                    </a:cubicBezTo>
                    <a:cubicBezTo>
                      <a:pt x="9627" y="7191"/>
                      <a:pt x="9547" y="7014"/>
                      <a:pt x="9407" y="7014"/>
                    </a:cubicBezTo>
                    <a:close/>
                    <a:moveTo>
                      <a:pt x="10029" y="7014"/>
                    </a:moveTo>
                    <a:cubicBezTo>
                      <a:pt x="9889" y="7014"/>
                      <a:pt x="9741" y="7191"/>
                      <a:pt x="9700" y="7410"/>
                    </a:cubicBezTo>
                    <a:cubicBezTo>
                      <a:pt x="9658" y="7630"/>
                      <a:pt x="9738" y="7810"/>
                      <a:pt x="9880" y="7810"/>
                    </a:cubicBezTo>
                    <a:cubicBezTo>
                      <a:pt x="10021" y="7810"/>
                      <a:pt x="10169" y="7630"/>
                      <a:pt x="10210" y="7410"/>
                    </a:cubicBezTo>
                    <a:cubicBezTo>
                      <a:pt x="10250" y="7191"/>
                      <a:pt x="10169" y="7014"/>
                      <a:pt x="10029" y="7014"/>
                    </a:cubicBezTo>
                    <a:close/>
                    <a:moveTo>
                      <a:pt x="10650" y="7014"/>
                    </a:moveTo>
                    <a:cubicBezTo>
                      <a:pt x="10510" y="7014"/>
                      <a:pt x="10364" y="7191"/>
                      <a:pt x="10324" y="7410"/>
                    </a:cubicBezTo>
                    <a:cubicBezTo>
                      <a:pt x="10284" y="7630"/>
                      <a:pt x="10366" y="7810"/>
                      <a:pt x="10508" y="7810"/>
                    </a:cubicBezTo>
                    <a:cubicBezTo>
                      <a:pt x="10649" y="7810"/>
                      <a:pt x="10796" y="7630"/>
                      <a:pt x="10835" y="7410"/>
                    </a:cubicBezTo>
                    <a:cubicBezTo>
                      <a:pt x="10873" y="7191"/>
                      <a:pt x="10791" y="7014"/>
                      <a:pt x="10650" y="7014"/>
                    </a:cubicBezTo>
                    <a:close/>
                    <a:moveTo>
                      <a:pt x="13148" y="7014"/>
                    </a:moveTo>
                    <a:cubicBezTo>
                      <a:pt x="13008" y="7014"/>
                      <a:pt x="12867" y="7191"/>
                      <a:pt x="12834" y="7410"/>
                    </a:cubicBezTo>
                    <a:cubicBezTo>
                      <a:pt x="12801" y="7630"/>
                      <a:pt x="12888" y="7810"/>
                      <a:pt x="13030" y="7810"/>
                    </a:cubicBezTo>
                    <a:cubicBezTo>
                      <a:pt x="13172" y="7810"/>
                      <a:pt x="13313" y="7630"/>
                      <a:pt x="13345" y="7410"/>
                    </a:cubicBezTo>
                    <a:cubicBezTo>
                      <a:pt x="13376" y="7191"/>
                      <a:pt x="13288" y="7014"/>
                      <a:pt x="13148" y="7014"/>
                    </a:cubicBezTo>
                    <a:close/>
                    <a:moveTo>
                      <a:pt x="13770" y="7014"/>
                    </a:moveTo>
                    <a:cubicBezTo>
                      <a:pt x="13630" y="7014"/>
                      <a:pt x="13491" y="7191"/>
                      <a:pt x="13459" y="7410"/>
                    </a:cubicBezTo>
                    <a:cubicBezTo>
                      <a:pt x="13427" y="7630"/>
                      <a:pt x="13517" y="7810"/>
                      <a:pt x="13658" y="7810"/>
                    </a:cubicBezTo>
                    <a:cubicBezTo>
                      <a:pt x="13800" y="7810"/>
                      <a:pt x="13939" y="7630"/>
                      <a:pt x="13969" y="7410"/>
                    </a:cubicBezTo>
                    <a:cubicBezTo>
                      <a:pt x="13999" y="7191"/>
                      <a:pt x="13910" y="7014"/>
                      <a:pt x="13770" y="7014"/>
                    </a:cubicBezTo>
                    <a:close/>
                    <a:moveTo>
                      <a:pt x="14392" y="7014"/>
                    </a:moveTo>
                    <a:cubicBezTo>
                      <a:pt x="14252" y="7014"/>
                      <a:pt x="14114" y="7191"/>
                      <a:pt x="14084" y="7410"/>
                    </a:cubicBezTo>
                    <a:cubicBezTo>
                      <a:pt x="14054" y="7630"/>
                      <a:pt x="14145" y="7810"/>
                      <a:pt x="14286" y="7810"/>
                    </a:cubicBezTo>
                    <a:cubicBezTo>
                      <a:pt x="14428" y="7810"/>
                      <a:pt x="14566" y="7630"/>
                      <a:pt x="14594" y="7410"/>
                    </a:cubicBezTo>
                    <a:cubicBezTo>
                      <a:pt x="14623" y="7191"/>
                      <a:pt x="14532" y="7014"/>
                      <a:pt x="14392" y="7014"/>
                    </a:cubicBezTo>
                    <a:close/>
                    <a:moveTo>
                      <a:pt x="15014" y="7014"/>
                    </a:moveTo>
                    <a:cubicBezTo>
                      <a:pt x="14874" y="7014"/>
                      <a:pt x="14737" y="7191"/>
                      <a:pt x="14709" y="7410"/>
                    </a:cubicBezTo>
                    <a:cubicBezTo>
                      <a:pt x="14681" y="7630"/>
                      <a:pt x="14773" y="7810"/>
                      <a:pt x="14914" y="7810"/>
                    </a:cubicBezTo>
                    <a:cubicBezTo>
                      <a:pt x="15056" y="7810"/>
                      <a:pt x="15193" y="7630"/>
                      <a:pt x="15219" y="7410"/>
                    </a:cubicBezTo>
                    <a:cubicBezTo>
                      <a:pt x="15246" y="7191"/>
                      <a:pt x="15154" y="7014"/>
                      <a:pt x="15014" y="7014"/>
                    </a:cubicBezTo>
                    <a:close/>
                    <a:moveTo>
                      <a:pt x="411" y="8002"/>
                    </a:moveTo>
                    <a:cubicBezTo>
                      <a:pt x="269" y="8002"/>
                      <a:pt x="98" y="8182"/>
                      <a:pt x="29" y="8407"/>
                    </a:cubicBezTo>
                    <a:cubicBezTo>
                      <a:pt x="-40" y="8632"/>
                      <a:pt x="20" y="8817"/>
                      <a:pt x="163" y="8817"/>
                    </a:cubicBezTo>
                    <a:cubicBezTo>
                      <a:pt x="306" y="8817"/>
                      <a:pt x="478" y="8632"/>
                      <a:pt x="546" y="8407"/>
                    </a:cubicBezTo>
                    <a:cubicBezTo>
                      <a:pt x="613" y="8182"/>
                      <a:pt x="553" y="8002"/>
                      <a:pt x="411" y="8002"/>
                    </a:cubicBezTo>
                    <a:close/>
                    <a:moveTo>
                      <a:pt x="1032" y="8002"/>
                    </a:moveTo>
                    <a:cubicBezTo>
                      <a:pt x="890" y="8002"/>
                      <a:pt x="721" y="8182"/>
                      <a:pt x="653" y="8407"/>
                    </a:cubicBezTo>
                    <a:cubicBezTo>
                      <a:pt x="586" y="8632"/>
                      <a:pt x="647" y="8817"/>
                      <a:pt x="791" y="8817"/>
                    </a:cubicBezTo>
                    <a:cubicBezTo>
                      <a:pt x="934" y="8817"/>
                      <a:pt x="1104" y="8632"/>
                      <a:pt x="1170" y="8407"/>
                    </a:cubicBezTo>
                    <a:cubicBezTo>
                      <a:pt x="1236" y="8182"/>
                      <a:pt x="1174" y="8002"/>
                      <a:pt x="1032" y="8002"/>
                    </a:cubicBezTo>
                    <a:close/>
                    <a:moveTo>
                      <a:pt x="6073" y="8002"/>
                    </a:moveTo>
                    <a:cubicBezTo>
                      <a:pt x="5931" y="8002"/>
                      <a:pt x="5773" y="8182"/>
                      <a:pt x="5720" y="8407"/>
                    </a:cubicBezTo>
                    <a:cubicBezTo>
                      <a:pt x="5666" y="8632"/>
                      <a:pt x="5739" y="8817"/>
                      <a:pt x="5882" y="8817"/>
                    </a:cubicBezTo>
                    <a:cubicBezTo>
                      <a:pt x="6026" y="8817"/>
                      <a:pt x="6184" y="8632"/>
                      <a:pt x="6236" y="8407"/>
                    </a:cubicBezTo>
                    <a:cubicBezTo>
                      <a:pt x="6288" y="8182"/>
                      <a:pt x="6215" y="8002"/>
                      <a:pt x="6073" y="8002"/>
                    </a:cubicBezTo>
                    <a:close/>
                    <a:moveTo>
                      <a:pt x="6704" y="8002"/>
                    </a:moveTo>
                    <a:cubicBezTo>
                      <a:pt x="6563" y="8002"/>
                      <a:pt x="6406" y="8182"/>
                      <a:pt x="6354" y="8407"/>
                    </a:cubicBezTo>
                    <a:cubicBezTo>
                      <a:pt x="6303" y="8632"/>
                      <a:pt x="6377" y="8817"/>
                      <a:pt x="6520" y="8817"/>
                    </a:cubicBezTo>
                    <a:cubicBezTo>
                      <a:pt x="6663" y="8817"/>
                      <a:pt x="6821" y="8632"/>
                      <a:pt x="6871" y="8407"/>
                    </a:cubicBezTo>
                    <a:cubicBezTo>
                      <a:pt x="6921" y="8182"/>
                      <a:pt x="6846" y="8002"/>
                      <a:pt x="6704" y="8002"/>
                    </a:cubicBezTo>
                    <a:close/>
                    <a:moveTo>
                      <a:pt x="7336" y="8002"/>
                    </a:moveTo>
                    <a:cubicBezTo>
                      <a:pt x="7194" y="8002"/>
                      <a:pt x="7039" y="8182"/>
                      <a:pt x="6989" y="8407"/>
                    </a:cubicBezTo>
                    <a:cubicBezTo>
                      <a:pt x="6939" y="8632"/>
                      <a:pt x="7015" y="8817"/>
                      <a:pt x="7158" y="8817"/>
                    </a:cubicBezTo>
                    <a:cubicBezTo>
                      <a:pt x="7302" y="8817"/>
                      <a:pt x="7457" y="8632"/>
                      <a:pt x="7506" y="8407"/>
                    </a:cubicBezTo>
                    <a:cubicBezTo>
                      <a:pt x="7554" y="8182"/>
                      <a:pt x="7478" y="8002"/>
                      <a:pt x="7336" y="8002"/>
                    </a:cubicBezTo>
                    <a:close/>
                    <a:moveTo>
                      <a:pt x="7957" y="8002"/>
                    </a:moveTo>
                    <a:cubicBezTo>
                      <a:pt x="7816" y="8002"/>
                      <a:pt x="7662" y="8182"/>
                      <a:pt x="7614" y="8407"/>
                    </a:cubicBezTo>
                    <a:cubicBezTo>
                      <a:pt x="7566" y="8632"/>
                      <a:pt x="7643" y="8817"/>
                      <a:pt x="7786" y="8817"/>
                    </a:cubicBezTo>
                    <a:cubicBezTo>
                      <a:pt x="7929" y="8817"/>
                      <a:pt x="8083" y="8632"/>
                      <a:pt x="8130" y="8407"/>
                    </a:cubicBezTo>
                    <a:cubicBezTo>
                      <a:pt x="8177" y="8182"/>
                      <a:pt x="8099" y="8002"/>
                      <a:pt x="7957" y="8002"/>
                    </a:cubicBezTo>
                    <a:close/>
                    <a:moveTo>
                      <a:pt x="8589" y="8002"/>
                    </a:moveTo>
                    <a:cubicBezTo>
                      <a:pt x="8447" y="8002"/>
                      <a:pt x="8295" y="8182"/>
                      <a:pt x="8249" y="8407"/>
                    </a:cubicBezTo>
                    <a:cubicBezTo>
                      <a:pt x="8202" y="8632"/>
                      <a:pt x="8281" y="8817"/>
                      <a:pt x="8424" y="8817"/>
                    </a:cubicBezTo>
                    <a:cubicBezTo>
                      <a:pt x="8567" y="8817"/>
                      <a:pt x="8720" y="8632"/>
                      <a:pt x="8765" y="8407"/>
                    </a:cubicBezTo>
                    <a:cubicBezTo>
                      <a:pt x="8810" y="8182"/>
                      <a:pt x="8731" y="8002"/>
                      <a:pt x="8589" y="8002"/>
                    </a:cubicBezTo>
                    <a:close/>
                    <a:moveTo>
                      <a:pt x="9221" y="8002"/>
                    </a:moveTo>
                    <a:cubicBezTo>
                      <a:pt x="9079" y="8002"/>
                      <a:pt x="8928" y="8182"/>
                      <a:pt x="8883" y="8407"/>
                    </a:cubicBezTo>
                    <a:cubicBezTo>
                      <a:pt x="8839" y="8632"/>
                      <a:pt x="8919" y="8817"/>
                      <a:pt x="9062" y="8817"/>
                    </a:cubicBezTo>
                    <a:cubicBezTo>
                      <a:pt x="9205" y="8817"/>
                      <a:pt x="9357" y="8632"/>
                      <a:pt x="9400" y="8407"/>
                    </a:cubicBezTo>
                    <a:cubicBezTo>
                      <a:pt x="9443" y="8182"/>
                      <a:pt x="9363" y="8002"/>
                      <a:pt x="9221" y="8002"/>
                    </a:cubicBezTo>
                    <a:close/>
                    <a:moveTo>
                      <a:pt x="9853" y="8002"/>
                    </a:moveTo>
                    <a:cubicBezTo>
                      <a:pt x="9711" y="8002"/>
                      <a:pt x="9561" y="8182"/>
                      <a:pt x="9518" y="8407"/>
                    </a:cubicBezTo>
                    <a:cubicBezTo>
                      <a:pt x="9475" y="8632"/>
                      <a:pt x="9557" y="8817"/>
                      <a:pt x="9700" y="8817"/>
                    </a:cubicBezTo>
                    <a:cubicBezTo>
                      <a:pt x="9843" y="8817"/>
                      <a:pt x="9994" y="8632"/>
                      <a:pt x="10035" y="8407"/>
                    </a:cubicBezTo>
                    <a:cubicBezTo>
                      <a:pt x="10077" y="8182"/>
                      <a:pt x="9995" y="8002"/>
                      <a:pt x="9853" y="8002"/>
                    </a:cubicBezTo>
                    <a:close/>
                    <a:moveTo>
                      <a:pt x="10484" y="8002"/>
                    </a:moveTo>
                    <a:cubicBezTo>
                      <a:pt x="10342" y="8002"/>
                      <a:pt x="10194" y="8182"/>
                      <a:pt x="10153" y="8407"/>
                    </a:cubicBezTo>
                    <a:cubicBezTo>
                      <a:pt x="10112" y="8632"/>
                      <a:pt x="10194" y="8817"/>
                      <a:pt x="10338" y="8817"/>
                    </a:cubicBezTo>
                    <a:cubicBezTo>
                      <a:pt x="10481" y="8817"/>
                      <a:pt x="10630" y="8632"/>
                      <a:pt x="10670" y="8407"/>
                    </a:cubicBezTo>
                    <a:cubicBezTo>
                      <a:pt x="10709" y="8182"/>
                      <a:pt x="10626" y="8002"/>
                      <a:pt x="10484" y="8002"/>
                    </a:cubicBezTo>
                    <a:close/>
                    <a:moveTo>
                      <a:pt x="11106" y="8002"/>
                    </a:moveTo>
                    <a:cubicBezTo>
                      <a:pt x="10964" y="8002"/>
                      <a:pt x="10817" y="8182"/>
                      <a:pt x="10778" y="8407"/>
                    </a:cubicBezTo>
                    <a:cubicBezTo>
                      <a:pt x="10739" y="8632"/>
                      <a:pt x="10823" y="8817"/>
                      <a:pt x="10966" y="8817"/>
                    </a:cubicBezTo>
                    <a:cubicBezTo>
                      <a:pt x="11109" y="8817"/>
                      <a:pt x="11257" y="8632"/>
                      <a:pt x="11295" y="8407"/>
                    </a:cubicBezTo>
                    <a:cubicBezTo>
                      <a:pt x="11333" y="8182"/>
                      <a:pt x="11248" y="8002"/>
                      <a:pt x="11106" y="8002"/>
                    </a:cubicBezTo>
                    <a:close/>
                    <a:moveTo>
                      <a:pt x="11738" y="8002"/>
                    </a:moveTo>
                    <a:cubicBezTo>
                      <a:pt x="11596" y="8002"/>
                      <a:pt x="11450" y="8182"/>
                      <a:pt x="11413" y="8407"/>
                    </a:cubicBezTo>
                    <a:cubicBezTo>
                      <a:pt x="11375" y="8632"/>
                      <a:pt x="11461" y="8817"/>
                      <a:pt x="11604" y="8817"/>
                    </a:cubicBezTo>
                    <a:cubicBezTo>
                      <a:pt x="11748" y="8817"/>
                      <a:pt x="11893" y="8632"/>
                      <a:pt x="11930" y="8407"/>
                    </a:cubicBezTo>
                    <a:cubicBezTo>
                      <a:pt x="11966" y="8182"/>
                      <a:pt x="11880" y="8002"/>
                      <a:pt x="11738" y="8002"/>
                    </a:cubicBezTo>
                    <a:close/>
                    <a:moveTo>
                      <a:pt x="13001" y="8002"/>
                    </a:moveTo>
                    <a:cubicBezTo>
                      <a:pt x="12860" y="8002"/>
                      <a:pt x="12717" y="8182"/>
                      <a:pt x="12683" y="8407"/>
                    </a:cubicBezTo>
                    <a:cubicBezTo>
                      <a:pt x="12649" y="8632"/>
                      <a:pt x="12737" y="8817"/>
                      <a:pt x="12880" y="8817"/>
                    </a:cubicBezTo>
                    <a:cubicBezTo>
                      <a:pt x="13024" y="8817"/>
                      <a:pt x="13167" y="8632"/>
                      <a:pt x="13200" y="8407"/>
                    </a:cubicBezTo>
                    <a:cubicBezTo>
                      <a:pt x="13232" y="8182"/>
                      <a:pt x="13143" y="8002"/>
                      <a:pt x="13001" y="8002"/>
                    </a:cubicBezTo>
                    <a:close/>
                    <a:moveTo>
                      <a:pt x="13633" y="8002"/>
                    </a:moveTo>
                    <a:cubicBezTo>
                      <a:pt x="13491" y="8002"/>
                      <a:pt x="13350" y="8182"/>
                      <a:pt x="13318" y="8407"/>
                    </a:cubicBezTo>
                    <a:cubicBezTo>
                      <a:pt x="13286" y="8632"/>
                      <a:pt x="13375" y="8817"/>
                      <a:pt x="13519" y="8817"/>
                    </a:cubicBezTo>
                    <a:cubicBezTo>
                      <a:pt x="13662" y="8817"/>
                      <a:pt x="13803" y="8632"/>
                      <a:pt x="13834" y="8407"/>
                    </a:cubicBezTo>
                    <a:cubicBezTo>
                      <a:pt x="13865" y="8182"/>
                      <a:pt x="13775" y="8002"/>
                      <a:pt x="13633" y="8002"/>
                    </a:cubicBezTo>
                    <a:close/>
                    <a:moveTo>
                      <a:pt x="14255" y="8002"/>
                    </a:moveTo>
                    <a:cubicBezTo>
                      <a:pt x="14113" y="8002"/>
                      <a:pt x="13974" y="8182"/>
                      <a:pt x="13943" y="8407"/>
                    </a:cubicBezTo>
                    <a:cubicBezTo>
                      <a:pt x="13912" y="8632"/>
                      <a:pt x="14004" y="8817"/>
                      <a:pt x="14147" y="8817"/>
                    </a:cubicBezTo>
                    <a:cubicBezTo>
                      <a:pt x="14290" y="8817"/>
                      <a:pt x="14430" y="8632"/>
                      <a:pt x="14460" y="8407"/>
                    </a:cubicBezTo>
                    <a:cubicBezTo>
                      <a:pt x="14489" y="8182"/>
                      <a:pt x="14397" y="8002"/>
                      <a:pt x="14255" y="8002"/>
                    </a:cubicBezTo>
                    <a:close/>
                    <a:moveTo>
                      <a:pt x="14887" y="8002"/>
                    </a:moveTo>
                    <a:cubicBezTo>
                      <a:pt x="14745" y="8002"/>
                      <a:pt x="14607" y="8182"/>
                      <a:pt x="14578" y="8407"/>
                    </a:cubicBezTo>
                    <a:cubicBezTo>
                      <a:pt x="14549" y="8632"/>
                      <a:pt x="14642" y="8817"/>
                      <a:pt x="14785" y="8817"/>
                    </a:cubicBezTo>
                    <a:cubicBezTo>
                      <a:pt x="14929" y="8817"/>
                      <a:pt x="15067" y="8632"/>
                      <a:pt x="15095" y="8407"/>
                    </a:cubicBezTo>
                    <a:cubicBezTo>
                      <a:pt x="15122" y="8182"/>
                      <a:pt x="15029" y="8002"/>
                      <a:pt x="14887" y="8002"/>
                    </a:cubicBezTo>
                    <a:close/>
                    <a:moveTo>
                      <a:pt x="15519" y="8002"/>
                    </a:moveTo>
                    <a:cubicBezTo>
                      <a:pt x="15378" y="8002"/>
                      <a:pt x="15240" y="8182"/>
                      <a:pt x="15213" y="8407"/>
                    </a:cubicBezTo>
                    <a:cubicBezTo>
                      <a:pt x="15186" y="8632"/>
                      <a:pt x="15280" y="8817"/>
                      <a:pt x="15423" y="8817"/>
                    </a:cubicBezTo>
                    <a:cubicBezTo>
                      <a:pt x="15567" y="8817"/>
                      <a:pt x="15704" y="8632"/>
                      <a:pt x="15730" y="8407"/>
                    </a:cubicBezTo>
                    <a:cubicBezTo>
                      <a:pt x="15756" y="8182"/>
                      <a:pt x="15661" y="8002"/>
                      <a:pt x="15519" y="8002"/>
                    </a:cubicBezTo>
                    <a:close/>
                    <a:moveTo>
                      <a:pt x="5837" y="8989"/>
                    </a:moveTo>
                    <a:cubicBezTo>
                      <a:pt x="5693" y="8989"/>
                      <a:pt x="5533" y="9174"/>
                      <a:pt x="5478" y="9405"/>
                    </a:cubicBezTo>
                    <a:cubicBezTo>
                      <a:pt x="5423" y="9636"/>
                      <a:pt x="5496" y="9824"/>
                      <a:pt x="5641" y="9824"/>
                    </a:cubicBezTo>
                    <a:cubicBezTo>
                      <a:pt x="5786" y="9824"/>
                      <a:pt x="5948" y="9636"/>
                      <a:pt x="6001" y="9405"/>
                    </a:cubicBezTo>
                    <a:cubicBezTo>
                      <a:pt x="6054" y="9174"/>
                      <a:pt x="5980" y="8989"/>
                      <a:pt x="5837" y="8989"/>
                    </a:cubicBezTo>
                    <a:close/>
                    <a:moveTo>
                      <a:pt x="6478" y="8989"/>
                    </a:moveTo>
                    <a:cubicBezTo>
                      <a:pt x="6335" y="8989"/>
                      <a:pt x="6176" y="9174"/>
                      <a:pt x="6123" y="9405"/>
                    </a:cubicBezTo>
                    <a:cubicBezTo>
                      <a:pt x="6070" y="9636"/>
                      <a:pt x="6144" y="9824"/>
                      <a:pt x="6289" y="9824"/>
                    </a:cubicBezTo>
                    <a:cubicBezTo>
                      <a:pt x="6435" y="9824"/>
                      <a:pt x="6594" y="9636"/>
                      <a:pt x="6646" y="9405"/>
                    </a:cubicBezTo>
                    <a:cubicBezTo>
                      <a:pt x="6697" y="9174"/>
                      <a:pt x="6622" y="8989"/>
                      <a:pt x="6478" y="8989"/>
                    </a:cubicBezTo>
                    <a:close/>
                    <a:moveTo>
                      <a:pt x="7110" y="8989"/>
                    </a:moveTo>
                    <a:cubicBezTo>
                      <a:pt x="6966" y="8989"/>
                      <a:pt x="6809" y="9174"/>
                      <a:pt x="6758" y="9405"/>
                    </a:cubicBezTo>
                    <a:cubicBezTo>
                      <a:pt x="6706" y="9636"/>
                      <a:pt x="6782" y="9824"/>
                      <a:pt x="6927" y="9824"/>
                    </a:cubicBezTo>
                    <a:cubicBezTo>
                      <a:pt x="7073" y="9824"/>
                      <a:pt x="7231" y="9636"/>
                      <a:pt x="7281" y="9405"/>
                    </a:cubicBezTo>
                    <a:cubicBezTo>
                      <a:pt x="7330" y="9174"/>
                      <a:pt x="7254" y="8989"/>
                      <a:pt x="7110" y="8989"/>
                    </a:cubicBezTo>
                    <a:close/>
                    <a:moveTo>
                      <a:pt x="7751" y="8989"/>
                    </a:moveTo>
                    <a:cubicBezTo>
                      <a:pt x="7608" y="8989"/>
                      <a:pt x="7452" y="9174"/>
                      <a:pt x="7402" y="9405"/>
                    </a:cubicBezTo>
                    <a:cubicBezTo>
                      <a:pt x="7353" y="9636"/>
                      <a:pt x="7431" y="9824"/>
                      <a:pt x="7576" y="9824"/>
                    </a:cubicBezTo>
                    <a:cubicBezTo>
                      <a:pt x="7721" y="9824"/>
                      <a:pt x="7878" y="9636"/>
                      <a:pt x="7926" y="9405"/>
                    </a:cubicBezTo>
                    <a:cubicBezTo>
                      <a:pt x="7973" y="9174"/>
                      <a:pt x="7895" y="8989"/>
                      <a:pt x="7751" y="8989"/>
                    </a:cubicBezTo>
                    <a:close/>
                    <a:moveTo>
                      <a:pt x="8393" y="8989"/>
                    </a:moveTo>
                    <a:cubicBezTo>
                      <a:pt x="8249" y="8989"/>
                      <a:pt x="8095" y="9174"/>
                      <a:pt x="8047" y="9405"/>
                    </a:cubicBezTo>
                    <a:cubicBezTo>
                      <a:pt x="8000" y="9636"/>
                      <a:pt x="8079" y="9824"/>
                      <a:pt x="8224" y="9824"/>
                    </a:cubicBezTo>
                    <a:cubicBezTo>
                      <a:pt x="8369" y="9824"/>
                      <a:pt x="8524" y="9636"/>
                      <a:pt x="8570" y="9405"/>
                    </a:cubicBezTo>
                    <a:cubicBezTo>
                      <a:pt x="8616" y="9174"/>
                      <a:pt x="8537" y="8989"/>
                      <a:pt x="8393" y="8989"/>
                    </a:cubicBezTo>
                    <a:close/>
                    <a:moveTo>
                      <a:pt x="9025" y="8989"/>
                    </a:moveTo>
                    <a:cubicBezTo>
                      <a:pt x="8881" y="8989"/>
                      <a:pt x="8728" y="9174"/>
                      <a:pt x="8682" y="9405"/>
                    </a:cubicBezTo>
                    <a:cubicBezTo>
                      <a:pt x="8636" y="9636"/>
                      <a:pt x="8717" y="9824"/>
                      <a:pt x="8862" y="9824"/>
                    </a:cubicBezTo>
                    <a:cubicBezTo>
                      <a:pt x="9007" y="9824"/>
                      <a:pt x="9161" y="9636"/>
                      <a:pt x="9205" y="9405"/>
                    </a:cubicBezTo>
                    <a:cubicBezTo>
                      <a:pt x="9249" y="9174"/>
                      <a:pt x="9168" y="8989"/>
                      <a:pt x="9025" y="8989"/>
                    </a:cubicBezTo>
                    <a:close/>
                    <a:moveTo>
                      <a:pt x="9666" y="8989"/>
                    </a:moveTo>
                    <a:cubicBezTo>
                      <a:pt x="9523" y="8989"/>
                      <a:pt x="9371" y="9174"/>
                      <a:pt x="9327" y="9405"/>
                    </a:cubicBezTo>
                    <a:cubicBezTo>
                      <a:pt x="9283" y="9636"/>
                      <a:pt x="9365" y="9824"/>
                      <a:pt x="9510" y="9824"/>
                    </a:cubicBezTo>
                    <a:cubicBezTo>
                      <a:pt x="9655" y="9824"/>
                      <a:pt x="9807" y="9636"/>
                      <a:pt x="9850" y="9405"/>
                    </a:cubicBezTo>
                    <a:cubicBezTo>
                      <a:pt x="9892" y="9174"/>
                      <a:pt x="9810" y="8989"/>
                      <a:pt x="9666" y="8989"/>
                    </a:cubicBezTo>
                    <a:close/>
                    <a:moveTo>
                      <a:pt x="10298" y="8989"/>
                    </a:moveTo>
                    <a:cubicBezTo>
                      <a:pt x="10154" y="8989"/>
                      <a:pt x="10004" y="9174"/>
                      <a:pt x="9962" y="9405"/>
                    </a:cubicBezTo>
                    <a:cubicBezTo>
                      <a:pt x="9920" y="9636"/>
                      <a:pt x="10003" y="9824"/>
                      <a:pt x="10148" y="9824"/>
                    </a:cubicBezTo>
                    <a:cubicBezTo>
                      <a:pt x="10293" y="9824"/>
                      <a:pt x="10444" y="9636"/>
                      <a:pt x="10485" y="9405"/>
                    </a:cubicBezTo>
                    <a:cubicBezTo>
                      <a:pt x="10525" y="9174"/>
                      <a:pt x="10441" y="8989"/>
                      <a:pt x="10298" y="8989"/>
                    </a:cubicBezTo>
                    <a:close/>
                    <a:moveTo>
                      <a:pt x="10940" y="8989"/>
                    </a:moveTo>
                    <a:cubicBezTo>
                      <a:pt x="10796" y="8989"/>
                      <a:pt x="10647" y="9174"/>
                      <a:pt x="10607" y="9405"/>
                    </a:cubicBezTo>
                    <a:cubicBezTo>
                      <a:pt x="10566" y="9636"/>
                      <a:pt x="10651" y="9824"/>
                      <a:pt x="10796" y="9824"/>
                    </a:cubicBezTo>
                    <a:cubicBezTo>
                      <a:pt x="10941" y="9824"/>
                      <a:pt x="11091" y="9636"/>
                      <a:pt x="11130" y="9405"/>
                    </a:cubicBezTo>
                    <a:cubicBezTo>
                      <a:pt x="11169" y="9174"/>
                      <a:pt x="11083" y="8989"/>
                      <a:pt x="10940" y="8989"/>
                    </a:cubicBezTo>
                    <a:close/>
                    <a:moveTo>
                      <a:pt x="11572" y="8989"/>
                    </a:moveTo>
                    <a:cubicBezTo>
                      <a:pt x="11428" y="8989"/>
                      <a:pt x="11280" y="9174"/>
                      <a:pt x="11242" y="9405"/>
                    </a:cubicBezTo>
                    <a:cubicBezTo>
                      <a:pt x="11203" y="9636"/>
                      <a:pt x="11290" y="9824"/>
                      <a:pt x="11435" y="9824"/>
                    </a:cubicBezTo>
                    <a:cubicBezTo>
                      <a:pt x="11580" y="9824"/>
                      <a:pt x="11728" y="9636"/>
                      <a:pt x="11765" y="9405"/>
                    </a:cubicBezTo>
                    <a:cubicBezTo>
                      <a:pt x="11802" y="9174"/>
                      <a:pt x="11715" y="8989"/>
                      <a:pt x="11572" y="8989"/>
                    </a:cubicBezTo>
                    <a:close/>
                    <a:moveTo>
                      <a:pt x="12213" y="8989"/>
                    </a:moveTo>
                    <a:cubicBezTo>
                      <a:pt x="12070" y="8989"/>
                      <a:pt x="11924" y="9174"/>
                      <a:pt x="11887" y="9405"/>
                    </a:cubicBezTo>
                    <a:cubicBezTo>
                      <a:pt x="11850" y="9636"/>
                      <a:pt x="11938" y="9824"/>
                      <a:pt x="12083" y="9824"/>
                    </a:cubicBezTo>
                    <a:cubicBezTo>
                      <a:pt x="12228" y="9824"/>
                      <a:pt x="12374" y="9636"/>
                      <a:pt x="12410" y="9405"/>
                    </a:cubicBezTo>
                    <a:cubicBezTo>
                      <a:pt x="12445" y="9174"/>
                      <a:pt x="12357" y="8989"/>
                      <a:pt x="12213" y="8989"/>
                    </a:cubicBezTo>
                    <a:close/>
                    <a:moveTo>
                      <a:pt x="12855" y="8989"/>
                    </a:moveTo>
                    <a:cubicBezTo>
                      <a:pt x="12711" y="8989"/>
                      <a:pt x="12567" y="9174"/>
                      <a:pt x="12532" y="9405"/>
                    </a:cubicBezTo>
                    <a:cubicBezTo>
                      <a:pt x="12497" y="9636"/>
                      <a:pt x="12586" y="9824"/>
                      <a:pt x="12731" y="9824"/>
                    </a:cubicBezTo>
                    <a:cubicBezTo>
                      <a:pt x="12876" y="9824"/>
                      <a:pt x="13021" y="9636"/>
                      <a:pt x="13055" y="9405"/>
                    </a:cubicBezTo>
                    <a:cubicBezTo>
                      <a:pt x="13088" y="9174"/>
                      <a:pt x="12998" y="8989"/>
                      <a:pt x="12855" y="8989"/>
                    </a:cubicBezTo>
                    <a:close/>
                    <a:moveTo>
                      <a:pt x="13487" y="8989"/>
                    </a:moveTo>
                    <a:cubicBezTo>
                      <a:pt x="13343" y="8989"/>
                      <a:pt x="13200" y="9174"/>
                      <a:pt x="13167" y="9405"/>
                    </a:cubicBezTo>
                    <a:cubicBezTo>
                      <a:pt x="13134" y="9636"/>
                      <a:pt x="13224" y="9824"/>
                      <a:pt x="13369" y="9824"/>
                    </a:cubicBezTo>
                    <a:cubicBezTo>
                      <a:pt x="13514" y="9824"/>
                      <a:pt x="13658" y="9636"/>
                      <a:pt x="13690" y="9405"/>
                    </a:cubicBezTo>
                    <a:cubicBezTo>
                      <a:pt x="13721" y="9174"/>
                      <a:pt x="13630" y="8989"/>
                      <a:pt x="13487" y="8989"/>
                    </a:cubicBezTo>
                    <a:close/>
                    <a:moveTo>
                      <a:pt x="14129" y="8989"/>
                    </a:moveTo>
                    <a:cubicBezTo>
                      <a:pt x="13985" y="8989"/>
                      <a:pt x="13843" y="9174"/>
                      <a:pt x="13812" y="9405"/>
                    </a:cubicBezTo>
                    <a:cubicBezTo>
                      <a:pt x="13781" y="9636"/>
                      <a:pt x="13873" y="9824"/>
                      <a:pt x="14018" y="9824"/>
                    </a:cubicBezTo>
                    <a:cubicBezTo>
                      <a:pt x="14163" y="9824"/>
                      <a:pt x="14305" y="9636"/>
                      <a:pt x="14335" y="9405"/>
                    </a:cubicBezTo>
                    <a:cubicBezTo>
                      <a:pt x="14365" y="9174"/>
                      <a:pt x="14272" y="8989"/>
                      <a:pt x="14129" y="8989"/>
                    </a:cubicBezTo>
                    <a:close/>
                    <a:moveTo>
                      <a:pt x="6242" y="10027"/>
                    </a:moveTo>
                    <a:cubicBezTo>
                      <a:pt x="6097" y="10027"/>
                      <a:pt x="5936" y="10217"/>
                      <a:pt x="5881" y="10453"/>
                    </a:cubicBezTo>
                    <a:cubicBezTo>
                      <a:pt x="5827" y="10691"/>
                      <a:pt x="5902" y="10883"/>
                      <a:pt x="6049" y="10883"/>
                    </a:cubicBezTo>
                    <a:cubicBezTo>
                      <a:pt x="6196" y="10883"/>
                      <a:pt x="6358" y="10691"/>
                      <a:pt x="6411" y="10453"/>
                    </a:cubicBezTo>
                    <a:cubicBezTo>
                      <a:pt x="6464" y="10217"/>
                      <a:pt x="6388" y="10027"/>
                      <a:pt x="6242" y="10027"/>
                    </a:cubicBezTo>
                    <a:close/>
                    <a:moveTo>
                      <a:pt x="6894" y="10027"/>
                    </a:moveTo>
                    <a:cubicBezTo>
                      <a:pt x="6748" y="10027"/>
                      <a:pt x="6589" y="10217"/>
                      <a:pt x="6536" y="10453"/>
                    </a:cubicBezTo>
                    <a:cubicBezTo>
                      <a:pt x="6484" y="10691"/>
                      <a:pt x="6560" y="10883"/>
                      <a:pt x="6707" y="10883"/>
                    </a:cubicBezTo>
                    <a:cubicBezTo>
                      <a:pt x="6854" y="10883"/>
                      <a:pt x="7015" y="10691"/>
                      <a:pt x="7066" y="10453"/>
                    </a:cubicBezTo>
                    <a:cubicBezTo>
                      <a:pt x="7117" y="10217"/>
                      <a:pt x="7039" y="10027"/>
                      <a:pt x="6894" y="10027"/>
                    </a:cubicBezTo>
                    <a:close/>
                    <a:moveTo>
                      <a:pt x="7535" y="10027"/>
                    </a:moveTo>
                    <a:cubicBezTo>
                      <a:pt x="7390" y="10027"/>
                      <a:pt x="7232" y="10217"/>
                      <a:pt x="7181" y="10453"/>
                    </a:cubicBezTo>
                    <a:cubicBezTo>
                      <a:pt x="7130" y="10691"/>
                      <a:pt x="7208" y="10883"/>
                      <a:pt x="7355" y="10883"/>
                    </a:cubicBezTo>
                    <a:cubicBezTo>
                      <a:pt x="7502" y="10883"/>
                      <a:pt x="7661" y="10691"/>
                      <a:pt x="7711" y="10453"/>
                    </a:cubicBezTo>
                    <a:cubicBezTo>
                      <a:pt x="7759" y="10217"/>
                      <a:pt x="7681" y="10027"/>
                      <a:pt x="7535" y="10027"/>
                    </a:cubicBezTo>
                    <a:close/>
                    <a:moveTo>
                      <a:pt x="8177" y="10027"/>
                    </a:moveTo>
                    <a:cubicBezTo>
                      <a:pt x="8032" y="10027"/>
                      <a:pt x="7875" y="10217"/>
                      <a:pt x="7826" y="10453"/>
                    </a:cubicBezTo>
                    <a:cubicBezTo>
                      <a:pt x="7777" y="10691"/>
                      <a:pt x="7856" y="10883"/>
                      <a:pt x="8003" y="10883"/>
                    </a:cubicBezTo>
                    <a:cubicBezTo>
                      <a:pt x="8150" y="10883"/>
                      <a:pt x="8308" y="10691"/>
                      <a:pt x="8355" y="10453"/>
                    </a:cubicBezTo>
                    <a:cubicBezTo>
                      <a:pt x="8402" y="10217"/>
                      <a:pt x="8322" y="10027"/>
                      <a:pt x="8177" y="10027"/>
                    </a:cubicBezTo>
                    <a:close/>
                    <a:moveTo>
                      <a:pt x="8829" y="10027"/>
                    </a:moveTo>
                    <a:cubicBezTo>
                      <a:pt x="8683" y="10027"/>
                      <a:pt x="8527" y="10217"/>
                      <a:pt x="8481" y="10453"/>
                    </a:cubicBezTo>
                    <a:cubicBezTo>
                      <a:pt x="8434" y="10691"/>
                      <a:pt x="8514" y="10883"/>
                      <a:pt x="8662" y="10883"/>
                    </a:cubicBezTo>
                    <a:cubicBezTo>
                      <a:pt x="8809" y="10883"/>
                      <a:pt x="8965" y="10691"/>
                      <a:pt x="9010" y="10453"/>
                    </a:cubicBezTo>
                    <a:cubicBezTo>
                      <a:pt x="9055" y="10217"/>
                      <a:pt x="8974" y="10027"/>
                      <a:pt x="8829" y="10027"/>
                    </a:cubicBezTo>
                    <a:close/>
                    <a:moveTo>
                      <a:pt x="9470" y="10027"/>
                    </a:moveTo>
                    <a:cubicBezTo>
                      <a:pt x="9325" y="10027"/>
                      <a:pt x="9171" y="10217"/>
                      <a:pt x="9126" y="10453"/>
                    </a:cubicBezTo>
                    <a:cubicBezTo>
                      <a:pt x="9080" y="10691"/>
                      <a:pt x="9163" y="10883"/>
                      <a:pt x="9310" y="10883"/>
                    </a:cubicBezTo>
                    <a:cubicBezTo>
                      <a:pt x="9457" y="10883"/>
                      <a:pt x="9612" y="10691"/>
                      <a:pt x="9655" y="10453"/>
                    </a:cubicBezTo>
                    <a:cubicBezTo>
                      <a:pt x="9699" y="10217"/>
                      <a:pt x="9616" y="10027"/>
                      <a:pt x="9470" y="10027"/>
                    </a:cubicBezTo>
                    <a:close/>
                    <a:moveTo>
                      <a:pt x="10122" y="10027"/>
                    </a:moveTo>
                    <a:cubicBezTo>
                      <a:pt x="9976" y="10027"/>
                      <a:pt x="9824" y="10217"/>
                      <a:pt x="9781" y="10453"/>
                    </a:cubicBezTo>
                    <a:cubicBezTo>
                      <a:pt x="9737" y="10691"/>
                      <a:pt x="9821" y="10883"/>
                      <a:pt x="9968" y="10883"/>
                    </a:cubicBezTo>
                    <a:cubicBezTo>
                      <a:pt x="10115" y="10883"/>
                      <a:pt x="10268" y="10691"/>
                      <a:pt x="10310" y="10453"/>
                    </a:cubicBezTo>
                    <a:cubicBezTo>
                      <a:pt x="10352" y="10217"/>
                      <a:pt x="10267" y="10027"/>
                      <a:pt x="10122" y="10027"/>
                    </a:cubicBezTo>
                    <a:close/>
                    <a:moveTo>
                      <a:pt x="10763" y="10027"/>
                    </a:moveTo>
                    <a:cubicBezTo>
                      <a:pt x="10618" y="10027"/>
                      <a:pt x="10467" y="10217"/>
                      <a:pt x="10426" y="10453"/>
                    </a:cubicBezTo>
                    <a:cubicBezTo>
                      <a:pt x="10384" y="10691"/>
                      <a:pt x="10469" y="10883"/>
                      <a:pt x="10616" y="10883"/>
                    </a:cubicBezTo>
                    <a:cubicBezTo>
                      <a:pt x="10763" y="10883"/>
                      <a:pt x="10915" y="10691"/>
                      <a:pt x="10955" y="10453"/>
                    </a:cubicBezTo>
                    <a:cubicBezTo>
                      <a:pt x="10995" y="10217"/>
                      <a:pt x="10909" y="10027"/>
                      <a:pt x="10763" y="10027"/>
                    </a:cubicBezTo>
                    <a:close/>
                    <a:moveTo>
                      <a:pt x="11405" y="10027"/>
                    </a:moveTo>
                    <a:cubicBezTo>
                      <a:pt x="11260" y="10027"/>
                      <a:pt x="11110" y="10217"/>
                      <a:pt x="11070" y="10453"/>
                    </a:cubicBezTo>
                    <a:cubicBezTo>
                      <a:pt x="11031" y="10691"/>
                      <a:pt x="11118" y="10883"/>
                      <a:pt x="11265" y="10883"/>
                    </a:cubicBezTo>
                    <a:cubicBezTo>
                      <a:pt x="11412" y="10883"/>
                      <a:pt x="11562" y="10691"/>
                      <a:pt x="11600" y="10453"/>
                    </a:cubicBezTo>
                    <a:cubicBezTo>
                      <a:pt x="11638" y="10217"/>
                      <a:pt x="11551" y="10027"/>
                      <a:pt x="11405" y="10027"/>
                    </a:cubicBezTo>
                    <a:close/>
                    <a:moveTo>
                      <a:pt x="12057" y="10027"/>
                    </a:moveTo>
                    <a:cubicBezTo>
                      <a:pt x="11911" y="10027"/>
                      <a:pt x="11763" y="10217"/>
                      <a:pt x="11726" y="10453"/>
                    </a:cubicBezTo>
                    <a:cubicBezTo>
                      <a:pt x="11688" y="10691"/>
                      <a:pt x="11776" y="10883"/>
                      <a:pt x="11923" y="10883"/>
                    </a:cubicBezTo>
                    <a:cubicBezTo>
                      <a:pt x="12070" y="10883"/>
                      <a:pt x="12219" y="10691"/>
                      <a:pt x="12255" y="10453"/>
                    </a:cubicBezTo>
                    <a:cubicBezTo>
                      <a:pt x="12291" y="10217"/>
                      <a:pt x="12202" y="10027"/>
                      <a:pt x="12057" y="10027"/>
                    </a:cubicBezTo>
                    <a:close/>
                    <a:moveTo>
                      <a:pt x="12698" y="10027"/>
                    </a:moveTo>
                    <a:cubicBezTo>
                      <a:pt x="12553" y="10027"/>
                      <a:pt x="12406" y="10217"/>
                      <a:pt x="12371" y="10453"/>
                    </a:cubicBezTo>
                    <a:cubicBezTo>
                      <a:pt x="12335" y="10691"/>
                      <a:pt x="12425" y="10883"/>
                      <a:pt x="12572" y="10883"/>
                    </a:cubicBezTo>
                    <a:cubicBezTo>
                      <a:pt x="12719" y="10883"/>
                      <a:pt x="12866" y="10691"/>
                      <a:pt x="12900" y="10453"/>
                    </a:cubicBezTo>
                    <a:cubicBezTo>
                      <a:pt x="12935" y="10217"/>
                      <a:pt x="12844" y="10027"/>
                      <a:pt x="12698" y="10027"/>
                    </a:cubicBezTo>
                    <a:close/>
                    <a:moveTo>
                      <a:pt x="13340" y="10027"/>
                    </a:moveTo>
                    <a:cubicBezTo>
                      <a:pt x="13195" y="10027"/>
                      <a:pt x="13050" y="10217"/>
                      <a:pt x="13016" y="10453"/>
                    </a:cubicBezTo>
                    <a:cubicBezTo>
                      <a:pt x="12982" y="10691"/>
                      <a:pt x="13073" y="10883"/>
                      <a:pt x="13220" y="10883"/>
                    </a:cubicBezTo>
                    <a:cubicBezTo>
                      <a:pt x="13367" y="10883"/>
                      <a:pt x="13512" y="10691"/>
                      <a:pt x="13545" y="10453"/>
                    </a:cubicBezTo>
                    <a:cubicBezTo>
                      <a:pt x="13578" y="10217"/>
                      <a:pt x="13486" y="10027"/>
                      <a:pt x="13340" y="10027"/>
                    </a:cubicBezTo>
                    <a:close/>
                    <a:moveTo>
                      <a:pt x="13992" y="10027"/>
                    </a:moveTo>
                    <a:cubicBezTo>
                      <a:pt x="13847" y="10027"/>
                      <a:pt x="13703" y="10217"/>
                      <a:pt x="13671" y="10453"/>
                    </a:cubicBezTo>
                    <a:cubicBezTo>
                      <a:pt x="13639" y="10691"/>
                      <a:pt x="13732" y="10883"/>
                      <a:pt x="13878" y="10883"/>
                    </a:cubicBezTo>
                    <a:cubicBezTo>
                      <a:pt x="14025" y="10883"/>
                      <a:pt x="14170" y="10691"/>
                      <a:pt x="14201" y="10453"/>
                    </a:cubicBezTo>
                    <a:cubicBezTo>
                      <a:pt x="14231" y="10217"/>
                      <a:pt x="14138" y="10027"/>
                      <a:pt x="13992" y="10027"/>
                    </a:cubicBezTo>
                    <a:close/>
                    <a:moveTo>
                      <a:pt x="14634" y="10027"/>
                    </a:moveTo>
                    <a:cubicBezTo>
                      <a:pt x="14489" y="10027"/>
                      <a:pt x="14346" y="10217"/>
                      <a:pt x="14316" y="10453"/>
                    </a:cubicBezTo>
                    <a:cubicBezTo>
                      <a:pt x="14286" y="10691"/>
                      <a:pt x="14380" y="10883"/>
                      <a:pt x="14527" y="10883"/>
                    </a:cubicBezTo>
                    <a:cubicBezTo>
                      <a:pt x="14674" y="10883"/>
                      <a:pt x="14817" y="10691"/>
                      <a:pt x="14845" y="10453"/>
                    </a:cubicBezTo>
                    <a:cubicBezTo>
                      <a:pt x="14874" y="10217"/>
                      <a:pt x="14780" y="10027"/>
                      <a:pt x="14634" y="10027"/>
                    </a:cubicBezTo>
                    <a:close/>
                    <a:moveTo>
                      <a:pt x="6007" y="11065"/>
                    </a:moveTo>
                    <a:cubicBezTo>
                      <a:pt x="5860" y="11065"/>
                      <a:pt x="5695" y="11260"/>
                      <a:pt x="5640" y="11502"/>
                    </a:cubicBezTo>
                    <a:cubicBezTo>
                      <a:pt x="5584" y="11746"/>
                      <a:pt x="5659" y="11943"/>
                      <a:pt x="5808" y="11943"/>
                    </a:cubicBezTo>
                    <a:cubicBezTo>
                      <a:pt x="5957" y="11943"/>
                      <a:pt x="6122" y="11746"/>
                      <a:pt x="6176" y="11502"/>
                    </a:cubicBezTo>
                    <a:cubicBezTo>
                      <a:pt x="6230" y="11260"/>
                      <a:pt x="6154" y="11065"/>
                      <a:pt x="6007" y="11065"/>
                    </a:cubicBezTo>
                    <a:close/>
                    <a:moveTo>
                      <a:pt x="6658" y="11065"/>
                    </a:moveTo>
                    <a:cubicBezTo>
                      <a:pt x="6511" y="11065"/>
                      <a:pt x="6348" y="11260"/>
                      <a:pt x="6295" y="11502"/>
                    </a:cubicBezTo>
                    <a:cubicBezTo>
                      <a:pt x="6241" y="11746"/>
                      <a:pt x="6317" y="11943"/>
                      <a:pt x="6466" y="11943"/>
                    </a:cubicBezTo>
                    <a:cubicBezTo>
                      <a:pt x="6615" y="11943"/>
                      <a:pt x="6779" y="11746"/>
                      <a:pt x="6831" y="11502"/>
                    </a:cubicBezTo>
                    <a:cubicBezTo>
                      <a:pt x="6883" y="11260"/>
                      <a:pt x="6806" y="11065"/>
                      <a:pt x="6658" y="11065"/>
                    </a:cubicBezTo>
                    <a:close/>
                    <a:moveTo>
                      <a:pt x="7320" y="11065"/>
                    </a:moveTo>
                    <a:cubicBezTo>
                      <a:pt x="7173" y="11065"/>
                      <a:pt x="7011" y="11260"/>
                      <a:pt x="6960" y="11502"/>
                    </a:cubicBezTo>
                    <a:cubicBezTo>
                      <a:pt x="6908" y="11746"/>
                      <a:pt x="6986" y="11943"/>
                      <a:pt x="7135" y="11943"/>
                    </a:cubicBezTo>
                    <a:cubicBezTo>
                      <a:pt x="7283" y="11943"/>
                      <a:pt x="7445" y="11746"/>
                      <a:pt x="7496" y="11502"/>
                    </a:cubicBezTo>
                    <a:cubicBezTo>
                      <a:pt x="7546" y="11260"/>
                      <a:pt x="7467" y="11065"/>
                      <a:pt x="7320" y="11065"/>
                    </a:cubicBezTo>
                    <a:close/>
                    <a:moveTo>
                      <a:pt x="7971" y="11065"/>
                    </a:moveTo>
                    <a:cubicBezTo>
                      <a:pt x="7824" y="11065"/>
                      <a:pt x="7664" y="11260"/>
                      <a:pt x="7614" y="11502"/>
                    </a:cubicBezTo>
                    <a:cubicBezTo>
                      <a:pt x="7564" y="11746"/>
                      <a:pt x="7644" y="11943"/>
                      <a:pt x="7793" y="11943"/>
                    </a:cubicBezTo>
                    <a:cubicBezTo>
                      <a:pt x="7941" y="11943"/>
                      <a:pt x="8102" y="11746"/>
                      <a:pt x="8150" y="11502"/>
                    </a:cubicBezTo>
                    <a:cubicBezTo>
                      <a:pt x="8199" y="11260"/>
                      <a:pt x="8118" y="11065"/>
                      <a:pt x="7971" y="11065"/>
                    </a:cubicBezTo>
                    <a:close/>
                    <a:moveTo>
                      <a:pt x="8623" y="11065"/>
                    </a:moveTo>
                    <a:cubicBezTo>
                      <a:pt x="8475" y="11065"/>
                      <a:pt x="8317" y="11260"/>
                      <a:pt x="8269" y="11502"/>
                    </a:cubicBezTo>
                    <a:cubicBezTo>
                      <a:pt x="8221" y="11746"/>
                      <a:pt x="8302" y="11943"/>
                      <a:pt x="8451" y="11943"/>
                    </a:cubicBezTo>
                    <a:cubicBezTo>
                      <a:pt x="8600" y="11943"/>
                      <a:pt x="8759" y="11746"/>
                      <a:pt x="8805" y="11502"/>
                    </a:cubicBezTo>
                    <a:cubicBezTo>
                      <a:pt x="8852" y="11260"/>
                      <a:pt x="8770" y="11065"/>
                      <a:pt x="8623" y="11065"/>
                    </a:cubicBezTo>
                    <a:close/>
                    <a:moveTo>
                      <a:pt x="9274" y="11065"/>
                    </a:moveTo>
                    <a:cubicBezTo>
                      <a:pt x="9127" y="11065"/>
                      <a:pt x="8970" y="11260"/>
                      <a:pt x="8924" y="11502"/>
                    </a:cubicBezTo>
                    <a:cubicBezTo>
                      <a:pt x="8878" y="11746"/>
                      <a:pt x="8961" y="11943"/>
                      <a:pt x="9110" y="11943"/>
                    </a:cubicBezTo>
                    <a:cubicBezTo>
                      <a:pt x="9259" y="11943"/>
                      <a:pt x="9416" y="11746"/>
                      <a:pt x="9461" y="11502"/>
                    </a:cubicBezTo>
                    <a:cubicBezTo>
                      <a:pt x="9505" y="11260"/>
                      <a:pt x="9422" y="11065"/>
                      <a:pt x="9274" y="11065"/>
                    </a:cubicBezTo>
                    <a:close/>
                    <a:moveTo>
                      <a:pt x="9926" y="11065"/>
                    </a:moveTo>
                    <a:cubicBezTo>
                      <a:pt x="9778" y="11065"/>
                      <a:pt x="9624" y="11260"/>
                      <a:pt x="9579" y="11502"/>
                    </a:cubicBezTo>
                    <a:cubicBezTo>
                      <a:pt x="9535" y="11746"/>
                      <a:pt x="9619" y="11943"/>
                      <a:pt x="9768" y="11943"/>
                    </a:cubicBezTo>
                    <a:cubicBezTo>
                      <a:pt x="9917" y="11943"/>
                      <a:pt x="10072" y="11746"/>
                      <a:pt x="10115" y="11502"/>
                    </a:cubicBezTo>
                    <a:cubicBezTo>
                      <a:pt x="10158" y="11260"/>
                      <a:pt x="10073" y="11065"/>
                      <a:pt x="9926" y="11065"/>
                    </a:cubicBezTo>
                    <a:close/>
                    <a:moveTo>
                      <a:pt x="10587" y="11065"/>
                    </a:moveTo>
                    <a:cubicBezTo>
                      <a:pt x="10440" y="11065"/>
                      <a:pt x="10287" y="11260"/>
                      <a:pt x="10244" y="11502"/>
                    </a:cubicBezTo>
                    <a:cubicBezTo>
                      <a:pt x="10202" y="11746"/>
                      <a:pt x="10288" y="11943"/>
                      <a:pt x="10437" y="11943"/>
                    </a:cubicBezTo>
                    <a:cubicBezTo>
                      <a:pt x="10585" y="11943"/>
                      <a:pt x="10740" y="11746"/>
                      <a:pt x="10781" y="11502"/>
                    </a:cubicBezTo>
                    <a:cubicBezTo>
                      <a:pt x="10821" y="11260"/>
                      <a:pt x="10735" y="11065"/>
                      <a:pt x="10587" y="11065"/>
                    </a:cubicBezTo>
                    <a:close/>
                    <a:moveTo>
                      <a:pt x="11239" y="11065"/>
                    </a:moveTo>
                    <a:cubicBezTo>
                      <a:pt x="11092" y="11065"/>
                      <a:pt x="10940" y="11260"/>
                      <a:pt x="10899" y="11502"/>
                    </a:cubicBezTo>
                    <a:cubicBezTo>
                      <a:pt x="10859" y="11746"/>
                      <a:pt x="10947" y="11943"/>
                      <a:pt x="11095" y="11943"/>
                    </a:cubicBezTo>
                    <a:cubicBezTo>
                      <a:pt x="11244" y="11943"/>
                      <a:pt x="11397" y="11746"/>
                      <a:pt x="11436" y="11502"/>
                    </a:cubicBezTo>
                    <a:cubicBezTo>
                      <a:pt x="11475" y="11260"/>
                      <a:pt x="11386" y="11065"/>
                      <a:pt x="11239" y="11065"/>
                    </a:cubicBezTo>
                    <a:close/>
                    <a:moveTo>
                      <a:pt x="11891" y="11065"/>
                    </a:moveTo>
                    <a:cubicBezTo>
                      <a:pt x="11743" y="11065"/>
                      <a:pt x="11593" y="11260"/>
                      <a:pt x="11555" y="11502"/>
                    </a:cubicBezTo>
                    <a:cubicBezTo>
                      <a:pt x="11516" y="11746"/>
                      <a:pt x="11605" y="11943"/>
                      <a:pt x="11754" y="11943"/>
                    </a:cubicBezTo>
                    <a:cubicBezTo>
                      <a:pt x="11902" y="11943"/>
                      <a:pt x="12053" y="11746"/>
                      <a:pt x="12091" y="11502"/>
                    </a:cubicBezTo>
                    <a:cubicBezTo>
                      <a:pt x="12128" y="11260"/>
                      <a:pt x="12038" y="11065"/>
                      <a:pt x="11891" y="11065"/>
                    </a:cubicBezTo>
                    <a:close/>
                    <a:moveTo>
                      <a:pt x="12542" y="11065"/>
                    </a:moveTo>
                    <a:cubicBezTo>
                      <a:pt x="12395" y="11065"/>
                      <a:pt x="12246" y="11260"/>
                      <a:pt x="12210" y="11502"/>
                    </a:cubicBezTo>
                    <a:cubicBezTo>
                      <a:pt x="12173" y="11746"/>
                      <a:pt x="12263" y="11943"/>
                      <a:pt x="12412" y="11943"/>
                    </a:cubicBezTo>
                    <a:cubicBezTo>
                      <a:pt x="12561" y="11943"/>
                      <a:pt x="12711" y="11746"/>
                      <a:pt x="12746" y="11502"/>
                    </a:cubicBezTo>
                    <a:cubicBezTo>
                      <a:pt x="12781" y="11260"/>
                      <a:pt x="12690" y="11065"/>
                      <a:pt x="12542" y="11065"/>
                    </a:cubicBezTo>
                    <a:close/>
                    <a:moveTo>
                      <a:pt x="13194" y="11065"/>
                    </a:moveTo>
                    <a:cubicBezTo>
                      <a:pt x="13047" y="11065"/>
                      <a:pt x="12899" y="11260"/>
                      <a:pt x="12865" y="11502"/>
                    </a:cubicBezTo>
                    <a:cubicBezTo>
                      <a:pt x="12830" y="11746"/>
                      <a:pt x="12922" y="11943"/>
                      <a:pt x="13071" y="11943"/>
                    </a:cubicBezTo>
                    <a:cubicBezTo>
                      <a:pt x="13219" y="11943"/>
                      <a:pt x="13367" y="11746"/>
                      <a:pt x="13401" y="11502"/>
                    </a:cubicBezTo>
                    <a:cubicBezTo>
                      <a:pt x="13434" y="11260"/>
                      <a:pt x="13341" y="11065"/>
                      <a:pt x="13194" y="11065"/>
                    </a:cubicBezTo>
                    <a:close/>
                    <a:moveTo>
                      <a:pt x="5761" y="12129"/>
                    </a:moveTo>
                    <a:cubicBezTo>
                      <a:pt x="5612" y="12129"/>
                      <a:pt x="5445" y="12329"/>
                      <a:pt x="5388" y="12578"/>
                    </a:cubicBezTo>
                    <a:cubicBezTo>
                      <a:pt x="5331" y="12827"/>
                      <a:pt x="5407" y="13030"/>
                      <a:pt x="5557" y="13030"/>
                    </a:cubicBezTo>
                    <a:cubicBezTo>
                      <a:pt x="5708" y="13030"/>
                      <a:pt x="5876" y="12827"/>
                      <a:pt x="5932" y="12578"/>
                    </a:cubicBezTo>
                    <a:cubicBezTo>
                      <a:pt x="5987" y="12329"/>
                      <a:pt x="5910" y="12129"/>
                      <a:pt x="5761" y="12129"/>
                    </a:cubicBezTo>
                    <a:close/>
                    <a:moveTo>
                      <a:pt x="6423" y="12129"/>
                    </a:moveTo>
                    <a:cubicBezTo>
                      <a:pt x="6274" y="12129"/>
                      <a:pt x="6108" y="12329"/>
                      <a:pt x="6053" y="12578"/>
                    </a:cubicBezTo>
                    <a:cubicBezTo>
                      <a:pt x="5998" y="12827"/>
                      <a:pt x="6075" y="13030"/>
                      <a:pt x="6226" y="13030"/>
                    </a:cubicBezTo>
                    <a:cubicBezTo>
                      <a:pt x="6376" y="13030"/>
                      <a:pt x="6543" y="12827"/>
                      <a:pt x="6596" y="12578"/>
                    </a:cubicBezTo>
                    <a:cubicBezTo>
                      <a:pt x="6650" y="12329"/>
                      <a:pt x="6572" y="12129"/>
                      <a:pt x="6423" y="12129"/>
                    </a:cubicBezTo>
                    <a:close/>
                    <a:moveTo>
                      <a:pt x="7094" y="12129"/>
                    </a:moveTo>
                    <a:cubicBezTo>
                      <a:pt x="6945" y="12129"/>
                      <a:pt x="6781" y="12329"/>
                      <a:pt x="6728" y="12578"/>
                    </a:cubicBezTo>
                    <a:cubicBezTo>
                      <a:pt x="6675" y="12827"/>
                      <a:pt x="6753" y="13030"/>
                      <a:pt x="6904" y="13030"/>
                    </a:cubicBezTo>
                    <a:cubicBezTo>
                      <a:pt x="7055" y="13030"/>
                      <a:pt x="7219" y="12827"/>
                      <a:pt x="7271" y="12578"/>
                    </a:cubicBezTo>
                    <a:cubicBezTo>
                      <a:pt x="7323" y="12329"/>
                      <a:pt x="7243" y="12129"/>
                      <a:pt x="7094" y="12129"/>
                    </a:cubicBezTo>
                    <a:close/>
                    <a:moveTo>
                      <a:pt x="7756" y="12129"/>
                    </a:moveTo>
                    <a:cubicBezTo>
                      <a:pt x="7606" y="12129"/>
                      <a:pt x="7444" y="12329"/>
                      <a:pt x="7393" y="12578"/>
                    </a:cubicBezTo>
                    <a:cubicBezTo>
                      <a:pt x="7342" y="12827"/>
                      <a:pt x="7422" y="13030"/>
                      <a:pt x="7573" y="13030"/>
                    </a:cubicBezTo>
                    <a:cubicBezTo>
                      <a:pt x="7723" y="13030"/>
                      <a:pt x="7886" y="12827"/>
                      <a:pt x="7936" y="12578"/>
                    </a:cubicBezTo>
                    <a:cubicBezTo>
                      <a:pt x="7986" y="12329"/>
                      <a:pt x="7905" y="12129"/>
                      <a:pt x="7756" y="12129"/>
                    </a:cubicBezTo>
                    <a:close/>
                    <a:moveTo>
                      <a:pt x="8417" y="12129"/>
                    </a:moveTo>
                    <a:cubicBezTo>
                      <a:pt x="8268" y="12129"/>
                      <a:pt x="8107" y="12329"/>
                      <a:pt x="8058" y="12578"/>
                    </a:cubicBezTo>
                    <a:cubicBezTo>
                      <a:pt x="8008" y="12827"/>
                      <a:pt x="8090" y="13030"/>
                      <a:pt x="8241" y="13030"/>
                    </a:cubicBezTo>
                    <a:cubicBezTo>
                      <a:pt x="8392" y="13030"/>
                      <a:pt x="8553" y="12827"/>
                      <a:pt x="8601" y="12578"/>
                    </a:cubicBezTo>
                    <a:cubicBezTo>
                      <a:pt x="8648" y="12329"/>
                      <a:pt x="8566" y="12129"/>
                      <a:pt x="8417" y="12129"/>
                    </a:cubicBezTo>
                    <a:close/>
                    <a:moveTo>
                      <a:pt x="9079" y="12129"/>
                    </a:moveTo>
                    <a:cubicBezTo>
                      <a:pt x="8930" y="12129"/>
                      <a:pt x="8770" y="12329"/>
                      <a:pt x="8723" y="12578"/>
                    </a:cubicBezTo>
                    <a:cubicBezTo>
                      <a:pt x="8675" y="12827"/>
                      <a:pt x="8759" y="13030"/>
                      <a:pt x="8910" y="13030"/>
                    </a:cubicBezTo>
                    <a:cubicBezTo>
                      <a:pt x="9060" y="13030"/>
                      <a:pt x="9220" y="12827"/>
                      <a:pt x="9266" y="12578"/>
                    </a:cubicBezTo>
                    <a:cubicBezTo>
                      <a:pt x="9312" y="12329"/>
                      <a:pt x="9228" y="12129"/>
                      <a:pt x="9079" y="12129"/>
                    </a:cubicBezTo>
                    <a:close/>
                    <a:moveTo>
                      <a:pt x="9740" y="12129"/>
                    </a:moveTo>
                    <a:cubicBezTo>
                      <a:pt x="9591" y="12129"/>
                      <a:pt x="9433" y="12329"/>
                      <a:pt x="9388" y="12578"/>
                    </a:cubicBezTo>
                    <a:cubicBezTo>
                      <a:pt x="9342" y="12827"/>
                      <a:pt x="9427" y="13030"/>
                      <a:pt x="9578" y="13030"/>
                    </a:cubicBezTo>
                    <a:cubicBezTo>
                      <a:pt x="9729" y="13030"/>
                      <a:pt x="9887" y="12827"/>
                      <a:pt x="9931" y="12578"/>
                    </a:cubicBezTo>
                    <a:cubicBezTo>
                      <a:pt x="9975" y="12329"/>
                      <a:pt x="9889" y="12129"/>
                      <a:pt x="9740" y="12129"/>
                    </a:cubicBezTo>
                    <a:close/>
                    <a:moveTo>
                      <a:pt x="10402" y="12129"/>
                    </a:moveTo>
                    <a:cubicBezTo>
                      <a:pt x="10252" y="12129"/>
                      <a:pt x="10097" y="12329"/>
                      <a:pt x="10053" y="12578"/>
                    </a:cubicBezTo>
                    <a:cubicBezTo>
                      <a:pt x="10009" y="12827"/>
                      <a:pt x="10096" y="13030"/>
                      <a:pt x="10247" y="13030"/>
                    </a:cubicBezTo>
                    <a:cubicBezTo>
                      <a:pt x="10397" y="13030"/>
                      <a:pt x="10554" y="12827"/>
                      <a:pt x="10596" y="12578"/>
                    </a:cubicBezTo>
                    <a:cubicBezTo>
                      <a:pt x="10638" y="12329"/>
                      <a:pt x="10551" y="12129"/>
                      <a:pt x="10402" y="12129"/>
                    </a:cubicBezTo>
                    <a:close/>
                    <a:moveTo>
                      <a:pt x="11064" y="12129"/>
                    </a:moveTo>
                    <a:cubicBezTo>
                      <a:pt x="10914" y="12129"/>
                      <a:pt x="10760" y="12329"/>
                      <a:pt x="10718" y="12578"/>
                    </a:cubicBezTo>
                    <a:cubicBezTo>
                      <a:pt x="10676" y="12827"/>
                      <a:pt x="10765" y="13030"/>
                      <a:pt x="10916" y="13030"/>
                    </a:cubicBezTo>
                    <a:cubicBezTo>
                      <a:pt x="11066" y="13030"/>
                      <a:pt x="11221" y="12827"/>
                      <a:pt x="11262" y="12578"/>
                    </a:cubicBezTo>
                    <a:cubicBezTo>
                      <a:pt x="11301" y="12329"/>
                      <a:pt x="11213" y="12129"/>
                      <a:pt x="11064" y="12129"/>
                    </a:cubicBezTo>
                    <a:close/>
                    <a:moveTo>
                      <a:pt x="11725" y="12129"/>
                    </a:moveTo>
                    <a:cubicBezTo>
                      <a:pt x="11576" y="12129"/>
                      <a:pt x="11423" y="12329"/>
                      <a:pt x="11383" y="12578"/>
                    </a:cubicBezTo>
                    <a:cubicBezTo>
                      <a:pt x="11344" y="12827"/>
                      <a:pt x="11433" y="13030"/>
                      <a:pt x="11584" y="13030"/>
                    </a:cubicBezTo>
                    <a:cubicBezTo>
                      <a:pt x="11735" y="13030"/>
                      <a:pt x="11888" y="12827"/>
                      <a:pt x="11926" y="12578"/>
                    </a:cubicBezTo>
                    <a:cubicBezTo>
                      <a:pt x="11964" y="12329"/>
                      <a:pt x="11874" y="12129"/>
                      <a:pt x="11725" y="12129"/>
                    </a:cubicBezTo>
                    <a:close/>
                    <a:moveTo>
                      <a:pt x="12386" y="12129"/>
                    </a:moveTo>
                    <a:cubicBezTo>
                      <a:pt x="12237" y="12129"/>
                      <a:pt x="12086" y="12329"/>
                      <a:pt x="12048" y="12578"/>
                    </a:cubicBezTo>
                    <a:cubicBezTo>
                      <a:pt x="12011" y="12827"/>
                      <a:pt x="12102" y="13030"/>
                      <a:pt x="12252" y="13030"/>
                    </a:cubicBezTo>
                    <a:cubicBezTo>
                      <a:pt x="12403" y="13030"/>
                      <a:pt x="12555" y="12827"/>
                      <a:pt x="12591" y="12578"/>
                    </a:cubicBezTo>
                    <a:cubicBezTo>
                      <a:pt x="12628" y="12329"/>
                      <a:pt x="12535" y="12129"/>
                      <a:pt x="12386" y="12129"/>
                    </a:cubicBezTo>
                    <a:close/>
                    <a:moveTo>
                      <a:pt x="6187" y="13243"/>
                    </a:moveTo>
                    <a:cubicBezTo>
                      <a:pt x="6036" y="13243"/>
                      <a:pt x="5868" y="13448"/>
                      <a:pt x="5812" y="13702"/>
                    </a:cubicBezTo>
                    <a:cubicBezTo>
                      <a:pt x="5755" y="13959"/>
                      <a:pt x="5832" y="14167"/>
                      <a:pt x="5985" y="14167"/>
                    </a:cubicBezTo>
                    <a:cubicBezTo>
                      <a:pt x="6138" y="14167"/>
                      <a:pt x="6307" y="13959"/>
                      <a:pt x="6362" y="13702"/>
                    </a:cubicBezTo>
                    <a:cubicBezTo>
                      <a:pt x="6417" y="13448"/>
                      <a:pt x="6338" y="13243"/>
                      <a:pt x="6187" y="13243"/>
                    </a:cubicBezTo>
                    <a:close/>
                    <a:moveTo>
                      <a:pt x="6858" y="13243"/>
                    </a:moveTo>
                    <a:cubicBezTo>
                      <a:pt x="6707" y="13243"/>
                      <a:pt x="6541" y="13448"/>
                      <a:pt x="6487" y="13702"/>
                    </a:cubicBezTo>
                    <a:cubicBezTo>
                      <a:pt x="6432" y="13959"/>
                      <a:pt x="6511" y="14167"/>
                      <a:pt x="6663" y="14167"/>
                    </a:cubicBezTo>
                    <a:cubicBezTo>
                      <a:pt x="6816" y="14167"/>
                      <a:pt x="6984" y="13959"/>
                      <a:pt x="7037" y="13702"/>
                    </a:cubicBezTo>
                    <a:cubicBezTo>
                      <a:pt x="7090" y="13448"/>
                      <a:pt x="7009" y="13243"/>
                      <a:pt x="6858" y="13243"/>
                    </a:cubicBezTo>
                    <a:close/>
                    <a:moveTo>
                      <a:pt x="7530" y="13243"/>
                    </a:moveTo>
                    <a:cubicBezTo>
                      <a:pt x="7379" y="13243"/>
                      <a:pt x="7214" y="13448"/>
                      <a:pt x="7161" y="13702"/>
                    </a:cubicBezTo>
                    <a:cubicBezTo>
                      <a:pt x="7109" y="13959"/>
                      <a:pt x="7189" y="14167"/>
                      <a:pt x="7342" y="14167"/>
                    </a:cubicBezTo>
                    <a:cubicBezTo>
                      <a:pt x="7495" y="14167"/>
                      <a:pt x="7661" y="13959"/>
                      <a:pt x="7712" y="13702"/>
                    </a:cubicBezTo>
                    <a:cubicBezTo>
                      <a:pt x="7763" y="13448"/>
                      <a:pt x="7681" y="13243"/>
                      <a:pt x="7530" y="13243"/>
                    </a:cubicBezTo>
                    <a:close/>
                    <a:moveTo>
                      <a:pt x="8202" y="13243"/>
                    </a:moveTo>
                    <a:cubicBezTo>
                      <a:pt x="8050" y="13243"/>
                      <a:pt x="7887" y="13448"/>
                      <a:pt x="7837" y="13702"/>
                    </a:cubicBezTo>
                    <a:cubicBezTo>
                      <a:pt x="7786" y="13959"/>
                      <a:pt x="7868" y="14167"/>
                      <a:pt x="8021" y="14167"/>
                    </a:cubicBezTo>
                    <a:cubicBezTo>
                      <a:pt x="8174" y="14167"/>
                      <a:pt x="8337" y="13959"/>
                      <a:pt x="8387" y="13702"/>
                    </a:cubicBezTo>
                    <a:cubicBezTo>
                      <a:pt x="8436" y="13448"/>
                      <a:pt x="8353" y="13243"/>
                      <a:pt x="8202" y="13243"/>
                    </a:cubicBezTo>
                    <a:close/>
                    <a:moveTo>
                      <a:pt x="8873" y="13243"/>
                    </a:moveTo>
                    <a:cubicBezTo>
                      <a:pt x="8722" y="13243"/>
                      <a:pt x="8560" y="13448"/>
                      <a:pt x="8512" y="13702"/>
                    </a:cubicBezTo>
                    <a:cubicBezTo>
                      <a:pt x="8463" y="13959"/>
                      <a:pt x="8547" y="14167"/>
                      <a:pt x="8700" y="14167"/>
                    </a:cubicBezTo>
                    <a:cubicBezTo>
                      <a:pt x="8852" y="14167"/>
                      <a:pt x="9015" y="13959"/>
                      <a:pt x="9062" y="13702"/>
                    </a:cubicBezTo>
                    <a:cubicBezTo>
                      <a:pt x="9109" y="13448"/>
                      <a:pt x="9024" y="13243"/>
                      <a:pt x="8873" y="13243"/>
                    </a:cubicBezTo>
                    <a:close/>
                    <a:moveTo>
                      <a:pt x="9534" y="13243"/>
                    </a:moveTo>
                    <a:cubicBezTo>
                      <a:pt x="9383" y="13243"/>
                      <a:pt x="9223" y="13448"/>
                      <a:pt x="9177" y="13702"/>
                    </a:cubicBezTo>
                    <a:cubicBezTo>
                      <a:pt x="9130" y="13959"/>
                      <a:pt x="9215" y="14167"/>
                      <a:pt x="9368" y="14167"/>
                    </a:cubicBezTo>
                    <a:cubicBezTo>
                      <a:pt x="9521" y="14167"/>
                      <a:pt x="9681" y="13959"/>
                      <a:pt x="9727" y="13702"/>
                    </a:cubicBezTo>
                    <a:cubicBezTo>
                      <a:pt x="9772" y="13448"/>
                      <a:pt x="9685" y="13243"/>
                      <a:pt x="9534" y="13243"/>
                    </a:cubicBezTo>
                    <a:close/>
                    <a:moveTo>
                      <a:pt x="10206" y="13243"/>
                    </a:moveTo>
                    <a:cubicBezTo>
                      <a:pt x="10055" y="13243"/>
                      <a:pt x="9896" y="13448"/>
                      <a:pt x="9852" y="13702"/>
                    </a:cubicBezTo>
                    <a:cubicBezTo>
                      <a:pt x="9807" y="13959"/>
                      <a:pt x="9894" y="14167"/>
                      <a:pt x="10047" y="14167"/>
                    </a:cubicBezTo>
                    <a:cubicBezTo>
                      <a:pt x="10199" y="14167"/>
                      <a:pt x="10359" y="13959"/>
                      <a:pt x="10402" y="13702"/>
                    </a:cubicBezTo>
                    <a:cubicBezTo>
                      <a:pt x="10445" y="13448"/>
                      <a:pt x="10357" y="13243"/>
                      <a:pt x="10206" y="13243"/>
                    </a:cubicBezTo>
                    <a:close/>
                    <a:moveTo>
                      <a:pt x="10877" y="13243"/>
                    </a:moveTo>
                    <a:cubicBezTo>
                      <a:pt x="10726" y="13243"/>
                      <a:pt x="10569" y="13448"/>
                      <a:pt x="10527" y="13702"/>
                    </a:cubicBezTo>
                    <a:cubicBezTo>
                      <a:pt x="10484" y="13959"/>
                      <a:pt x="10573" y="14167"/>
                      <a:pt x="10726" y="14167"/>
                    </a:cubicBezTo>
                    <a:cubicBezTo>
                      <a:pt x="10878" y="14167"/>
                      <a:pt x="11036" y="13959"/>
                      <a:pt x="11077" y="13702"/>
                    </a:cubicBezTo>
                    <a:cubicBezTo>
                      <a:pt x="11118" y="13448"/>
                      <a:pt x="11028" y="13243"/>
                      <a:pt x="10877" y="13243"/>
                    </a:cubicBezTo>
                    <a:close/>
                    <a:moveTo>
                      <a:pt x="11549" y="13243"/>
                    </a:moveTo>
                    <a:cubicBezTo>
                      <a:pt x="11398" y="13243"/>
                      <a:pt x="11243" y="13448"/>
                      <a:pt x="11202" y="13702"/>
                    </a:cubicBezTo>
                    <a:cubicBezTo>
                      <a:pt x="11161" y="13959"/>
                      <a:pt x="11252" y="14167"/>
                      <a:pt x="11404" y="14167"/>
                    </a:cubicBezTo>
                    <a:cubicBezTo>
                      <a:pt x="11557" y="14167"/>
                      <a:pt x="11713" y="13959"/>
                      <a:pt x="11752" y="13702"/>
                    </a:cubicBezTo>
                    <a:cubicBezTo>
                      <a:pt x="11791" y="13448"/>
                      <a:pt x="11700" y="13243"/>
                      <a:pt x="11549" y="13243"/>
                    </a:cubicBezTo>
                    <a:close/>
                    <a:moveTo>
                      <a:pt x="12220" y="13243"/>
                    </a:moveTo>
                    <a:cubicBezTo>
                      <a:pt x="12069" y="13243"/>
                      <a:pt x="11916" y="13448"/>
                      <a:pt x="11877" y="13702"/>
                    </a:cubicBezTo>
                    <a:cubicBezTo>
                      <a:pt x="11838" y="13959"/>
                      <a:pt x="11931" y="14167"/>
                      <a:pt x="12083" y="14167"/>
                    </a:cubicBezTo>
                    <a:cubicBezTo>
                      <a:pt x="12236" y="14167"/>
                      <a:pt x="12390" y="13959"/>
                      <a:pt x="12427" y="13702"/>
                    </a:cubicBezTo>
                    <a:cubicBezTo>
                      <a:pt x="12465" y="13448"/>
                      <a:pt x="12371" y="13243"/>
                      <a:pt x="12220" y="13243"/>
                    </a:cubicBezTo>
                    <a:close/>
                    <a:moveTo>
                      <a:pt x="6623" y="14383"/>
                    </a:moveTo>
                    <a:cubicBezTo>
                      <a:pt x="6470" y="14383"/>
                      <a:pt x="6301" y="14594"/>
                      <a:pt x="6245" y="14855"/>
                    </a:cubicBezTo>
                    <a:cubicBezTo>
                      <a:pt x="6189" y="15117"/>
                      <a:pt x="6269" y="15332"/>
                      <a:pt x="6423" y="15332"/>
                    </a:cubicBezTo>
                    <a:cubicBezTo>
                      <a:pt x="6578" y="15332"/>
                      <a:pt x="6748" y="15117"/>
                      <a:pt x="6803" y="14855"/>
                    </a:cubicBezTo>
                    <a:cubicBezTo>
                      <a:pt x="6857" y="14594"/>
                      <a:pt x="6776" y="14383"/>
                      <a:pt x="6623" y="14383"/>
                    </a:cubicBezTo>
                    <a:close/>
                    <a:moveTo>
                      <a:pt x="7295" y="14383"/>
                    </a:moveTo>
                    <a:cubicBezTo>
                      <a:pt x="7141" y="14383"/>
                      <a:pt x="6974" y="14594"/>
                      <a:pt x="6920" y="14855"/>
                    </a:cubicBezTo>
                    <a:cubicBezTo>
                      <a:pt x="6866" y="15117"/>
                      <a:pt x="6947" y="15332"/>
                      <a:pt x="7102" y="15332"/>
                    </a:cubicBezTo>
                    <a:cubicBezTo>
                      <a:pt x="7256" y="15332"/>
                      <a:pt x="7425" y="15117"/>
                      <a:pt x="7477" y="14855"/>
                    </a:cubicBezTo>
                    <a:cubicBezTo>
                      <a:pt x="7529" y="14594"/>
                      <a:pt x="7447" y="14383"/>
                      <a:pt x="7295" y="14383"/>
                    </a:cubicBezTo>
                    <a:close/>
                    <a:moveTo>
                      <a:pt x="7976" y="14383"/>
                    </a:moveTo>
                    <a:cubicBezTo>
                      <a:pt x="7823" y="14383"/>
                      <a:pt x="7657" y="14594"/>
                      <a:pt x="7605" y="14855"/>
                    </a:cubicBezTo>
                    <a:cubicBezTo>
                      <a:pt x="7553" y="15117"/>
                      <a:pt x="7636" y="15332"/>
                      <a:pt x="7791" y="15332"/>
                    </a:cubicBezTo>
                    <a:cubicBezTo>
                      <a:pt x="7945" y="15332"/>
                      <a:pt x="8112" y="15117"/>
                      <a:pt x="8162" y="14855"/>
                    </a:cubicBezTo>
                    <a:cubicBezTo>
                      <a:pt x="8212" y="14594"/>
                      <a:pt x="8129" y="14383"/>
                      <a:pt x="7976" y="14383"/>
                    </a:cubicBezTo>
                    <a:close/>
                    <a:moveTo>
                      <a:pt x="8658" y="14383"/>
                    </a:moveTo>
                    <a:cubicBezTo>
                      <a:pt x="8505" y="14383"/>
                      <a:pt x="8340" y="14594"/>
                      <a:pt x="8290" y="14855"/>
                    </a:cubicBezTo>
                    <a:cubicBezTo>
                      <a:pt x="8240" y="15117"/>
                      <a:pt x="8325" y="15332"/>
                      <a:pt x="8480" y="15332"/>
                    </a:cubicBezTo>
                    <a:cubicBezTo>
                      <a:pt x="8634" y="15332"/>
                      <a:pt x="8799" y="15117"/>
                      <a:pt x="8848" y="14855"/>
                    </a:cubicBezTo>
                    <a:cubicBezTo>
                      <a:pt x="8896" y="14594"/>
                      <a:pt x="8811" y="14383"/>
                      <a:pt x="8658" y="14383"/>
                    </a:cubicBezTo>
                    <a:close/>
                    <a:moveTo>
                      <a:pt x="9338" y="14383"/>
                    </a:moveTo>
                    <a:cubicBezTo>
                      <a:pt x="9185" y="14383"/>
                      <a:pt x="9023" y="14594"/>
                      <a:pt x="8975" y="14855"/>
                    </a:cubicBezTo>
                    <a:cubicBezTo>
                      <a:pt x="8927" y="15117"/>
                      <a:pt x="9013" y="15332"/>
                      <a:pt x="9168" y="15332"/>
                    </a:cubicBezTo>
                    <a:cubicBezTo>
                      <a:pt x="9323" y="15332"/>
                      <a:pt x="9486" y="15117"/>
                      <a:pt x="9532" y="14855"/>
                    </a:cubicBezTo>
                    <a:cubicBezTo>
                      <a:pt x="9579" y="14594"/>
                      <a:pt x="9492" y="14383"/>
                      <a:pt x="9338" y="14383"/>
                    </a:cubicBezTo>
                    <a:close/>
                    <a:moveTo>
                      <a:pt x="10010" y="14383"/>
                    </a:moveTo>
                    <a:cubicBezTo>
                      <a:pt x="9857" y="14383"/>
                      <a:pt x="9696" y="14594"/>
                      <a:pt x="9650" y="14855"/>
                    </a:cubicBezTo>
                    <a:cubicBezTo>
                      <a:pt x="9604" y="15117"/>
                      <a:pt x="9692" y="15332"/>
                      <a:pt x="9847" y="15332"/>
                    </a:cubicBezTo>
                    <a:cubicBezTo>
                      <a:pt x="10002" y="15332"/>
                      <a:pt x="10163" y="15117"/>
                      <a:pt x="10208" y="14855"/>
                    </a:cubicBezTo>
                    <a:cubicBezTo>
                      <a:pt x="10252" y="14594"/>
                      <a:pt x="10163" y="14383"/>
                      <a:pt x="10010" y="14383"/>
                    </a:cubicBezTo>
                    <a:close/>
                    <a:moveTo>
                      <a:pt x="10692" y="14383"/>
                    </a:moveTo>
                    <a:cubicBezTo>
                      <a:pt x="10539" y="14383"/>
                      <a:pt x="10379" y="14594"/>
                      <a:pt x="10335" y="14855"/>
                    </a:cubicBezTo>
                    <a:cubicBezTo>
                      <a:pt x="10291" y="15117"/>
                      <a:pt x="10381" y="15332"/>
                      <a:pt x="10536" y="15332"/>
                    </a:cubicBezTo>
                    <a:cubicBezTo>
                      <a:pt x="10691" y="15332"/>
                      <a:pt x="10851" y="15117"/>
                      <a:pt x="10893" y="14855"/>
                    </a:cubicBezTo>
                    <a:cubicBezTo>
                      <a:pt x="10935" y="14594"/>
                      <a:pt x="10845" y="14383"/>
                      <a:pt x="10692" y="14383"/>
                    </a:cubicBezTo>
                    <a:close/>
                    <a:moveTo>
                      <a:pt x="11373" y="14383"/>
                    </a:moveTo>
                    <a:cubicBezTo>
                      <a:pt x="11220" y="14383"/>
                      <a:pt x="11062" y="14594"/>
                      <a:pt x="11021" y="14855"/>
                    </a:cubicBezTo>
                    <a:cubicBezTo>
                      <a:pt x="10979" y="15117"/>
                      <a:pt x="11070" y="15332"/>
                      <a:pt x="11225" y="15332"/>
                    </a:cubicBezTo>
                    <a:cubicBezTo>
                      <a:pt x="11380" y="15332"/>
                      <a:pt x="11538" y="15117"/>
                      <a:pt x="11578" y="14855"/>
                    </a:cubicBezTo>
                    <a:cubicBezTo>
                      <a:pt x="11618" y="14594"/>
                      <a:pt x="11526" y="14383"/>
                      <a:pt x="11373" y="14383"/>
                    </a:cubicBezTo>
                    <a:close/>
                    <a:moveTo>
                      <a:pt x="7059" y="15547"/>
                    </a:moveTo>
                    <a:cubicBezTo>
                      <a:pt x="6904" y="15547"/>
                      <a:pt x="6734" y="15763"/>
                      <a:pt x="6678" y="16032"/>
                    </a:cubicBezTo>
                    <a:cubicBezTo>
                      <a:pt x="6623" y="16302"/>
                      <a:pt x="6704" y="16522"/>
                      <a:pt x="6861" y="16522"/>
                    </a:cubicBezTo>
                    <a:cubicBezTo>
                      <a:pt x="7018" y="16522"/>
                      <a:pt x="7189" y="16302"/>
                      <a:pt x="7243" y="16032"/>
                    </a:cubicBezTo>
                    <a:cubicBezTo>
                      <a:pt x="7297" y="15763"/>
                      <a:pt x="7214" y="15547"/>
                      <a:pt x="7059" y="15547"/>
                    </a:cubicBezTo>
                    <a:close/>
                    <a:moveTo>
                      <a:pt x="7751" y="15547"/>
                    </a:moveTo>
                    <a:cubicBezTo>
                      <a:pt x="7595" y="15547"/>
                      <a:pt x="7427" y="15763"/>
                      <a:pt x="7373" y="16032"/>
                    </a:cubicBezTo>
                    <a:cubicBezTo>
                      <a:pt x="7320" y="16302"/>
                      <a:pt x="7403" y="16522"/>
                      <a:pt x="7560" y="16522"/>
                    </a:cubicBezTo>
                    <a:cubicBezTo>
                      <a:pt x="7717" y="16522"/>
                      <a:pt x="7886" y="16302"/>
                      <a:pt x="7938" y="16032"/>
                    </a:cubicBezTo>
                    <a:cubicBezTo>
                      <a:pt x="7990" y="15763"/>
                      <a:pt x="7906" y="15547"/>
                      <a:pt x="7751" y="15547"/>
                    </a:cubicBezTo>
                    <a:close/>
                    <a:moveTo>
                      <a:pt x="8442" y="15547"/>
                    </a:moveTo>
                    <a:cubicBezTo>
                      <a:pt x="8287" y="15547"/>
                      <a:pt x="8120" y="15763"/>
                      <a:pt x="8068" y="16032"/>
                    </a:cubicBezTo>
                    <a:cubicBezTo>
                      <a:pt x="8017" y="16302"/>
                      <a:pt x="8103" y="16522"/>
                      <a:pt x="8260" y="16522"/>
                    </a:cubicBezTo>
                    <a:cubicBezTo>
                      <a:pt x="8416" y="16522"/>
                      <a:pt x="8584" y="16302"/>
                      <a:pt x="8634" y="16032"/>
                    </a:cubicBezTo>
                    <a:cubicBezTo>
                      <a:pt x="8683" y="15763"/>
                      <a:pt x="8597" y="15547"/>
                      <a:pt x="8442" y="15547"/>
                    </a:cubicBezTo>
                    <a:close/>
                    <a:moveTo>
                      <a:pt x="11187" y="15547"/>
                    </a:moveTo>
                    <a:cubicBezTo>
                      <a:pt x="11032" y="15547"/>
                      <a:pt x="10872" y="15763"/>
                      <a:pt x="10830" y="16032"/>
                    </a:cubicBezTo>
                    <a:cubicBezTo>
                      <a:pt x="10786" y="16302"/>
                      <a:pt x="10879" y="16522"/>
                      <a:pt x="11035" y="16522"/>
                    </a:cubicBezTo>
                    <a:cubicBezTo>
                      <a:pt x="11192" y="16522"/>
                      <a:pt x="11353" y="16302"/>
                      <a:pt x="11394" y="16032"/>
                    </a:cubicBezTo>
                    <a:cubicBezTo>
                      <a:pt x="11435" y="15763"/>
                      <a:pt x="11342" y="15547"/>
                      <a:pt x="11187" y="15547"/>
                    </a:cubicBezTo>
                    <a:close/>
                    <a:moveTo>
                      <a:pt x="7516" y="16737"/>
                    </a:moveTo>
                    <a:cubicBezTo>
                      <a:pt x="7358" y="16737"/>
                      <a:pt x="7187" y="16959"/>
                      <a:pt x="7132" y="17235"/>
                    </a:cubicBezTo>
                    <a:cubicBezTo>
                      <a:pt x="7077" y="17513"/>
                      <a:pt x="7161" y="17739"/>
                      <a:pt x="7320" y="17739"/>
                    </a:cubicBezTo>
                    <a:cubicBezTo>
                      <a:pt x="7479" y="17739"/>
                      <a:pt x="7651" y="17513"/>
                      <a:pt x="7705" y="17235"/>
                    </a:cubicBezTo>
                    <a:cubicBezTo>
                      <a:pt x="7757" y="16959"/>
                      <a:pt x="7673" y="16737"/>
                      <a:pt x="7516" y="16737"/>
                    </a:cubicBezTo>
                    <a:close/>
                    <a:moveTo>
                      <a:pt x="8217" y="16737"/>
                    </a:moveTo>
                    <a:cubicBezTo>
                      <a:pt x="8060" y="16737"/>
                      <a:pt x="7890" y="16959"/>
                      <a:pt x="7837" y="17235"/>
                    </a:cubicBezTo>
                    <a:cubicBezTo>
                      <a:pt x="7784" y="17513"/>
                      <a:pt x="7870" y="17739"/>
                      <a:pt x="8029" y="17739"/>
                    </a:cubicBezTo>
                    <a:cubicBezTo>
                      <a:pt x="8188" y="17739"/>
                      <a:pt x="8359" y="17513"/>
                      <a:pt x="8410" y="17235"/>
                    </a:cubicBezTo>
                    <a:cubicBezTo>
                      <a:pt x="8461" y="16959"/>
                      <a:pt x="8374" y="16737"/>
                      <a:pt x="8217" y="16737"/>
                    </a:cubicBezTo>
                    <a:close/>
                    <a:moveTo>
                      <a:pt x="11703" y="16737"/>
                    </a:moveTo>
                    <a:cubicBezTo>
                      <a:pt x="11546" y="16737"/>
                      <a:pt x="11385" y="16959"/>
                      <a:pt x="11344" y="17235"/>
                    </a:cubicBezTo>
                    <a:cubicBezTo>
                      <a:pt x="11301" y="17513"/>
                      <a:pt x="11396" y="17739"/>
                      <a:pt x="11555" y="17739"/>
                    </a:cubicBezTo>
                    <a:cubicBezTo>
                      <a:pt x="11714" y="17739"/>
                      <a:pt x="11876" y="17513"/>
                      <a:pt x="11916" y="17235"/>
                    </a:cubicBezTo>
                    <a:cubicBezTo>
                      <a:pt x="11956" y="16959"/>
                      <a:pt x="11861" y="16737"/>
                      <a:pt x="11703" y="16737"/>
                    </a:cubicBezTo>
                    <a:close/>
                    <a:moveTo>
                      <a:pt x="7281" y="17953"/>
                    </a:moveTo>
                    <a:cubicBezTo>
                      <a:pt x="7121" y="17953"/>
                      <a:pt x="6947" y="18182"/>
                      <a:pt x="6891" y="18466"/>
                    </a:cubicBezTo>
                    <a:cubicBezTo>
                      <a:pt x="6834" y="18750"/>
                      <a:pt x="6918" y="18983"/>
                      <a:pt x="7080" y="18983"/>
                    </a:cubicBezTo>
                    <a:cubicBezTo>
                      <a:pt x="7241" y="18983"/>
                      <a:pt x="7416" y="18750"/>
                      <a:pt x="7471" y="18466"/>
                    </a:cubicBezTo>
                    <a:cubicBezTo>
                      <a:pt x="7525" y="18182"/>
                      <a:pt x="7440" y="17953"/>
                      <a:pt x="7281" y="17953"/>
                    </a:cubicBezTo>
                    <a:close/>
                    <a:moveTo>
                      <a:pt x="7982" y="17953"/>
                    </a:moveTo>
                    <a:cubicBezTo>
                      <a:pt x="7823" y="17953"/>
                      <a:pt x="7650" y="18182"/>
                      <a:pt x="7595" y="18466"/>
                    </a:cubicBezTo>
                    <a:cubicBezTo>
                      <a:pt x="7541" y="18750"/>
                      <a:pt x="7628" y="18983"/>
                      <a:pt x="7789" y="18983"/>
                    </a:cubicBezTo>
                    <a:cubicBezTo>
                      <a:pt x="7950" y="18983"/>
                      <a:pt x="8124" y="18750"/>
                      <a:pt x="8176" y="18466"/>
                    </a:cubicBezTo>
                    <a:cubicBezTo>
                      <a:pt x="8229" y="18182"/>
                      <a:pt x="8141" y="17953"/>
                      <a:pt x="7982" y="17953"/>
                    </a:cubicBezTo>
                    <a:close/>
                    <a:moveTo>
                      <a:pt x="8693" y="17953"/>
                    </a:moveTo>
                    <a:cubicBezTo>
                      <a:pt x="8534" y="17953"/>
                      <a:pt x="8363" y="18182"/>
                      <a:pt x="8311" y="18466"/>
                    </a:cubicBezTo>
                    <a:cubicBezTo>
                      <a:pt x="8259" y="18750"/>
                      <a:pt x="8347" y="18983"/>
                      <a:pt x="8508" y="18983"/>
                    </a:cubicBezTo>
                    <a:cubicBezTo>
                      <a:pt x="8669" y="18983"/>
                      <a:pt x="8841" y="18750"/>
                      <a:pt x="8891" y="18466"/>
                    </a:cubicBezTo>
                    <a:cubicBezTo>
                      <a:pt x="8941" y="18182"/>
                      <a:pt x="8852" y="17953"/>
                      <a:pt x="8693" y="17953"/>
                    </a:cubicBezTo>
                    <a:close/>
                    <a:moveTo>
                      <a:pt x="9404" y="17953"/>
                    </a:moveTo>
                    <a:cubicBezTo>
                      <a:pt x="9245" y="17953"/>
                      <a:pt x="9076" y="18182"/>
                      <a:pt x="9026" y="18466"/>
                    </a:cubicBezTo>
                    <a:cubicBezTo>
                      <a:pt x="8976" y="18750"/>
                      <a:pt x="9066" y="18983"/>
                      <a:pt x="9227" y="18983"/>
                    </a:cubicBezTo>
                    <a:cubicBezTo>
                      <a:pt x="9389" y="18983"/>
                      <a:pt x="9558" y="18750"/>
                      <a:pt x="9606" y="18466"/>
                    </a:cubicBezTo>
                    <a:cubicBezTo>
                      <a:pt x="9654" y="18182"/>
                      <a:pt x="9564" y="17953"/>
                      <a:pt x="9404" y="17953"/>
                    </a:cubicBezTo>
                    <a:close/>
                    <a:moveTo>
                      <a:pt x="11518" y="17953"/>
                    </a:moveTo>
                    <a:cubicBezTo>
                      <a:pt x="11359" y="17953"/>
                      <a:pt x="11195" y="18182"/>
                      <a:pt x="11152" y="18466"/>
                    </a:cubicBezTo>
                    <a:cubicBezTo>
                      <a:pt x="11109" y="18750"/>
                      <a:pt x="11204" y="18983"/>
                      <a:pt x="11365" y="18983"/>
                    </a:cubicBezTo>
                    <a:cubicBezTo>
                      <a:pt x="11527" y="18983"/>
                      <a:pt x="11691" y="18750"/>
                      <a:pt x="11733" y="18466"/>
                    </a:cubicBezTo>
                    <a:cubicBezTo>
                      <a:pt x="11774" y="18182"/>
                      <a:pt x="11678" y="17953"/>
                      <a:pt x="11518" y="17953"/>
                    </a:cubicBezTo>
                    <a:close/>
                    <a:moveTo>
                      <a:pt x="12230" y="17953"/>
                    </a:moveTo>
                    <a:cubicBezTo>
                      <a:pt x="12070" y="17953"/>
                      <a:pt x="11909" y="18182"/>
                      <a:pt x="11868" y="18466"/>
                    </a:cubicBezTo>
                    <a:cubicBezTo>
                      <a:pt x="11827" y="18750"/>
                      <a:pt x="11924" y="18983"/>
                      <a:pt x="12085" y="18983"/>
                    </a:cubicBezTo>
                    <a:cubicBezTo>
                      <a:pt x="12246" y="18983"/>
                      <a:pt x="12409" y="18750"/>
                      <a:pt x="12448" y="18466"/>
                    </a:cubicBezTo>
                    <a:cubicBezTo>
                      <a:pt x="12487" y="18182"/>
                      <a:pt x="12389" y="17953"/>
                      <a:pt x="12230" y="17953"/>
                    </a:cubicBezTo>
                    <a:close/>
                    <a:moveTo>
                      <a:pt x="8468" y="19219"/>
                    </a:moveTo>
                    <a:cubicBezTo>
                      <a:pt x="8306" y="19219"/>
                      <a:pt x="8132" y="19455"/>
                      <a:pt x="8079" y="19746"/>
                    </a:cubicBezTo>
                    <a:cubicBezTo>
                      <a:pt x="8026" y="20039"/>
                      <a:pt x="8114" y="20279"/>
                      <a:pt x="8278" y="20279"/>
                    </a:cubicBezTo>
                    <a:cubicBezTo>
                      <a:pt x="8441" y="20279"/>
                      <a:pt x="8616" y="20039"/>
                      <a:pt x="8668" y="19746"/>
                    </a:cubicBezTo>
                    <a:cubicBezTo>
                      <a:pt x="8719" y="19455"/>
                      <a:pt x="8630" y="19219"/>
                      <a:pt x="8468" y="19219"/>
                    </a:cubicBezTo>
                    <a:close/>
                    <a:moveTo>
                      <a:pt x="9179" y="19219"/>
                    </a:moveTo>
                    <a:cubicBezTo>
                      <a:pt x="9018" y="19219"/>
                      <a:pt x="8845" y="19455"/>
                      <a:pt x="8794" y="19746"/>
                    </a:cubicBezTo>
                    <a:cubicBezTo>
                      <a:pt x="8743" y="20039"/>
                      <a:pt x="8834" y="20279"/>
                      <a:pt x="8997" y="20279"/>
                    </a:cubicBezTo>
                    <a:cubicBezTo>
                      <a:pt x="9161" y="20279"/>
                      <a:pt x="9334" y="20039"/>
                      <a:pt x="9383" y="19746"/>
                    </a:cubicBezTo>
                    <a:cubicBezTo>
                      <a:pt x="9432" y="19455"/>
                      <a:pt x="9341" y="19219"/>
                      <a:pt x="9179" y="19219"/>
                    </a:cubicBezTo>
                    <a:close/>
                    <a:moveTo>
                      <a:pt x="9901" y="19219"/>
                    </a:moveTo>
                    <a:cubicBezTo>
                      <a:pt x="9739" y="19219"/>
                      <a:pt x="9568" y="19455"/>
                      <a:pt x="9520" y="19746"/>
                    </a:cubicBezTo>
                    <a:cubicBezTo>
                      <a:pt x="9471" y="20039"/>
                      <a:pt x="9564" y="20279"/>
                      <a:pt x="9727" y="20279"/>
                    </a:cubicBezTo>
                    <a:cubicBezTo>
                      <a:pt x="9891" y="20279"/>
                      <a:pt x="10061" y="20039"/>
                      <a:pt x="10109" y="19746"/>
                    </a:cubicBezTo>
                    <a:cubicBezTo>
                      <a:pt x="10155" y="19455"/>
                      <a:pt x="10062" y="19219"/>
                      <a:pt x="9901" y="19219"/>
                    </a:cubicBezTo>
                    <a:close/>
                    <a:moveTo>
                      <a:pt x="9686" y="20510"/>
                    </a:moveTo>
                    <a:cubicBezTo>
                      <a:pt x="9522" y="20510"/>
                      <a:pt x="9348" y="20752"/>
                      <a:pt x="9298" y="21052"/>
                    </a:cubicBezTo>
                    <a:cubicBezTo>
                      <a:pt x="9248" y="21353"/>
                      <a:pt x="9341" y="21600"/>
                      <a:pt x="9507" y="21600"/>
                    </a:cubicBezTo>
                    <a:cubicBezTo>
                      <a:pt x="9673" y="21600"/>
                      <a:pt x="9847" y="21353"/>
                      <a:pt x="9896" y="21052"/>
                    </a:cubicBezTo>
                    <a:cubicBezTo>
                      <a:pt x="9944" y="20752"/>
                      <a:pt x="9850" y="20510"/>
                      <a:pt x="9686" y="20510"/>
                    </a:cubicBezTo>
                    <a:close/>
                  </a:path>
                </a:pathLst>
              </a:custGeom>
              <a:solidFill>
                <a:srgbClr val="3E7FBF">
                  <a:alpha val="69804"/>
                </a:srgbClr>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defRPr sz="1400">
                    <a:solidFill>
                      <a:srgbClr val="FFFFFF"/>
                    </a:solidFill>
                    <a:effectLst>
                      <a:outerShdw blurRad="38100" dist="12700" dir="5400000" rotWithShape="0">
                        <a:srgbClr val="000000">
                          <a:alpha val="50000"/>
                        </a:srgbClr>
                      </a:outerShdw>
                    </a:effectLst>
                  </a:defRPr>
                </a:pPr>
                <a:endParaRPr sz="637" dirty="0">
                  <a:solidFill>
                    <a:srgbClr val="FFFFFF"/>
                  </a:solidFill>
                  <a:effectLst>
                    <a:outerShdw blurRad="38100" dist="12700" dir="5400000" rotWithShape="0">
                      <a:srgbClr val="000000">
                        <a:alpha val="50000"/>
                      </a:srgbClr>
                    </a:outerShdw>
                  </a:effectLst>
                  <a:latin typeface="Calibri"/>
                </a:endParaRPr>
              </a:p>
            </p:txBody>
          </p:sp>
          <p:sp>
            <p:nvSpPr>
              <p:cNvPr id="17" name="Shape 7">
                <a:extLst>
                  <a:ext uri="{FF2B5EF4-FFF2-40B4-BE49-F238E27FC236}">
                    <a16:creationId xmlns:a16="http://schemas.microsoft.com/office/drawing/2014/main" id="{E1B63ECA-495C-6833-C67A-7CF3566D156D}"/>
                  </a:ext>
                </a:extLst>
              </p:cNvPr>
              <p:cNvSpPr/>
              <p:nvPr/>
            </p:nvSpPr>
            <p:spPr>
              <a:xfrm>
                <a:off x="5202873" y="1681049"/>
                <a:ext cx="2157970" cy="736664"/>
              </a:xfrm>
              <a:custGeom>
                <a:avLst/>
                <a:gdLst/>
                <a:ahLst/>
                <a:cxnLst>
                  <a:cxn ang="0">
                    <a:pos x="wd2" y="hd2"/>
                  </a:cxn>
                  <a:cxn ang="5400000">
                    <a:pos x="wd2" y="hd2"/>
                  </a:cxn>
                  <a:cxn ang="10800000">
                    <a:pos x="wd2" y="hd2"/>
                  </a:cxn>
                  <a:cxn ang="16200000">
                    <a:pos x="wd2" y="hd2"/>
                  </a:cxn>
                </a:cxnLst>
                <a:rect l="0" t="0" r="r" b="b"/>
                <a:pathLst>
                  <a:path w="21545" h="21600" extrusionOk="0">
                    <a:moveTo>
                      <a:pt x="7346" y="0"/>
                    </a:moveTo>
                    <a:cubicBezTo>
                      <a:pt x="7061" y="0"/>
                      <a:pt x="6832" y="406"/>
                      <a:pt x="6834" y="908"/>
                    </a:cubicBezTo>
                    <a:cubicBezTo>
                      <a:pt x="6835" y="1412"/>
                      <a:pt x="7069" y="1823"/>
                      <a:pt x="7357" y="1823"/>
                    </a:cubicBezTo>
                    <a:cubicBezTo>
                      <a:pt x="7644" y="1823"/>
                      <a:pt x="7873" y="1412"/>
                      <a:pt x="7869" y="908"/>
                    </a:cubicBezTo>
                    <a:cubicBezTo>
                      <a:pt x="7865" y="406"/>
                      <a:pt x="7630" y="0"/>
                      <a:pt x="7346" y="0"/>
                    </a:cubicBezTo>
                    <a:close/>
                    <a:moveTo>
                      <a:pt x="8592" y="0"/>
                    </a:moveTo>
                    <a:cubicBezTo>
                      <a:pt x="8308" y="0"/>
                      <a:pt x="8081" y="406"/>
                      <a:pt x="8086" y="908"/>
                    </a:cubicBezTo>
                    <a:cubicBezTo>
                      <a:pt x="8091" y="1412"/>
                      <a:pt x="8328" y="1823"/>
                      <a:pt x="8615" y="1823"/>
                    </a:cubicBezTo>
                    <a:cubicBezTo>
                      <a:pt x="8903" y="1823"/>
                      <a:pt x="9130" y="1412"/>
                      <a:pt x="9122" y="908"/>
                    </a:cubicBezTo>
                    <a:cubicBezTo>
                      <a:pt x="9115" y="406"/>
                      <a:pt x="8878" y="0"/>
                      <a:pt x="8592" y="0"/>
                    </a:cubicBezTo>
                    <a:close/>
                    <a:moveTo>
                      <a:pt x="9860" y="0"/>
                    </a:moveTo>
                    <a:cubicBezTo>
                      <a:pt x="9575" y="0"/>
                      <a:pt x="9350" y="406"/>
                      <a:pt x="9359" y="908"/>
                    </a:cubicBezTo>
                    <a:cubicBezTo>
                      <a:pt x="9367" y="1412"/>
                      <a:pt x="9607" y="1823"/>
                      <a:pt x="9894" y="1823"/>
                    </a:cubicBezTo>
                    <a:cubicBezTo>
                      <a:pt x="10181" y="1823"/>
                      <a:pt x="10405" y="1412"/>
                      <a:pt x="10394" y="908"/>
                    </a:cubicBezTo>
                    <a:cubicBezTo>
                      <a:pt x="10383" y="406"/>
                      <a:pt x="10144" y="0"/>
                      <a:pt x="9860" y="0"/>
                    </a:cubicBezTo>
                    <a:close/>
                    <a:moveTo>
                      <a:pt x="11127" y="0"/>
                    </a:moveTo>
                    <a:cubicBezTo>
                      <a:pt x="10842" y="0"/>
                      <a:pt x="10621" y="406"/>
                      <a:pt x="10633" y="908"/>
                    </a:cubicBezTo>
                    <a:cubicBezTo>
                      <a:pt x="10644" y="1412"/>
                      <a:pt x="10886" y="1823"/>
                      <a:pt x="11174" y="1823"/>
                    </a:cubicBezTo>
                    <a:cubicBezTo>
                      <a:pt x="11462" y="1823"/>
                      <a:pt x="11682" y="1412"/>
                      <a:pt x="11667" y="908"/>
                    </a:cubicBezTo>
                    <a:cubicBezTo>
                      <a:pt x="11653" y="406"/>
                      <a:pt x="11412" y="0"/>
                      <a:pt x="11127" y="0"/>
                    </a:cubicBezTo>
                    <a:close/>
                    <a:moveTo>
                      <a:pt x="12395" y="0"/>
                    </a:moveTo>
                    <a:cubicBezTo>
                      <a:pt x="12110" y="0"/>
                      <a:pt x="11891" y="406"/>
                      <a:pt x="11906" y="908"/>
                    </a:cubicBezTo>
                    <a:cubicBezTo>
                      <a:pt x="11921" y="1412"/>
                      <a:pt x="12167" y="1823"/>
                      <a:pt x="12454" y="1823"/>
                    </a:cubicBezTo>
                    <a:cubicBezTo>
                      <a:pt x="12741" y="1823"/>
                      <a:pt x="12959" y="1412"/>
                      <a:pt x="12941" y="908"/>
                    </a:cubicBezTo>
                    <a:cubicBezTo>
                      <a:pt x="12924" y="406"/>
                      <a:pt x="12680" y="0"/>
                      <a:pt x="12395" y="0"/>
                    </a:cubicBezTo>
                    <a:close/>
                    <a:moveTo>
                      <a:pt x="6085" y="2181"/>
                    </a:moveTo>
                    <a:cubicBezTo>
                      <a:pt x="5798" y="2181"/>
                      <a:pt x="5562" y="2595"/>
                      <a:pt x="5560" y="3110"/>
                    </a:cubicBezTo>
                    <a:cubicBezTo>
                      <a:pt x="5558" y="3626"/>
                      <a:pt x="5794" y="4047"/>
                      <a:pt x="6084" y="4047"/>
                    </a:cubicBezTo>
                    <a:cubicBezTo>
                      <a:pt x="6374" y="4047"/>
                      <a:pt x="6608" y="3626"/>
                      <a:pt x="6607" y="3110"/>
                    </a:cubicBezTo>
                    <a:cubicBezTo>
                      <a:pt x="6606" y="2595"/>
                      <a:pt x="6372" y="2181"/>
                      <a:pt x="6085" y="2181"/>
                    </a:cubicBezTo>
                    <a:close/>
                    <a:moveTo>
                      <a:pt x="7352" y="2181"/>
                    </a:moveTo>
                    <a:cubicBezTo>
                      <a:pt x="7064" y="2181"/>
                      <a:pt x="6832" y="2595"/>
                      <a:pt x="6834" y="3110"/>
                    </a:cubicBezTo>
                    <a:cubicBezTo>
                      <a:pt x="6835" y="3626"/>
                      <a:pt x="7073" y="4047"/>
                      <a:pt x="7363" y="4047"/>
                    </a:cubicBezTo>
                    <a:cubicBezTo>
                      <a:pt x="7653" y="4047"/>
                      <a:pt x="7886" y="3626"/>
                      <a:pt x="7881" y="3110"/>
                    </a:cubicBezTo>
                    <a:cubicBezTo>
                      <a:pt x="7877" y="2595"/>
                      <a:pt x="7639" y="2181"/>
                      <a:pt x="7352" y="2181"/>
                    </a:cubicBezTo>
                    <a:close/>
                    <a:moveTo>
                      <a:pt x="8619" y="2181"/>
                    </a:moveTo>
                    <a:cubicBezTo>
                      <a:pt x="8332" y="2181"/>
                      <a:pt x="8102" y="2595"/>
                      <a:pt x="8107" y="3110"/>
                    </a:cubicBezTo>
                    <a:cubicBezTo>
                      <a:pt x="8112" y="3626"/>
                      <a:pt x="8352" y="4047"/>
                      <a:pt x="8642" y="4047"/>
                    </a:cubicBezTo>
                    <a:cubicBezTo>
                      <a:pt x="8934" y="4047"/>
                      <a:pt x="9163" y="3626"/>
                      <a:pt x="9155" y="3110"/>
                    </a:cubicBezTo>
                    <a:cubicBezTo>
                      <a:pt x="9147" y="2595"/>
                      <a:pt x="8908" y="2181"/>
                      <a:pt x="8619" y="2181"/>
                    </a:cubicBezTo>
                    <a:close/>
                    <a:moveTo>
                      <a:pt x="9908" y="2181"/>
                    </a:moveTo>
                    <a:cubicBezTo>
                      <a:pt x="9620" y="2181"/>
                      <a:pt x="9393" y="2595"/>
                      <a:pt x="9401" y="3110"/>
                    </a:cubicBezTo>
                    <a:cubicBezTo>
                      <a:pt x="9410" y="3626"/>
                      <a:pt x="9653" y="4047"/>
                      <a:pt x="9944" y="4047"/>
                    </a:cubicBezTo>
                    <a:cubicBezTo>
                      <a:pt x="10234" y="4047"/>
                      <a:pt x="10460" y="3626"/>
                      <a:pt x="10448" y="3110"/>
                    </a:cubicBezTo>
                    <a:cubicBezTo>
                      <a:pt x="10437" y="2595"/>
                      <a:pt x="10196" y="2181"/>
                      <a:pt x="9908" y="2181"/>
                    </a:cubicBezTo>
                    <a:close/>
                    <a:moveTo>
                      <a:pt x="11175" y="2181"/>
                    </a:moveTo>
                    <a:cubicBezTo>
                      <a:pt x="10887" y="2181"/>
                      <a:pt x="10664" y="2595"/>
                      <a:pt x="10675" y="3110"/>
                    </a:cubicBezTo>
                    <a:cubicBezTo>
                      <a:pt x="10687" y="3626"/>
                      <a:pt x="10932" y="4047"/>
                      <a:pt x="11223" y="4047"/>
                    </a:cubicBezTo>
                    <a:cubicBezTo>
                      <a:pt x="11514" y="4047"/>
                      <a:pt x="11737" y="3626"/>
                      <a:pt x="11722" y="3110"/>
                    </a:cubicBezTo>
                    <a:cubicBezTo>
                      <a:pt x="11708" y="2595"/>
                      <a:pt x="11464" y="2181"/>
                      <a:pt x="11175" y="2181"/>
                    </a:cubicBezTo>
                    <a:close/>
                    <a:moveTo>
                      <a:pt x="12464" y="2181"/>
                    </a:moveTo>
                    <a:cubicBezTo>
                      <a:pt x="12176" y="2181"/>
                      <a:pt x="11955" y="2595"/>
                      <a:pt x="11970" y="3110"/>
                    </a:cubicBezTo>
                    <a:cubicBezTo>
                      <a:pt x="11985" y="3626"/>
                      <a:pt x="12234" y="4047"/>
                      <a:pt x="12524" y="4047"/>
                    </a:cubicBezTo>
                    <a:cubicBezTo>
                      <a:pt x="12815" y="4047"/>
                      <a:pt x="13035" y="3626"/>
                      <a:pt x="13017" y="3110"/>
                    </a:cubicBezTo>
                    <a:cubicBezTo>
                      <a:pt x="12999" y="2595"/>
                      <a:pt x="12752" y="2181"/>
                      <a:pt x="12464" y="2181"/>
                    </a:cubicBezTo>
                    <a:close/>
                    <a:moveTo>
                      <a:pt x="13836" y="2181"/>
                    </a:moveTo>
                    <a:cubicBezTo>
                      <a:pt x="13549" y="2181"/>
                      <a:pt x="13331" y="2595"/>
                      <a:pt x="13350" y="3110"/>
                    </a:cubicBezTo>
                    <a:cubicBezTo>
                      <a:pt x="13369" y="3626"/>
                      <a:pt x="13619" y="4047"/>
                      <a:pt x="13909" y="4047"/>
                    </a:cubicBezTo>
                    <a:cubicBezTo>
                      <a:pt x="14200" y="4047"/>
                      <a:pt x="14418" y="3626"/>
                      <a:pt x="14396" y="3110"/>
                    </a:cubicBezTo>
                    <a:cubicBezTo>
                      <a:pt x="14374" y="2595"/>
                      <a:pt x="14124" y="2181"/>
                      <a:pt x="13836" y="2181"/>
                    </a:cubicBezTo>
                    <a:close/>
                    <a:moveTo>
                      <a:pt x="15104" y="2181"/>
                    </a:moveTo>
                    <a:cubicBezTo>
                      <a:pt x="14816" y="2181"/>
                      <a:pt x="14600" y="2595"/>
                      <a:pt x="14623" y="3110"/>
                    </a:cubicBezTo>
                    <a:cubicBezTo>
                      <a:pt x="14645" y="3626"/>
                      <a:pt x="14900" y="4047"/>
                      <a:pt x="15190" y="4047"/>
                    </a:cubicBezTo>
                    <a:cubicBezTo>
                      <a:pt x="15480" y="4047"/>
                      <a:pt x="15696" y="3626"/>
                      <a:pt x="15671" y="3110"/>
                    </a:cubicBezTo>
                    <a:cubicBezTo>
                      <a:pt x="15645" y="2595"/>
                      <a:pt x="15392" y="2181"/>
                      <a:pt x="15104" y="2181"/>
                    </a:cubicBezTo>
                    <a:close/>
                    <a:moveTo>
                      <a:pt x="4783" y="4487"/>
                    </a:moveTo>
                    <a:cubicBezTo>
                      <a:pt x="4491" y="4487"/>
                      <a:pt x="4250" y="4913"/>
                      <a:pt x="4245" y="5439"/>
                    </a:cubicBezTo>
                    <a:cubicBezTo>
                      <a:pt x="4239" y="5969"/>
                      <a:pt x="4474" y="6400"/>
                      <a:pt x="4768" y="6400"/>
                    </a:cubicBezTo>
                    <a:cubicBezTo>
                      <a:pt x="5062" y="6400"/>
                      <a:pt x="5303" y="5969"/>
                      <a:pt x="5305" y="5439"/>
                    </a:cubicBezTo>
                    <a:cubicBezTo>
                      <a:pt x="5308" y="4913"/>
                      <a:pt x="5074" y="4487"/>
                      <a:pt x="4783" y="4487"/>
                    </a:cubicBezTo>
                    <a:close/>
                    <a:moveTo>
                      <a:pt x="6070" y="4487"/>
                    </a:moveTo>
                    <a:cubicBezTo>
                      <a:pt x="5780" y="4487"/>
                      <a:pt x="5541" y="4913"/>
                      <a:pt x="5539" y="5439"/>
                    </a:cubicBezTo>
                    <a:cubicBezTo>
                      <a:pt x="5537" y="5969"/>
                      <a:pt x="5775" y="6400"/>
                      <a:pt x="6068" y="6400"/>
                    </a:cubicBezTo>
                    <a:cubicBezTo>
                      <a:pt x="6362" y="6400"/>
                      <a:pt x="6600" y="5969"/>
                      <a:pt x="6599" y="5439"/>
                    </a:cubicBezTo>
                    <a:cubicBezTo>
                      <a:pt x="6598" y="4913"/>
                      <a:pt x="6361" y="4487"/>
                      <a:pt x="6070" y="4487"/>
                    </a:cubicBezTo>
                    <a:close/>
                    <a:moveTo>
                      <a:pt x="7358" y="4487"/>
                    </a:moveTo>
                    <a:cubicBezTo>
                      <a:pt x="7067" y="4487"/>
                      <a:pt x="6832" y="4913"/>
                      <a:pt x="6834" y="5439"/>
                    </a:cubicBezTo>
                    <a:cubicBezTo>
                      <a:pt x="6835" y="5969"/>
                      <a:pt x="7075" y="6400"/>
                      <a:pt x="7369" y="6400"/>
                    </a:cubicBezTo>
                    <a:cubicBezTo>
                      <a:pt x="7663" y="6400"/>
                      <a:pt x="7898" y="5969"/>
                      <a:pt x="7894" y="5439"/>
                    </a:cubicBezTo>
                    <a:cubicBezTo>
                      <a:pt x="7889" y="4913"/>
                      <a:pt x="7649" y="4487"/>
                      <a:pt x="7358" y="4487"/>
                    </a:cubicBezTo>
                    <a:close/>
                    <a:moveTo>
                      <a:pt x="10040" y="4487"/>
                    </a:moveTo>
                    <a:cubicBezTo>
                      <a:pt x="9749" y="4487"/>
                      <a:pt x="9520" y="4913"/>
                      <a:pt x="9529" y="5439"/>
                    </a:cubicBezTo>
                    <a:cubicBezTo>
                      <a:pt x="9537" y="5969"/>
                      <a:pt x="9784" y="6400"/>
                      <a:pt x="10078" y="6400"/>
                    </a:cubicBezTo>
                    <a:cubicBezTo>
                      <a:pt x="10372" y="6400"/>
                      <a:pt x="10600" y="5969"/>
                      <a:pt x="10588" y="5439"/>
                    </a:cubicBezTo>
                    <a:cubicBezTo>
                      <a:pt x="10577" y="4913"/>
                      <a:pt x="10331" y="4487"/>
                      <a:pt x="10040" y="4487"/>
                    </a:cubicBezTo>
                    <a:close/>
                    <a:moveTo>
                      <a:pt x="11245" y="4487"/>
                    </a:moveTo>
                    <a:cubicBezTo>
                      <a:pt x="10953" y="4487"/>
                      <a:pt x="10727" y="4913"/>
                      <a:pt x="10739" y="5439"/>
                    </a:cubicBezTo>
                    <a:cubicBezTo>
                      <a:pt x="10751" y="5969"/>
                      <a:pt x="10999" y="6400"/>
                      <a:pt x="11293" y="6400"/>
                    </a:cubicBezTo>
                    <a:cubicBezTo>
                      <a:pt x="11588" y="6400"/>
                      <a:pt x="11813" y="5969"/>
                      <a:pt x="11799" y="5439"/>
                    </a:cubicBezTo>
                    <a:cubicBezTo>
                      <a:pt x="11784" y="4913"/>
                      <a:pt x="11537" y="4487"/>
                      <a:pt x="11245" y="4487"/>
                    </a:cubicBezTo>
                    <a:close/>
                    <a:moveTo>
                      <a:pt x="12533" y="4487"/>
                    </a:moveTo>
                    <a:cubicBezTo>
                      <a:pt x="12242" y="4487"/>
                      <a:pt x="12018" y="4913"/>
                      <a:pt x="12033" y="5439"/>
                    </a:cubicBezTo>
                    <a:cubicBezTo>
                      <a:pt x="12049" y="5969"/>
                      <a:pt x="12301" y="6400"/>
                      <a:pt x="12595" y="6400"/>
                    </a:cubicBezTo>
                    <a:cubicBezTo>
                      <a:pt x="12890" y="6400"/>
                      <a:pt x="13112" y="5969"/>
                      <a:pt x="13094" y="5439"/>
                    </a:cubicBezTo>
                    <a:cubicBezTo>
                      <a:pt x="13075" y="4913"/>
                      <a:pt x="12825" y="4487"/>
                      <a:pt x="12533" y="4487"/>
                    </a:cubicBezTo>
                    <a:close/>
                    <a:moveTo>
                      <a:pt x="13927" y="4487"/>
                    </a:moveTo>
                    <a:cubicBezTo>
                      <a:pt x="13636" y="4487"/>
                      <a:pt x="13415" y="4913"/>
                      <a:pt x="13434" y="5439"/>
                    </a:cubicBezTo>
                    <a:cubicBezTo>
                      <a:pt x="13454" y="5969"/>
                      <a:pt x="13709" y="6400"/>
                      <a:pt x="14002" y="6400"/>
                    </a:cubicBezTo>
                    <a:cubicBezTo>
                      <a:pt x="14296" y="6400"/>
                      <a:pt x="14516" y="5969"/>
                      <a:pt x="14494" y="5439"/>
                    </a:cubicBezTo>
                    <a:cubicBezTo>
                      <a:pt x="14471" y="4913"/>
                      <a:pt x="14218" y="4487"/>
                      <a:pt x="13927" y="4487"/>
                    </a:cubicBezTo>
                    <a:close/>
                    <a:moveTo>
                      <a:pt x="15215" y="4487"/>
                    </a:moveTo>
                    <a:cubicBezTo>
                      <a:pt x="14925" y="4487"/>
                      <a:pt x="14707" y="4913"/>
                      <a:pt x="14730" y="5439"/>
                    </a:cubicBezTo>
                    <a:cubicBezTo>
                      <a:pt x="14753" y="5969"/>
                      <a:pt x="15010" y="6400"/>
                      <a:pt x="15303" y="6400"/>
                    </a:cubicBezTo>
                    <a:cubicBezTo>
                      <a:pt x="15597" y="6400"/>
                      <a:pt x="15815" y="5969"/>
                      <a:pt x="15789" y="5439"/>
                    </a:cubicBezTo>
                    <a:cubicBezTo>
                      <a:pt x="15763" y="4913"/>
                      <a:pt x="15506" y="4487"/>
                      <a:pt x="15215" y="4487"/>
                    </a:cubicBezTo>
                    <a:close/>
                    <a:moveTo>
                      <a:pt x="16504" y="4487"/>
                    </a:moveTo>
                    <a:cubicBezTo>
                      <a:pt x="16212" y="4487"/>
                      <a:pt x="15998" y="4913"/>
                      <a:pt x="16024" y="5439"/>
                    </a:cubicBezTo>
                    <a:cubicBezTo>
                      <a:pt x="16050" y="5969"/>
                      <a:pt x="16310" y="6400"/>
                      <a:pt x="16605" y="6400"/>
                    </a:cubicBezTo>
                    <a:cubicBezTo>
                      <a:pt x="16898" y="6400"/>
                      <a:pt x="17114" y="5969"/>
                      <a:pt x="17084" y="5439"/>
                    </a:cubicBezTo>
                    <a:cubicBezTo>
                      <a:pt x="17055" y="4913"/>
                      <a:pt x="16795" y="4487"/>
                      <a:pt x="16504" y="4487"/>
                    </a:cubicBezTo>
                    <a:close/>
                    <a:moveTo>
                      <a:pt x="17793" y="4487"/>
                    </a:moveTo>
                    <a:cubicBezTo>
                      <a:pt x="17501" y="4487"/>
                      <a:pt x="17289" y="4913"/>
                      <a:pt x="17319" y="5439"/>
                    </a:cubicBezTo>
                    <a:cubicBezTo>
                      <a:pt x="17349" y="5969"/>
                      <a:pt x="17612" y="6400"/>
                      <a:pt x="17907" y="6400"/>
                    </a:cubicBezTo>
                    <a:cubicBezTo>
                      <a:pt x="18201" y="6400"/>
                      <a:pt x="18412" y="5969"/>
                      <a:pt x="18379" y="5439"/>
                    </a:cubicBezTo>
                    <a:cubicBezTo>
                      <a:pt x="18346" y="4913"/>
                      <a:pt x="18084" y="4487"/>
                      <a:pt x="17793" y="4487"/>
                    </a:cubicBezTo>
                    <a:close/>
                    <a:moveTo>
                      <a:pt x="19082" y="4487"/>
                    </a:moveTo>
                    <a:cubicBezTo>
                      <a:pt x="18791" y="4487"/>
                      <a:pt x="18581" y="4913"/>
                      <a:pt x="18614" y="5439"/>
                    </a:cubicBezTo>
                    <a:cubicBezTo>
                      <a:pt x="18648" y="5969"/>
                      <a:pt x="18915" y="6400"/>
                      <a:pt x="19209" y="6400"/>
                    </a:cubicBezTo>
                    <a:cubicBezTo>
                      <a:pt x="19502" y="6400"/>
                      <a:pt x="19712" y="5969"/>
                      <a:pt x="19675" y="5439"/>
                    </a:cubicBezTo>
                    <a:cubicBezTo>
                      <a:pt x="19639" y="4913"/>
                      <a:pt x="19373" y="4487"/>
                      <a:pt x="19082" y="4487"/>
                    </a:cubicBezTo>
                    <a:close/>
                    <a:moveTo>
                      <a:pt x="20391" y="4487"/>
                    </a:moveTo>
                    <a:cubicBezTo>
                      <a:pt x="20100" y="4487"/>
                      <a:pt x="19894" y="4913"/>
                      <a:pt x="19931" y="5439"/>
                    </a:cubicBezTo>
                    <a:cubicBezTo>
                      <a:pt x="19968" y="5969"/>
                      <a:pt x="20236" y="6400"/>
                      <a:pt x="20530" y="6400"/>
                    </a:cubicBezTo>
                    <a:cubicBezTo>
                      <a:pt x="20824" y="6400"/>
                      <a:pt x="21031" y="5969"/>
                      <a:pt x="20991" y="5439"/>
                    </a:cubicBezTo>
                    <a:cubicBezTo>
                      <a:pt x="20951" y="4913"/>
                      <a:pt x="20683" y="4487"/>
                      <a:pt x="20391" y="4487"/>
                    </a:cubicBezTo>
                    <a:close/>
                    <a:moveTo>
                      <a:pt x="2234" y="6793"/>
                    </a:moveTo>
                    <a:cubicBezTo>
                      <a:pt x="1939" y="6793"/>
                      <a:pt x="1690" y="7228"/>
                      <a:pt x="1678" y="7767"/>
                    </a:cubicBezTo>
                    <a:cubicBezTo>
                      <a:pt x="1665" y="8309"/>
                      <a:pt x="1896" y="8752"/>
                      <a:pt x="2194" y="8752"/>
                    </a:cubicBezTo>
                    <a:cubicBezTo>
                      <a:pt x="2492" y="8752"/>
                      <a:pt x="2741" y="8309"/>
                      <a:pt x="2751" y="7767"/>
                    </a:cubicBezTo>
                    <a:cubicBezTo>
                      <a:pt x="2760" y="7228"/>
                      <a:pt x="2528" y="6793"/>
                      <a:pt x="2234" y="6793"/>
                    </a:cubicBezTo>
                    <a:close/>
                    <a:moveTo>
                      <a:pt x="4768" y="6793"/>
                    </a:moveTo>
                    <a:cubicBezTo>
                      <a:pt x="4473" y="6793"/>
                      <a:pt x="4229" y="7228"/>
                      <a:pt x="4223" y="7767"/>
                    </a:cubicBezTo>
                    <a:cubicBezTo>
                      <a:pt x="4218" y="8309"/>
                      <a:pt x="4455" y="8752"/>
                      <a:pt x="4753" y="8752"/>
                    </a:cubicBezTo>
                    <a:cubicBezTo>
                      <a:pt x="5050" y="8752"/>
                      <a:pt x="5294" y="8309"/>
                      <a:pt x="5296" y="7767"/>
                    </a:cubicBezTo>
                    <a:cubicBezTo>
                      <a:pt x="5299" y="7228"/>
                      <a:pt x="5063" y="6793"/>
                      <a:pt x="4768" y="6793"/>
                    </a:cubicBezTo>
                    <a:close/>
                    <a:moveTo>
                      <a:pt x="6076" y="6793"/>
                    </a:moveTo>
                    <a:cubicBezTo>
                      <a:pt x="5782" y="6793"/>
                      <a:pt x="5541" y="7228"/>
                      <a:pt x="5539" y="7767"/>
                    </a:cubicBezTo>
                    <a:cubicBezTo>
                      <a:pt x="5537" y="8309"/>
                      <a:pt x="5778" y="8752"/>
                      <a:pt x="6075" y="8752"/>
                    </a:cubicBezTo>
                    <a:cubicBezTo>
                      <a:pt x="6372" y="8752"/>
                      <a:pt x="6613" y="8309"/>
                      <a:pt x="6612" y="7767"/>
                    </a:cubicBezTo>
                    <a:cubicBezTo>
                      <a:pt x="6611" y="7228"/>
                      <a:pt x="6371" y="6793"/>
                      <a:pt x="6076" y="6793"/>
                    </a:cubicBezTo>
                    <a:close/>
                    <a:moveTo>
                      <a:pt x="7386" y="6793"/>
                    </a:moveTo>
                    <a:cubicBezTo>
                      <a:pt x="7091" y="6793"/>
                      <a:pt x="6853" y="7228"/>
                      <a:pt x="6855" y="7767"/>
                    </a:cubicBezTo>
                    <a:cubicBezTo>
                      <a:pt x="6856" y="8309"/>
                      <a:pt x="7099" y="8752"/>
                      <a:pt x="7397" y="8752"/>
                    </a:cubicBezTo>
                    <a:cubicBezTo>
                      <a:pt x="7694" y="8752"/>
                      <a:pt x="7932" y="8309"/>
                      <a:pt x="7928" y="7767"/>
                    </a:cubicBezTo>
                    <a:cubicBezTo>
                      <a:pt x="7923" y="7228"/>
                      <a:pt x="7680" y="6793"/>
                      <a:pt x="7386" y="6793"/>
                    </a:cubicBezTo>
                    <a:close/>
                    <a:moveTo>
                      <a:pt x="10089" y="6793"/>
                    </a:moveTo>
                    <a:cubicBezTo>
                      <a:pt x="9795" y="6793"/>
                      <a:pt x="9562" y="7228"/>
                      <a:pt x="9571" y="7767"/>
                    </a:cubicBezTo>
                    <a:cubicBezTo>
                      <a:pt x="9580" y="8309"/>
                      <a:pt x="9829" y="8752"/>
                      <a:pt x="10127" y="8752"/>
                    </a:cubicBezTo>
                    <a:cubicBezTo>
                      <a:pt x="10425" y="8752"/>
                      <a:pt x="10656" y="8309"/>
                      <a:pt x="10644" y="7767"/>
                    </a:cubicBezTo>
                    <a:cubicBezTo>
                      <a:pt x="10632" y="7228"/>
                      <a:pt x="10384" y="6793"/>
                      <a:pt x="10089" y="6793"/>
                    </a:cubicBezTo>
                    <a:close/>
                    <a:moveTo>
                      <a:pt x="11399" y="6793"/>
                    </a:moveTo>
                    <a:cubicBezTo>
                      <a:pt x="11104" y="6793"/>
                      <a:pt x="10875" y="7228"/>
                      <a:pt x="10887" y="7767"/>
                    </a:cubicBezTo>
                    <a:cubicBezTo>
                      <a:pt x="10900" y="8309"/>
                      <a:pt x="11152" y="8752"/>
                      <a:pt x="11450" y="8752"/>
                    </a:cubicBezTo>
                    <a:cubicBezTo>
                      <a:pt x="11747" y="8752"/>
                      <a:pt x="11976" y="8309"/>
                      <a:pt x="11960" y="7767"/>
                    </a:cubicBezTo>
                    <a:cubicBezTo>
                      <a:pt x="11945" y="7228"/>
                      <a:pt x="11693" y="6793"/>
                      <a:pt x="11399" y="6793"/>
                    </a:cubicBezTo>
                    <a:close/>
                    <a:moveTo>
                      <a:pt x="12708" y="6793"/>
                    </a:moveTo>
                    <a:cubicBezTo>
                      <a:pt x="12413" y="6793"/>
                      <a:pt x="12187" y="7228"/>
                      <a:pt x="12203" y="7767"/>
                    </a:cubicBezTo>
                    <a:cubicBezTo>
                      <a:pt x="12219" y="8309"/>
                      <a:pt x="12474" y="8752"/>
                      <a:pt x="12772" y="8752"/>
                    </a:cubicBezTo>
                    <a:cubicBezTo>
                      <a:pt x="13069" y="8752"/>
                      <a:pt x="13295" y="8309"/>
                      <a:pt x="13276" y="7767"/>
                    </a:cubicBezTo>
                    <a:cubicBezTo>
                      <a:pt x="13257" y="7228"/>
                      <a:pt x="13002" y="6793"/>
                      <a:pt x="12708" y="6793"/>
                    </a:cubicBezTo>
                    <a:close/>
                    <a:moveTo>
                      <a:pt x="14017" y="6793"/>
                    </a:moveTo>
                    <a:cubicBezTo>
                      <a:pt x="13723" y="6793"/>
                      <a:pt x="13500" y="7228"/>
                      <a:pt x="13519" y="7767"/>
                    </a:cubicBezTo>
                    <a:cubicBezTo>
                      <a:pt x="13539" y="8309"/>
                      <a:pt x="13797" y="8752"/>
                      <a:pt x="14094" y="8752"/>
                    </a:cubicBezTo>
                    <a:cubicBezTo>
                      <a:pt x="14392" y="8752"/>
                      <a:pt x="14614" y="8309"/>
                      <a:pt x="14591" y="7767"/>
                    </a:cubicBezTo>
                    <a:cubicBezTo>
                      <a:pt x="14568" y="7228"/>
                      <a:pt x="14312" y="6793"/>
                      <a:pt x="14017" y="6793"/>
                    </a:cubicBezTo>
                    <a:close/>
                    <a:moveTo>
                      <a:pt x="15326" y="6793"/>
                    </a:moveTo>
                    <a:cubicBezTo>
                      <a:pt x="15033" y="6793"/>
                      <a:pt x="14812" y="7228"/>
                      <a:pt x="14836" y="7767"/>
                    </a:cubicBezTo>
                    <a:cubicBezTo>
                      <a:pt x="14859" y="8309"/>
                      <a:pt x="15120" y="8752"/>
                      <a:pt x="15417" y="8752"/>
                    </a:cubicBezTo>
                    <a:cubicBezTo>
                      <a:pt x="15714" y="8752"/>
                      <a:pt x="15934" y="8309"/>
                      <a:pt x="15908" y="7767"/>
                    </a:cubicBezTo>
                    <a:cubicBezTo>
                      <a:pt x="15882" y="7228"/>
                      <a:pt x="15622" y="6793"/>
                      <a:pt x="15326" y="6793"/>
                    </a:cubicBezTo>
                    <a:close/>
                    <a:moveTo>
                      <a:pt x="16637" y="6793"/>
                    </a:moveTo>
                    <a:cubicBezTo>
                      <a:pt x="16342" y="6793"/>
                      <a:pt x="16124" y="7228"/>
                      <a:pt x="16151" y="7767"/>
                    </a:cubicBezTo>
                    <a:cubicBezTo>
                      <a:pt x="16178" y="8309"/>
                      <a:pt x="16442" y="8752"/>
                      <a:pt x="16740" y="8752"/>
                    </a:cubicBezTo>
                    <a:cubicBezTo>
                      <a:pt x="17037" y="8752"/>
                      <a:pt x="17254" y="8309"/>
                      <a:pt x="17224" y="7767"/>
                    </a:cubicBezTo>
                    <a:cubicBezTo>
                      <a:pt x="17194" y="7228"/>
                      <a:pt x="16931" y="6793"/>
                      <a:pt x="16637" y="6793"/>
                    </a:cubicBezTo>
                    <a:close/>
                    <a:moveTo>
                      <a:pt x="17946" y="6793"/>
                    </a:moveTo>
                    <a:cubicBezTo>
                      <a:pt x="17652" y="6793"/>
                      <a:pt x="17437" y="7228"/>
                      <a:pt x="17468" y="7767"/>
                    </a:cubicBezTo>
                    <a:cubicBezTo>
                      <a:pt x="17498" y="8309"/>
                      <a:pt x="17765" y="8752"/>
                      <a:pt x="18063" y="8752"/>
                    </a:cubicBezTo>
                    <a:cubicBezTo>
                      <a:pt x="18360" y="8752"/>
                      <a:pt x="18574" y="8309"/>
                      <a:pt x="18540" y="7767"/>
                    </a:cubicBezTo>
                    <a:cubicBezTo>
                      <a:pt x="18506" y="7228"/>
                      <a:pt x="18241" y="6793"/>
                      <a:pt x="17946" y="6793"/>
                    </a:cubicBezTo>
                    <a:close/>
                    <a:moveTo>
                      <a:pt x="19236" y="6793"/>
                    </a:moveTo>
                    <a:cubicBezTo>
                      <a:pt x="18942" y="6793"/>
                      <a:pt x="18729" y="7228"/>
                      <a:pt x="18763" y="7767"/>
                    </a:cubicBezTo>
                    <a:cubicBezTo>
                      <a:pt x="18797" y="8309"/>
                      <a:pt x="19068" y="8752"/>
                      <a:pt x="19366" y="8752"/>
                    </a:cubicBezTo>
                    <a:cubicBezTo>
                      <a:pt x="19663" y="8752"/>
                      <a:pt x="19874" y="8309"/>
                      <a:pt x="19836" y="7767"/>
                    </a:cubicBezTo>
                    <a:cubicBezTo>
                      <a:pt x="19800" y="7228"/>
                      <a:pt x="19530" y="6793"/>
                      <a:pt x="19236" y="6793"/>
                    </a:cubicBezTo>
                    <a:close/>
                    <a:moveTo>
                      <a:pt x="20545" y="6793"/>
                    </a:moveTo>
                    <a:cubicBezTo>
                      <a:pt x="20250" y="6793"/>
                      <a:pt x="20042" y="7228"/>
                      <a:pt x="20080" y="7767"/>
                    </a:cubicBezTo>
                    <a:cubicBezTo>
                      <a:pt x="20118" y="8309"/>
                      <a:pt x="20389" y="8752"/>
                      <a:pt x="20687" y="8752"/>
                    </a:cubicBezTo>
                    <a:cubicBezTo>
                      <a:pt x="20985" y="8752"/>
                      <a:pt x="21193" y="8309"/>
                      <a:pt x="21152" y="7767"/>
                    </a:cubicBezTo>
                    <a:cubicBezTo>
                      <a:pt x="21111" y="7228"/>
                      <a:pt x="20839" y="6793"/>
                      <a:pt x="20545" y="6793"/>
                    </a:cubicBezTo>
                    <a:close/>
                    <a:moveTo>
                      <a:pt x="869" y="9223"/>
                    </a:moveTo>
                    <a:cubicBezTo>
                      <a:pt x="570" y="9223"/>
                      <a:pt x="315" y="9668"/>
                      <a:pt x="298" y="10221"/>
                    </a:cubicBezTo>
                    <a:cubicBezTo>
                      <a:pt x="282" y="10776"/>
                      <a:pt x="513" y="11229"/>
                      <a:pt x="814" y="11229"/>
                    </a:cubicBezTo>
                    <a:cubicBezTo>
                      <a:pt x="1116" y="11229"/>
                      <a:pt x="1371" y="10776"/>
                      <a:pt x="1385" y="10221"/>
                    </a:cubicBezTo>
                    <a:cubicBezTo>
                      <a:pt x="1398" y="9668"/>
                      <a:pt x="1167" y="9223"/>
                      <a:pt x="869" y="9223"/>
                    </a:cubicBezTo>
                    <a:close/>
                    <a:moveTo>
                      <a:pt x="2199" y="9223"/>
                    </a:moveTo>
                    <a:cubicBezTo>
                      <a:pt x="1900" y="9223"/>
                      <a:pt x="1648" y="9668"/>
                      <a:pt x="1635" y="10221"/>
                    </a:cubicBezTo>
                    <a:cubicBezTo>
                      <a:pt x="1622" y="10776"/>
                      <a:pt x="1856" y="11229"/>
                      <a:pt x="2158" y="11229"/>
                    </a:cubicBezTo>
                    <a:cubicBezTo>
                      <a:pt x="2459" y="11229"/>
                      <a:pt x="2712" y="10776"/>
                      <a:pt x="2721" y="10221"/>
                    </a:cubicBezTo>
                    <a:cubicBezTo>
                      <a:pt x="2731" y="9668"/>
                      <a:pt x="2497" y="9223"/>
                      <a:pt x="2199" y="9223"/>
                    </a:cubicBezTo>
                    <a:close/>
                    <a:moveTo>
                      <a:pt x="4837" y="9223"/>
                    </a:moveTo>
                    <a:cubicBezTo>
                      <a:pt x="4539" y="9223"/>
                      <a:pt x="4293" y="9668"/>
                      <a:pt x="4287" y="10221"/>
                    </a:cubicBezTo>
                    <a:cubicBezTo>
                      <a:pt x="4282" y="10776"/>
                      <a:pt x="4522" y="11229"/>
                      <a:pt x="4823" y="11229"/>
                    </a:cubicBezTo>
                    <a:cubicBezTo>
                      <a:pt x="5124" y="11229"/>
                      <a:pt x="5371" y="10776"/>
                      <a:pt x="5373" y="10221"/>
                    </a:cubicBezTo>
                    <a:cubicBezTo>
                      <a:pt x="5376" y="9668"/>
                      <a:pt x="5136" y="9223"/>
                      <a:pt x="4837" y="9223"/>
                    </a:cubicBezTo>
                    <a:close/>
                    <a:moveTo>
                      <a:pt x="6167" y="9223"/>
                    </a:moveTo>
                    <a:cubicBezTo>
                      <a:pt x="5868" y="9223"/>
                      <a:pt x="5626" y="9668"/>
                      <a:pt x="5624" y="10221"/>
                    </a:cubicBezTo>
                    <a:cubicBezTo>
                      <a:pt x="5622" y="10776"/>
                      <a:pt x="5865" y="11229"/>
                      <a:pt x="6166" y="11229"/>
                    </a:cubicBezTo>
                    <a:cubicBezTo>
                      <a:pt x="6468" y="11229"/>
                      <a:pt x="6711" y="10776"/>
                      <a:pt x="6710" y="10221"/>
                    </a:cubicBezTo>
                    <a:cubicBezTo>
                      <a:pt x="6708" y="9668"/>
                      <a:pt x="6466" y="9223"/>
                      <a:pt x="6167" y="9223"/>
                    </a:cubicBezTo>
                    <a:close/>
                    <a:moveTo>
                      <a:pt x="7497" y="9223"/>
                    </a:moveTo>
                    <a:cubicBezTo>
                      <a:pt x="7200" y="9223"/>
                      <a:pt x="6959" y="9668"/>
                      <a:pt x="6961" y="10221"/>
                    </a:cubicBezTo>
                    <a:cubicBezTo>
                      <a:pt x="6963" y="10776"/>
                      <a:pt x="7209" y="11229"/>
                      <a:pt x="7510" y="11229"/>
                    </a:cubicBezTo>
                    <a:cubicBezTo>
                      <a:pt x="7812" y="11229"/>
                      <a:pt x="8051" y="10776"/>
                      <a:pt x="8046" y="10221"/>
                    </a:cubicBezTo>
                    <a:cubicBezTo>
                      <a:pt x="8041" y="9668"/>
                      <a:pt x="7796" y="9223"/>
                      <a:pt x="7497" y="9223"/>
                    </a:cubicBezTo>
                    <a:close/>
                    <a:moveTo>
                      <a:pt x="8806" y="9223"/>
                    </a:moveTo>
                    <a:cubicBezTo>
                      <a:pt x="8508" y="9223"/>
                      <a:pt x="8271" y="9668"/>
                      <a:pt x="8277" y="10221"/>
                    </a:cubicBezTo>
                    <a:cubicBezTo>
                      <a:pt x="8282" y="10776"/>
                      <a:pt x="8531" y="11229"/>
                      <a:pt x="8832" y="11229"/>
                    </a:cubicBezTo>
                    <a:cubicBezTo>
                      <a:pt x="9134" y="11229"/>
                      <a:pt x="9371" y="10776"/>
                      <a:pt x="9362" y="10221"/>
                    </a:cubicBezTo>
                    <a:cubicBezTo>
                      <a:pt x="9353" y="9668"/>
                      <a:pt x="9105" y="9223"/>
                      <a:pt x="8806" y="9223"/>
                    </a:cubicBezTo>
                    <a:close/>
                    <a:moveTo>
                      <a:pt x="10137" y="9223"/>
                    </a:moveTo>
                    <a:cubicBezTo>
                      <a:pt x="9839" y="9223"/>
                      <a:pt x="9604" y="9668"/>
                      <a:pt x="9613" y="10221"/>
                    </a:cubicBezTo>
                    <a:cubicBezTo>
                      <a:pt x="9623" y="10776"/>
                      <a:pt x="9876" y="11229"/>
                      <a:pt x="10176" y="11229"/>
                    </a:cubicBezTo>
                    <a:cubicBezTo>
                      <a:pt x="10478" y="11229"/>
                      <a:pt x="10712" y="10776"/>
                      <a:pt x="10700" y="10221"/>
                    </a:cubicBezTo>
                    <a:cubicBezTo>
                      <a:pt x="10687" y="9668"/>
                      <a:pt x="10436" y="9223"/>
                      <a:pt x="10137" y="9223"/>
                    </a:cubicBezTo>
                    <a:close/>
                    <a:moveTo>
                      <a:pt x="11468" y="9223"/>
                    </a:moveTo>
                    <a:cubicBezTo>
                      <a:pt x="11170" y="9223"/>
                      <a:pt x="10938" y="9668"/>
                      <a:pt x="10951" y="10221"/>
                    </a:cubicBezTo>
                    <a:cubicBezTo>
                      <a:pt x="10964" y="10776"/>
                      <a:pt x="11220" y="11229"/>
                      <a:pt x="11521" y="11229"/>
                    </a:cubicBezTo>
                    <a:cubicBezTo>
                      <a:pt x="11821" y="11229"/>
                      <a:pt x="12053" y="10776"/>
                      <a:pt x="12037" y="10221"/>
                    </a:cubicBezTo>
                    <a:cubicBezTo>
                      <a:pt x="12021" y="9668"/>
                      <a:pt x="11766" y="9223"/>
                      <a:pt x="11468" y="9223"/>
                    </a:cubicBezTo>
                    <a:close/>
                    <a:moveTo>
                      <a:pt x="12777" y="9223"/>
                    </a:moveTo>
                    <a:cubicBezTo>
                      <a:pt x="12479" y="9223"/>
                      <a:pt x="12250" y="9668"/>
                      <a:pt x="12267" y="10221"/>
                    </a:cubicBezTo>
                    <a:cubicBezTo>
                      <a:pt x="12283" y="10776"/>
                      <a:pt x="12541" y="11229"/>
                      <a:pt x="12843" y="11229"/>
                    </a:cubicBezTo>
                    <a:cubicBezTo>
                      <a:pt x="13144" y="11229"/>
                      <a:pt x="13373" y="10776"/>
                      <a:pt x="13353" y="10221"/>
                    </a:cubicBezTo>
                    <a:cubicBezTo>
                      <a:pt x="13333" y="9668"/>
                      <a:pt x="13075" y="9223"/>
                      <a:pt x="12777" y="9223"/>
                    </a:cubicBezTo>
                    <a:close/>
                    <a:moveTo>
                      <a:pt x="14107" y="9223"/>
                    </a:moveTo>
                    <a:cubicBezTo>
                      <a:pt x="13809" y="9223"/>
                      <a:pt x="13584" y="9668"/>
                      <a:pt x="13604" y="10221"/>
                    </a:cubicBezTo>
                    <a:cubicBezTo>
                      <a:pt x="13625" y="10776"/>
                      <a:pt x="13886" y="11229"/>
                      <a:pt x="14186" y="11229"/>
                    </a:cubicBezTo>
                    <a:cubicBezTo>
                      <a:pt x="14488" y="11229"/>
                      <a:pt x="14713" y="10776"/>
                      <a:pt x="14689" y="10221"/>
                    </a:cubicBezTo>
                    <a:cubicBezTo>
                      <a:pt x="14666" y="9668"/>
                      <a:pt x="14406" y="9223"/>
                      <a:pt x="14107" y="9223"/>
                    </a:cubicBezTo>
                    <a:close/>
                    <a:moveTo>
                      <a:pt x="15439" y="9223"/>
                    </a:moveTo>
                    <a:cubicBezTo>
                      <a:pt x="15141" y="9223"/>
                      <a:pt x="14918" y="9668"/>
                      <a:pt x="14942" y="10221"/>
                    </a:cubicBezTo>
                    <a:cubicBezTo>
                      <a:pt x="14966" y="10776"/>
                      <a:pt x="15230" y="11229"/>
                      <a:pt x="15531" y="11229"/>
                    </a:cubicBezTo>
                    <a:cubicBezTo>
                      <a:pt x="15832" y="11229"/>
                      <a:pt x="16055" y="10776"/>
                      <a:pt x="16027" y="10221"/>
                    </a:cubicBezTo>
                    <a:cubicBezTo>
                      <a:pt x="16000" y="9668"/>
                      <a:pt x="15737" y="9223"/>
                      <a:pt x="15439" y="9223"/>
                    </a:cubicBezTo>
                    <a:close/>
                    <a:moveTo>
                      <a:pt x="16748" y="9223"/>
                    </a:moveTo>
                    <a:cubicBezTo>
                      <a:pt x="16449" y="9223"/>
                      <a:pt x="16231" y="9668"/>
                      <a:pt x="16258" y="10221"/>
                    </a:cubicBezTo>
                    <a:cubicBezTo>
                      <a:pt x="16286" y="10776"/>
                      <a:pt x="16553" y="11229"/>
                      <a:pt x="16854" y="11229"/>
                    </a:cubicBezTo>
                    <a:cubicBezTo>
                      <a:pt x="17155" y="11229"/>
                      <a:pt x="17374" y="10776"/>
                      <a:pt x="17344" y="10221"/>
                    </a:cubicBezTo>
                    <a:cubicBezTo>
                      <a:pt x="17313" y="9668"/>
                      <a:pt x="17046" y="9223"/>
                      <a:pt x="16748" y="9223"/>
                    </a:cubicBezTo>
                    <a:close/>
                    <a:moveTo>
                      <a:pt x="18079" y="9223"/>
                    </a:moveTo>
                    <a:cubicBezTo>
                      <a:pt x="17781" y="9223"/>
                      <a:pt x="17564" y="9668"/>
                      <a:pt x="17596" y="10221"/>
                    </a:cubicBezTo>
                    <a:cubicBezTo>
                      <a:pt x="17627" y="10776"/>
                      <a:pt x="17897" y="11229"/>
                      <a:pt x="18198" y="11229"/>
                    </a:cubicBezTo>
                    <a:cubicBezTo>
                      <a:pt x="18500" y="11229"/>
                      <a:pt x="18715" y="10776"/>
                      <a:pt x="18681" y="10221"/>
                    </a:cubicBezTo>
                    <a:cubicBezTo>
                      <a:pt x="18646" y="9668"/>
                      <a:pt x="18377" y="9223"/>
                      <a:pt x="18079" y="9223"/>
                    </a:cubicBezTo>
                    <a:close/>
                    <a:moveTo>
                      <a:pt x="19411" y="9223"/>
                    </a:moveTo>
                    <a:cubicBezTo>
                      <a:pt x="19112" y="9223"/>
                      <a:pt x="18898" y="9668"/>
                      <a:pt x="18933" y="10221"/>
                    </a:cubicBezTo>
                    <a:cubicBezTo>
                      <a:pt x="18968" y="10776"/>
                      <a:pt x="19242" y="11229"/>
                      <a:pt x="19543" y="11229"/>
                    </a:cubicBezTo>
                    <a:cubicBezTo>
                      <a:pt x="19844" y="11229"/>
                      <a:pt x="20058" y="10776"/>
                      <a:pt x="20019" y="10221"/>
                    </a:cubicBezTo>
                    <a:cubicBezTo>
                      <a:pt x="19981" y="9668"/>
                      <a:pt x="19708" y="9223"/>
                      <a:pt x="19411" y="9223"/>
                    </a:cubicBezTo>
                    <a:close/>
                    <a:moveTo>
                      <a:pt x="20720" y="9223"/>
                    </a:moveTo>
                    <a:cubicBezTo>
                      <a:pt x="20421" y="9223"/>
                      <a:pt x="20211" y="9668"/>
                      <a:pt x="20250" y="10221"/>
                    </a:cubicBezTo>
                    <a:cubicBezTo>
                      <a:pt x="20289" y="10776"/>
                      <a:pt x="20564" y="11229"/>
                      <a:pt x="20866" y="11229"/>
                    </a:cubicBezTo>
                    <a:cubicBezTo>
                      <a:pt x="21167" y="11229"/>
                      <a:pt x="21377" y="10776"/>
                      <a:pt x="21335" y="10221"/>
                    </a:cubicBezTo>
                    <a:cubicBezTo>
                      <a:pt x="21294" y="9668"/>
                      <a:pt x="21018" y="9223"/>
                      <a:pt x="20720" y="9223"/>
                    </a:cubicBezTo>
                    <a:close/>
                    <a:moveTo>
                      <a:pt x="791" y="11654"/>
                    </a:moveTo>
                    <a:cubicBezTo>
                      <a:pt x="489" y="11654"/>
                      <a:pt x="230" y="12110"/>
                      <a:pt x="213" y="12676"/>
                    </a:cubicBezTo>
                    <a:cubicBezTo>
                      <a:pt x="197" y="13246"/>
                      <a:pt x="430" y="13709"/>
                      <a:pt x="735" y="13709"/>
                    </a:cubicBezTo>
                    <a:cubicBezTo>
                      <a:pt x="1040" y="13709"/>
                      <a:pt x="1299" y="13246"/>
                      <a:pt x="1313" y="12676"/>
                    </a:cubicBezTo>
                    <a:cubicBezTo>
                      <a:pt x="1327" y="12110"/>
                      <a:pt x="1093" y="11654"/>
                      <a:pt x="791" y="11654"/>
                    </a:cubicBezTo>
                    <a:close/>
                    <a:moveTo>
                      <a:pt x="3472" y="11654"/>
                    </a:moveTo>
                    <a:cubicBezTo>
                      <a:pt x="3170" y="11654"/>
                      <a:pt x="2917" y="12110"/>
                      <a:pt x="2908" y="12676"/>
                    </a:cubicBezTo>
                    <a:cubicBezTo>
                      <a:pt x="2898" y="13246"/>
                      <a:pt x="3139" y="13709"/>
                      <a:pt x="3444" y="13709"/>
                    </a:cubicBezTo>
                    <a:cubicBezTo>
                      <a:pt x="3749" y="13709"/>
                      <a:pt x="4002" y="13246"/>
                      <a:pt x="4008" y="12676"/>
                    </a:cubicBezTo>
                    <a:cubicBezTo>
                      <a:pt x="4014" y="12110"/>
                      <a:pt x="3774" y="11654"/>
                      <a:pt x="3472" y="11654"/>
                    </a:cubicBezTo>
                    <a:close/>
                    <a:moveTo>
                      <a:pt x="4823" y="11654"/>
                    </a:moveTo>
                    <a:cubicBezTo>
                      <a:pt x="4521" y="11654"/>
                      <a:pt x="4271" y="12110"/>
                      <a:pt x="4266" y="12676"/>
                    </a:cubicBezTo>
                    <a:cubicBezTo>
                      <a:pt x="4260" y="13246"/>
                      <a:pt x="4503" y="13709"/>
                      <a:pt x="4808" y="13709"/>
                    </a:cubicBezTo>
                    <a:cubicBezTo>
                      <a:pt x="5114" y="13709"/>
                      <a:pt x="5362" y="13246"/>
                      <a:pt x="5365" y="12676"/>
                    </a:cubicBezTo>
                    <a:cubicBezTo>
                      <a:pt x="5368" y="12110"/>
                      <a:pt x="5125" y="11654"/>
                      <a:pt x="4823" y="11654"/>
                    </a:cubicBezTo>
                    <a:close/>
                    <a:moveTo>
                      <a:pt x="6153" y="11654"/>
                    </a:moveTo>
                    <a:cubicBezTo>
                      <a:pt x="5850" y="11654"/>
                      <a:pt x="5605" y="12110"/>
                      <a:pt x="5603" y="12676"/>
                    </a:cubicBezTo>
                    <a:cubicBezTo>
                      <a:pt x="5601" y="13246"/>
                      <a:pt x="5847" y="13709"/>
                      <a:pt x="6152" y="13709"/>
                    </a:cubicBezTo>
                    <a:cubicBezTo>
                      <a:pt x="6457" y="13709"/>
                      <a:pt x="6703" y="13246"/>
                      <a:pt x="6702" y="12676"/>
                    </a:cubicBezTo>
                    <a:cubicBezTo>
                      <a:pt x="6700" y="12110"/>
                      <a:pt x="6455" y="11654"/>
                      <a:pt x="6153" y="11654"/>
                    </a:cubicBezTo>
                    <a:close/>
                    <a:moveTo>
                      <a:pt x="7504" y="11654"/>
                    </a:moveTo>
                    <a:cubicBezTo>
                      <a:pt x="7203" y="11654"/>
                      <a:pt x="6959" y="12110"/>
                      <a:pt x="6961" y="12676"/>
                    </a:cubicBezTo>
                    <a:cubicBezTo>
                      <a:pt x="6963" y="13246"/>
                      <a:pt x="7212" y="13709"/>
                      <a:pt x="7517" y="13709"/>
                    </a:cubicBezTo>
                    <a:cubicBezTo>
                      <a:pt x="7822" y="13709"/>
                      <a:pt x="8065" y="13246"/>
                      <a:pt x="8060" y="12676"/>
                    </a:cubicBezTo>
                    <a:cubicBezTo>
                      <a:pt x="8055" y="12110"/>
                      <a:pt x="7806" y="11654"/>
                      <a:pt x="7504" y="11654"/>
                    </a:cubicBezTo>
                    <a:close/>
                    <a:moveTo>
                      <a:pt x="8834" y="11654"/>
                    </a:moveTo>
                    <a:cubicBezTo>
                      <a:pt x="8532" y="11654"/>
                      <a:pt x="8292" y="12110"/>
                      <a:pt x="8298" y="12676"/>
                    </a:cubicBezTo>
                    <a:cubicBezTo>
                      <a:pt x="8304" y="13246"/>
                      <a:pt x="8556" y="13709"/>
                      <a:pt x="8861" y="13709"/>
                    </a:cubicBezTo>
                    <a:cubicBezTo>
                      <a:pt x="9166" y="13709"/>
                      <a:pt x="9406" y="13246"/>
                      <a:pt x="9397" y="12676"/>
                    </a:cubicBezTo>
                    <a:cubicBezTo>
                      <a:pt x="9388" y="12110"/>
                      <a:pt x="9136" y="11654"/>
                      <a:pt x="8834" y="11654"/>
                    </a:cubicBezTo>
                    <a:close/>
                    <a:moveTo>
                      <a:pt x="10186" y="11654"/>
                    </a:moveTo>
                    <a:cubicBezTo>
                      <a:pt x="9884" y="11654"/>
                      <a:pt x="9647" y="12110"/>
                      <a:pt x="9656" y="12676"/>
                    </a:cubicBezTo>
                    <a:cubicBezTo>
                      <a:pt x="9666" y="13246"/>
                      <a:pt x="9921" y="13709"/>
                      <a:pt x="10226" y="13709"/>
                    </a:cubicBezTo>
                    <a:cubicBezTo>
                      <a:pt x="10531" y="13709"/>
                      <a:pt x="10769" y="13246"/>
                      <a:pt x="10756" y="12676"/>
                    </a:cubicBezTo>
                    <a:cubicBezTo>
                      <a:pt x="10743" y="12110"/>
                      <a:pt x="10488" y="11654"/>
                      <a:pt x="10186" y="11654"/>
                    </a:cubicBezTo>
                    <a:close/>
                    <a:moveTo>
                      <a:pt x="11517" y="11654"/>
                    </a:moveTo>
                    <a:cubicBezTo>
                      <a:pt x="11215" y="11654"/>
                      <a:pt x="10980" y="12110"/>
                      <a:pt x="10993" y="12676"/>
                    </a:cubicBezTo>
                    <a:cubicBezTo>
                      <a:pt x="11007" y="13246"/>
                      <a:pt x="11266" y="13709"/>
                      <a:pt x="11570" y="13709"/>
                    </a:cubicBezTo>
                    <a:cubicBezTo>
                      <a:pt x="11875" y="13709"/>
                      <a:pt x="12109" y="13246"/>
                      <a:pt x="12093" y="12676"/>
                    </a:cubicBezTo>
                    <a:cubicBezTo>
                      <a:pt x="12077" y="12110"/>
                      <a:pt x="11818" y="11654"/>
                      <a:pt x="11517" y="11654"/>
                    </a:cubicBezTo>
                    <a:close/>
                    <a:moveTo>
                      <a:pt x="12868" y="11654"/>
                    </a:moveTo>
                    <a:cubicBezTo>
                      <a:pt x="12566" y="11654"/>
                      <a:pt x="12334" y="12110"/>
                      <a:pt x="12352" y="12676"/>
                    </a:cubicBezTo>
                    <a:cubicBezTo>
                      <a:pt x="12369" y="13246"/>
                      <a:pt x="12630" y="13709"/>
                      <a:pt x="12935" y="13709"/>
                    </a:cubicBezTo>
                    <a:cubicBezTo>
                      <a:pt x="13240" y="13709"/>
                      <a:pt x="13471" y="13246"/>
                      <a:pt x="13451" y="12676"/>
                    </a:cubicBezTo>
                    <a:cubicBezTo>
                      <a:pt x="13431" y="12110"/>
                      <a:pt x="13170" y="11654"/>
                      <a:pt x="12868" y="11654"/>
                    </a:cubicBezTo>
                    <a:close/>
                    <a:moveTo>
                      <a:pt x="14198" y="11654"/>
                    </a:moveTo>
                    <a:cubicBezTo>
                      <a:pt x="13896" y="11654"/>
                      <a:pt x="13668" y="12110"/>
                      <a:pt x="13689" y="12676"/>
                    </a:cubicBezTo>
                    <a:cubicBezTo>
                      <a:pt x="13710" y="13246"/>
                      <a:pt x="13975" y="13709"/>
                      <a:pt x="14279" y="13709"/>
                    </a:cubicBezTo>
                    <a:cubicBezTo>
                      <a:pt x="14585" y="13709"/>
                      <a:pt x="14812" y="13246"/>
                      <a:pt x="14788" y="12676"/>
                    </a:cubicBezTo>
                    <a:cubicBezTo>
                      <a:pt x="14764" y="12110"/>
                      <a:pt x="14500" y="11654"/>
                      <a:pt x="14198" y="11654"/>
                    </a:cubicBezTo>
                    <a:close/>
                    <a:moveTo>
                      <a:pt x="15550" y="11654"/>
                    </a:moveTo>
                    <a:cubicBezTo>
                      <a:pt x="15249" y="11654"/>
                      <a:pt x="15024" y="12110"/>
                      <a:pt x="15048" y="12676"/>
                    </a:cubicBezTo>
                    <a:cubicBezTo>
                      <a:pt x="15073" y="13246"/>
                      <a:pt x="15340" y="13709"/>
                      <a:pt x="15645" y="13709"/>
                    </a:cubicBezTo>
                    <a:cubicBezTo>
                      <a:pt x="15950" y="13709"/>
                      <a:pt x="16175" y="13246"/>
                      <a:pt x="16147" y="12676"/>
                    </a:cubicBezTo>
                    <a:cubicBezTo>
                      <a:pt x="16120" y="12110"/>
                      <a:pt x="15852" y="11654"/>
                      <a:pt x="15550" y="11654"/>
                    </a:cubicBezTo>
                    <a:close/>
                    <a:moveTo>
                      <a:pt x="16881" y="11654"/>
                    </a:moveTo>
                    <a:cubicBezTo>
                      <a:pt x="16578" y="11654"/>
                      <a:pt x="16357" y="12110"/>
                      <a:pt x="16385" y="12676"/>
                    </a:cubicBezTo>
                    <a:cubicBezTo>
                      <a:pt x="16414" y="13246"/>
                      <a:pt x="16684" y="13709"/>
                      <a:pt x="16990" y="13709"/>
                    </a:cubicBezTo>
                    <a:cubicBezTo>
                      <a:pt x="17294" y="13709"/>
                      <a:pt x="17516" y="13246"/>
                      <a:pt x="17484" y="12676"/>
                    </a:cubicBezTo>
                    <a:cubicBezTo>
                      <a:pt x="17453" y="12110"/>
                      <a:pt x="17182" y="11654"/>
                      <a:pt x="16881" y="11654"/>
                    </a:cubicBezTo>
                    <a:close/>
                    <a:moveTo>
                      <a:pt x="18233" y="11654"/>
                    </a:moveTo>
                    <a:cubicBezTo>
                      <a:pt x="17931" y="11654"/>
                      <a:pt x="17712" y="12110"/>
                      <a:pt x="17744" y="12676"/>
                    </a:cubicBezTo>
                    <a:cubicBezTo>
                      <a:pt x="17777" y="13246"/>
                      <a:pt x="18049" y="13709"/>
                      <a:pt x="18355" y="13709"/>
                    </a:cubicBezTo>
                    <a:cubicBezTo>
                      <a:pt x="18660" y="13709"/>
                      <a:pt x="18878" y="13246"/>
                      <a:pt x="18843" y="12676"/>
                    </a:cubicBezTo>
                    <a:cubicBezTo>
                      <a:pt x="18808" y="12110"/>
                      <a:pt x="18535" y="11654"/>
                      <a:pt x="18233" y="11654"/>
                    </a:cubicBezTo>
                    <a:close/>
                    <a:moveTo>
                      <a:pt x="19565" y="11654"/>
                    </a:moveTo>
                    <a:cubicBezTo>
                      <a:pt x="19263" y="11654"/>
                      <a:pt x="19046" y="12110"/>
                      <a:pt x="19082" y="12676"/>
                    </a:cubicBezTo>
                    <a:cubicBezTo>
                      <a:pt x="19118" y="13246"/>
                      <a:pt x="19396" y="13709"/>
                      <a:pt x="19700" y="13709"/>
                    </a:cubicBezTo>
                    <a:cubicBezTo>
                      <a:pt x="20005" y="13709"/>
                      <a:pt x="20221" y="13246"/>
                      <a:pt x="20182" y="12676"/>
                    </a:cubicBezTo>
                    <a:cubicBezTo>
                      <a:pt x="20143" y="12110"/>
                      <a:pt x="19866" y="11654"/>
                      <a:pt x="19565" y="11654"/>
                    </a:cubicBezTo>
                    <a:close/>
                    <a:moveTo>
                      <a:pt x="20915" y="11654"/>
                    </a:moveTo>
                    <a:cubicBezTo>
                      <a:pt x="20613" y="11654"/>
                      <a:pt x="20401" y="12110"/>
                      <a:pt x="20441" y="12676"/>
                    </a:cubicBezTo>
                    <a:cubicBezTo>
                      <a:pt x="20481" y="13246"/>
                      <a:pt x="20760" y="13709"/>
                      <a:pt x="21065" y="13709"/>
                    </a:cubicBezTo>
                    <a:cubicBezTo>
                      <a:pt x="21370" y="13709"/>
                      <a:pt x="21583" y="13246"/>
                      <a:pt x="21540" y="12676"/>
                    </a:cubicBezTo>
                    <a:cubicBezTo>
                      <a:pt x="21497" y="12110"/>
                      <a:pt x="21218" y="11654"/>
                      <a:pt x="20915" y="11654"/>
                    </a:cubicBezTo>
                    <a:close/>
                    <a:moveTo>
                      <a:pt x="2086" y="14209"/>
                    </a:moveTo>
                    <a:cubicBezTo>
                      <a:pt x="1780" y="14209"/>
                      <a:pt x="1521" y="14675"/>
                      <a:pt x="1508" y="15257"/>
                    </a:cubicBezTo>
                    <a:cubicBezTo>
                      <a:pt x="1494" y="15841"/>
                      <a:pt x="1734" y="16316"/>
                      <a:pt x="2043" y="16316"/>
                    </a:cubicBezTo>
                    <a:cubicBezTo>
                      <a:pt x="2352" y="16316"/>
                      <a:pt x="2611" y="15841"/>
                      <a:pt x="2621" y="15257"/>
                    </a:cubicBezTo>
                    <a:cubicBezTo>
                      <a:pt x="2632" y="14675"/>
                      <a:pt x="2392" y="14209"/>
                      <a:pt x="2086" y="14209"/>
                    </a:cubicBezTo>
                    <a:close/>
                    <a:moveTo>
                      <a:pt x="3437" y="14209"/>
                    </a:moveTo>
                    <a:cubicBezTo>
                      <a:pt x="3131" y="14209"/>
                      <a:pt x="2875" y="14675"/>
                      <a:pt x="2865" y="15257"/>
                    </a:cubicBezTo>
                    <a:cubicBezTo>
                      <a:pt x="2856" y="15841"/>
                      <a:pt x="3099" y="16316"/>
                      <a:pt x="3408" y="16316"/>
                    </a:cubicBezTo>
                    <a:cubicBezTo>
                      <a:pt x="3717" y="16316"/>
                      <a:pt x="3972" y="15841"/>
                      <a:pt x="3979" y="15257"/>
                    </a:cubicBezTo>
                    <a:cubicBezTo>
                      <a:pt x="3985" y="14675"/>
                      <a:pt x="3743" y="14209"/>
                      <a:pt x="3437" y="14209"/>
                    </a:cubicBezTo>
                    <a:close/>
                    <a:moveTo>
                      <a:pt x="4809" y="14209"/>
                    </a:moveTo>
                    <a:cubicBezTo>
                      <a:pt x="4503" y="14209"/>
                      <a:pt x="4250" y="14675"/>
                      <a:pt x="4245" y="15257"/>
                    </a:cubicBezTo>
                    <a:cubicBezTo>
                      <a:pt x="4239" y="15841"/>
                      <a:pt x="4485" y="16316"/>
                      <a:pt x="4794" y="16316"/>
                    </a:cubicBezTo>
                    <a:cubicBezTo>
                      <a:pt x="5103" y="16316"/>
                      <a:pt x="5356" y="15841"/>
                      <a:pt x="5358" y="15257"/>
                    </a:cubicBezTo>
                    <a:cubicBezTo>
                      <a:pt x="5361" y="14675"/>
                      <a:pt x="5115" y="14209"/>
                      <a:pt x="4809" y="14209"/>
                    </a:cubicBezTo>
                    <a:close/>
                    <a:moveTo>
                      <a:pt x="6160" y="14209"/>
                    </a:moveTo>
                    <a:cubicBezTo>
                      <a:pt x="5854" y="14209"/>
                      <a:pt x="5605" y="14675"/>
                      <a:pt x="5603" y="15257"/>
                    </a:cubicBezTo>
                    <a:cubicBezTo>
                      <a:pt x="5601" y="15841"/>
                      <a:pt x="5850" y="16316"/>
                      <a:pt x="6159" y="16316"/>
                    </a:cubicBezTo>
                    <a:cubicBezTo>
                      <a:pt x="6469" y="16316"/>
                      <a:pt x="6717" y="15841"/>
                      <a:pt x="6716" y="15257"/>
                    </a:cubicBezTo>
                    <a:cubicBezTo>
                      <a:pt x="6714" y="14675"/>
                      <a:pt x="6466" y="14209"/>
                      <a:pt x="6160" y="14209"/>
                    </a:cubicBezTo>
                    <a:close/>
                    <a:moveTo>
                      <a:pt x="7511" y="14209"/>
                    </a:moveTo>
                    <a:cubicBezTo>
                      <a:pt x="7206" y="14209"/>
                      <a:pt x="6959" y="14675"/>
                      <a:pt x="6961" y="15257"/>
                    </a:cubicBezTo>
                    <a:cubicBezTo>
                      <a:pt x="6963" y="15841"/>
                      <a:pt x="7216" y="16316"/>
                      <a:pt x="7524" y="16316"/>
                    </a:cubicBezTo>
                    <a:cubicBezTo>
                      <a:pt x="7833" y="16316"/>
                      <a:pt x="8080" y="15841"/>
                      <a:pt x="8074" y="15257"/>
                    </a:cubicBezTo>
                    <a:cubicBezTo>
                      <a:pt x="8069" y="14675"/>
                      <a:pt x="7817" y="14209"/>
                      <a:pt x="7511" y="14209"/>
                    </a:cubicBezTo>
                    <a:close/>
                    <a:moveTo>
                      <a:pt x="8883" y="14209"/>
                    </a:moveTo>
                    <a:cubicBezTo>
                      <a:pt x="8577" y="14209"/>
                      <a:pt x="8334" y="14675"/>
                      <a:pt x="8340" y="15257"/>
                    </a:cubicBezTo>
                    <a:cubicBezTo>
                      <a:pt x="8346" y="15841"/>
                      <a:pt x="8601" y="16316"/>
                      <a:pt x="8911" y="16316"/>
                    </a:cubicBezTo>
                    <a:cubicBezTo>
                      <a:pt x="9220" y="16316"/>
                      <a:pt x="9462" y="15841"/>
                      <a:pt x="9453" y="15257"/>
                    </a:cubicBezTo>
                    <a:cubicBezTo>
                      <a:pt x="9444" y="14675"/>
                      <a:pt x="9189" y="14209"/>
                      <a:pt x="8883" y="14209"/>
                    </a:cubicBezTo>
                    <a:close/>
                    <a:moveTo>
                      <a:pt x="10235" y="14209"/>
                    </a:moveTo>
                    <a:cubicBezTo>
                      <a:pt x="9929" y="14209"/>
                      <a:pt x="9689" y="14675"/>
                      <a:pt x="9698" y="15257"/>
                    </a:cubicBezTo>
                    <a:cubicBezTo>
                      <a:pt x="9708" y="15841"/>
                      <a:pt x="9967" y="16316"/>
                      <a:pt x="10276" y="16316"/>
                    </a:cubicBezTo>
                    <a:cubicBezTo>
                      <a:pt x="10585" y="16316"/>
                      <a:pt x="10825" y="15841"/>
                      <a:pt x="10812" y="15257"/>
                    </a:cubicBezTo>
                    <a:cubicBezTo>
                      <a:pt x="10799" y="14675"/>
                      <a:pt x="10541" y="14209"/>
                      <a:pt x="10235" y="14209"/>
                    </a:cubicBezTo>
                    <a:close/>
                    <a:moveTo>
                      <a:pt x="11586" y="14209"/>
                    </a:moveTo>
                    <a:cubicBezTo>
                      <a:pt x="11281" y="14209"/>
                      <a:pt x="11043" y="14675"/>
                      <a:pt x="11057" y="15257"/>
                    </a:cubicBezTo>
                    <a:cubicBezTo>
                      <a:pt x="11071" y="15841"/>
                      <a:pt x="11333" y="16316"/>
                      <a:pt x="11642" y="16316"/>
                    </a:cubicBezTo>
                    <a:cubicBezTo>
                      <a:pt x="11950" y="16316"/>
                      <a:pt x="12188" y="15841"/>
                      <a:pt x="12171" y="15257"/>
                    </a:cubicBezTo>
                    <a:cubicBezTo>
                      <a:pt x="12154" y="14675"/>
                      <a:pt x="11891" y="14209"/>
                      <a:pt x="11586" y="14209"/>
                    </a:cubicBezTo>
                    <a:close/>
                    <a:moveTo>
                      <a:pt x="12938" y="14209"/>
                    </a:moveTo>
                    <a:cubicBezTo>
                      <a:pt x="12632" y="14209"/>
                      <a:pt x="12398" y="14675"/>
                      <a:pt x="12415" y="15257"/>
                    </a:cubicBezTo>
                    <a:cubicBezTo>
                      <a:pt x="12433" y="15841"/>
                      <a:pt x="12698" y="16316"/>
                      <a:pt x="13007" y="16316"/>
                    </a:cubicBezTo>
                    <a:cubicBezTo>
                      <a:pt x="13316" y="16316"/>
                      <a:pt x="13550" y="15841"/>
                      <a:pt x="13529" y="15257"/>
                    </a:cubicBezTo>
                    <a:cubicBezTo>
                      <a:pt x="13508" y="14675"/>
                      <a:pt x="13243" y="14209"/>
                      <a:pt x="12938" y="14209"/>
                    </a:cubicBezTo>
                    <a:close/>
                    <a:moveTo>
                      <a:pt x="14310" y="14209"/>
                    </a:moveTo>
                    <a:cubicBezTo>
                      <a:pt x="14004" y="14209"/>
                      <a:pt x="13774" y="14675"/>
                      <a:pt x="13795" y="15257"/>
                    </a:cubicBezTo>
                    <a:cubicBezTo>
                      <a:pt x="13817" y="15841"/>
                      <a:pt x="14085" y="16316"/>
                      <a:pt x="14393" y="16316"/>
                    </a:cubicBezTo>
                    <a:cubicBezTo>
                      <a:pt x="14703" y="16316"/>
                      <a:pt x="14933" y="15841"/>
                      <a:pt x="14908" y="15257"/>
                    </a:cubicBezTo>
                    <a:cubicBezTo>
                      <a:pt x="14883" y="14675"/>
                      <a:pt x="14616" y="14209"/>
                      <a:pt x="14310" y="14209"/>
                    </a:cubicBezTo>
                    <a:close/>
                    <a:moveTo>
                      <a:pt x="15662" y="14209"/>
                    </a:moveTo>
                    <a:cubicBezTo>
                      <a:pt x="15357" y="14209"/>
                      <a:pt x="15129" y="14675"/>
                      <a:pt x="15154" y="15257"/>
                    </a:cubicBezTo>
                    <a:cubicBezTo>
                      <a:pt x="15180" y="15841"/>
                      <a:pt x="15451" y="16316"/>
                      <a:pt x="15759" y="16316"/>
                    </a:cubicBezTo>
                    <a:cubicBezTo>
                      <a:pt x="16068" y="16316"/>
                      <a:pt x="16296" y="15841"/>
                      <a:pt x="16267" y="15257"/>
                    </a:cubicBezTo>
                    <a:cubicBezTo>
                      <a:pt x="16239" y="14675"/>
                      <a:pt x="15968" y="14209"/>
                      <a:pt x="15662" y="14209"/>
                    </a:cubicBezTo>
                    <a:close/>
                    <a:moveTo>
                      <a:pt x="18366" y="14209"/>
                    </a:moveTo>
                    <a:cubicBezTo>
                      <a:pt x="18060" y="14209"/>
                      <a:pt x="17839" y="14675"/>
                      <a:pt x="17872" y="15257"/>
                    </a:cubicBezTo>
                    <a:cubicBezTo>
                      <a:pt x="17905" y="15841"/>
                      <a:pt x="18182" y="16316"/>
                      <a:pt x="18492" y="16316"/>
                    </a:cubicBezTo>
                    <a:cubicBezTo>
                      <a:pt x="18800" y="16316"/>
                      <a:pt x="19021" y="15841"/>
                      <a:pt x="18984" y="15257"/>
                    </a:cubicBezTo>
                    <a:cubicBezTo>
                      <a:pt x="18948" y="14675"/>
                      <a:pt x="18672" y="14209"/>
                      <a:pt x="18366" y="14209"/>
                    </a:cubicBezTo>
                    <a:close/>
                    <a:moveTo>
                      <a:pt x="19740" y="14209"/>
                    </a:moveTo>
                    <a:cubicBezTo>
                      <a:pt x="19435" y="14209"/>
                      <a:pt x="19215" y="14675"/>
                      <a:pt x="19252" y="15257"/>
                    </a:cubicBezTo>
                    <a:cubicBezTo>
                      <a:pt x="19289" y="15841"/>
                      <a:pt x="19571" y="16316"/>
                      <a:pt x="19880" y="16316"/>
                    </a:cubicBezTo>
                    <a:cubicBezTo>
                      <a:pt x="20188" y="16316"/>
                      <a:pt x="20406" y="15841"/>
                      <a:pt x="20366" y="15257"/>
                    </a:cubicBezTo>
                    <a:cubicBezTo>
                      <a:pt x="20326" y="14675"/>
                      <a:pt x="20045" y="14209"/>
                      <a:pt x="19740" y="14209"/>
                    </a:cubicBezTo>
                    <a:close/>
                    <a:moveTo>
                      <a:pt x="658" y="16764"/>
                    </a:moveTo>
                    <a:cubicBezTo>
                      <a:pt x="348" y="16764"/>
                      <a:pt x="83" y="17244"/>
                      <a:pt x="65" y="17839"/>
                    </a:cubicBezTo>
                    <a:cubicBezTo>
                      <a:pt x="47" y="18438"/>
                      <a:pt x="286" y="18924"/>
                      <a:pt x="599" y="18924"/>
                    </a:cubicBezTo>
                    <a:cubicBezTo>
                      <a:pt x="912" y="18924"/>
                      <a:pt x="1178" y="18438"/>
                      <a:pt x="1192" y="17839"/>
                    </a:cubicBezTo>
                    <a:cubicBezTo>
                      <a:pt x="1207" y="17244"/>
                      <a:pt x="967" y="16764"/>
                      <a:pt x="658" y="16764"/>
                    </a:cubicBezTo>
                    <a:close/>
                    <a:moveTo>
                      <a:pt x="2030" y="16764"/>
                    </a:moveTo>
                    <a:cubicBezTo>
                      <a:pt x="1721" y="16764"/>
                      <a:pt x="1458" y="17244"/>
                      <a:pt x="1444" y="17839"/>
                    </a:cubicBezTo>
                    <a:cubicBezTo>
                      <a:pt x="1430" y="18438"/>
                      <a:pt x="1673" y="18924"/>
                      <a:pt x="1986" y="18924"/>
                    </a:cubicBezTo>
                    <a:cubicBezTo>
                      <a:pt x="2299" y="18924"/>
                      <a:pt x="2561" y="18438"/>
                      <a:pt x="2572" y="17839"/>
                    </a:cubicBezTo>
                    <a:cubicBezTo>
                      <a:pt x="2582" y="17244"/>
                      <a:pt x="2340" y="16764"/>
                      <a:pt x="2030" y="16764"/>
                    </a:cubicBezTo>
                    <a:close/>
                    <a:moveTo>
                      <a:pt x="3402" y="16764"/>
                    </a:moveTo>
                    <a:cubicBezTo>
                      <a:pt x="3092" y="16764"/>
                      <a:pt x="2833" y="17244"/>
                      <a:pt x="2823" y="17839"/>
                    </a:cubicBezTo>
                    <a:cubicBezTo>
                      <a:pt x="2813" y="18438"/>
                      <a:pt x="3060" y="18924"/>
                      <a:pt x="3373" y="18924"/>
                    </a:cubicBezTo>
                    <a:cubicBezTo>
                      <a:pt x="3686" y="18924"/>
                      <a:pt x="3944" y="18438"/>
                      <a:pt x="3951" y="17839"/>
                    </a:cubicBezTo>
                    <a:cubicBezTo>
                      <a:pt x="3957" y="17244"/>
                      <a:pt x="3711" y="16764"/>
                      <a:pt x="3402" y="16764"/>
                    </a:cubicBezTo>
                    <a:close/>
                    <a:moveTo>
                      <a:pt x="4794" y="16764"/>
                    </a:moveTo>
                    <a:cubicBezTo>
                      <a:pt x="4485" y="16764"/>
                      <a:pt x="4229" y="17244"/>
                      <a:pt x="4223" y="17839"/>
                    </a:cubicBezTo>
                    <a:cubicBezTo>
                      <a:pt x="4218" y="18438"/>
                      <a:pt x="4467" y="18924"/>
                      <a:pt x="4780" y="18924"/>
                    </a:cubicBezTo>
                    <a:cubicBezTo>
                      <a:pt x="5093" y="18924"/>
                      <a:pt x="5348" y="18438"/>
                      <a:pt x="5351" y="17839"/>
                    </a:cubicBezTo>
                    <a:cubicBezTo>
                      <a:pt x="5353" y="17244"/>
                      <a:pt x="5104" y="16764"/>
                      <a:pt x="4794" y="16764"/>
                    </a:cubicBezTo>
                    <a:close/>
                    <a:moveTo>
                      <a:pt x="6166" y="16764"/>
                    </a:moveTo>
                    <a:cubicBezTo>
                      <a:pt x="5857" y="16764"/>
                      <a:pt x="5605" y="17244"/>
                      <a:pt x="5603" y="17839"/>
                    </a:cubicBezTo>
                    <a:cubicBezTo>
                      <a:pt x="5601" y="18438"/>
                      <a:pt x="5853" y="18924"/>
                      <a:pt x="6166" y="18924"/>
                    </a:cubicBezTo>
                    <a:cubicBezTo>
                      <a:pt x="6479" y="18924"/>
                      <a:pt x="6731" y="18438"/>
                      <a:pt x="6729" y="17839"/>
                    </a:cubicBezTo>
                    <a:cubicBezTo>
                      <a:pt x="6728" y="17244"/>
                      <a:pt x="6477" y="16764"/>
                      <a:pt x="6166" y="16764"/>
                    </a:cubicBezTo>
                    <a:close/>
                    <a:moveTo>
                      <a:pt x="7539" y="16764"/>
                    </a:moveTo>
                    <a:cubicBezTo>
                      <a:pt x="7230" y="16764"/>
                      <a:pt x="6980" y="17244"/>
                      <a:pt x="6982" y="17839"/>
                    </a:cubicBezTo>
                    <a:cubicBezTo>
                      <a:pt x="6984" y="18438"/>
                      <a:pt x="7240" y="18924"/>
                      <a:pt x="7552" y="18924"/>
                    </a:cubicBezTo>
                    <a:cubicBezTo>
                      <a:pt x="7866" y="18924"/>
                      <a:pt x="8115" y="18438"/>
                      <a:pt x="8109" y="17839"/>
                    </a:cubicBezTo>
                    <a:cubicBezTo>
                      <a:pt x="8104" y="17244"/>
                      <a:pt x="7849" y="16764"/>
                      <a:pt x="7539" y="16764"/>
                    </a:cubicBezTo>
                    <a:close/>
                    <a:moveTo>
                      <a:pt x="8911" y="16764"/>
                    </a:moveTo>
                    <a:cubicBezTo>
                      <a:pt x="8601" y="16764"/>
                      <a:pt x="8355" y="17244"/>
                      <a:pt x="8361" y="17839"/>
                    </a:cubicBezTo>
                    <a:cubicBezTo>
                      <a:pt x="8368" y="18438"/>
                      <a:pt x="8626" y="18924"/>
                      <a:pt x="8939" y="18924"/>
                    </a:cubicBezTo>
                    <a:cubicBezTo>
                      <a:pt x="9252" y="18924"/>
                      <a:pt x="9498" y="18438"/>
                      <a:pt x="9488" y="17839"/>
                    </a:cubicBezTo>
                    <a:cubicBezTo>
                      <a:pt x="9479" y="17244"/>
                      <a:pt x="9221" y="16764"/>
                      <a:pt x="8911" y="16764"/>
                    </a:cubicBezTo>
                    <a:close/>
                    <a:moveTo>
                      <a:pt x="10284" y="16764"/>
                    </a:moveTo>
                    <a:cubicBezTo>
                      <a:pt x="9975" y="16764"/>
                      <a:pt x="9731" y="17244"/>
                      <a:pt x="9741" y="17839"/>
                    </a:cubicBezTo>
                    <a:cubicBezTo>
                      <a:pt x="9751" y="18438"/>
                      <a:pt x="10014" y="18924"/>
                      <a:pt x="10326" y="18924"/>
                    </a:cubicBezTo>
                    <a:cubicBezTo>
                      <a:pt x="10640" y="18924"/>
                      <a:pt x="10882" y="18438"/>
                      <a:pt x="10869" y="17839"/>
                    </a:cubicBezTo>
                    <a:cubicBezTo>
                      <a:pt x="10855" y="17244"/>
                      <a:pt x="10594" y="16764"/>
                      <a:pt x="10284" y="16764"/>
                    </a:cubicBezTo>
                    <a:close/>
                    <a:moveTo>
                      <a:pt x="15774" y="16764"/>
                    </a:moveTo>
                    <a:cubicBezTo>
                      <a:pt x="15465" y="16764"/>
                      <a:pt x="15234" y="17244"/>
                      <a:pt x="15260" y="17839"/>
                    </a:cubicBezTo>
                    <a:cubicBezTo>
                      <a:pt x="15286" y="18438"/>
                      <a:pt x="15561" y="18924"/>
                      <a:pt x="15874" y="18924"/>
                    </a:cubicBezTo>
                    <a:cubicBezTo>
                      <a:pt x="16186" y="18924"/>
                      <a:pt x="16417" y="18438"/>
                      <a:pt x="16387" y="17839"/>
                    </a:cubicBezTo>
                    <a:cubicBezTo>
                      <a:pt x="16358" y="17244"/>
                      <a:pt x="16084" y="16764"/>
                      <a:pt x="15774" y="16764"/>
                    </a:cubicBezTo>
                    <a:close/>
                    <a:moveTo>
                      <a:pt x="18520" y="16764"/>
                    </a:moveTo>
                    <a:cubicBezTo>
                      <a:pt x="18210" y="16764"/>
                      <a:pt x="17986" y="17244"/>
                      <a:pt x="18020" y="17839"/>
                    </a:cubicBezTo>
                    <a:cubicBezTo>
                      <a:pt x="18054" y="18438"/>
                      <a:pt x="18336" y="18924"/>
                      <a:pt x="18649" y="18924"/>
                    </a:cubicBezTo>
                    <a:cubicBezTo>
                      <a:pt x="18961" y="18924"/>
                      <a:pt x="19184" y="18438"/>
                      <a:pt x="19147" y="17839"/>
                    </a:cubicBezTo>
                    <a:cubicBezTo>
                      <a:pt x="19110" y="17244"/>
                      <a:pt x="18830" y="16764"/>
                      <a:pt x="18520" y="16764"/>
                    </a:cubicBezTo>
                    <a:close/>
                    <a:moveTo>
                      <a:pt x="19894" y="16764"/>
                    </a:moveTo>
                    <a:cubicBezTo>
                      <a:pt x="19585" y="16764"/>
                      <a:pt x="19362" y="17244"/>
                      <a:pt x="19400" y="17839"/>
                    </a:cubicBezTo>
                    <a:cubicBezTo>
                      <a:pt x="19438" y="18438"/>
                      <a:pt x="19724" y="18924"/>
                      <a:pt x="20037" y="18924"/>
                    </a:cubicBezTo>
                    <a:cubicBezTo>
                      <a:pt x="20349" y="18924"/>
                      <a:pt x="20570" y="18438"/>
                      <a:pt x="20529" y="17839"/>
                    </a:cubicBezTo>
                    <a:cubicBezTo>
                      <a:pt x="20488" y="17244"/>
                      <a:pt x="20203" y="16764"/>
                      <a:pt x="19894" y="16764"/>
                    </a:cubicBezTo>
                    <a:close/>
                    <a:moveTo>
                      <a:pt x="602" y="19382"/>
                    </a:moveTo>
                    <a:cubicBezTo>
                      <a:pt x="288" y="19382"/>
                      <a:pt x="19" y="19875"/>
                      <a:pt x="1" y="20486"/>
                    </a:cubicBezTo>
                    <a:cubicBezTo>
                      <a:pt x="-17" y="21100"/>
                      <a:pt x="225" y="21600"/>
                      <a:pt x="542" y="21600"/>
                    </a:cubicBezTo>
                    <a:cubicBezTo>
                      <a:pt x="859" y="21600"/>
                      <a:pt x="1128" y="21100"/>
                      <a:pt x="1143" y="20486"/>
                    </a:cubicBezTo>
                    <a:cubicBezTo>
                      <a:pt x="1158" y="19875"/>
                      <a:pt x="916" y="19382"/>
                      <a:pt x="602" y="19382"/>
                    </a:cubicBezTo>
                    <a:close/>
                    <a:moveTo>
                      <a:pt x="1974" y="19382"/>
                    </a:moveTo>
                    <a:cubicBezTo>
                      <a:pt x="1660" y="19382"/>
                      <a:pt x="1395" y="19875"/>
                      <a:pt x="1381" y="20486"/>
                    </a:cubicBezTo>
                    <a:cubicBezTo>
                      <a:pt x="1366" y="21100"/>
                      <a:pt x="1612" y="21600"/>
                      <a:pt x="1929" y="21600"/>
                    </a:cubicBezTo>
                    <a:cubicBezTo>
                      <a:pt x="2246" y="21600"/>
                      <a:pt x="2512" y="21100"/>
                      <a:pt x="2523" y="20486"/>
                    </a:cubicBezTo>
                    <a:cubicBezTo>
                      <a:pt x="2533" y="19875"/>
                      <a:pt x="2287" y="19382"/>
                      <a:pt x="1974" y="19382"/>
                    </a:cubicBezTo>
                    <a:close/>
                    <a:moveTo>
                      <a:pt x="8940" y="19382"/>
                    </a:moveTo>
                    <a:cubicBezTo>
                      <a:pt x="8626" y="19382"/>
                      <a:pt x="8377" y="19875"/>
                      <a:pt x="8383" y="20486"/>
                    </a:cubicBezTo>
                    <a:cubicBezTo>
                      <a:pt x="8389" y="21100"/>
                      <a:pt x="8651" y="21600"/>
                      <a:pt x="8968" y="21600"/>
                    </a:cubicBezTo>
                    <a:cubicBezTo>
                      <a:pt x="9285" y="21600"/>
                      <a:pt x="9534" y="21100"/>
                      <a:pt x="9524" y="20486"/>
                    </a:cubicBezTo>
                    <a:cubicBezTo>
                      <a:pt x="9514" y="19875"/>
                      <a:pt x="9253" y="19382"/>
                      <a:pt x="8940" y="19382"/>
                    </a:cubicBezTo>
                    <a:close/>
                    <a:moveTo>
                      <a:pt x="10333" y="19382"/>
                    </a:moveTo>
                    <a:cubicBezTo>
                      <a:pt x="10020" y="19382"/>
                      <a:pt x="9773" y="19875"/>
                      <a:pt x="9783" y="20486"/>
                    </a:cubicBezTo>
                    <a:cubicBezTo>
                      <a:pt x="9794" y="21100"/>
                      <a:pt x="10060" y="21600"/>
                      <a:pt x="10376" y="21600"/>
                    </a:cubicBezTo>
                    <a:cubicBezTo>
                      <a:pt x="10693" y="21600"/>
                      <a:pt x="10939" y="21100"/>
                      <a:pt x="10925" y="20486"/>
                    </a:cubicBezTo>
                    <a:cubicBezTo>
                      <a:pt x="10911" y="19875"/>
                      <a:pt x="10647" y="19382"/>
                      <a:pt x="10333" y="19382"/>
                    </a:cubicBezTo>
                    <a:close/>
                    <a:moveTo>
                      <a:pt x="11727" y="19382"/>
                    </a:moveTo>
                    <a:cubicBezTo>
                      <a:pt x="11414" y="19382"/>
                      <a:pt x="11170" y="19875"/>
                      <a:pt x="11184" y="20486"/>
                    </a:cubicBezTo>
                    <a:cubicBezTo>
                      <a:pt x="11199" y="21100"/>
                      <a:pt x="11468" y="21600"/>
                      <a:pt x="11785" y="21600"/>
                    </a:cubicBezTo>
                    <a:cubicBezTo>
                      <a:pt x="12101" y="21600"/>
                      <a:pt x="12344" y="21100"/>
                      <a:pt x="12326" y="20486"/>
                    </a:cubicBezTo>
                    <a:cubicBezTo>
                      <a:pt x="12309" y="19875"/>
                      <a:pt x="12040" y="19382"/>
                      <a:pt x="11727" y="19382"/>
                    </a:cubicBezTo>
                    <a:close/>
                    <a:moveTo>
                      <a:pt x="13120" y="19382"/>
                    </a:moveTo>
                    <a:cubicBezTo>
                      <a:pt x="12806" y="19382"/>
                      <a:pt x="12567" y="19875"/>
                      <a:pt x="12586" y="20486"/>
                    </a:cubicBezTo>
                    <a:cubicBezTo>
                      <a:pt x="12604" y="21100"/>
                      <a:pt x="12876" y="21600"/>
                      <a:pt x="13193" y="21600"/>
                    </a:cubicBezTo>
                    <a:cubicBezTo>
                      <a:pt x="13510" y="21600"/>
                      <a:pt x="13749" y="21100"/>
                      <a:pt x="13727" y="20486"/>
                    </a:cubicBezTo>
                    <a:cubicBezTo>
                      <a:pt x="13705" y="19875"/>
                      <a:pt x="13433" y="19382"/>
                      <a:pt x="13120" y="19382"/>
                    </a:cubicBezTo>
                    <a:close/>
                    <a:moveTo>
                      <a:pt x="14513" y="19382"/>
                    </a:moveTo>
                    <a:cubicBezTo>
                      <a:pt x="14200" y="19382"/>
                      <a:pt x="13964" y="19875"/>
                      <a:pt x="13986" y="20486"/>
                    </a:cubicBezTo>
                    <a:cubicBezTo>
                      <a:pt x="14009" y="21100"/>
                      <a:pt x="14285" y="21600"/>
                      <a:pt x="14601" y="21600"/>
                    </a:cubicBezTo>
                    <a:cubicBezTo>
                      <a:pt x="14918" y="21600"/>
                      <a:pt x="15153" y="21100"/>
                      <a:pt x="15127" y="20486"/>
                    </a:cubicBezTo>
                    <a:cubicBezTo>
                      <a:pt x="15102" y="19875"/>
                      <a:pt x="14827" y="19382"/>
                      <a:pt x="14513" y="19382"/>
                    </a:cubicBezTo>
                    <a:close/>
                    <a:moveTo>
                      <a:pt x="15907" y="19382"/>
                    </a:moveTo>
                    <a:cubicBezTo>
                      <a:pt x="15594" y="19382"/>
                      <a:pt x="15361" y="19875"/>
                      <a:pt x="15387" y="20486"/>
                    </a:cubicBezTo>
                    <a:cubicBezTo>
                      <a:pt x="15414" y="21100"/>
                      <a:pt x="15693" y="21600"/>
                      <a:pt x="16009" y="21600"/>
                    </a:cubicBezTo>
                    <a:cubicBezTo>
                      <a:pt x="16326" y="21600"/>
                      <a:pt x="16559" y="21100"/>
                      <a:pt x="16529" y="20486"/>
                    </a:cubicBezTo>
                    <a:cubicBezTo>
                      <a:pt x="16499" y="19875"/>
                      <a:pt x="16221" y="19382"/>
                      <a:pt x="15907" y="19382"/>
                    </a:cubicBezTo>
                    <a:close/>
                    <a:moveTo>
                      <a:pt x="17301" y="19382"/>
                    </a:moveTo>
                    <a:cubicBezTo>
                      <a:pt x="16987" y="19382"/>
                      <a:pt x="16758" y="19875"/>
                      <a:pt x="16789" y="20486"/>
                    </a:cubicBezTo>
                    <a:cubicBezTo>
                      <a:pt x="16819" y="21100"/>
                      <a:pt x="17101" y="21600"/>
                      <a:pt x="17419" y="21600"/>
                    </a:cubicBezTo>
                    <a:cubicBezTo>
                      <a:pt x="17735" y="21600"/>
                      <a:pt x="17965" y="21100"/>
                      <a:pt x="17931" y="20486"/>
                    </a:cubicBezTo>
                    <a:cubicBezTo>
                      <a:pt x="17897" y="19875"/>
                      <a:pt x="17614" y="19382"/>
                      <a:pt x="17301" y="19382"/>
                    </a:cubicBezTo>
                    <a:close/>
                    <a:moveTo>
                      <a:pt x="20069" y="19382"/>
                    </a:moveTo>
                    <a:cubicBezTo>
                      <a:pt x="19756" y="19382"/>
                      <a:pt x="19532" y="19875"/>
                      <a:pt x="19571" y="20486"/>
                    </a:cubicBezTo>
                    <a:cubicBezTo>
                      <a:pt x="19610" y="21100"/>
                      <a:pt x="19899" y="21600"/>
                      <a:pt x="20216" y="21600"/>
                    </a:cubicBezTo>
                    <a:cubicBezTo>
                      <a:pt x="20532" y="21600"/>
                      <a:pt x="20755" y="21100"/>
                      <a:pt x="20713" y="20486"/>
                    </a:cubicBezTo>
                    <a:cubicBezTo>
                      <a:pt x="20671" y="19875"/>
                      <a:pt x="20382" y="19382"/>
                      <a:pt x="20069" y="19382"/>
                    </a:cubicBezTo>
                    <a:close/>
                  </a:path>
                </a:pathLst>
              </a:custGeom>
              <a:solidFill>
                <a:srgbClr val="33B9A0">
                  <a:alpha val="74902"/>
                </a:srgbClr>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defRPr sz="1400">
                    <a:solidFill>
                      <a:srgbClr val="FFFFFF"/>
                    </a:solidFill>
                    <a:effectLst>
                      <a:outerShdw blurRad="38100" dist="12700" dir="5400000" rotWithShape="0">
                        <a:srgbClr val="000000">
                          <a:alpha val="50000"/>
                        </a:srgbClr>
                      </a:outerShdw>
                    </a:effectLst>
                  </a:defRPr>
                </a:pPr>
                <a:endParaRPr sz="637">
                  <a:solidFill>
                    <a:srgbClr val="FFFFFF"/>
                  </a:solidFill>
                  <a:effectLst>
                    <a:outerShdw blurRad="38100" dist="12700" dir="5400000" rotWithShape="0">
                      <a:srgbClr val="000000">
                        <a:alpha val="50000"/>
                      </a:srgbClr>
                    </a:outerShdw>
                  </a:effectLst>
                  <a:latin typeface="Calibri"/>
                </a:endParaRPr>
              </a:p>
            </p:txBody>
          </p:sp>
          <p:sp>
            <p:nvSpPr>
              <p:cNvPr id="18" name="Shape 8">
                <a:extLst>
                  <a:ext uri="{FF2B5EF4-FFF2-40B4-BE49-F238E27FC236}">
                    <a16:creationId xmlns:a16="http://schemas.microsoft.com/office/drawing/2014/main" id="{4ED286F8-A6BB-C0F8-81C1-D7D533BE2C05}"/>
                  </a:ext>
                </a:extLst>
              </p:cNvPr>
              <p:cNvSpPr/>
              <p:nvPr/>
            </p:nvSpPr>
            <p:spPr>
              <a:xfrm>
                <a:off x="6796971" y="1532267"/>
                <a:ext cx="3901426" cy="2212184"/>
              </a:xfrm>
              <a:custGeom>
                <a:avLst/>
                <a:gdLst/>
                <a:ahLst/>
                <a:cxnLst>
                  <a:cxn ang="0">
                    <a:pos x="wd2" y="hd2"/>
                  </a:cxn>
                  <a:cxn ang="5400000">
                    <a:pos x="wd2" y="hd2"/>
                  </a:cxn>
                  <a:cxn ang="10800000">
                    <a:pos x="wd2" y="hd2"/>
                  </a:cxn>
                  <a:cxn ang="16200000">
                    <a:pos x="wd2" y="hd2"/>
                  </a:cxn>
                </a:cxnLst>
                <a:rect l="0" t="0" r="r" b="b"/>
                <a:pathLst>
                  <a:path w="21530" h="21600" extrusionOk="0">
                    <a:moveTo>
                      <a:pt x="2112" y="0"/>
                    </a:moveTo>
                    <a:cubicBezTo>
                      <a:pt x="1958" y="0"/>
                      <a:pt x="1849" y="129"/>
                      <a:pt x="1867" y="289"/>
                    </a:cubicBezTo>
                    <a:cubicBezTo>
                      <a:pt x="1886" y="449"/>
                      <a:pt x="2027" y="580"/>
                      <a:pt x="2182" y="580"/>
                    </a:cubicBezTo>
                    <a:cubicBezTo>
                      <a:pt x="2337" y="580"/>
                      <a:pt x="2446" y="449"/>
                      <a:pt x="2426" y="289"/>
                    </a:cubicBezTo>
                    <a:cubicBezTo>
                      <a:pt x="2406" y="129"/>
                      <a:pt x="2265" y="0"/>
                      <a:pt x="2112" y="0"/>
                    </a:cubicBezTo>
                    <a:close/>
                    <a:moveTo>
                      <a:pt x="2802" y="0"/>
                    </a:moveTo>
                    <a:cubicBezTo>
                      <a:pt x="2648" y="0"/>
                      <a:pt x="2539" y="129"/>
                      <a:pt x="2560" y="289"/>
                    </a:cubicBezTo>
                    <a:cubicBezTo>
                      <a:pt x="2580" y="449"/>
                      <a:pt x="2723" y="580"/>
                      <a:pt x="2878" y="580"/>
                    </a:cubicBezTo>
                    <a:cubicBezTo>
                      <a:pt x="3033" y="580"/>
                      <a:pt x="3141" y="449"/>
                      <a:pt x="3119" y="289"/>
                    </a:cubicBezTo>
                    <a:cubicBezTo>
                      <a:pt x="3097" y="129"/>
                      <a:pt x="2955" y="0"/>
                      <a:pt x="2802" y="0"/>
                    </a:cubicBezTo>
                    <a:close/>
                    <a:moveTo>
                      <a:pt x="8246" y="0"/>
                    </a:moveTo>
                    <a:cubicBezTo>
                      <a:pt x="8092" y="0"/>
                      <a:pt x="7995" y="129"/>
                      <a:pt x="8030" y="289"/>
                    </a:cubicBezTo>
                    <a:cubicBezTo>
                      <a:pt x="8064" y="449"/>
                      <a:pt x="8218" y="580"/>
                      <a:pt x="8373" y="580"/>
                    </a:cubicBezTo>
                    <a:cubicBezTo>
                      <a:pt x="8529" y="580"/>
                      <a:pt x="8625" y="449"/>
                      <a:pt x="8589" y="289"/>
                    </a:cubicBezTo>
                    <a:cubicBezTo>
                      <a:pt x="8553" y="129"/>
                      <a:pt x="8400" y="0"/>
                      <a:pt x="8246" y="0"/>
                    </a:cubicBezTo>
                    <a:close/>
                    <a:moveTo>
                      <a:pt x="818" y="726"/>
                    </a:moveTo>
                    <a:cubicBezTo>
                      <a:pt x="663" y="726"/>
                      <a:pt x="549" y="858"/>
                      <a:pt x="565" y="1021"/>
                    </a:cubicBezTo>
                    <a:cubicBezTo>
                      <a:pt x="580" y="1186"/>
                      <a:pt x="719" y="1319"/>
                      <a:pt x="877" y="1319"/>
                    </a:cubicBezTo>
                    <a:cubicBezTo>
                      <a:pt x="1034" y="1319"/>
                      <a:pt x="1147" y="1186"/>
                      <a:pt x="1130" y="1021"/>
                    </a:cubicBezTo>
                    <a:cubicBezTo>
                      <a:pt x="1113" y="858"/>
                      <a:pt x="974" y="726"/>
                      <a:pt x="818" y="726"/>
                    </a:cubicBezTo>
                    <a:close/>
                    <a:moveTo>
                      <a:pt x="1508" y="726"/>
                    </a:moveTo>
                    <a:cubicBezTo>
                      <a:pt x="1352" y="726"/>
                      <a:pt x="1240" y="858"/>
                      <a:pt x="1257" y="1021"/>
                    </a:cubicBezTo>
                    <a:cubicBezTo>
                      <a:pt x="1274" y="1186"/>
                      <a:pt x="1416" y="1319"/>
                      <a:pt x="1573" y="1319"/>
                    </a:cubicBezTo>
                    <a:cubicBezTo>
                      <a:pt x="1730" y="1319"/>
                      <a:pt x="1842" y="1186"/>
                      <a:pt x="1823" y="1021"/>
                    </a:cubicBezTo>
                    <a:cubicBezTo>
                      <a:pt x="1804" y="858"/>
                      <a:pt x="1663" y="726"/>
                      <a:pt x="1508" y="726"/>
                    </a:cubicBezTo>
                    <a:close/>
                    <a:moveTo>
                      <a:pt x="5643" y="726"/>
                    </a:moveTo>
                    <a:cubicBezTo>
                      <a:pt x="5487" y="726"/>
                      <a:pt x="5384" y="858"/>
                      <a:pt x="5412" y="1021"/>
                    </a:cubicBezTo>
                    <a:cubicBezTo>
                      <a:pt x="5440" y="1186"/>
                      <a:pt x="5590" y="1319"/>
                      <a:pt x="5748" y="1319"/>
                    </a:cubicBezTo>
                    <a:cubicBezTo>
                      <a:pt x="5904" y="1319"/>
                      <a:pt x="6007" y="1186"/>
                      <a:pt x="5978" y="1021"/>
                    </a:cubicBezTo>
                    <a:cubicBezTo>
                      <a:pt x="5948" y="858"/>
                      <a:pt x="5798" y="726"/>
                      <a:pt x="5643" y="726"/>
                    </a:cubicBezTo>
                    <a:close/>
                    <a:moveTo>
                      <a:pt x="6333" y="726"/>
                    </a:moveTo>
                    <a:cubicBezTo>
                      <a:pt x="6177" y="726"/>
                      <a:pt x="6075" y="858"/>
                      <a:pt x="6105" y="1021"/>
                    </a:cubicBezTo>
                    <a:cubicBezTo>
                      <a:pt x="6135" y="1186"/>
                      <a:pt x="6286" y="1319"/>
                      <a:pt x="6443" y="1319"/>
                    </a:cubicBezTo>
                    <a:cubicBezTo>
                      <a:pt x="6600" y="1319"/>
                      <a:pt x="6702" y="1186"/>
                      <a:pt x="6670" y="1021"/>
                    </a:cubicBezTo>
                    <a:cubicBezTo>
                      <a:pt x="6639" y="858"/>
                      <a:pt x="6488" y="726"/>
                      <a:pt x="6333" y="726"/>
                    </a:cubicBezTo>
                    <a:close/>
                    <a:moveTo>
                      <a:pt x="7034" y="726"/>
                    </a:moveTo>
                    <a:cubicBezTo>
                      <a:pt x="6878" y="726"/>
                      <a:pt x="6777" y="858"/>
                      <a:pt x="6809" y="1021"/>
                    </a:cubicBezTo>
                    <a:cubicBezTo>
                      <a:pt x="6841" y="1186"/>
                      <a:pt x="6994" y="1319"/>
                      <a:pt x="7151" y="1319"/>
                    </a:cubicBezTo>
                    <a:cubicBezTo>
                      <a:pt x="7308" y="1319"/>
                      <a:pt x="7408" y="1186"/>
                      <a:pt x="7375" y="1021"/>
                    </a:cubicBezTo>
                    <a:cubicBezTo>
                      <a:pt x="7341" y="858"/>
                      <a:pt x="7189" y="726"/>
                      <a:pt x="7034" y="726"/>
                    </a:cubicBezTo>
                    <a:close/>
                    <a:moveTo>
                      <a:pt x="7723" y="726"/>
                    </a:moveTo>
                    <a:cubicBezTo>
                      <a:pt x="7568" y="726"/>
                      <a:pt x="7468" y="858"/>
                      <a:pt x="7502" y="1021"/>
                    </a:cubicBezTo>
                    <a:cubicBezTo>
                      <a:pt x="7535" y="1186"/>
                      <a:pt x="7690" y="1319"/>
                      <a:pt x="7847" y="1319"/>
                    </a:cubicBezTo>
                    <a:cubicBezTo>
                      <a:pt x="8004" y="1319"/>
                      <a:pt x="8102" y="1186"/>
                      <a:pt x="8067" y="1021"/>
                    </a:cubicBezTo>
                    <a:cubicBezTo>
                      <a:pt x="8032" y="858"/>
                      <a:pt x="7878" y="726"/>
                      <a:pt x="7723" y="726"/>
                    </a:cubicBezTo>
                    <a:close/>
                    <a:moveTo>
                      <a:pt x="8412" y="726"/>
                    </a:moveTo>
                    <a:cubicBezTo>
                      <a:pt x="8257" y="726"/>
                      <a:pt x="8159" y="858"/>
                      <a:pt x="8195" y="1021"/>
                    </a:cubicBezTo>
                    <a:cubicBezTo>
                      <a:pt x="8230" y="1186"/>
                      <a:pt x="8386" y="1319"/>
                      <a:pt x="8543" y="1319"/>
                    </a:cubicBezTo>
                    <a:cubicBezTo>
                      <a:pt x="8700" y="1319"/>
                      <a:pt x="8797" y="1186"/>
                      <a:pt x="8760" y="1021"/>
                    </a:cubicBezTo>
                    <a:cubicBezTo>
                      <a:pt x="8723" y="858"/>
                      <a:pt x="8568" y="726"/>
                      <a:pt x="8412" y="726"/>
                    </a:cubicBezTo>
                    <a:close/>
                    <a:moveTo>
                      <a:pt x="9101" y="726"/>
                    </a:moveTo>
                    <a:cubicBezTo>
                      <a:pt x="8946" y="726"/>
                      <a:pt x="8850" y="858"/>
                      <a:pt x="8887" y="1021"/>
                    </a:cubicBezTo>
                    <a:cubicBezTo>
                      <a:pt x="8925" y="1186"/>
                      <a:pt x="9082" y="1319"/>
                      <a:pt x="9238" y="1319"/>
                    </a:cubicBezTo>
                    <a:cubicBezTo>
                      <a:pt x="9396" y="1319"/>
                      <a:pt x="9491" y="1186"/>
                      <a:pt x="9453" y="1021"/>
                    </a:cubicBezTo>
                    <a:cubicBezTo>
                      <a:pt x="9414" y="858"/>
                      <a:pt x="9257" y="726"/>
                      <a:pt x="9101" y="726"/>
                    </a:cubicBezTo>
                    <a:close/>
                    <a:moveTo>
                      <a:pt x="9791" y="726"/>
                    </a:moveTo>
                    <a:cubicBezTo>
                      <a:pt x="9636" y="726"/>
                      <a:pt x="9541" y="858"/>
                      <a:pt x="9580" y="1021"/>
                    </a:cubicBezTo>
                    <a:cubicBezTo>
                      <a:pt x="9619" y="1186"/>
                      <a:pt x="9778" y="1319"/>
                      <a:pt x="9935" y="1319"/>
                    </a:cubicBezTo>
                    <a:cubicBezTo>
                      <a:pt x="10092" y="1319"/>
                      <a:pt x="10186" y="1186"/>
                      <a:pt x="10146" y="1021"/>
                    </a:cubicBezTo>
                    <a:cubicBezTo>
                      <a:pt x="10105" y="858"/>
                      <a:pt x="9947" y="726"/>
                      <a:pt x="9791" y="726"/>
                    </a:cubicBezTo>
                    <a:close/>
                    <a:moveTo>
                      <a:pt x="11171" y="726"/>
                    </a:moveTo>
                    <a:cubicBezTo>
                      <a:pt x="11015" y="726"/>
                      <a:pt x="10923" y="858"/>
                      <a:pt x="10966" y="1021"/>
                    </a:cubicBezTo>
                    <a:cubicBezTo>
                      <a:pt x="11008" y="1186"/>
                      <a:pt x="11170" y="1319"/>
                      <a:pt x="11327" y="1319"/>
                    </a:cubicBezTo>
                    <a:cubicBezTo>
                      <a:pt x="11484" y="1319"/>
                      <a:pt x="11575" y="1186"/>
                      <a:pt x="11531" y="1021"/>
                    </a:cubicBezTo>
                    <a:cubicBezTo>
                      <a:pt x="11487" y="858"/>
                      <a:pt x="11326" y="726"/>
                      <a:pt x="11171" y="726"/>
                    </a:cubicBezTo>
                    <a:close/>
                    <a:moveTo>
                      <a:pt x="11860" y="726"/>
                    </a:moveTo>
                    <a:cubicBezTo>
                      <a:pt x="11705" y="726"/>
                      <a:pt x="11614" y="858"/>
                      <a:pt x="11659" y="1021"/>
                    </a:cubicBezTo>
                    <a:cubicBezTo>
                      <a:pt x="11703" y="1186"/>
                      <a:pt x="11866" y="1319"/>
                      <a:pt x="12023" y="1319"/>
                    </a:cubicBezTo>
                    <a:cubicBezTo>
                      <a:pt x="12180" y="1319"/>
                      <a:pt x="12270" y="1186"/>
                      <a:pt x="12224" y="1021"/>
                    </a:cubicBezTo>
                    <a:cubicBezTo>
                      <a:pt x="12179" y="858"/>
                      <a:pt x="12016" y="726"/>
                      <a:pt x="11860" y="726"/>
                    </a:cubicBezTo>
                    <a:close/>
                    <a:moveTo>
                      <a:pt x="13929" y="726"/>
                    </a:moveTo>
                    <a:cubicBezTo>
                      <a:pt x="13774" y="726"/>
                      <a:pt x="13688" y="858"/>
                      <a:pt x="13737" y="1021"/>
                    </a:cubicBezTo>
                    <a:cubicBezTo>
                      <a:pt x="13787" y="1186"/>
                      <a:pt x="13955" y="1319"/>
                      <a:pt x="14112" y="1319"/>
                    </a:cubicBezTo>
                    <a:cubicBezTo>
                      <a:pt x="14269" y="1319"/>
                      <a:pt x="14355" y="1186"/>
                      <a:pt x="14303" y="1021"/>
                    </a:cubicBezTo>
                    <a:cubicBezTo>
                      <a:pt x="14252" y="858"/>
                      <a:pt x="14085" y="726"/>
                      <a:pt x="13929" y="726"/>
                    </a:cubicBezTo>
                    <a:close/>
                    <a:moveTo>
                      <a:pt x="14619" y="726"/>
                    </a:moveTo>
                    <a:cubicBezTo>
                      <a:pt x="14463" y="726"/>
                      <a:pt x="14379" y="858"/>
                      <a:pt x="14431" y="1021"/>
                    </a:cubicBezTo>
                    <a:cubicBezTo>
                      <a:pt x="14482" y="1186"/>
                      <a:pt x="14652" y="1319"/>
                      <a:pt x="14809" y="1319"/>
                    </a:cubicBezTo>
                    <a:cubicBezTo>
                      <a:pt x="14966" y="1319"/>
                      <a:pt x="15049" y="1186"/>
                      <a:pt x="14996" y="1021"/>
                    </a:cubicBezTo>
                    <a:cubicBezTo>
                      <a:pt x="14943" y="858"/>
                      <a:pt x="14775" y="726"/>
                      <a:pt x="14619" y="726"/>
                    </a:cubicBezTo>
                    <a:close/>
                    <a:moveTo>
                      <a:pt x="891" y="1453"/>
                    </a:moveTo>
                    <a:cubicBezTo>
                      <a:pt x="734" y="1453"/>
                      <a:pt x="619" y="1588"/>
                      <a:pt x="635" y="1755"/>
                    </a:cubicBezTo>
                    <a:cubicBezTo>
                      <a:pt x="651" y="1923"/>
                      <a:pt x="792" y="2060"/>
                      <a:pt x="951" y="2060"/>
                    </a:cubicBezTo>
                    <a:cubicBezTo>
                      <a:pt x="1110" y="2060"/>
                      <a:pt x="1224" y="1923"/>
                      <a:pt x="1207" y="1755"/>
                    </a:cubicBezTo>
                    <a:cubicBezTo>
                      <a:pt x="1190" y="1588"/>
                      <a:pt x="1048" y="1453"/>
                      <a:pt x="891" y="1453"/>
                    </a:cubicBezTo>
                    <a:close/>
                    <a:moveTo>
                      <a:pt x="2293" y="1453"/>
                    </a:moveTo>
                    <a:cubicBezTo>
                      <a:pt x="2135" y="1453"/>
                      <a:pt x="2024" y="1588"/>
                      <a:pt x="2043" y="1755"/>
                    </a:cubicBezTo>
                    <a:cubicBezTo>
                      <a:pt x="2063" y="1923"/>
                      <a:pt x="2207" y="2060"/>
                      <a:pt x="2366" y="2060"/>
                    </a:cubicBezTo>
                    <a:cubicBezTo>
                      <a:pt x="2525" y="2060"/>
                      <a:pt x="2636" y="1923"/>
                      <a:pt x="2615" y="1755"/>
                    </a:cubicBezTo>
                    <a:cubicBezTo>
                      <a:pt x="2595" y="1588"/>
                      <a:pt x="2450" y="1453"/>
                      <a:pt x="2293" y="1453"/>
                    </a:cubicBezTo>
                    <a:close/>
                    <a:moveTo>
                      <a:pt x="2982" y="1453"/>
                    </a:moveTo>
                    <a:cubicBezTo>
                      <a:pt x="2825" y="1453"/>
                      <a:pt x="2714" y="1588"/>
                      <a:pt x="2736" y="1755"/>
                    </a:cubicBezTo>
                    <a:cubicBezTo>
                      <a:pt x="2757" y="1923"/>
                      <a:pt x="2904" y="2060"/>
                      <a:pt x="3063" y="2060"/>
                    </a:cubicBezTo>
                    <a:cubicBezTo>
                      <a:pt x="3221" y="2060"/>
                      <a:pt x="3331" y="1923"/>
                      <a:pt x="3308" y="1755"/>
                    </a:cubicBezTo>
                    <a:cubicBezTo>
                      <a:pt x="3285" y="1588"/>
                      <a:pt x="3139" y="1453"/>
                      <a:pt x="2982" y="1453"/>
                    </a:cubicBezTo>
                    <a:close/>
                    <a:moveTo>
                      <a:pt x="3683" y="1453"/>
                    </a:moveTo>
                    <a:cubicBezTo>
                      <a:pt x="3525" y="1453"/>
                      <a:pt x="3417" y="1588"/>
                      <a:pt x="3440" y="1755"/>
                    </a:cubicBezTo>
                    <a:cubicBezTo>
                      <a:pt x="3463" y="1923"/>
                      <a:pt x="3611" y="2060"/>
                      <a:pt x="3770" y="2060"/>
                    </a:cubicBezTo>
                    <a:cubicBezTo>
                      <a:pt x="3928" y="2060"/>
                      <a:pt x="4037" y="1923"/>
                      <a:pt x="4012" y="1755"/>
                    </a:cubicBezTo>
                    <a:cubicBezTo>
                      <a:pt x="3988" y="1588"/>
                      <a:pt x="3840" y="1453"/>
                      <a:pt x="3683" y="1453"/>
                    </a:cubicBezTo>
                    <a:close/>
                    <a:moveTo>
                      <a:pt x="5073" y="1453"/>
                    </a:moveTo>
                    <a:cubicBezTo>
                      <a:pt x="4916" y="1453"/>
                      <a:pt x="4810" y="1588"/>
                      <a:pt x="4837" y="1755"/>
                    </a:cubicBezTo>
                    <a:cubicBezTo>
                      <a:pt x="4864" y="1923"/>
                      <a:pt x="5014" y="2060"/>
                      <a:pt x="5174" y="2060"/>
                    </a:cubicBezTo>
                    <a:cubicBezTo>
                      <a:pt x="5332" y="2060"/>
                      <a:pt x="5438" y="1923"/>
                      <a:pt x="5409" y="1755"/>
                    </a:cubicBezTo>
                    <a:cubicBezTo>
                      <a:pt x="5381" y="1588"/>
                      <a:pt x="5231" y="1453"/>
                      <a:pt x="5073" y="1453"/>
                    </a:cubicBezTo>
                    <a:close/>
                    <a:moveTo>
                      <a:pt x="5774" y="1453"/>
                    </a:moveTo>
                    <a:cubicBezTo>
                      <a:pt x="5617" y="1453"/>
                      <a:pt x="5512" y="1588"/>
                      <a:pt x="5541" y="1755"/>
                    </a:cubicBezTo>
                    <a:cubicBezTo>
                      <a:pt x="5570" y="1923"/>
                      <a:pt x="5722" y="2060"/>
                      <a:pt x="5881" y="2060"/>
                    </a:cubicBezTo>
                    <a:cubicBezTo>
                      <a:pt x="6040" y="2060"/>
                      <a:pt x="6144" y="1923"/>
                      <a:pt x="6113" y="1755"/>
                    </a:cubicBezTo>
                    <a:cubicBezTo>
                      <a:pt x="6083" y="1588"/>
                      <a:pt x="5931" y="1453"/>
                      <a:pt x="5774" y="1453"/>
                    </a:cubicBezTo>
                    <a:close/>
                    <a:moveTo>
                      <a:pt x="6475" y="1453"/>
                    </a:moveTo>
                    <a:cubicBezTo>
                      <a:pt x="6318" y="1453"/>
                      <a:pt x="6215" y="1588"/>
                      <a:pt x="6246" y="1755"/>
                    </a:cubicBezTo>
                    <a:cubicBezTo>
                      <a:pt x="6276" y="1923"/>
                      <a:pt x="6430" y="2060"/>
                      <a:pt x="6589" y="2060"/>
                    </a:cubicBezTo>
                    <a:cubicBezTo>
                      <a:pt x="6748" y="2060"/>
                      <a:pt x="6850" y="1923"/>
                      <a:pt x="6818" y="1755"/>
                    </a:cubicBezTo>
                    <a:cubicBezTo>
                      <a:pt x="6786" y="1588"/>
                      <a:pt x="6633" y="1453"/>
                      <a:pt x="6475" y="1453"/>
                    </a:cubicBezTo>
                    <a:close/>
                    <a:moveTo>
                      <a:pt x="7176" y="1453"/>
                    </a:moveTo>
                    <a:cubicBezTo>
                      <a:pt x="7019" y="1453"/>
                      <a:pt x="6917" y="1588"/>
                      <a:pt x="6950" y="1755"/>
                    </a:cubicBezTo>
                    <a:cubicBezTo>
                      <a:pt x="6982" y="1923"/>
                      <a:pt x="7138" y="2060"/>
                      <a:pt x="7297" y="2060"/>
                    </a:cubicBezTo>
                    <a:cubicBezTo>
                      <a:pt x="7455" y="2060"/>
                      <a:pt x="7556" y="1923"/>
                      <a:pt x="7522" y="1755"/>
                    </a:cubicBezTo>
                    <a:cubicBezTo>
                      <a:pt x="7488" y="1588"/>
                      <a:pt x="7334" y="1453"/>
                      <a:pt x="7176" y="1453"/>
                    </a:cubicBezTo>
                    <a:close/>
                    <a:moveTo>
                      <a:pt x="7865" y="1453"/>
                    </a:moveTo>
                    <a:cubicBezTo>
                      <a:pt x="7708" y="1453"/>
                      <a:pt x="7608" y="1588"/>
                      <a:pt x="7643" y="1755"/>
                    </a:cubicBezTo>
                    <a:cubicBezTo>
                      <a:pt x="7677" y="1923"/>
                      <a:pt x="7834" y="2060"/>
                      <a:pt x="7993" y="2060"/>
                    </a:cubicBezTo>
                    <a:cubicBezTo>
                      <a:pt x="8152" y="2060"/>
                      <a:pt x="8251" y="1923"/>
                      <a:pt x="8215" y="1755"/>
                    </a:cubicBezTo>
                    <a:cubicBezTo>
                      <a:pt x="8179" y="1588"/>
                      <a:pt x="8023" y="1453"/>
                      <a:pt x="7865" y="1453"/>
                    </a:cubicBezTo>
                    <a:close/>
                    <a:moveTo>
                      <a:pt x="8567" y="1453"/>
                    </a:moveTo>
                    <a:cubicBezTo>
                      <a:pt x="8409" y="1453"/>
                      <a:pt x="8311" y="1588"/>
                      <a:pt x="8347" y="1755"/>
                    </a:cubicBezTo>
                    <a:cubicBezTo>
                      <a:pt x="8383" y="1923"/>
                      <a:pt x="8542" y="2060"/>
                      <a:pt x="8700" y="2060"/>
                    </a:cubicBezTo>
                    <a:cubicBezTo>
                      <a:pt x="8860" y="2060"/>
                      <a:pt x="8957" y="1923"/>
                      <a:pt x="8919" y="1755"/>
                    </a:cubicBezTo>
                    <a:cubicBezTo>
                      <a:pt x="8882" y="1588"/>
                      <a:pt x="8724" y="1453"/>
                      <a:pt x="8567" y="1453"/>
                    </a:cubicBezTo>
                    <a:close/>
                    <a:moveTo>
                      <a:pt x="9268" y="1453"/>
                    </a:moveTo>
                    <a:cubicBezTo>
                      <a:pt x="9111" y="1453"/>
                      <a:pt x="9014" y="1588"/>
                      <a:pt x="9052" y="1755"/>
                    </a:cubicBezTo>
                    <a:cubicBezTo>
                      <a:pt x="9090" y="1923"/>
                      <a:pt x="9249" y="2060"/>
                      <a:pt x="9408" y="2060"/>
                    </a:cubicBezTo>
                    <a:cubicBezTo>
                      <a:pt x="9567" y="2060"/>
                      <a:pt x="9663" y="1923"/>
                      <a:pt x="9624" y="1755"/>
                    </a:cubicBezTo>
                    <a:cubicBezTo>
                      <a:pt x="9584" y="1588"/>
                      <a:pt x="9425" y="1453"/>
                      <a:pt x="9268" y="1453"/>
                    </a:cubicBezTo>
                    <a:close/>
                    <a:moveTo>
                      <a:pt x="9958" y="1453"/>
                    </a:moveTo>
                    <a:cubicBezTo>
                      <a:pt x="9800" y="1453"/>
                      <a:pt x="9705" y="1588"/>
                      <a:pt x="9745" y="1755"/>
                    </a:cubicBezTo>
                    <a:cubicBezTo>
                      <a:pt x="9785" y="1923"/>
                      <a:pt x="9946" y="2060"/>
                      <a:pt x="10105" y="2060"/>
                    </a:cubicBezTo>
                    <a:cubicBezTo>
                      <a:pt x="10264" y="2060"/>
                      <a:pt x="10358" y="1923"/>
                      <a:pt x="10316" y="1755"/>
                    </a:cubicBezTo>
                    <a:cubicBezTo>
                      <a:pt x="10275" y="1588"/>
                      <a:pt x="10115" y="1453"/>
                      <a:pt x="9958" y="1453"/>
                    </a:cubicBezTo>
                    <a:close/>
                    <a:moveTo>
                      <a:pt x="10659" y="1453"/>
                    </a:moveTo>
                    <a:cubicBezTo>
                      <a:pt x="10501" y="1453"/>
                      <a:pt x="10408" y="1588"/>
                      <a:pt x="10449" y="1755"/>
                    </a:cubicBezTo>
                    <a:cubicBezTo>
                      <a:pt x="10491" y="1923"/>
                      <a:pt x="10653" y="2060"/>
                      <a:pt x="10812" y="2060"/>
                    </a:cubicBezTo>
                    <a:cubicBezTo>
                      <a:pt x="10971" y="2060"/>
                      <a:pt x="11065" y="1923"/>
                      <a:pt x="11021" y="1755"/>
                    </a:cubicBezTo>
                    <a:cubicBezTo>
                      <a:pt x="10978" y="1588"/>
                      <a:pt x="10816" y="1453"/>
                      <a:pt x="10659" y="1453"/>
                    </a:cubicBezTo>
                    <a:close/>
                    <a:moveTo>
                      <a:pt x="11360" y="1453"/>
                    </a:moveTo>
                    <a:cubicBezTo>
                      <a:pt x="11202" y="1453"/>
                      <a:pt x="11110" y="1588"/>
                      <a:pt x="11154" y="1755"/>
                    </a:cubicBezTo>
                    <a:cubicBezTo>
                      <a:pt x="11197" y="1923"/>
                      <a:pt x="11362" y="2060"/>
                      <a:pt x="11521" y="2060"/>
                    </a:cubicBezTo>
                    <a:cubicBezTo>
                      <a:pt x="11679" y="2060"/>
                      <a:pt x="11771" y="1923"/>
                      <a:pt x="11726" y="1755"/>
                    </a:cubicBezTo>
                    <a:cubicBezTo>
                      <a:pt x="11681" y="1588"/>
                      <a:pt x="11517" y="1453"/>
                      <a:pt x="11360" y="1453"/>
                    </a:cubicBezTo>
                    <a:close/>
                    <a:moveTo>
                      <a:pt x="12061" y="1453"/>
                    </a:moveTo>
                    <a:cubicBezTo>
                      <a:pt x="11904" y="1453"/>
                      <a:pt x="11813" y="1588"/>
                      <a:pt x="11859" y="1755"/>
                    </a:cubicBezTo>
                    <a:cubicBezTo>
                      <a:pt x="11904" y="1923"/>
                      <a:pt x="12070" y="2060"/>
                      <a:pt x="12229" y="2060"/>
                    </a:cubicBezTo>
                    <a:cubicBezTo>
                      <a:pt x="12387" y="2060"/>
                      <a:pt x="12478" y="1923"/>
                      <a:pt x="12431" y="1755"/>
                    </a:cubicBezTo>
                    <a:cubicBezTo>
                      <a:pt x="12384" y="1588"/>
                      <a:pt x="12218" y="1453"/>
                      <a:pt x="12061" y="1453"/>
                    </a:cubicBezTo>
                    <a:close/>
                    <a:moveTo>
                      <a:pt x="12751" y="1453"/>
                    </a:moveTo>
                    <a:cubicBezTo>
                      <a:pt x="12594" y="1453"/>
                      <a:pt x="12504" y="1588"/>
                      <a:pt x="12551" y="1755"/>
                    </a:cubicBezTo>
                    <a:cubicBezTo>
                      <a:pt x="12599" y="1923"/>
                      <a:pt x="12766" y="2060"/>
                      <a:pt x="12924" y="2060"/>
                    </a:cubicBezTo>
                    <a:cubicBezTo>
                      <a:pt x="13084" y="2060"/>
                      <a:pt x="13172" y="1923"/>
                      <a:pt x="13123" y="1755"/>
                    </a:cubicBezTo>
                    <a:cubicBezTo>
                      <a:pt x="13075" y="1588"/>
                      <a:pt x="12908" y="1453"/>
                      <a:pt x="12751" y="1453"/>
                    </a:cubicBezTo>
                    <a:close/>
                    <a:moveTo>
                      <a:pt x="13452" y="1453"/>
                    </a:moveTo>
                    <a:cubicBezTo>
                      <a:pt x="13295" y="1453"/>
                      <a:pt x="13207" y="1588"/>
                      <a:pt x="13256" y="1755"/>
                    </a:cubicBezTo>
                    <a:cubicBezTo>
                      <a:pt x="13305" y="1923"/>
                      <a:pt x="13474" y="2060"/>
                      <a:pt x="13633" y="2060"/>
                    </a:cubicBezTo>
                    <a:cubicBezTo>
                      <a:pt x="13792" y="2060"/>
                      <a:pt x="13879" y="1923"/>
                      <a:pt x="13828" y="1755"/>
                    </a:cubicBezTo>
                    <a:cubicBezTo>
                      <a:pt x="13778" y="1588"/>
                      <a:pt x="13610" y="1453"/>
                      <a:pt x="13452" y="1453"/>
                    </a:cubicBezTo>
                    <a:close/>
                    <a:moveTo>
                      <a:pt x="14154" y="1453"/>
                    </a:moveTo>
                    <a:cubicBezTo>
                      <a:pt x="13997" y="1453"/>
                      <a:pt x="13910" y="1588"/>
                      <a:pt x="13961" y="1755"/>
                    </a:cubicBezTo>
                    <a:cubicBezTo>
                      <a:pt x="14012" y="1923"/>
                      <a:pt x="14183" y="2060"/>
                      <a:pt x="14341" y="2060"/>
                    </a:cubicBezTo>
                    <a:cubicBezTo>
                      <a:pt x="14500" y="2060"/>
                      <a:pt x="14586" y="1923"/>
                      <a:pt x="14533" y="1755"/>
                    </a:cubicBezTo>
                    <a:cubicBezTo>
                      <a:pt x="14481" y="1588"/>
                      <a:pt x="14312" y="1453"/>
                      <a:pt x="14154" y="1453"/>
                    </a:cubicBezTo>
                    <a:close/>
                    <a:moveTo>
                      <a:pt x="14844" y="1453"/>
                    </a:moveTo>
                    <a:cubicBezTo>
                      <a:pt x="14686" y="1453"/>
                      <a:pt x="14602" y="1588"/>
                      <a:pt x="14654" y="1755"/>
                    </a:cubicBezTo>
                    <a:cubicBezTo>
                      <a:pt x="14707" y="1923"/>
                      <a:pt x="14879" y="2060"/>
                      <a:pt x="15038" y="2060"/>
                    </a:cubicBezTo>
                    <a:cubicBezTo>
                      <a:pt x="15197" y="2060"/>
                      <a:pt x="15280" y="1923"/>
                      <a:pt x="15226" y="1755"/>
                    </a:cubicBezTo>
                    <a:cubicBezTo>
                      <a:pt x="15172" y="1588"/>
                      <a:pt x="15001" y="1453"/>
                      <a:pt x="14844" y="1453"/>
                    </a:cubicBezTo>
                    <a:close/>
                    <a:moveTo>
                      <a:pt x="15545" y="1453"/>
                    </a:moveTo>
                    <a:cubicBezTo>
                      <a:pt x="15388" y="1453"/>
                      <a:pt x="15304" y="1588"/>
                      <a:pt x="15359" y="1755"/>
                    </a:cubicBezTo>
                    <a:cubicBezTo>
                      <a:pt x="15414" y="1923"/>
                      <a:pt x="15587" y="2060"/>
                      <a:pt x="15746" y="2060"/>
                    </a:cubicBezTo>
                    <a:cubicBezTo>
                      <a:pt x="15905" y="2060"/>
                      <a:pt x="15988" y="1923"/>
                      <a:pt x="15932" y="1755"/>
                    </a:cubicBezTo>
                    <a:cubicBezTo>
                      <a:pt x="15875" y="1588"/>
                      <a:pt x="15703" y="1453"/>
                      <a:pt x="15545" y="1453"/>
                    </a:cubicBezTo>
                    <a:close/>
                    <a:moveTo>
                      <a:pt x="16246" y="1453"/>
                    </a:moveTo>
                    <a:cubicBezTo>
                      <a:pt x="16089" y="1453"/>
                      <a:pt x="16007" y="1588"/>
                      <a:pt x="16064" y="1755"/>
                    </a:cubicBezTo>
                    <a:cubicBezTo>
                      <a:pt x="16121" y="1923"/>
                      <a:pt x="16295" y="2060"/>
                      <a:pt x="16454" y="2060"/>
                    </a:cubicBezTo>
                    <a:cubicBezTo>
                      <a:pt x="16613" y="2060"/>
                      <a:pt x="16694" y="1923"/>
                      <a:pt x="16636" y="1755"/>
                    </a:cubicBezTo>
                    <a:cubicBezTo>
                      <a:pt x="16578" y="1588"/>
                      <a:pt x="16404" y="1453"/>
                      <a:pt x="16246" y="1453"/>
                    </a:cubicBezTo>
                    <a:close/>
                    <a:moveTo>
                      <a:pt x="16937" y="1453"/>
                    </a:moveTo>
                    <a:cubicBezTo>
                      <a:pt x="16780" y="1453"/>
                      <a:pt x="16699" y="1588"/>
                      <a:pt x="16757" y="1755"/>
                    </a:cubicBezTo>
                    <a:cubicBezTo>
                      <a:pt x="16815" y="1923"/>
                      <a:pt x="16992" y="2060"/>
                      <a:pt x="17151" y="2060"/>
                    </a:cubicBezTo>
                    <a:cubicBezTo>
                      <a:pt x="17309" y="2060"/>
                      <a:pt x="17389" y="1923"/>
                      <a:pt x="17329" y="1755"/>
                    </a:cubicBezTo>
                    <a:cubicBezTo>
                      <a:pt x="17270" y="1588"/>
                      <a:pt x="17094" y="1453"/>
                      <a:pt x="16937" y="1453"/>
                    </a:cubicBezTo>
                    <a:close/>
                    <a:moveTo>
                      <a:pt x="17638" y="1453"/>
                    </a:moveTo>
                    <a:cubicBezTo>
                      <a:pt x="17481" y="1453"/>
                      <a:pt x="17402" y="1588"/>
                      <a:pt x="17462" y="1755"/>
                    </a:cubicBezTo>
                    <a:cubicBezTo>
                      <a:pt x="17522" y="1923"/>
                      <a:pt x="17701" y="2060"/>
                      <a:pt x="17859" y="2060"/>
                    </a:cubicBezTo>
                    <a:cubicBezTo>
                      <a:pt x="18018" y="2060"/>
                      <a:pt x="18096" y="1923"/>
                      <a:pt x="18034" y="1755"/>
                    </a:cubicBezTo>
                    <a:cubicBezTo>
                      <a:pt x="17973" y="1588"/>
                      <a:pt x="17795" y="1453"/>
                      <a:pt x="17638" y="1453"/>
                    </a:cubicBezTo>
                    <a:close/>
                    <a:moveTo>
                      <a:pt x="18340" y="1453"/>
                    </a:moveTo>
                    <a:cubicBezTo>
                      <a:pt x="18183" y="1453"/>
                      <a:pt x="18105" y="1588"/>
                      <a:pt x="18167" y="1755"/>
                    </a:cubicBezTo>
                    <a:cubicBezTo>
                      <a:pt x="18229" y="1923"/>
                      <a:pt x="18409" y="2060"/>
                      <a:pt x="18567" y="2060"/>
                    </a:cubicBezTo>
                    <a:cubicBezTo>
                      <a:pt x="18726" y="2060"/>
                      <a:pt x="18803" y="1923"/>
                      <a:pt x="18739" y="1755"/>
                    </a:cubicBezTo>
                    <a:cubicBezTo>
                      <a:pt x="18676" y="1588"/>
                      <a:pt x="18497" y="1453"/>
                      <a:pt x="18340" y="1453"/>
                    </a:cubicBezTo>
                    <a:close/>
                    <a:moveTo>
                      <a:pt x="19030" y="1453"/>
                    </a:moveTo>
                    <a:cubicBezTo>
                      <a:pt x="18872" y="1453"/>
                      <a:pt x="18796" y="1588"/>
                      <a:pt x="18860" y="1755"/>
                    </a:cubicBezTo>
                    <a:cubicBezTo>
                      <a:pt x="18924" y="1923"/>
                      <a:pt x="19105" y="2060"/>
                      <a:pt x="19264" y="2060"/>
                    </a:cubicBezTo>
                    <a:cubicBezTo>
                      <a:pt x="19422" y="2060"/>
                      <a:pt x="19498" y="1923"/>
                      <a:pt x="19432" y="1755"/>
                    </a:cubicBezTo>
                    <a:cubicBezTo>
                      <a:pt x="19367" y="1588"/>
                      <a:pt x="19187" y="1453"/>
                      <a:pt x="19030" y="1453"/>
                    </a:cubicBezTo>
                    <a:close/>
                    <a:moveTo>
                      <a:pt x="264" y="2179"/>
                    </a:moveTo>
                    <a:cubicBezTo>
                      <a:pt x="104" y="2179"/>
                      <a:pt x="-13" y="2317"/>
                      <a:pt x="1" y="2488"/>
                    </a:cubicBezTo>
                    <a:cubicBezTo>
                      <a:pt x="15" y="2660"/>
                      <a:pt x="157" y="2800"/>
                      <a:pt x="318" y="2800"/>
                    </a:cubicBezTo>
                    <a:cubicBezTo>
                      <a:pt x="479" y="2800"/>
                      <a:pt x="596" y="2660"/>
                      <a:pt x="580" y="2488"/>
                    </a:cubicBezTo>
                    <a:cubicBezTo>
                      <a:pt x="564" y="2317"/>
                      <a:pt x="422" y="2179"/>
                      <a:pt x="264" y="2179"/>
                    </a:cubicBezTo>
                    <a:close/>
                    <a:moveTo>
                      <a:pt x="964" y="2179"/>
                    </a:moveTo>
                    <a:cubicBezTo>
                      <a:pt x="805" y="2179"/>
                      <a:pt x="689" y="2317"/>
                      <a:pt x="705" y="2488"/>
                    </a:cubicBezTo>
                    <a:cubicBezTo>
                      <a:pt x="722" y="2660"/>
                      <a:pt x="865" y="2800"/>
                      <a:pt x="1026" y="2800"/>
                    </a:cubicBezTo>
                    <a:cubicBezTo>
                      <a:pt x="1186" y="2800"/>
                      <a:pt x="1302" y="2660"/>
                      <a:pt x="1284" y="2488"/>
                    </a:cubicBezTo>
                    <a:cubicBezTo>
                      <a:pt x="1266" y="2317"/>
                      <a:pt x="1123" y="2179"/>
                      <a:pt x="964" y="2179"/>
                    </a:cubicBezTo>
                    <a:close/>
                    <a:moveTo>
                      <a:pt x="1666" y="2179"/>
                    </a:moveTo>
                    <a:cubicBezTo>
                      <a:pt x="1507" y="2179"/>
                      <a:pt x="1391" y="2317"/>
                      <a:pt x="1409" y="2488"/>
                    </a:cubicBezTo>
                    <a:cubicBezTo>
                      <a:pt x="1428" y="2660"/>
                      <a:pt x="1573" y="2800"/>
                      <a:pt x="1734" y="2800"/>
                    </a:cubicBezTo>
                    <a:cubicBezTo>
                      <a:pt x="1894" y="2800"/>
                      <a:pt x="2009" y="2660"/>
                      <a:pt x="1989" y="2488"/>
                    </a:cubicBezTo>
                    <a:cubicBezTo>
                      <a:pt x="1969" y="2317"/>
                      <a:pt x="1824" y="2179"/>
                      <a:pt x="1666" y="2179"/>
                    </a:cubicBezTo>
                    <a:close/>
                    <a:moveTo>
                      <a:pt x="2378" y="2179"/>
                    </a:moveTo>
                    <a:cubicBezTo>
                      <a:pt x="2218" y="2179"/>
                      <a:pt x="2105" y="2317"/>
                      <a:pt x="2125" y="2488"/>
                    </a:cubicBezTo>
                    <a:cubicBezTo>
                      <a:pt x="2145" y="2660"/>
                      <a:pt x="2292" y="2800"/>
                      <a:pt x="2452" y="2800"/>
                    </a:cubicBezTo>
                    <a:cubicBezTo>
                      <a:pt x="2613" y="2800"/>
                      <a:pt x="2726" y="2660"/>
                      <a:pt x="2704" y="2488"/>
                    </a:cubicBezTo>
                    <a:cubicBezTo>
                      <a:pt x="2683" y="2317"/>
                      <a:pt x="2537" y="2179"/>
                      <a:pt x="2378" y="2179"/>
                    </a:cubicBezTo>
                    <a:close/>
                    <a:moveTo>
                      <a:pt x="3079" y="2179"/>
                    </a:moveTo>
                    <a:cubicBezTo>
                      <a:pt x="2919" y="2179"/>
                      <a:pt x="2808" y="2317"/>
                      <a:pt x="2829" y="2488"/>
                    </a:cubicBezTo>
                    <a:cubicBezTo>
                      <a:pt x="2851" y="2660"/>
                      <a:pt x="3000" y="2800"/>
                      <a:pt x="3161" y="2800"/>
                    </a:cubicBezTo>
                    <a:cubicBezTo>
                      <a:pt x="3321" y="2800"/>
                      <a:pt x="3432" y="2660"/>
                      <a:pt x="3409" y="2488"/>
                    </a:cubicBezTo>
                    <a:cubicBezTo>
                      <a:pt x="3385" y="2317"/>
                      <a:pt x="3238" y="2179"/>
                      <a:pt x="3079" y="2179"/>
                    </a:cubicBezTo>
                    <a:close/>
                    <a:moveTo>
                      <a:pt x="3791" y="2179"/>
                    </a:moveTo>
                    <a:cubicBezTo>
                      <a:pt x="3631" y="2179"/>
                      <a:pt x="3522" y="2317"/>
                      <a:pt x="3546" y="2488"/>
                    </a:cubicBezTo>
                    <a:cubicBezTo>
                      <a:pt x="3569" y="2660"/>
                      <a:pt x="3719" y="2800"/>
                      <a:pt x="3880" y="2800"/>
                    </a:cubicBezTo>
                    <a:cubicBezTo>
                      <a:pt x="4040" y="2800"/>
                      <a:pt x="4150" y="2660"/>
                      <a:pt x="4124" y="2488"/>
                    </a:cubicBezTo>
                    <a:cubicBezTo>
                      <a:pt x="4099" y="2317"/>
                      <a:pt x="3950" y="2179"/>
                      <a:pt x="3791" y="2179"/>
                    </a:cubicBezTo>
                    <a:close/>
                    <a:moveTo>
                      <a:pt x="4492" y="2179"/>
                    </a:moveTo>
                    <a:cubicBezTo>
                      <a:pt x="4332" y="2179"/>
                      <a:pt x="4224" y="2317"/>
                      <a:pt x="4250" y="2488"/>
                    </a:cubicBezTo>
                    <a:cubicBezTo>
                      <a:pt x="4275" y="2660"/>
                      <a:pt x="4427" y="2800"/>
                      <a:pt x="4588" y="2800"/>
                    </a:cubicBezTo>
                    <a:cubicBezTo>
                      <a:pt x="4748" y="2800"/>
                      <a:pt x="4856" y="2660"/>
                      <a:pt x="4829" y="2488"/>
                    </a:cubicBezTo>
                    <a:cubicBezTo>
                      <a:pt x="4802" y="2317"/>
                      <a:pt x="4651" y="2179"/>
                      <a:pt x="4492" y="2179"/>
                    </a:cubicBezTo>
                    <a:close/>
                    <a:moveTo>
                      <a:pt x="5205" y="2179"/>
                    </a:moveTo>
                    <a:cubicBezTo>
                      <a:pt x="5045" y="2179"/>
                      <a:pt x="4938" y="2317"/>
                      <a:pt x="4966" y="2488"/>
                    </a:cubicBezTo>
                    <a:cubicBezTo>
                      <a:pt x="4994" y="2660"/>
                      <a:pt x="5146" y="2800"/>
                      <a:pt x="5307" y="2800"/>
                    </a:cubicBezTo>
                    <a:cubicBezTo>
                      <a:pt x="5468" y="2800"/>
                      <a:pt x="5574" y="2660"/>
                      <a:pt x="5545" y="2488"/>
                    </a:cubicBezTo>
                    <a:cubicBezTo>
                      <a:pt x="5516" y="2317"/>
                      <a:pt x="5364" y="2179"/>
                      <a:pt x="5205" y="2179"/>
                    </a:cubicBezTo>
                    <a:close/>
                    <a:moveTo>
                      <a:pt x="5906" y="2179"/>
                    </a:moveTo>
                    <a:cubicBezTo>
                      <a:pt x="5747" y="2179"/>
                      <a:pt x="5641" y="2317"/>
                      <a:pt x="5670" y="2488"/>
                    </a:cubicBezTo>
                    <a:cubicBezTo>
                      <a:pt x="5700" y="2660"/>
                      <a:pt x="5854" y="2800"/>
                      <a:pt x="6015" y="2800"/>
                    </a:cubicBezTo>
                    <a:cubicBezTo>
                      <a:pt x="6175" y="2800"/>
                      <a:pt x="6280" y="2660"/>
                      <a:pt x="6249" y="2488"/>
                    </a:cubicBezTo>
                    <a:cubicBezTo>
                      <a:pt x="6218" y="2317"/>
                      <a:pt x="6065" y="2179"/>
                      <a:pt x="5906" y="2179"/>
                    </a:cubicBezTo>
                    <a:close/>
                    <a:moveTo>
                      <a:pt x="6618" y="2179"/>
                    </a:moveTo>
                    <a:cubicBezTo>
                      <a:pt x="6459" y="2179"/>
                      <a:pt x="6355" y="2317"/>
                      <a:pt x="6386" y="2488"/>
                    </a:cubicBezTo>
                    <a:cubicBezTo>
                      <a:pt x="6418" y="2660"/>
                      <a:pt x="6574" y="2800"/>
                      <a:pt x="6734" y="2800"/>
                    </a:cubicBezTo>
                    <a:cubicBezTo>
                      <a:pt x="6895" y="2800"/>
                      <a:pt x="6999" y="2660"/>
                      <a:pt x="6966" y="2488"/>
                    </a:cubicBezTo>
                    <a:cubicBezTo>
                      <a:pt x="6933" y="2317"/>
                      <a:pt x="6777" y="2179"/>
                      <a:pt x="6618" y="2179"/>
                    </a:cubicBezTo>
                    <a:close/>
                    <a:moveTo>
                      <a:pt x="7320" y="2179"/>
                    </a:moveTo>
                    <a:cubicBezTo>
                      <a:pt x="7160" y="2179"/>
                      <a:pt x="7058" y="2317"/>
                      <a:pt x="7091" y="2488"/>
                    </a:cubicBezTo>
                    <a:cubicBezTo>
                      <a:pt x="7124" y="2660"/>
                      <a:pt x="7282" y="2800"/>
                      <a:pt x="7443" y="2800"/>
                    </a:cubicBezTo>
                    <a:cubicBezTo>
                      <a:pt x="7603" y="2800"/>
                      <a:pt x="7705" y="2660"/>
                      <a:pt x="7670" y="2488"/>
                    </a:cubicBezTo>
                    <a:cubicBezTo>
                      <a:pt x="7635" y="2317"/>
                      <a:pt x="7479" y="2179"/>
                      <a:pt x="7320" y="2179"/>
                    </a:cubicBezTo>
                    <a:close/>
                    <a:moveTo>
                      <a:pt x="8020" y="2179"/>
                    </a:moveTo>
                    <a:cubicBezTo>
                      <a:pt x="7862" y="2179"/>
                      <a:pt x="7760" y="2317"/>
                      <a:pt x="7795" y="2488"/>
                    </a:cubicBezTo>
                    <a:cubicBezTo>
                      <a:pt x="7831" y="2660"/>
                      <a:pt x="7990" y="2800"/>
                      <a:pt x="8150" y="2800"/>
                    </a:cubicBezTo>
                    <a:cubicBezTo>
                      <a:pt x="8311" y="2800"/>
                      <a:pt x="8411" y="2660"/>
                      <a:pt x="8375" y="2488"/>
                    </a:cubicBezTo>
                    <a:cubicBezTo>
                      <a:pt x="8338" y="2317"/>
                      <a:pt x="8179" y="2179"/>
                      <a:pt x="8020" y="2179"/>
                    </a:cubicBezTo>
                    <a:close/>
                    <a:moveTo>
                      <a:pt x="8733" y="2179"/>
                    </a:moveTo>
                    <a:cubicBezTo>
                      <a:pt x="8574" y="2179"/>
                      <a:pt x="8474" y="2317"/>
                      <a:pt x="8512" y="2488"/>
                    </a:cubicBezTo>
                    <a:cubicBezTo>
                      <a:pt x="8549" y="2660"/>
                      <a:pt x="8709" y="2800"/>
                      <a:pt x="8870" y="2800"/>
                    </a:cubicBezTo>
                    <a:cubicBezTo>
                      <a:pt x="9031" y="2800"/>
                      <a:pt x="9129" y="2660"/>
                      <a:pt x="9090" y="2488"/>
                    </a:cubicBezTo>
                    <a:cubicBezTo>
                      <a:pt x="9052" y="2317"/>
                      <a:pt x="8892" y="2179"/>
                      <a:pt x="8733" y="2179"/>
                    </a:cubicBezTo>
                    <a:close/>
                    <a:moveTo>
                      <a:pt x="9434" y="2179"/>
                    </a:moveTo>
                    <a:cubicBezTo>
                      <a:pt x="9275" y="2179"/>
                      <a:pt x="9177" y="2317"/>
                      <a:pt x="9216" y="2488"/>
                    </a:cubicBezTo>
                    <a:cubicBezTo>
                      <a:pt x="9255" y="2660"/>
                      <a:pt x="9417" y="2800"/>
                      <a:pt x="9578" y="2800"/>
                    </a:cubicBezTo>
                    <a:cubicBezTo>
                      <a:pt x="9738" y="2800"/>
                      <a:pt x="9835" y="2660"/>
                      <a:pt x="9795" y="2488"/>
                    </a:cubicBezTo>
                    <a:cubicBezTo>
                      <a:pt x="9755" y="2317"/>
                      <a:pt x="9593" y="2179"/>
                      <a:pt x="9434" y="2179"/>
                    </a:cubicBezTo>
                    <a:close/>
                    <a:moveTo>
                      <a:pt x="10147" y="2179"/>
                    </a:moveTo>
                    <a:cubicBezTo>
                      <a:pt x="9988" y="2179"/>
                      <a:pt x="9892" y="2317"/>
                      <a:pt x="9933" y="2488"/>
                    </a:cubicBezTo>
                    <a:cubicBezTo>
                      <a:pt x="9974" y="2660"/>
                      <a:pt x="10137" y="2800"/>
                      <a:pt x="10298" y="2800"/>
                    </a:cubicBezTo>
                    <a:cubicBezTo>
                      <a:pt x="10458" y="2800"/>
                      <a:pt x="10554" y="2660"/>
                      <a:pt x="10511" y="2488"/>
                    </a:cubicBezTo>
                    <a:cubicBezTo>
                      <a:pt x="10469" y="2317"/>
                      <a:pt x="10306" y="2179"/>
                      <a:pt x="10147" y="2179"/>
                    </a:cubicBezTo>
                    <a:close/>
                    <a:moveTo>
                      <a:pt x="10848" y="2179"/>
                    </a:moveTo>
                    <a:cubicBezTo>
                      <a:pt x="10689" y="2179"/>
                      <a:pt x="10595" y="2317"/>
                      <a:pt x="10637" y="2488"/>
                    </a:cubicBezTo>
                    <a:cubicBezTo>
                      <a:pt x="10680" y="2660"/>
                      <a:pt x="10844" y="2800"/>
                      <a:pt x="11006" y="2800"/>
                    </a:cubicBezTo>
                    <a:cubicBezTo>
                      <a:pt x="11166" y="2800"/>
                      <a:pt x="11261" y="2660"/>
                      <a:pt x="11216" y="2488"/>
                    </a:cubicBezTo>
                    <a:cubicBezTo>
                      <a:pt x="11172" y="2317"/>
                      <a:pt x="11007" y="2179"/>
                      <a:pt x="10848" y="2179"/>
                    </a:cubicBezTo>
                    <a:close/>
                    <a:moveTo>
                      <a:pt x="11550" y="2179"/>
                    </a:moveTo>
                    <a:cubicBezTo>
                      <a:pt x="11390" y="2179"/>
                      <a:pt x="11297" y="2317"/>
                      <a:pt x="11342" y="2488"/>
                    </a:cubicBezTo>
                    <a:cubicBezTo>
                      <a:pt x="11386" y="2660"/>
                      <a:pt x="11553" y="2800"/>
                      <a:pt x="11714" y="2800"/>
                    </a:cubicBezTo>
                    <a:cubicBezTo>
                      <a:pt x="11874" y="2800"/>
                      <a:pt x="11967" y="2660"/>
                      <a:pt x="11921" y="2488"/>
                    </a:cubicBezTo>
                    <a:cubicBezTo>
                      <a:pt x="11875" y="2317"/>
                      <a:pt x="11709" y="2179"/>
                      <a:pt x="11550" y="2179"/>
                    </a:cubicBezTo>
                    <a:close/>
                    <a:moveTo>
                      <a:pt x="12262" y="2179"/>
                    </a:moveTo>
                    <a:cubicBezTo>
                      <a:pt x="12103" y="2179"/>
                      <a:pt x="12012" y="2317"/>
                      <a:pt x="12058" y="2488"/>
                    </a:cubicBezTo>
                    <a:cubicBezTo>
                      <a:pt x="12105" y="2660"/>
                      <a:pt x="12273" y="2800"/>
                      <a:pt x="12434" y="2800"/>
                    </a:cubicBezTo>
                    <a:cubicBezTo>
                      <a:pt x="12595" y="2800"/>
                      <a:pt x="12686" y="2660"/>
                      <a:pt x="12637" y="2488"/>
                    </a:cubicBezTo>
                    <a:cubicBezTo>
                      <a:pt x="12589" y="2317"/>
                      <a:pt x="12422" y="2179"/>
                      <a:pt x="12262" y="2179"/>
                    </a:cubicBezTo>
                    <a:close/>
                    <a:moveTo>
                      <a:pt x="12963" y="2179"/>
                    </a:moveTo>
                    <a:cubicBezTo>
                      <a:pt x="12804" y="2179"/>
                      <a:pt x="12715" y="2317"/>
                      <a:pt x="12763" y="2488"/>
                    </a:cubicBezTo>
                    <a:cubicBezTo>
                      <a:pt x="12812" y="2660"/>
                      <a:pt x="12981" y="2800"/>
                      <a:pt x="13141" y="2800"/>
                    </a:cubicBezTo>
                    <a:cubicBezTo>
                      <a:pt x="13303" y="2800"/>
                      <a:pt x="13392" y="2660"/>
                      <a:pt x="13342" y="2488"/>
                    </a:cubicBezTo>
                    <a:cubicBezTo>
                      <a:pt x="13292" y="2317"/>
                      <a:pt x="13123" y="2179"/>
                      <a:pt x="12963" y="2179"/>
                    </a:cubicBezTo>
                    <a:close/>
                    <a:moveTo>
                      <a:pt x="13677" y="2179"/>
                    </a:moveTo>
                    <a:cubicBezTo>
                      <a:pt x="13517" y="2179"/>
                      <a:pt x="13429" y="2317"/>
                      <a:pt x="13480" y="2488"/>
                    </a:cubicBezTo>
                    <a:cubicBezTo>
                      <a:pt x="13530" y="2660"/>
                      <a:pt x="13701" y="2800"/>
                      <a:pt x="13862" y="2800"/>
                    </a:cubicBezTo>
                    <a:cubicBezTo>
                      <a:pt x="14023" y="2800"/>
                      <a:pt x="14110" y="2660"/>
                      <a:pt x="14058" y="2488"/>
                    </a:cubicBezTo>
                    <a:cubicBezTo>
                      <a:pt x="14006" y="2317"/>
                      <a:pt x="13836" y="2179"/>
                      <a:pt x="13677" y="2179"/>
                    </a:cubicBezTo>
                    <a:close/>
                    <a:moveTo>
                      <a:pt x="14378" y="2179"/>
                    </a:moveTo>
                    <a:cubicBezTo>
                      <a:pt x="14219" y="2179"/>
                      <a:pt x="14132" y="2317"/>
                      <a:pt x="14184" y="2488"/>
                    </a:cubicBezTo>
                    <a:cubicBezTo>
                      <a:pt x="14236" y="2660"/>
                      <a:pt x="14409" y="2800"/>
                      <a:pt x="14570" y="2800"/>
                    </a:cubicBezTo>
                    <a:cubicBezTo>
                      <a:pt x="14731" y="2800"/>
                      <a:pt x="14817" y="2660"/>
                      <a:pt x="14763" y="2488"/>
                    </a:cubicBezTo>
                    <a:cubicBezTo>
                      <a:pt x="14710" y="2317"/>
                      <a:pt x="14538" y="2179"/>
                      <a:pt x="14378" y="2179"/>
                    </a:cubicBezTo>
                    <a:close/>
                    <a:moveTo>
                      <a:pt x="15080" y="2179"/>
                    </a:moveTo>
                    <a:cubicBezTo>
                      <a:pt x="14920" y="2179"/>
                      <a:pt x="14835" y="2317"/>
                      <a:pt x="14889" y="2488"/>
                    </a:cubicBezTo>
                    <a:cubicBezTo>
                      <a:pt x="14943" y="2660"/>
                      <a:pt x="15117" y="2800"/>
                      <a:pt x="15278" y="2800"/>
                    </a:cubicBezTo>
                    <a:cubicBezTo>
                      <a:pt x="15439" y="2800"/>
                      <a:pt x="15524" y="2660"/>
                      <a:pt x="15468" y="2488"/>
                    </a:cubicBezTo>
                    <a:cubicBezTo>
                      <a:pt x="15412" y="2317"/>
                      <a:pt x="15239" y="2179"/>
                      <a:pt x="15080" y="2179"/>
                    </a:cubicBezTo>
                    <a:close/>
                    <a:moveTo>
                      <a:pt x="15793" y="2179"/>
                    </a:moveTo>
                    <a:cubicBezTo>
                      <a:pt x="15634" y="2179"/>
                      <a:pt x="15550" y="2317"/>
                      <a:pt x="15606" y="2488"/>
                    </a:cubicBezTo>
                    <a:cubicBezTo>
                      <a:pt x="15662" y="2660"/>
                      <a:pt x="15838" y="2800"/>
                      <a:pt x="15998" y="2800"/>
                    </a:cubicBezTo>
                    <a:cubicBezTo>
                      <a:pt x="16159" y="2800"/>
                      <a:pt x="16243" y="2660"/>
                      <a:pt x="16185" y="2488"/>
                    </a:cubicBezTo>
                    <a:cubicBezTo>
                      <a:pt x="16128" y="2317"/>
                      <a:pt x="15952" y="2179"/>
                      <a:pt x="15793" y="2179"/>
                    </a:cubicBezTo>
                    <a:close/>
                    <a:moveTo>
                      <a:pt x="16495" y="2179"/>
                    </a:moveTo>
                    <a:cubicBezTo>
                      <a:pt x="16335" y="2179"/>
                      <a:pt x="16253" y="2317"/>
                      <a:pt x="16311" y="2488"/>
                    </a:cubicBezTo>
                    <a:cubicBezTo>
                      <a:pt x="16369" y="2660"/>
                      <a:pt x="16546" y="2800"/>
                      <a:pt x="16707" y="2800"/>
                    </a:cubicBezTo>
                    <a:cubicBezTo>
                      <a:pt x="16867" y="2800"/>
                      <a:pt x="16949" y="2660"/>
                      <a:pt x="16890" y="2488"/>
                    </a:cubicBezTo>
                    <a:cubicBezTo>
                      <a:pt x="16830" y="2317"/>
                      <a:pt x="16654" y="2179"/>
                      <a:pt x="16495" y="2179"/>
                    </a:cubicBezTo>
                    <a:close/>
                    <a:moveTo>
                      <a:pt x="17208" y="2179"/>
                    </a:moveTo>
                    <a:cubicBezTo>
                      <a:pt x="17049" y="2179"/>
                      <a:pt x="16968" y="2317"/>
                      <a:pt x="17027" y="2488"/>
                    </a:cubicBezTo>
                    <a:cubicBezTo>
                      <a:pt x="17087" y="2660"/>
                      <a:pt x="17267" y="2800"/>
                      <a:pt x="17427" y="2800"/>
                    </a:cubicBezTo>
                    <a:cubicBezTo>
                      <a:pt x="17588" y="2800"/>
                      <a:pt x="17668" y="2660"/>
                      <a:pt x="17607" y="2488"/>
                    </a:cubicBezTo>
                    <a:cubicBezTo>
                      <a:pt x="17545" y="2317"/>
                      <a:pt x="17367" y="2179"/>
                      <a:pt x="17208" y="2179"/>
                    </a:cubicBezTo>
                    <a:close/>
                    <a:moveTo>
                      <a:pt x="17909" y="2179"/>
                    </a:moveTo>
                    <a:cubicBezTo>
                      <a:pt x="17751" y="2179"/>
                      <a:pt x="17671" y="2317"/>
                      <a:pt x="17732" y="2488"/>
                    </a:cubicBezTo>
                    <a:cubicBezTo>
                      <a:pt x="17794" y="2660"/>
                      <a:pt x="17975" y="2800"/>
                      <a:pt x="18135" y="2800"/>
                    </a:cubicBezTo>
                    <a:cubicBezTo>
                      <a:pt x="18296" y="2800"/>
                      <a:pt x="18374" y="2660"/>
                      <a:pt x="18311" y="2488"/>
                    </a:cubicBezTo>
                    <a:cubicBezTo>
                      <a:pt x="18248" y="2317"/>
                      <a:pt x="18068" y="2179"/>
                      <a:pt x="17909" y="2179"/>
                    </a:cubicBezTo>
                    <a:close/>
                    <a:moveTo>
                      <a:pt x="18611" y="2179"/>
                    </a:moveTo>
                    <a:cubicBezTo>
                      <a:pt x="18452" y="2179"/>
                      <a:pt x="18374" y="2317"/>
                      <a:pt x="18437" y="2488"/>
                    </a:cubicBezTo>
                    <a:cubicBezTo>
                      <a:pt x="18501" y="2660"/>
                      <a:pt x="18683" y="2800"/>
                      <a:pt x="18844" y="2800"/>
                    </a:cubicBezTo>
                    <a:cubicBezTo>
                      <a:pt x="19004" y="2800"/>
                      <a:pt x="19082" y="2660"/>
                      <a:pt x="19016" y="2488"/>
                    </a:cubicBezTo>
                    <a:cubicBezTo>
                      <a:pt x="18951" y="2317"/>
                      <a:pt x="18770" y="2179"/>
                      <a:pt x="18611" y="2179"/>
                    </a:cubicBezTo>
                    <a:close/>
                    <a:moveTo>
                      <a:pt x="19324" y="2179"/>
                    </a:moveTo>
                    <a:cubicBezTo>
                      <a:pt x="19165" y="2179"/>
                      <a:pt x="19089" y="2317"/>
                      <a:pt x="19154" y="2488"/>
                    </a:cubicBezTo>
                    <a:cubicBezTo>
                      <a:pt x="19220" y="2660"/>
                      <a:pt x="19403" y="2800"/>
                      <a:pt x="19564" y="2800"/>
                    </a:cubicBezTo>
                    <a:cubicBezTo>
                      <a:pt x="19724" y="2800"/>
                      <a:pt x="19800" y="2660"/>
                      <a:pt x="19733" y="2488"/>
                    </a:cubicBezTo>
                    <a:cubicBezTo>
                      <a:pt x="19666" y="2317"/>
                      <a:pt x="19483" y="2179"/>
                      <a:pt x="19324" y="2179"/>
                    </a:cubicBezTo>
                    <a:close/>
                    <a:moveTo>
                      <a:pt x="20026" y="2179"/>
                    </a:moveTo>
                    <a:cubicBezTo>
                      <a:pt x="19867" y="2179"/>
                      <a:pt x="19792" y="2317"/>
                      <a:pt x="19859" y="2488"/>
                    </a:cubicBezTo>
                    <a:cubicBezTo>
                      <a:pt x="19927" y="2660"/>
                      <a:pt x="20112" y="2800"/>
                      <a:pt x="20273" y="2800"/>
                    </a:cubicBezTo>
                    <a:cubicBezTo>
                      <a:pt x="20434" y="2800"/>
                      <a:pt x="20507" y="2660"/>
                      <a:pt x="20438" y="2488"/>
                    </a:cubicBezTo>
                    <a:cubicBezTo>
                      <a:pt x="20369" y="2317"/>
                      <a:pt x="20185" y="2179"/>
                      <a:pt x="20026" y="2179"/>
                    </a:cubicBezTo>
                    <a:close/>
                    <a:moveTo>
                      <a:pt x="3187" y="2947"/>
                    </a:moveTo>
                    <a:cubicBezTo>
                      <a:pt x="3026" y="2947"/>
                      <a:pt x="2913" y="3089"/>
                      <a:pt x="2935" y="3264"/>
                    </a:cubicBezTo>
                    <a:cubicBezTo>
                      <a:pt x="2958" y="3440"/>
                      <a:pt x="3108" y="3584"/>
                      <a:pt x="3271" y="3584"/>
                    </a:cubicBezTo>
                    <a:cubicBezTo>
                      <a:pt x="3433" y="3584"/>
                      <a:pt x="3546" y="3440"/>
                      <a:pt x="3521" y="3264"/>
                    </a:cubicBezTo>
                    <a:cubicBezTo>
                      <a:pt x="3498" y="3089"/>
                      <a:pt x="3348" y="2947"/>
                      <a:pt x="3187" y="2947"/>
                    </a:cubicBezTo>
                    <a:close/>
                    <a:moveTo>
                      <a:pt x="3899" y="2947"/>
                    </a:moveTo>
                    <a:cubicBezTo>
                      <a:pt x="3738" y="2947"/>
                      <a:pt x="3627" y="3089"/>
                      <a:pt x="3651" y="3264"/>
                    </a:cubicBezTo>
                    <a:cubicBezTo>
                      <a:pt x="3676" y="3440"/>
                      <a:pt x="3827" y="3584"/>
                      <a:pt x="3990" y="3584"/>
                    </a:cubicBezTo>
                    <a:cubicBezTo>
                      <a:pt x="4152" y="3584"/>
                      <a:pt x="4263" y="3440"/>
                      <a:pt x="4237" y="3264"/>
                    </a:cubicBezTo>
                    <a:cubicBezTo>
                      <a:pt x="4212" y="3089"/>
                      <a:pt x="4060" y="2947"/>
                      <a:pt x="3899" y="2947"/>
                    </a:cubicBezTo>
                    <a:close/>
                    <a:moveTo>
                      <a:pt x="4612" y="2947"/>
                    </a:moveTo>
                    <a:cubicBezTo>
                      <a:pt x="4450" y="2947"/>
                      <a:pt x="4341" y="3089"/>
                      <a:pt x="4367" y="3264"/>
                    </a:cubicBezTo>
                    <a:cubicBezTo>
                      <a:pt x="4394" y="3440"/>
                      <a:pt x="4546" y="3584"/>
                      <a:pt x="4709" y="3584"/>
                    </a:cubicBezTo>
                    <a:cubicBezTo>
                      <a:pt x="4872" y="3584"/>
                      <a:pt x="4981" y="3440"/>
                      <a:pt x="4954" y="3264"/>
                    </a:cubicBezTo>
                    <a:cubicBezTo>
                      <a:pt x="4926" y="3089"/>
                      <a:pt x="4773" y="2947"/>
                      <a:pt x="4612" y="2947"/>
                    </a:cubicBezTo>
                    <a:close/>
                    <a:moveTo>
                      <a:pt x="5325" y="2947"/>
                    </a:moveTo>
                    <a:cubicBezTo>
                      <a:pt x="5163" y="2947"/>
                      <a:pt x="5055" y="3089"/>
                      <a:pt x="5083" y="3264"/>
                    </a:cubicBezTo>
                    <a:cubicBezTo>
                      <a:pt x="5112" y="3440"/>
                      <a:pt x="5266" y="3584"/>
                      <a:pt x="5429" y="3584"/>
                    </a:cubicBezTo>
                    <a:cubicBezTo>
                      <a:pt x="5592" y="3584"/>
                      <a:pt x="5699" y="3440"/>
                      <a:pt x="5669" y="3264"/>
                    </a:cubicBezTo>
                    <a:cubicBezTo>
                      <a:pt x="5640" y="3089"/>
                      <a:pt x="5485" y="2947"/>
                      <a:pt x="5325" y="2947"/>
                    </a:cubicBezTo>
                    <a:close/>
                    <a:moveTo>
                      <a:pt x="6037" y="2947"/>
                    </a:moveTo>
                    <a:cubicBezTo>
                      <a:pt x="5876" y="2947"/>
                      <a:pt x="5770" y="3089"/>
                      <a:pt x="5800" y="3264"/>
                    </a:cubicBezTo>
                    <a:cubicBezTo>
                      <a:pt x="5830" y="3440"/>
                      <a:pt x="5986" y="3584"/>
                      <a:pt x="6149" y="3584"/>
                    </a:cubicBezTo>
                    <a:cubicBezTo>
                      <a:pt x="6311" y="3584"/>
                      <a:pt x="6417" y="3440"/>
                      <a:pt x="6385" y="3264"/>
                    </a:cubicBezTo>
                    <a:cubicBezTo>
                      <a:pt x="6354" y="3089"/>
                      <a:pt x="6198" y="2947"/>
                      <a:pt x="6037" y="2947"/>
                    </a:cubicBezTo>
                    <a:close/>
                    <a:moveTo>
                      <a:pt x="6750" y="2947"/>
                    </a:moveTo>
                    <a:cubicBezTo>
                      <a:pt x="6589" y="2947"/>
                      <a:pt x="6484" y="3089"/>
                      <a:pt x="6516" y="3264"/>
                    </a:cubicBezTo>
                    <a:cubicBezTo>
                      <a:pt x="6548" y="3440"/>
                      <a:pt x="6706" y="3584"/>
                      <a:pt x="6869" y="3584"/>
                    </a:cubicBezTo>
                    <a:cubicBezTo>
                      <a:pt x="7032" y="3584"/>
                      <a:pt x="7136" y="3440"/>
                      <a:pt x="7102" y="3264"/>
                    </a:cubicBezTo>
                    <a:cubicBezTo>
                      <a:pt x="7068" y="3089"/>
                      <a:pt x="6911" y="2947"/>
                      <a:pt x="6750" y="2947"/>
                    </a:cubicBezTo>
                    <a:close/>
                    <a:moveTo>
                      <a:pt x="7474" y="2947"/>
                    </a:moveTo>
                    <a:cubicBezTo>
                      <a:pt x="7313" y="2947"/>
                      <a:pt x="7210" y="3089"/>
                      <a:pt x="7244" y="3264"/>
                    </a:cubicBezTo>
                    <a:cubicBezTo>
                      <a:pt x="7278" y="3440"/>
                      <a:pt x="7438" y="3584"/>
                      <a:pt x="7600" y="3584"/>
                    </a:cubicBezTo>
                    <a:cubicBezTo>
                      <a:pt x="7763" y="3584"/>
                      <a:pt x="7865" y="3440"/>
                      <a:pt x="7829" y="3264"/>
                    </a:cubicBezTo>
                    <a:cubicBezTo>
                      <a:pt x="7794" y="3089"/>
                      <a:pt x="7635" y="2947"/>
                      <a:pt x="7474" y="2947"/>
                    </a:cubicBezTo>
                    <a:close/>
                    <a:moveTo>
                      <a:pt x="8187" y="2947"/>
                    </a:moveTo>
                    <a:cubicBezTo>
                      <a:pt x="8026" y="2947"/>
                      <a:pt x="7924" y="3089"/>
                      <a:pt x="7960" y="3264"/>
                    </a:cubicBezTo>
                    <a:cubicBezTo>
                      <a:pt x="7996" y="3440"/>
                      <a:pt x="8157" y="3584"/>
                      <a:pt x="8320" y="3584"/>
                    </a:cubicBezTo>
                    <a:cubicBezTo>
                      <a:pt x="8482" y="3584"/>
                      <a:pt x="8583" y="3440"/>
                      <a:pt x="8546" y="3264"/>
                    </a:cubicBezTo>
                    <a:cubicBezTo>
                      <a:pt x="8508" y="3089"/>
                      <a:pt x="8348" y="2947"/>
                      <a:pt x="8187" y="2947"/>
                    </a:cubicBezTo>
                    <a:close/>
                    <a:moveTo>
                      <a:pt x="8899" y="2947"/>
                    </a:moveTo>
                    <a:cubicBezTo>
                      <a:pt x="8738" y="2947"/>
                      <a:pt x="8638" y="3089"/>
                      <a:pt x="8676" y="3264"/>
                    </a:cubicBezTo>
                    <a:cubicBezTo>
                      <a:pt x="8714" y="3440"/>
                      <a:pt x="8877" y="3584"/>
                      <a:pt x="9039" y="3584"/>
                    </a:cubicBezTo>
                    <a:cubicBezTo>
                      <a:pt x="9202" y="3584"/>
                      <a:pt x="9302" y="3440"/>
                      <a:pt x="9262" y="3264"/>
                    </a:cubicBezTo>
                    <a:cubicBezTo>
                      <a:pt x="9223" y="3089"/>
                      <a:pt x="9060" y="2947"/>
                      <a:pt x="8899" y="2947"/>
                    </a:cubicBezTo>
                    <a:close/>
                    <a:moveTo>
                      <a:pt x="9612" y="2947"/>
                    </a:moveTo>
                    <a:cubicBezTo>
                      <a:pt x="9451" y="2947"/>
                      <a:pt x="9353" y="3089"/>
                      <a:pt x="9392" y="3264"/>
                    </a:cubicBezTo>
                    <a:cubicBezTo>
                      <a:pt x="9432" y="3440"/>
                      <a:pt x="9597" y="3584"/>
                      <a:pt x="9759" y="3584"/>
                    </a:cubicBezTo>
                    <a:cubicBezTo>
                      <a:pt x="9922" y="3584"/>
                      <a:pt x="10019" y="3440"/>
                      <a:pt x="9978" y="3264"/>
                    </a:cubicBezTo>
                    <a:cubicBezTo>
                      <a:pt x="9936" y="3089"/>
                      <a:pt x="9773" y="2947"/>
                      <a:pt x="9612" y="2947"/>
                    </a:cubicBezTo>
                    <a:close/>
                    <a:moveTo>
                      <a:pt x="10325" y="2947"/>
                    </a:moveTo>
                    <a:cubicBezTo>
                      <a:pt x="10164" y="2947"/>
                      <a:pt x="10067" y="3089"/>
                      <a:pt x="10109" y="3264"/>
                    </a:cubicBezTo>
                    <a:cubicBezTo>
                      <a:pt x="10151" y="3440"/>
                      <a:pt x="10316" y="3584"/>
                      <a:pt x="10479" y="3584"/>
                    </a:cubicBezTo>
                    <a:cubicBezTo>
                      <a:pt x="10642" y="3584"/>
                      <a:pt x="10738" y="3440"/>
                      <a:pt x="10694" y="3264"/>
                    </a:cubicBezTo>
                    <a:cubicBezTo>
                      <a:pt x="10651" y="3089"/>
                      <a:pt x="10486" y="2947"/>
                      <a:pt x="10325" y="2947"/>
                    </a:cubicBezTo>
                    <a:close/>
                    <a:moveTo>
                      <a:pt x="11038" y="2947"/>
                    </a:moveTo>
                    <a:cubicBezTo>
                      <a:pt x="10876" y="2947"/>
                      <a:pt x="10782" y="3089"/>
                      <a:pt x="10825" y="3264"/>
                    </a:cubicBezTo>
                    <a:cubicBezTo>
                      <a:pt x="10869" y="3440"/>
                      <a:pt x="11036" y="3584"/>
                      <a:pt x="11199" y="3584"/>
                    </a:cubicBezTo>
                    <a:cubicBezTo>
                      <a:pt x="11362" y="3584"/>
                      <a:pt x="11456" y="3440"/>
                      <a:pt x="11411" y="3264"/>
                    </a:cubicBezTo>
                    <a:cubicBezTo>
                      <a:pt x="11366" y="3089"/>
                      <a:pt x="11199" y="2947"/>
                      <a:pt x="11038" y="2947"/>
                    </a:cubicBezTo>
                    <a:close/>
                    <a:moveTo>
                      <a:pt x="11751" y="2947"/>
                    </a:moveTo>
                    <a:cubicBezTo>
                      <a:pt x="11590" y="2947"/>
                      <a:pt x="11496" y="3089"/>
                      <a:pt x="11541" y="3264"/>
                    </a:cubicBezTo>
                    <a:cubicBezTo>
                      <a:pt x="11587" y="3440"/>
                      <a:pt x="11756" y="3584"/>
                      <a:pt x="11919" y="3584"/>
                    </a:cubicBezTo>
                    <a:cubicBezTo>
                      <a:pt x="12081" y="3584"/>
                      <a:pt x="12175" y="3440"/>
                      <a:pt x="12128" y="3264"/>
                    </a:cubicBezTo>
                    <a:cubicBezTo>
                      <a:pt x="12081" y="3089"/>
                      <a:pt x="11912" y="2947"/>
                      <a:pt x="11751" y="2947"/>
                    </a:cubicBezTo>
                    <a:close/>
                    <a:moveTo>
                      <a:pt x="12475" y="2947"/>
                    </a:moveTo>
                    <a:cubicBezTo>
                      <a:pt x="12314" y="2947"/>
                      <a:pt x="12222" y="3089"/>
                      <a:pt x="12270" y="3264"/>
                    </a:cubicBezTo>
                    <a:cubicBezTo>
                      <a:pt x="12317" y="3440"/>
                      <a:pt x="12488" y="3584"/>
                      <a:pt x="12651" y="3584"/>
                    </a:cubicBezTo>
                    <a:cubicBezTo>
                      <a:pt x="12813" y="3584"/>
                      <a:pt x="12905" y="3440"/>
                      <a:pt x="12856" y="3264"/>
                    </a:cubicBezTo>
                    <a:cubicBezTo>
                      <a:pt x="12807" y="3089"/>
                      <a:pt x="12636" y="2947"/>
                      <a:pt x="12475" y="2947"/>
                    </a:cubicBezTo>
                    <a:close/>
                    <a:moveTo>
                      <a:pt x="13188" y="2947"/>
                    </a:moveTo>
                    <a:cubicBezTo>
                      <a:pt x="13027" y="2947"/>
                      <a:pt x="12937" y="3089"/>
                      <a:pt x="12986" y="3264"/>
                    </a:cubicBezTo>
                    <a:cubicBezTo>
                      <a:pt x="13036" y="3440"/>
                      <a:pt x="13208" y="3584"/>
                      <a:pt x="13371" y="3584"/>
                    </a:cubicBezTo>
                    <a:cubicBezTo>
                      <a:pt x="13534" y="3584"/>
                      <a:pt x="13623" y="3440"/>
                      <a:pt x="13572" y="3264"/>
                    </a:cubicBezTo>
                    <a:cubicBezTo>
                      <a:pt x="13521" y="3089"/>
                      <a:pt x="13350" y="2947"/>
                      <a:pt x="13188" y="2947"/>
                    </a:cubicBezTo>
                    <a:close/>
                    <a:moveTo>
                      <a:pt x="13901" y="2947"/>
                    </a:moveTo>
                    <a:cubicBezTo>
                      <a:pt x="13740" y="2947"/>
                      <a:pt x="13652" y="3089"/>
                      <a:pt x="13703" y="3264"/>
                    </a:cubicBezTo>
                    <a:cubicBezTo>
                      <a:pt x="13755" y="3440"/>
                      <a:pt x="13928" y="3584"/>
                      <a:pt x="14091" y="3584"/>
                    </a:cubicBezTo>
                    <a:cubicBezTo>
                      <a:pt x="14254" y="3584"/>
                      <a:pt x="14342" y="3440"/>
                      <a:pt x="14288" y="3264"/>
                    </a:cubicBezTo>
                    <a:cubicBezTo>
                      <a:pt x="14235" y="3089"/>
                      <a:pt x="14063" y="2947"/>
                      <a:pt x="13901" y="2947"/>
                    </a:cubicBezTo>
                    <a:close/>
                    <a:moveTo>
                      <a:pt x="14615" y="2947"/>
                    </a:moveTo>
                    <a:cubicBezTo>
                      <a:pt x="14454" y="2947"/>
                      <a:pt x="14366" y="3089"/>
                      <a:pt x="14420" y="3264"/>
                    </a:cubicBezTo>
                    <a:cubicBezTo>
                      <a:pt x="14473" y="3440"/>
                      <a:pt x="14648" y="3584"/>
                      <a:pt x="14811" y="3584"/>
                    </a:cubicBezTo>
                    <a:cubicBezTo>
                      <a:pt x="14974" y="3584"/>
                      <a:pt x="15061" y="3440"/>
                      <a:pt x="15006" y="3264"/>
                    </a:cubicBezTo>
                    <a:cubicBezTo>
                      <a:pt x="14951" y="3089"/>
                      <a:pt x="14776" y="2947"/>
                      <a:pt x="14615" y="2947"/>
                    </a:cubicBezTo>
                    <a:close/>
                    <a:moveTo>
                      <a:pt x="15328" y="2947"/>
                    </a:moveTo>
                    <a:cubicBezTo>
                      <a:pt x="15167" y="2947"/>
                      <a:pt x="15081" y="3089"/>
                      <a:pt x="15136" y="3264"/>
                    </a:cubicBezTo>
                    <a:cubicBezTo>
                      <a:pt x="15192" y="3440"/>
                      <a:pt x="15368" y="3584"/>
                      <a:pt x="15531" y="3584"/>
                    </a:cubicBezTo>
                    <a:cubicBezTo>
                      <a:pt x="15694" y="3584"/>
                      <a:pt x="15779" y="3440"/>
                      <a:pt x="15722" y="3264"/>
                    </a:cubicBezTo>
                    <a:cubicBezTo>
                      <a:pt x="15665" y="3089"/>
                      <a:pt x="15489" y="2947"/>
                      <a:pt x="15328" y="2947"/>
                    </a:cubicBezTo>
                    <a:close/>
                    <a:moveTo>
                      <a:pt x="16041" y="2947"/>
                    </a:moveTo>
                    <a:cubicBezTo>
                      <a:pt x="15880" y="2947"/>
                      <a:pt x="15795" y="3089"/>
                      <a:pt x="15853" y="3264"/>
                    </a:cubicBezTo>
                    <a:cubicBezTo>
                      <a:pt x="15910" y="3440"/>
                      <a:pt x="16089" y="3584"/>
                      <a:pt x="16252" y="3584"/>
                    </a:cubicBezTo>
                    <a:cubicBezTo>
                      <a:pt x="16414" y="3584"/>
                      <a:pt x="16498" y="3440"/>
                      <a:pt x="16439" y="3264"/>
                    </a:cubicBezTo>
                    <a:cubicBezTo>
                      <a:pt x="16380" y="3089"/>
                      <a:pt x="16202" y="2947"/>
                      <a:pt x="16041" y="2947"/>
                    </a:cubicBezTo>
                    <a:close/>
                    <a:moveTo>
                      <a:pt x="16754" y="2947"/>
                    </a:moveTo>
                    <a:cubicBezTo>
                      <a:pt x="16593" y="2947"/>
                      <a:pt x="16510" y="3089"/>
                      <a:pt x="16569" y="3264"/>
                    </a:cubicBezTo>
                    <a:cubicBezTo>
                      <a:pt x="16629" y="3440"/>
                      <a:pt x="16809" y="3584"/>
                      <a:pt x="16971" y="3584"/>
                    </a:cubicBezTo>
                    <a:cubicBezTo>
                      <a:pt x="17134" y="3584"/>
                      <a:pt x="17216" y="3440"/>
                      <a:pt x="17155" y="3264"/>
                    </a:cubicBezTo>
                    <a:cubicBezTo>
                      <a:pt x="17094" y="3089"/>
                      <a:pt x="16915" y="2947"/>
                      <a:pt x="16754" y="2947"/>
                    </a:cubicBezTo>
                    <a:close/>
                    <a:moveTo>
                      <a:pt x="17467" y="2947"/>
                    </a:moveTo>
                    <a:cubicBezTo>
                      <a:pt x="17307" y="2947"/>
                      <a:pt x="17225" y="3089"/>
                      <a:pt x="17286" y="3264"/>
                    </a:cubicBezTo>
                    <a:cubicBezTo>
                      <a:pt x="17347" y="3440"/>
                      <a:pt x="17529" y="3584"/>
                      <a:pt x="17692" y="3584"/>
                    </a:cubicBezTo>
                    <a:cubicBezTo>
                      <a:pt x="17854" y="3584"/>
                      <a:pt x="17935" y="3440"/>
                      <a:pt x="17872" y="3264"/>
                    </a:cubicBezTo>
                    <a:cubicBezTo>
                      <a:pt x="17809" y="3089"/>
                      <a:pt x="17628" y="2947"/>
                      <a:pt x="17467" y="2947"/>
                    </a:cubicBezTo>
                    <a:close/>
                    <a:moveTo>
                      <a:pt x="18180" y="2947"/>
                    </a:moveTo>
                    <a:cubicBezTo>
                      <a:pt x="18020" y="2947"/>
                      <a:pt x="17940" y="3089"/>
                      <a:pt x="18003" y="3264"/>
                    </a:cubicBezTo>
                    <a:cubicBezTo>
                      <a:pt x="18066" y="3440"/>
                      <a:pt x="18250" y="3584"/>
                      <a:pt x="18412" y="3584"/>
                    </a:cubicBezTo>
                    <a:cubicBezTo>
                      <a:pt x="18575" y="3584"/>
                      <a:pt x="18654" y="3440"/>
                      <a:pt x="18589" y="3264"/>
                    </a:cubicBezTo>
                    <a:cubicBezTo>
                      <a:pt x="18524" y="3089"/>
                      <a:pt x="18341" y="2947"/>
                      <a:pt x="18180" y="2947"/>
                    </a:cubicBezTo>
                    <a:close/>
                    <a:moveTo>
                      <a:pt x="18894" y="2947"/>
                    </a:moveTo>
                    <a:cubicBezTo>
                      <a:pt x="18733" y="2947"/>
                      <a:pt x="18655" y="3089"/>
                      <a:pt x="18719" y="3264"/>
                    </a:cubicBezTo>
                    <a:cubicBezTo>
                      <a:pt x="18785" y="3440"/>
                      <a:pt x="18970" y="3584"/>
                      <a:pt x="19132" y="3584"/>
                    </a:cubicBezTo>
                    <a:cubicBezTo>
                      <a:pt x="19295" y="3584"/>
                      <a:pt x="19372" y="3440"/>
                      <a:pt x="19306" y="3264"/>
                    </a:cubicBezTo>
                    <a:cubicBezTo>
                      <a:pt x="19239" y="3089"/>
                      <a:pt x="19055" y="2947"/>
                      <a:pt x="18894" y="2947"/>
                    </a:cubicBezTo>
                    <a:close/>
                    <a:moveTo>
                      <a:pt x="19619" y="2947"/>
                    </a:moveTo>
                    <a:cubicBezTo>
                      <a:pt x="19458" y="2947"/>
                      <a:pt x="19381" y="3089"/>
                      <a:pt x="19448" y="3264"/>
                    </a:cubicBezTo>
                    <a:cubicBezTo>
                      <a:pt x="19515" y="3440"/>
                      <a:pt x="19702" y="3584"/>
                      <a:pt x="19864" y="3584"/>
                    </a:cubicBezTo>
                    <a:cubicBezTo>
                      <a:pt x="20027" y="3584"/>
                      <a:pt x="20103" y="3440"/>
                      <a:pt x="20034" y="3264"/>
                    </a:cubicBezTo>
                    <a:cubicBezTo>
                      <a:pt x="19965" y="3089"/>
                      <a:pt x="19779" y="2947"/>
                      <a:pt x="19619" y="2947"/>
                    </a:cubicBezTo>
                    <a:close/>
                    <a:moveTo>
                      <a:pt x="3283" y="3715"/>
                    </a:moveTo>
                    <a:cubicBezTo>
                      <a:pt x="3120" y="3715"/>
                      <a:pt x="3006" y="3860"/>
                      <a:pt x="3029" y="4039"/>
                    </a:cubicBezTo>
                    <a:cubicBezTo>
                      <a:pt x="3052" y="4220"/>
                      <a:pt x="3205" y="4367"/>
                      <a:pt x="3369" y="4367"/>
                    </a:cubicBezTo>
                    <a:cubicBezTo>
                      <a:pt x="3534" y="4367"/>
                      <a:pt x="3647" y="4220"/>
                      <a:pt x="3623" y="4039"/>
                    </a:cubicBezTo>
                    <a:cubicBezTo>
                      <a:pt x="3598" y="3860"/>
                      <a:pt x="3446" y="3715"/>
                      <a:pt x="3283" y="3715"/>
                    </a:cubicBezTo>
                    <a:close/>
                    <a:moveTo>
                      <a:pt x="4007" y="3715"/>
                    </a:moveTo>
                    <a:cubicBezTo>
                      <a:pt x="3844" y="3715"/>
                      <a:pt x="3732" y="3860"/>
                      <a:pt x="3757" y="4039"/>
                    </a:cubicBezTo>
                    <a:cubicBezTo>
                      <a:pt x="3782" y="4220"/>
                      <a:pt x="3935" y="4367"/>
                      <a:pt x="4100" y="4367"/>
                    </a:cubicBezTo>
                    <a:cubicBezTo>
                      <a:pt x="4265" y="4367"/>
                      <a:pt x="4376" y="4220"/>
                      <a:pt x="4350" y="4039"/>
                    </a:cubicBezTo>
                    <a:cubicBezTo>
                      <a:pt x="4323" y="3860"/>
                      <a:pt x="4170" y="3715"/>
                      <a:pt x="4007" y="3715"/>
                    </a:cubicBezTo>
                    <a:close/>
                    <a:moveTo>
                      <a:pt x="4731" y="3715"/>
                    </a:moveTo>
                    <a:cubicBezTo>
                      <a:pt x="4568" y="3715"/>
                      <a:pt x="4458" y="3860"/>
                      <a:pt x="4485" y="4039"/>
                    </a:cubicBezTo>
                    <a:cubicBezTo>
                      <a:pt x="4512" y="4220"/>
                      <a:pt x="4667" y="4367"/>
                      <a:pt x="4832" y="4367"/>
                    </a:cubicBezTo>
                    <a:cubicBezTo>
                      <a:pt x="4996" y="4367"/>
                      <a:pt x="5106" y="4220"/>
                      <a:pt x="5078" y="4039"/>
                    </a:cubicBezTo>
                    <a:cubicBezTo>
                      <a:pt x="5049" y="3860"/>
                      <a:pt x="4894" y="3715"/>
                      <a:pt x="4731" y="3715"/>
                    </a:cubicBezTo>
                    <a:close/>
                    <a:moveTo>
                      <a:pt x="5456" y="3715"/>
                    </a:moveTo>
                    <a:cubicBezTo>
                      <a:pt x="5292" y="3715"/>
                      <a:pt x="5184" y="3860"/>
                      <a:pt x="5213" y="4039"/>
                    </a:cubicBezTo>
                    <a:cubicBezTo>
                      <a:pt x="5242" y="4220"/>
                      <a:pt x="5399" y="4367"/>
                      <a:pt x="5564" y="4367"/>
                    </a:cubicBezTo>
                    <a:cubicBezTo>
                      <a:pt x="5728" y="4367"/>
                      <a:pt x="5836" y="4220"/>
                      <a:pt x="5806" y="4039"/>
                    </a:cubicBezTo>
                    <a:cubicBezTo>
                      <a:pt x="5775" y="3860"/>
                      <a:pt x="5619" y="3715"/>
                      <a:pt x="5456" y="3715"/>
                    </a:cubicBezTo>
                    <a:close/>
                    <a:moveTo>
                      <a:pt x="6180" y="3715"/>
                    </a:moveTo>
                    <a:cubicBezTo>
                      <a:pt x="6017" y="3715"/>
                      <a:pt x="5910" y="3860"/>
                      <a:pt x="5940" y="4039"/>
                    </a:cubicBezTo>
                    <a:cubicBezTo>
                      <a:pt x="5971" y="4220"/>
                      <a:pt x="6130" y="4367"/>
                      <a:pt x="6295" y="4367"/>
                    </a:cubicBezTo>
                    <a:cubicBezTo>
                      <a:pt x="6459" y="4367"/>
                      <a:pt x="6566" y="4220"/>
                      <a:pt x="6533" y="4039"/>
                    </a:cubicBezTo>
                    <a:cubicBezTo>
                      <a:pt x="6501" y="3860"/>
                      <a:pt x="6343" y="3715"/>
                      <a:pt x="6180" y="3715"/>
                    </a:cubicBezTo>
                    <a:close/>
                    <a:moveTo>
                      <a:pt x="6904" y="3715"/>
                    </a:moveTo>
                    <a:cubicBezTo>
                      <a:pt x="6742" y="3715"/>
                      <a:pt x="6635" y="3860"/>
                      <a:pt x="6668" y="4039"/>
                    </a:cubicBezTo>
                    <a:cubicBezTo>
                      <a:pt x="6701" y="4220"/>
                      <a:pt x="6862" y="4367"/>
                      <a:pt x="7026" y="4367"/>
                    </a:cubicBezTo>
                    <a:cubicBezTo>
                      <a:pt x="7191" y="4367"/>
                      <a:pt x="7296" y="4220"/>
                      <a:pt x="7262" y="4039"/>
                    </a:cubicBezTo>
                    <a:cubicBezTo>
                      <a:pt x="7227" y="3860"/>
                      <a:pt x="7068" y="3715"/>
                      <a:pt x="6904" y="3715"/>
                    </a:cubicBezTo>
                    <a:close/>
                    <a:moveTo>
                      <a:pt x="7629" y="3715"/>
                    </a:moveTo>
                    <a:cubicBezTo>
                      <a:pt x="7466" y="3715"/>
                      <a:pt x="7362" y="3860"/>
                      <a:pt x="7396" y="4039"/>
                    </a:cubicBezTo>
                    <a:cubicBezTo>
                      <a:pt x="7431" y="4220"/>
                      <a:pt x="7593" y="4367"/>
                      <a:pt x="7758" y="4367"/>
                    </a:cubicBezTo>
                    <a:cubicBezTo>
                      <a:pt x="7922" y="4367"/>
                      <a:pt x="8026" y="4220"/>
                      <a:pt x="7989" y="4039"/>
                    </a:cubicBezTo>
                    <a:cubicBezTo>
                      <a:pt x="7953" y="3860"/>
                      <a:pt x="7792" y="3715"/>
                      <a:pt x="7629" y="3715"/>
                    </a:cubicBezTo>
                    <a:close/>
                    <a:moveTo>
                      <a:pt x="8341" y="3715"/>
                    </a:moveTo>
                    <a:cubicBezTo>
                      <a:pt x="8179" y="3715"/>
                      <a:pt x="8076" y="3860"/>
                      <a:pt x="8112" y="4039"/>
                    </a:cubicBezTo>
                    <a:cubicBezTo>
                      <a:pt x="8149" y="4220"/>
                      <a:pt x="8314" y="4367"/>
                      <a:pt x="8478" y="4367"/>
                    </a:cubicBezTo>
                    <a:cubicBezTo>
                      <a:pt x="8643" y="4367"/>
                      <a:pt x="8744" y="4220"/>
                      <a:pt x="8706" y="4039"/>
                    </a:cubicBezTo>
                    <a:cubicBezTo>
                      <a:pt x="8667" y="3860"/>
                      <a:pt x="8504" y="3715"/>
                      <a:pt x="8341" y="3715"/>
                    </a:cubicBezTo>
                    <a:close/>
                    <a:moveTo>
                      <a:pt x="9065" y="3715"/>
                    </a:moveTo>
                    <a:cubicBezTo>
                      <a:pt x="8903" y="3715"/>
                      <a:pt x="8802" y="3860"/>
                      <a:pt x="8841" y="4039"/>
                    </a:cubicBezTo>
                    <a:cubicBezTo>
                      <a:pt x="8880" y="4220"/>
                      <a:pt x="9045" y="4367"/>
                      <a:pt x="9209" y="4367"/>
                    </a:cubicBezTo>
                    <a:cubicBezTo>
                      <a:pt x="9374" y="4367"/>
                      <a:pt x="9474" y="4220"/>
                      <a:pt x="9433" y="4039"/>
                    </a:cubicBezTo>
                    <a:cubicBezTo>
                      <a:pt x="9393" y="3860"/>
                      <a:pt x="9229" y="3715"/>
                      <a:pt x="9065" y="3715"/>
                    </a:cubicBezTo>
                    <a:close/>
                    <a:moveTo>
                      <a:pt x="9790" y="3715"/>
                    </a:moveTo>
                    <a:cubicBezTo>
                      <a:pt x="9627" y="3715"/>
                      <a:pt x="9528" y="3860"/>
                      <a:pt x="9569" y="4039"/>
                    </a:cubicBezTo>
                    <a:cubicBezTo>
                      <a:pt x="9610" y="4220"/>
                      <a:pt x="9776" y="4367"/>
                      <a:pt x="9941" y="4367"/>
                    </a:cubicBezTo>
                    <a:cubicBezTo>
                      <a:pt x="10106" y="4367"/>
                      <a:pt x="10204" y="4220"/>
                      <a:pt x="10161" y="4039"/>
                    </a:cubicBezTo>
                    <a:cubicBezTo>
                      <a:pt x="10119" y="3860"/>
                      <a:pt x="9953" y="3715"/>
                      <a:pt x="9790" y="3715"/>
                    </a:cubicBezTo>
                    <a:close/>
                    <a:moveTo>
                      <a:pt x="10515" y="3715"/>
                    </a:moveTo>
                    <a:cubicBezTo>
                      <a:pt x="10352" y="3715"/>
                      <a:pt x="10254" y="3860"/>
                      <a:pt x="10297" y="4039"/>
                    </a:cubicBezTo>
                    <a:cubicBezTo>
                      <a:pt x="10339" y="4220"/>
                      <a:pt x="10508" y="4367"/>
                      <a:pt x="10673" y="4367"/>
                    </a:cubicBezTo>
                    <a:cubicBezTo>
                      <a:pt x="10837" y="4367"/>
                      <a:pt x="10934" y="4220"/>
                      <a:pt x="10890" y="4039"/>
                    </a:cubicBezTo>
                    <a:cubicBezTo>
                      <a:pt x="10845" y="3860"/>
                      <a:pt x="10678" y="3715"/>
                      <a:pt x="10515" y="3715"/>
                    </a:cubicBezTo>
                    <a:close/>
                    <a:moveTo>
                      <a:pt x="11239" y="3715"/>
                    </a:moveTo>
                    <a:cubicBezTo>
                      <a:pt x="11076" y="3715"/>
                      <a:pt x="10980" y="3860"/>
                      <a:pt x="11025" y="4039"/>
                    </a:cubicBezTo>
                    <a:cubicBezTo>
                      <a:pt x="11070" y="4220"/>
                      <a:pt x="11240" y="4367"/>
                      <a:pt x="11405" y="4367"/>
                    </a:cubicBezTo>
                    <a:cubicBezTo>
                      <a:pt x="11569" y="4367"/>
                      <a:pt x="11665" y="4220"/>
                      <a:pt x="11618" y="4039"/>
                    </a:cubicBezTo>
                    <a:cubicBezTo>
                      <a:pt x="11572" y="3860"/>
                      <a:pt x="11402" y="3715"/>
                      <a:pt x="11239" y="3715"/>
                    </a:cubicBezTo>
                    <a:close/>
                    <a:moveTo>
                      <a:pt x="11964" y="3715"/>
                    </a:moveTo>
                    <a:cubicBezTo>
                      <a:pt x="11801" y="3715"/>
                      <a:pt x="11707" y="3860"/>
                      <a:pt x="11753" y="4039"/>
                    </a:cubicBezTo>
                    <a:cubicBezTo>
                      <a:pt x="11800" y="4220"/>
                      <a:pt x="11972" y="4367"/>
                      <a:pt x="12136" y="4367"/>
                    </a:cubicBezTo>
                    <a:cubicBezTo>
                      <a:pt x="12301" y="4367"/>
                      <a:pt x="12395" y="4220"/>
                      <a:pt x="12346" y="4039"/>
                    </a:cubicBezTo>
                    <a:cubicBezTo>
                      <a:pt x="12298" y="3860"/>
                      <a:pt x="12126" y="3715"/>
                      <a:pt x="11964" y="3715"/>
                    </a:cubicBezTo>
                    <a:close/>
                    <a:moveTo>
                      <a:pt x="12689" y="3715"/>
                    </a:moveTo>
                    <a:cubicBezTo>
                      <a:pt x="12526" y="3715"/>
                      <a:pt x="12433" y="3860"/>
                      <a:pt x="12481" y="4039"/>
                    </a:cubicBezTo>
                    <a:cubicBezTo>
                      <a:pt x="12530" y="4220"/>
                      <a:pt x="12703" y="4367"/>
                      <a:pt x="12868" y="4367"/>
                    </a:cubicBezTo>
                    <a:cubicBezTo>
                      <a:pt x="13033" y="4367"/>
                      <a:pt x="13125" y="4220"/>
                      <a:pt x="13074" y="4039"/>
                    </a:cubicBezTo>
                    <a:cubicBezTo>
                      <a:pt x="13024" y="3860"/>
                      <a:pt x="12852" y="3715"/>
                      <a:pt x="12689" y="3715"/>
                    </a:cubicBezTo>
                    <a:close/>
                    <a:moveTo>
                      <a:pt x="13413" y="3715"/>
                    </a:moveTo>
                    <a:cubicBezTo>
                      <a:pt x="13250" y="3715"/>
                      <a:pt x="13159" y="3860"/>
                      <a:pt x="13210" y="4039"/>
                    </a:cubicBezTo>
                    <a:cubicBezTo>
                      <a:pt x="13261" y="4220"/>
                      <a:pt x="13435" y="4367"/>
                      <a:pt x="13600" y="4367"/>
                    </a:cubicBezTo>
                    <a:cubicBezTo>
                      <a:pt x="13765" y="4367"/>
                      <a:pt x="13855" y="4220"/>
                      <a:pt x="13803" y="4039"/>
                    </a:cubicBezTo>
                    <a:cubicBezTo>
                      <a:pt x="13751" y="3860"/>
                      <a:pt x="13576" y="3715"/>
                      <a:pt x="13413" y="3715"/>
                    </a:cubicBezTo>
                    <a:close/>
                    <a:moveTo>
                      <a:pt x="14126" y="3715"/>
                    </a:moveTo>
                    <a:cubicBezTo>
                      <a:pt x="13963" y="3715"/>
                      <a:pt x="13874" y="3860"/>
                      <a:pt x="13926" y="4039"/>
                    </a:cubicBezTo>
                    <a:cubicBezTo>
                      <a:pt x="13979" y="4220"/>
                      <a:pt x="14155" y="4367"/>
                      <a:pt x="14320" y="4367"/>
                    </a:cubicBezTo>
                    <a:cubicBezTo>
                      <a:pt x="14485" y="4367"/>
                      <a:pt x="14574" y="4220"/>
                      <a:pt x="14519" y="4039"/>
                    </a:cubicBezTo>
                    <a:cubicBezTo>
                      <a:pt x="14465" y="3860"/>
                      <a:pt x="14289" y="3715"/>
                      <a:pt x="14126" y="3715"/>
                    </a:cubicBezTo>
                    <a:close/>
                    <a:moveTo>
                      <a:pt x="14851" y="3715"/>
                    </a:moveTo>
                    <a:cubicBezTo>
                      <a:pt x="14688" y="3715"/>
                      <a:pt x="14600" y="3860"/>
                      <a:pt x="14655" y="4039"/>
                    </a:cubicBezTo>
                    <a:cubicBezTo>
                      <a:pt x="14709" y="4220"/>
                      <a:pt x="14888" y="4367"/>
                      <a:pt x="15052" y="4367"/>
                    </a:cubicBezTo>
                    <a:cubicBezTo>
                      <a:pt x="15217" y="4367"/>
                      <a:pt x="15304" y="4220"/>
                      <a:pt x="15248" y="4039"/>
                    </a:cubicBezTo>
                    <a:cubicBezTo>
                      <a:pt x="15192" y="3860"/>
                      <a:pt x="15014" y="3715"/>
                      <a:pt x="14851" y="3715"/>
                    </a:cubicBezTo>
                    <a:close/>
                    <a:moveTo>
                      <a:pt x="17750" y="3715"/>
                    </a:moveTo>
                    <a:cubicBezTo>
                      <a:pt x="17588" y="3715"/>
                      <a:pt x="17506" y="3860"/>
                      <a:pt x="17568" y="4039"/>
                    </a:cubicBezTo>
                    <a:cubicBezTo>
                      <a:pt x="17631" y="4220"/>
                      <a:pt x="17816" y="4367"/>
                      <a:pt x="17980" y="4367"/>
                    </a:cubicBezTo>
                    <a:cubicBezTo>
                      <a:pt x="18145" y="4367"/>
                      <a:pt x="18226" y="4220"/>
                      <a:pt x="18162" y="4039"/>
                    </a:cubicBezTo>
                    <a:cubicBezTo>
                      <a:pt x="18097" y="3860"/>
                      <a:pt x="17913" y="3715"/>
                      <a:pt x="17750" y="3715"/>
                    </a:cubicBezTo>
                    <a:close/>
                    <a:moveTo>
                      <a:pt x="3392" y="4524"/>
                    </a:moveTo>
                    <a:cubicBezTo>
                      <a:pt x="3227" y="4524"/>
                      <a:pt x="3111" y="4672"/>
                      <a:pt x="3135" y="4856"/>
                    </a:cubicBezTo>
                    <a:cubicBezTo>
                      <a:pt x="3158" y="5041"/>
                      <a:pt x="3313" y="5192"/>
                      <a:pt x="3480" y="5192"/>
                    </a:cubicBezTo>
                    <a:cubicBezTo>
                      <a:pt x="3646" y="5192"/>
                      <a:pt x="3761" y="5041"/>
                      <a:pt x="3736" y="4856"/>
                    </a:cubicBezTo>
                    <a:cubicBezTo>
                      <a:pt x="3710" y="4672"/>
                      <a:pt x="3557" y="4524"/>
                      <a:pt x="3392" y="4524"/>
                    </a:cubicBezTo>
                    <a:close/>
                    <a:moveTo>
                      <a:pt x="4127" y="4524"/>
                    </a:moveTo>
                    <a:cubicBezTo>
                      <a:pt x="3962" y="4524"/>
                      <a:pt x="3849" y="4672"/>
                      <a:pt x="3874" y="4856"/>
                    </a:cubicBezTo>
                    <a:cubicBezTo>
                      <a:pt x="3900" y="5041"/>
                      <a:pt x="4055" y="5192"/>
                      <a:pt x="4222" y="5192"/>
                    </a:cubicBezTo>
                    <a:cubicBezTo>
                      <a:pt x="4389" y="5192"/>
                      <a:pt x="4502" y="5041"/>
                      <a:pt x="4475" y="4856"/>
                    </a:cubicBezTo>
                    <a:cubicBezTo>
                      <a:pt x="4448" y="4672"/>
                      <a:pt x="4292" y="4524"/>
                      <a:pt x="4127" y="4524"/>
                    </a:cubicBezTo>
                    <a:close/>
                    <a:moveTo>
                      <a:pt x="4851" y="4524"/>
                    </a:moveTo>
                    <a:cubicBezTo>
                      <a:pt x="4686" y="4524"/>
                      <a:pt x="4575" y="4672"/>
                      <a:pt x="4602" y="4856"/>
                    </a:cubicBezTo>
                    <a:cubicBezTo>
                      <a:pt x="4630" y="5041"/>
                      <a:pt x="4787" y="5192"/>
                      <a:pt x="4954" y="5192"/>
                    </a:cubicBezTo>
                    <a:cubicBezTo>
                      <a:pt x="5121" y="5192"/>
                      <a:pt x="5232" y="5041"/>
                      <a:pt x="5202" y="4856"/>
                    </a:cubicBezTo>
                    <a:cubicBezTo>
                      <a:pt x="5173" y="4672"/>
                      <a:pt x="5016" y="4524"/>
                      <a:pt x="4851" y="4524"/>
                    </a:cubicBezTo>
                    <a:close/>
                    <a:moveTo>
                      <a:pt x="5587" y="4524"/>
                    </a:moveTo>
                    <a:cubicBezTo>
                      <a:pt x="5422" y="4524"/>
                      <a:pt x="5312" y="4672"/>
                      <a:pt x="5342" y="4856"/>
                    </a:cubicBezTo>
                    <a:cubicBezTo>
                      <a:pt x="5371" y="5041"/>
                      <a:pt x="5530" y="5192"/>
                      <a:pt x="5697" y="5192"/>
                    </a:cubicBezTo>
                    <a:cubicBezTo>
                      <a:pt x="5864" y="5192"/>
                      <a:pt x="5973" y="5041"/>
                      <a:pt x="5942" y="4856"/>
                    </a:cubicBezTo>
                    <a:cubicBezTo>
                      <a:pt x="5911" y="4672"/>
                      <a:pt x="5752" y="4524"/>
                      <a:pt x="5587" y="4524"/>
                    </a:cubicBezTo>
                    <a:close/>
                    <a:moveTo>
                      <a:pt x="6323" y="4524"/>
                    </a:moveTo>
                    <a:cubicBezTo>
                      <a:pt x="6158" y="4524"/>
                      <a:pt x="6050" y="4672"/>
                      <a:pt x="6081" y="4856"/>
                    </a:cubicBezTo>
                    <a:cubicBezTo>
                      <a:pt x="6113" y="5041"/>
                      <a:pt x="6274" y="5192"/>
                      <a:pt x="6441" y="5192"/>
                    </a:cubicBezTo>
                    <a:cubicBezTo>
                      <a:pt x="6607" y="5192"/>
                      <a:pt x="6715" y="5041"/>
                      <a:pt x="6681" y="4856"/>
                    </a:cubicBezTo>
                    <a:cubicBezTo>
                      <a:pt x="6648" y="4672"/>
                      <a:pt x="6488" y="4524"/>
                      <a:pt x="6323" y="4524"/>
                    </a:cubicBezTo>
                    <a:close/>
                    <a:moveTo>
                      <a:pt x="7047" y="4524"/>
                    </a:moveTo>
                    <a:cubicBezTo>
                      <a:pt x="6883" y="4524"/>
                      <a:pt x="6776" y="4672"/>
                      <a:pt x="6809" y="4856"/>
                    </a:cubicBezTo>
                    <a:cubicBezTo>
                      <a:pt x="6843" y="5041"/>
                      <a:pt x="7006" y="5192"/>
                      <a:pt x="7172" y="5192"/>
                    </a:cubicBezTo>
                    <a:cubicBezTo>
                      <a:pt x="7339" y="5192"/>
                      <a:pt x="7446" y="5041"/>
                      <a:pt x="7410" y="4856"/>
                    </a:cubicBezTo>
                    <a:cubicBezTo>
                      <a:pt x="7375" y="4672"/>
                      <a:pt x="7212" y="4524"/>
                      <a:pt x="7047" y="4524"/>
                    </a:cubicBezTo>
                    <a:close/>
                    <a:moveTo>
                      <a:pt x="7784" y="4524"/>
                    </a:moveTo>
                    <a:cubicBezTo>
                      <a:pt x="7618" y="4524"/>
                      <a:pt x="7513" y="4672"/>
                      <a:pt x="7549" y="4856"/>
                    </a:cubicBezTo>
                    <a:cubicBezTo>
                      <a:pt x="7585" y="5041"/>
                      <a:pt x="7749" y="5192"/>
                      <a:pt x="7916" y="5192"/>
                    </a:cubicBezTo>
                    <a:cubicBezTo>
                      <a:pt x="8083" y="5192"/>
                      <a:pt x="8187" y="5041"/>
                      <a:pt x="8149" y="4856"/>
                    </a:cubicBezTo>
                    <a:cubicBezTo>
                      <a:pt x="8112" y="4672"/>
                      <a:pt x="7948" y="4524"/>
                      <a:pt x="7784" y="4524"/>
                    </a:cubicBezTo>
                    <a:close/>
                    <a:moveTo>
                      <a:pt x="8508" y="4524"/>
                    </a:moveTo>
                    <a:cubicBezTo>
                      <a:pt x="8343" y="4524"/>
                      <a:pt x="8239" y="4672"/>
                      <a:pt x="8277" y="4856"/>
                    </a:cubicBezTo>
                    <a:cubicBezTo>
                      <a:pt x="8315" y="5041"/>
                      <a:pt x="8481" y="5192"/>
                      <a:pt x="8648" y="5192"/>
                    </a:cubicBezTo>
                    <a:cubicBezTo>
                      <a:pt x="8814" y="5192"/>
                      <a:pt x="8917" y="5041"/>
                      <a:pt x="8877" y="4856"/>
                    </a:cubicBezTo>
                    <a:cubicBezTo>
                      <a:pt x="8838" y="4672"/>
                      <a:pt x="8673" y="4524"/>
                      <a:pt x="8508" y="4524"/>
                    </a:cubicBezTo>
                    <a:close/>
                    <a:moveTo>
                      <a:pt x="9244" y="4524"/>
                    </a:moveTo>
                    <a:cubicBezTo>
                      <a:pt x="9079" y="4524"/>
                      <a:pt x="8977" y="4672"/>
                      <a:pt x="9017" y="4856"/>
                    </a:cubicBezTo>
                    <a:cubicBezTo>
                      <a:pt x="9057" y="5041"/>
                      <a:pt x="9224" y="5192"/>
                      <a:pt x="9391" y="5192"/>
                    </a:cubicBezTo>
                    <a:cubicBezTo>
                      <a:pt x="9558" y="5192"/>
                      <a:pt x="9659" y="5041"/>
                      <a:pt x="9617" y="4856"/>
                    </a:cubicBezTo>
                    <a:cubicBezTo>
                      <a:pt x="9576" y="4672"/>
                      <a:pt x="9409" y="4524"/>
                      <a:pt x="9244" y="4524"/>
                    </a:cubicBezTo>
                    <a:close/>
                    <a:moveTo>
                      <a:pt x="9980" y="4524"/>
                    </a:moveTo>
                    <a:cubicBezTo>
                      <a:pt x="9815" y="4524"/>
                      <a:pt x="9715" y="4672"/>
                      <a:pt x="9757" y="4856"/>
                    </a:cubicBezTo>
                    <a:cubicBezTo>
                      <a:pt x="9799" y="5041"/>
                      <a:pt x="9968" y="5192"/>
                      <a:pt x="10134" y="5192"/>
                    </a:cubicBezTo>
                    <a:cubicBezTo>
                      <a:pt x="10301" y="5192"/>
                      <a:pt x="10400" y="5041"/>
                      <a:pt x="10356" y="4856"/>
                    </a:cubicBezTo>
                    <a:cubicBezTo>
                      <a:pt x="10313" y="4672"/>
                      <a:pt x="10145" y="4524"/>
                      <a:pt x="9980" y="4524"/>
                    </a:cubicBezTo>
                    <a:close/>
                    <a:moveTo>
                      <a:pt x="10704" y="4524"/>
                    </a:moveTo>
                    <a:cubicBezTo>
                      <a:pt x="10539" y="4524"/>
                      <a:pt x="10441" y="4672"/>
                      <a:pt x="10485" y="4856"/>
                    </a:cubicBezTo>
                    <a:cubicBezTo>
                      <a:pt x="10529" y="5041"/>
                      <a:pt x="10699" y="5192"/>
                      <a:pt x="10866" y="5192"/>
                    </a:cubicBezTo>
                    <a:cubicBezTo>
                      <a:pt x="11033" y="5192"/>
                      <a:pt x="11131" y="5041"/>
                      <a:pt x="11085" y="4856"/>
                    </a:cubicBezTo>
                    <a:cubicBezTo>
                      <a:pt x="11040" y="4672"/>
                      <a:pt x="10869" y="4524"/>
                      <a:pt x="10704" y="4524"/>
                    </a:cubicBezTo>
                    <a:close/>
                    <a:moveTo>
                      <a:pt x="11441" y="4524"/>
                    </a:moveTo>
                    <a:cubicBezTo>
                      <a:pt x="11275" y="4524"/>
                      <a:pt x="11179" y="4672"/>
                      <a:pt x="11225" y="4856"/>
                    </a:cubicBezTo>
                    <a:cubicBezTo>
                      <a:pt x="11271" y="5041"/>
                      <a:pt x="11443" y="5192"/>
                      <a:pt x="11610" y="5192"/>
                    </a:cubicBezTo>
                    <a:cubicBezTo>
                      <a:pt x="11776" y="5192"/>
                      <a:pt x="11873" y="5041"/>
                      <a:pt x="11825" y="4856"/>
                    </a:cubicBezTo>
                    <a:cubicBezTo>
                      <a:pt x="11778" y="4672"/>
                      <a:pt x="11605" y="4524"/>
                      <a:pt x="11441" y="4524"/>
                    </a:cubicBezTo>
                    <a:close/>
                    <a:moveTo>
                      <a:pt x="12177" y="4524"/>
                    </a:moveTo>
                    <a:cubicBezTo>
                      <a:pt x="12012" y="4524"/>
                      <a:pt x="11917" y="4672"/>
                      <a:pt x="11965" y="4856"/>
                    </a:cubicBezTo>
                    <a:cubicBezTo>
                      <a:pt x="12013" y="5041"/>
                      <a:pt x="12187" y="5192"/>
                      <a:pt x="12353" y="5192"/>
                    </a:cubicBezTo>
                    <a:cubicBezTo>
                      <a:pt x="12520" y="5192"/>
                      <a:pt x="12615" y="5041"/>
                      <a:pt x="12565" y="4856"/>
                    </a:cubicBezTo>
                    <a:cubicBezTo>
                      <a:pt x="12515" y="4672"/>
                      <a:pt x="12342" y="4524"/>
                      <a:pt x="12177" y="4524"/>
                    </a:cubicBezTo>
                    <a:close/>
                    <a:moveTo>
                      <a:pt x="12902" y="4524"/>
                    </a:moveTo>
                    <a:cubicBezTo>
                      <a:pt x="12737" y="4524"/>
                      <a:pt x="12643" y="4672"/>
                      <a:pt x="12693" y="4856"/>
                    </a:cubicBezTo>
                    <a:cubicBezTo>
                      <a:pt x="12743" y="5041"/>
                      <a:pt x="12919" y="5192"/>
                      <a:pt x="13086" y="5192"/>
                    </a:cubicBezTo>
                    <a:cubicBezTo>
                      <a:pt x="13252" y="5192"/>
                      <a:pt x="13345" y="5041"/>
                      <a:pt x="13294" y="4856"/>
                    </a:cubicBezTo>
                    <a:cubicBezTo>
                      <a:pt x="13242" y="4672"/>
                      <a:pt x="13067" y="4524"/>
                      <a:pt x="12902" y="4524"/>
                    </a:cubicBezTo>
                    <a:close/>
                    <a:moveTo>
                      <a:pt x="13638" y="4524"/>
                    </a:moveTo>
                    <a:cubicBezTo>
                      <a:pt x="13473" y="4524"/>
                      <a:pt x="13381" y="4672"/>
                      <a:pt x="13433" y="4856"/>
                    </a:cubicBezTo>
                    <a:cubicBezTo>
                      <a:pt x="13485" y="5041"/>
                      <a:pt x="13662" y="5192"/>
                      <a:pt x="13829" y="5192"/>
                    </a:cubicBezTo>
                    <a:cubicBezTo>
                      <a:pt x="13996" y="5192"/>
                      <a:pt x="14087" y="5041"/>
                      <a:pt x="14033" y="4856"/>
                    </a:cubicBezTo>
                    <a:cubicBezTo>
                      <a:pt x="13980" y="4672"/>
                      <a:pt x="13803" y="4524"/>
                      <a:pt x="13638" y="4524"/>
                    </a:cubicBezTo>
                    <a:close/>
                    <a:moveTo>
                      <a:pt x="14362" y="4524"/>
                    </a:moveTo>
                    <a:cubicBezTo>
                      <a:pt x="14197" y="4524"/>
                      <a:pt x="14108" y="4672"/>
                      <a:pt x="14162" y="4856"/>
                    </a:cubicBezTo>
                    <a:cubicBezTo>
                      <a:pt x="14216" y="5041"/>
                      <a:pt x="14394" y="5192"/>
                      <a:pt x="14561" y="5192"/>
                    </a:cubicBezTo>
                    <a:cubicBezTo>
                      <a:pt x="14728" y="5192"/>
                      <a:pt x="14817" y="5041"/>
                      <a:pt x="14761" y="4856"/>
                    </a:cubicBezTo>
                    <a:cubicBezTo>
                      <a:pt x="14706" y="4672"/>
                      <a:pt x="14528" y="4524"/>
                      <a:pt x="14362" y="4524"/>
                    </a:cubicBezTo>
                    <a:close/>
                    <a:moveTo>
                      <a:pt x="15099" y="4524"/>
                    </a:moveTo>
                    <a:cubicBezTo>
                      <a:pt x="14934" y="4524"/>
                      <a:pt x="14846" y="4672"/>
                      <a:pt x="14902" y="4856"/>
                    </a:cubicBezTo>
                    <a:cubicBezTo>
                      <a:pt x="14958" y="5041"/>
                      <a:pt x="15138" y="5192"/>
                      <a:pt x="15305" y="5192"/>
                    </a:cubicBezTo>
                    <a:cubicBezTo>
                      <a:pt x="15472" y="5192"/>
                      <a:pt x="15560" y="5041"/>
                      <a:pt x="15502" y="4856"/>
                    </a:cubicBezTo>
                    <a:cubicBezTo>
                      <a:pt x="15444" y="4672"/>
                      <a:pt x="15264" y="4524"/>
                      <a:pt x="15099" y="4524"/>
                    </a:cubicBezTo>
                    <a:close/>
                    <a:moveTo>
                      <a:pt x="17297" y="4524"/>
                    </a:moveTo>
                    <a:cubicBezTo>
                      <a:pt x="17132" y="4524"/>
                      <a:pt x="17048" y="4672"/>
                      <a:pt x="17110" y="4856"/>
                    </a:cubicBezTo>
                    <a:cubicBezTo>
                      <a:pt x="17173" y="5041"/>
                      <a:pt x="17358" y="5192"/>
                      <a:pt x="17525" y="5192"/>
                    </a:cubicBezTo>
                    <a:cubicBezTo>
                      <a:pt x="17692" y="5192"/>
                      <a:pt x="17774" y="5041"/>
                      <a:pt x="17710" y="4856"/>
                    </a:cubicBezTo>
                    <a:cubicBezTo>
                      <a:pt x="17647" y="4672"/>
                      <a:pt x="17462" y="4524"/>
                      <a:pt x="17297" y="4524"/>
                    </a:cubicBezTo>
                    <a:close/>
                    <a:moveTo>
                      <a:pt x="18022" y="4524"/>
                    </a:moveTo>
                    <a:cubicBezTo>
                      <a:pt x="17857" y="4524"/>
                      <a:pt x="17775" y="4672"/>
                      <a:pt x="17839" y="4856"/>
                    </a:cubicBezTo>
                    <a:cubicBezTo>
                      <a:pt x="17903" y="5041"/>
                      <a:pt x="18091" y="5192"/>
                      <a:pt x="18257" y="5192"/>
                    </a:cubicBezTo>
                    <a:cubicBezTo>
                      <a:pt x="18424" y="5192"/>
                      <a:pt x="18505" y="5041"/>
                      <a:pt x="18439" y="4856"/>
                    </a:cubicBezTo>
                    <a:cubicBezTo>
                      <a:pt x="18373" y="4672"/>
                      <a:pt x="18187" y="4524"/>
                      <a:pt x="18022" y="4524"/>
                    </a:cubicBezTo>
                    <a:close/>
                    <a:moveTo>
                      <a:pt x="3500" y="5334"/>
                    </a:moveTo>
                    <a:cubicBezTo>
                      <a:pt x="3333" y="5334"/>
                      <a:pt x="3217" y="5485"/>
                      <a:pt x="3241" y="5674"/>
                    </a:cubicBezTo>
                    <a:cubicBezTo>
                      <a:pt x="3265" y="5864"/>
                      <a:pt x="3422" y="6018"/>
                      <a:pt x="3590" y="6018"/>
                    </a:cubicBezTo>
                    <a:cubicBezTo>
                      <a:pt x="3759" y="6018"/>
                      <a:pt x="3875" y="5864"/>
                      <a:pt x="3849" y="5674"/>
                    </a:cubicBezTo>
                    <a:cubicBezTo>
                      <a:pt x="3823" y="5485"/>
                      <a:pt x="3667" y="5334"/>
                      <a:pt x="3500" y="5334"/>
                    </a:cubicBezTo>
                    <a:close/>
                    <a:moveTo>
                      <a:pt x="4235" y="5334"/>
                    </a:moveTo>
                    <a:cubicBezTo>
                      <a:pt x="4068" y="5334"/>
                      <a:pt x="3954" y="5485"/>
                      <a:pt x="3980" y="5674"/>
                    </a:cubicBezTo>
                    <a:cubicBezTo>
                      <a:pt x="4006" y="5864"/>
                      <a:pt x="4164" y="6018"/>
                      <a:pt x="4333" y="6018"/>
                    </a:cubicBezTo>
                    <a:cubicBezTo>
                      <a:pt x="4502" y="6018"/>
                      <a:pt x="4616" y="5864"/>
                      <a:pt x="4588" y="5674"/>
                    </a:cubicBezTo>
                    <a:cubicBezTo>
                      <a:pt x="4560" y="5485"/>
                      <a:pt x="4402" y="5334"/>
                      <a:pt x="4235" y="5334"/>
                    </a:cubicBezTo>
                    <a:close/>
                    <a:moveTo>
                      <a:pt x="4983" y="5334"/>
                    </a:moveTo>
                    <a:cubicBezTo>
                      <a:pt x="4815" y="5334"/>
                      <a:pt x="4703" y="5485"/>
                      <a:pt x="4731" y="5674"/>
                    </a:cubicBezTo>
                    <a:cubicBezTo>
                      <a:pt x="4760" y="5864"/>
                      <a:pt x="4919" y="6018"/>
                      <a:pt x="5088" y="6018"/>
                    </a:cubicBezTo>
                    <a:cubicBezTo>
                      <a:pt x="5257" y="6018"/>
                      <a:pt x="5369" y="5864"/>
                      <a:pt x="5339" y="5674"/>
                    </a:cubicBezTo>
                    <a:cubicBezTo>
                      <a:pt x="5309" y="5485"/>
                      <a:pt x="5150" y="5334"/>
                      <a:pt x="4983" y="5334"/>
                    </a:cubicBezTo>
                    <a:close/>
                    <a:moveTo>
                      <a:pt x="5719" y="5334"/>
                    </a:moveTo>
                    <a:cubicBezTo>
                      <a:pt x="5552" y="5334"/>
                      <a:pt x="5441" y="5485"/>
                      <a:pt x="5471" y="5674"/>
                    </a:cubicBezTo>
                    <a:cubicBezTo>
                      <a:pt x="5502" y="5864"/>
                      <a:pt x="5663" y="6018"/>
                      <a:pt x="5832" y="6018"/>
                    </a:cubicBezTo>
                    <a:cubicBezTo>
                      <a:pt x="6000" y="6018"/>
                      <a:pt x="6111" y="5864"/>
                      <a:pt x="6079" y="5674"/>
                    </a:cubicBezTo>
                    <a:cubicBezTo>
                      <a:pt x="6047" y="5485"/>
                      <a:pt x="5886" y="5334"/>
                      <a:pt x="5719" y="5334"/>
                    </a:cubicBezTo>
                    <a:close/>
                    <a:moveTo>
                      <a:pt x="6467" y="5334"/>
                    </a:moveTo>
                    <a:cubicBezTo>
                      <a:pt x="6299" y="5334"/>
                      <a:pt x="6190" y="5485"/>
                      <a:pt x="6223" y="5674"/>
                    </a:cubicBezTo>
                    <a:cubicBezTo>
                      <a:pt x="6255" y="5864"/>
                      <a:pt x="6418" y="6018"/>
                      <a:pt x="6587" y="6018"/>
                    </a:cubicBezTo>
                    <a:cubicBezTo>
                      <a:pt x="6755" y="6018"/>
                      <a:pt x="6865" y="5864"/>
                      <a:pt x="6830" y="5674"/>
                    </a:cubicBezTo>
                    <a:cubicBezTo>
                      <a:pt x="6796" y="5485"/>
                      <a:pt x="6633" y="5334"/>
                      <a:pt x="6467" y="5334"/>
                    </a:cubicBezTo>
                    <a:close/>
                    <a:moveTo>
                      <a:pt x="7202" y="5334"/>
                    </a:moveTo>
                    <a:cubicBezTo>
                      <a:pt x="7036" y="5334"/>
                      <a:pt x="6927" y="5485"/>
                      <a:pt x="6962" y="5674"/>
                    </a:cubicBezTo>
                    <a:cubicBezTo>
                      <a:pt x="6997" y="5864"/>
                      <a:pt x="7162" y="6018"/>
                      <a:pt x="7330" y="6018"/>
                    </a:cubicBezTo>
                    <a:cubicBezTo>
                      <a:pt x="7499" y="6018"/>
                      <a:pt x="7606" y="5864"/>
                      <a:pt x="7570" y="5674"/>
                    </a:cubicBezTo>
                    <a:cubicBezTo>
                      <a:pt x="7534" y="5485"/>
                      <a:pt x="7370" y="5334"/>
                      <a:pt x="7202" y="5334"/>
                    </a:cubicBezTo>
                    <a:close/>
                    <a:moveTo>
                      <a:pt x="7938" y="5334"/>
                    </a:moveTo>
                    <a:cubicBezTo>
                      <a:pt x="7771" y="5334"/>
                      <a:pt x="7665" y="5485"/>
                      <a:pt x="7702" y="5674"/>
                    </a:cubicBezTo>
                    <a:cubicBezTo>
                      <a:pt x="7738" y="5864"/>
                      <a:pt x="7905" y="6018"/>
                      <a:pt x="8074" y="6018"/>
                    </a:cubicBezTo>
                    <a:cubicBezTo>
                      <a:pt x="8243" y="6018"/>
                      <a:pt x="8348" y="5864"/>
                      <a:pt x="8309" y="5674"/>
                    </a:cubicBezTo>
                    <a:cubicBezTo>
                      <a:pt x="8271" y="5485"/>
                      <a:pt x="8105" y="5334"/>
                      <a:pt x="7938" y="5334"/>
                    </a:cubicBezTo>
                    <a:close/>
                    <a:moveTo>
                      <a:pt x="8686" y="5334"/>
                    </a:moveTo>
                    <a:cubicBezTo>
                      <a:pt x="8520" y="5334"/>
                      <a:pt x="8415" y="5485"/>
                      <a:pt x="8453" y="5674"/>
                    </a:cubicBezTo>
                    <a:cubicBezTo>
                      <a:pt x="8492" y="5864"/>
                      <a:pt x="8661" y="6018"/>
                      <a:pt x="8829" y="6018"/>
                    </a:cubicBezTo>
                    <a:cubicBezTo>
                      <a:pt x="8998" y="6018"/>
                      <a:pt x="9101" y="5864"/>
                      <a:pt x="9061" y="5674"/>
                    </a:cubicBezTo>
                    <a:cubicBezTo>
                      <a:pt x="9021" y="5485"/>
                      <a:pt x="8853" y="5334"/>
                      <a:pt x="8686" y="5334"/>
                    </a:cubicBezTo>
                    <a:close/>
                    <a:moveTo>
                      <a:pt x="9422" y="5334"/>
                    </a:moveTo>
                    <a:cubicBezTo>
                      <a:pt x="9255" y="5334"/>
                      <a:pt x="9152" y="5485"/>
                      <a:pt x="9193" y="5674"/>
                    </a:cubicBezTo>
                    <a:cubicBezTo>
                      <a:pt x="9234" y="5864"/>
                      <a:pt x="9404" y="6018"/>
                      <a:pt x="9573" y="6018"/>
                    </a:cubicBezTo>
                    <a:cubicBezTo>
                      <a:pt x="9742" y="6018"/>
                      <a:pt x="9843" y="5864"/>
                      <a:pt x="9801" y="5674"/>
                    </a:cubicBezTo>
                    <a:cubicBezTo>
                      <a:pt x="9758" y="5485"/>
                      <a:pt x="9589" y="5334"/>
                      <a:pt x="9422" y="5334"/>
                    </a:cubicBezTo>
                    <a:close/>
                    <a:moveTo>
                      <a:pt x="10169" y="5334"/>
                    </a:moveTo>
                    <a:cubicBezTo>
                      <a:pt x="10003" y="5334"/>
                      <a:pt x="9902" y="5485"/>
                      <a:pt x="9945" y="5674"/>
                    </a:cubicBezTo>
                    <a:cubicBezTo>
                      <a:pt x="9988" y="5864"/>
                      <a:pt x="10160" y="6018"/>
                      <a:pt x="10328" y="6018"/>
                    </a:cubicBezTo>
                    <a:cubicBezTo>
                      <a:pt x="10497" y="6018"/>
                      <a:pt x="10597" y="5864"/>
                      <a:pt x="10552" y="5674"/>
                    </a:cubicBezTo>
                    <a:cubicBezTo>
                      <a:pt x="10508" y="5485"/>
                      <a:pt x="10337" y="5334"/>
                      <a:pt x="10169" y="5334"/>
                    </a:cubicBezTo>
                    <a:close/>
                    <a:moveTo>
                      <a:pt x="10906" y="5334"/>
                    </a:moveTo>
                    <a:cubicBezTo>
                      <a:pt x="10739" y="5334"/>
                      <a:pt x="10640" y="5485"/>
                      <a:pt x="10684" y="5674"/>
                    </a:cubicBezTo>
                    <a:cubicBezTo>
                      <a:pt x="10730" y="5864"/>
                      <a:pt x="10903" y="6018"/>
                      <a:pt x="11072" y="6018"/>
                    </a:cubicBezTo>
                    <a:cubicBezTo>
                      <a:pt x="11241" y="6018"/>
                      <a:pt x="11339" y="5864"/>
                      <a:pt x="11292" y="5674"/>
                    </a:cubicBezTo>
                    <a:cubicBezTo>
                      <a:pt x="11246" y="5485"/>
                      <a:pt x="11073" y="5334"/>
                      <a:pt x="10906" y="5334"/>
                    </a:cubicBezTo>
                    <a:close/>
                    <a:moveTo>
                      <a:pt x="11642" y="5334"/>
                    </a:moveTo>
                    <a:cubicBezTo>
                      <a:pt x="11475" y="5334"/>
                      <a:pt x="11378" y="5485"/>
                      <a:pt x="11425" y="5674"/>
                    </a:cubicBezTo>
                    <a:cubicBezTo>
                      <a:pt x="11472" y="5864"/>
                      <a:pt x="11646" y="6018"/>
                      <a:pt x="11816" y="6018"/>
                    </a:cubicBezTo>
                    <a:cubicBezTo>
                      <a:pt x="11984" y="6018"/>
                      <a:pt x="12081" y="5864"/>
                      <a:pt x="12032" y="5674"/>
                    </a:cubicBezTo>
                    <a:cubicBezTo>
                      <a:pt x="11984" y="5485"/>
                      <a:pt x="11809" y="5334"/>
                      <a:pt x="11642" y="5334"/>
                    </a:cubicBezTo>
                    <a:close/>
                    <a:moveTo>
                      <a:pt x="12390" y="5334"/>
                    </a:moveTo>
                    <a:cubicBezTo>
                      <a:pt x="12223" y="5334"/>
                      <a:pt x="12127" y="5485"/>
                      <a:pt x="12176" y="5674"/>
                    </a:cubicBezTo>
                    <a:cubicBezTo>
                      <a:pt x="12225" y="5864"/>
                      <a:pt x="12402" y="6018"/>
                      <a:pt x="12571" y="6018"/>
                    </a:cubicBezTo>
                    <a:cubicBezTo>
                      <a:pt x="12739" y="6018"/>
                      <a:pt x="12835" y="5864"/>
                      <a:pt x="12784" y="5674"/>
                    </a:cubicBezTo>
                    <a:cubicBezTo>
                      <a:pt x="12733" y="5485"/>
                      <a:pt x="12557" y="5334"/>
                      <a:pt x="12390" y="5334"/>
                    </a:cubicBezTo>
                    <a:close/>
                    <a:moveTo>
                      <a:pt x="13126" y="5334"/>
                    </a:moveTo>
                    <a:cubicBezTo>
                      <a:pt x="12959" y="5334"/>
                      <a:pt x="12865" y="5485"/>
                      <a:pt x="12916" y="5674"/>
                    </a:cubicBezTo>
                    <a:cubicBezTo>
                      <a:pt x="12968" y="5864"/>
                      <a:pt x="13146" y="6018"/>
                      <a:pt x="13315" y="6018"/>
                    </a:cubicBezTo>
                    <a:cubicBezTo>
                      <a:pt x="13483" y="6018"/>
                      <a:pt x="13577" y="5864"/>
                      <a:pt x="13524" y="5674"/>
                    </a:cubicBezTo>
                    <a:cubicBezTo>
                      <a:pt x="13471" y="5485"/>
                      <a:pt x="13293" y="5334"/>
                      <a:pt x="13126" y="5334"/>
                    </a:cubicBezTo>
                    <a:close/>
                    <a:moveTo>
                      <a:pt x="13874" y="5334"/>
                    </a:moveTo>
                    <a:cubicBezTo>
                      <a:pt x="13707" y="5334"/>
                      <a:pt x="13615" y="5485"/>
                      <a:pt x="13668" y="5674"/>
                    </a:cubicBezTo>
                    <a:cubicBezTo>
                      <a:pt x="13721" y="5864"/>
                      <a:pt x="13902" y="6018"/>
                      <a:pt x="14070" y="6018"/>
                    </a:cubicBezTo>
                    <a:cubicBezTo>
                      <a:pt x="14239" y="6018"/>
                      <a:pt x="14331" y="5864"/>
                      <a:pt x="14276" y="5674"/>
                    </a:cubicBezTo>
                    <a:cubicBezTo>
                      <a:pt x="14221" y="5485"/>
                      <a:pt x="14042" y="5334"/>
                      <a:pt x="13874" y="5334"/>
                    </a:cubicBezTo>
                    <a:close/>
                    <a:moveTo>
                      <a:pt x="14611" y="5334"/>
                    </a:moveTo>
                    <a:cubicBezTo>
                      <a:pt x="14443" y="5334"/>
                      <a:pt x="14353" y="5485"/>
                      <a:pt x="14408" y="5674"/>
                    </a:cubicBezTo>
                    <a:cubicBezTo>
                      <a:pt x="14464" y="5864"/>
                      <a:pt x="14645" y="6018"/>
                      <a:pt x="14814" y="6018"/>
                    </a:cubicBezTo>
                    <a:cubicBezTo>
                      <a:pt x="14983" y="6018"/>
                      <a:pt x="15073" y="5864"/>
                      <a:pt x="15016" y="5674"/>
                    </a:cubicBezTo>
                    <a:cubicBezTo>
                      <a:pt x="14959" y="5485"/>
                      <a:pt x="14778" y="5334"/>
                      <a:pt x="14611" y="5334"/>
                    </a:cubicBezTo>
                    <a:close/>
                    <a:moveTo>
                      <a:pt x="15347" y="5334"/>
                    </a:moveTo>
                    <a:cubicBezTo>
                      <a:pt x="15180" y="5334"/>
                      <a:pt x="15091" y="5485"/>
                      <a:pt x="15148" y="5674"/>
                    </a:cubicBezTo>
                    <a:cubicBezTo>
                      <a:pt x="15206" y="5864"/>
                      <a:pt x="15390" y="6018"/>
                      <a:pt x="15558" y="6018"/>
                    </a:cubicBezTo>
                    <a:cubicBezTo>
                      <a:pt x="15728" y="6018"/>
                      <a:pt x="15816" y="5864"/>
                      <a:pt x="15756" y="5674"/>
                    </a:cubicBezTo>
                    <a:cubicBezTo>
                      <a:pt x="15697" y="5485"/>
                      <a:pt x="15515" y="5334"/>
                      <a:pt x="15347" y="5334"/>
                    </a:cubicBezTo>
                    <a:close/>
                    <a:moveTo>
                      <a:pt x="2860" y="6184"/>
                    </a:moveTo>
                    <a:cubicBezTo>
                      <a:pt x="2691" y="6184"/>
                      <a:pt x="2573" y="6340"/>
                      <a:pt x="2595" y="6533"/>
                    </a:cubicBezTo>
                    <a:cubicBezTo>
                      <a:pt x="2618" y="6728"/>
                      <a:pt x="2774" y="6886"/>
                      <a:pt x="2945" y="6886"/>
                    </a:cubicBezTo>
                    <a:cubicBezTo>
                      <a:pt x="3116" y="6886"/>
                      <a:pt x="3235" y="6728"/>
                      <a:pt x="3210" y="6533"/>
                    </a:cubicBezTo>
                    <a:cubicBezTo>
                      <a:pt x="3186" y="6340"/>
                      <a:pt x="3029" y="6184"/>
                      <a:pt x="2860" y="6184"/>
                    </a:cubicBezTo>
                    <a:close/>
                    <a:moveTo>
                      <a:pt x="3608" y="6184"/>
                    </a:moveTo>
                    <a:cubicBezTo>
                      <a:pt x="3439" y="6184"/>
                      <a:pt x="3322" y="6340"/>
                      <a:pt x="3346" y="6533"/>
                    </a:cubicBezTo>
                    <a:cubicBezTo>
                      <a:pt x="3371" y="6728"/>
                      <a:pt x="3530" y="6886"/>
                      <a:pt x="3701" y="6886"/>
                    </a:cubicBezTo>
                    <a:cubicBezTo>
                      <a:pt x="3871" y="6886"/>
                      <a:pt x="3988" y="6728"/>
                      <a:pt x="3962" y="6533"/>
                    </a:cubicBezTo>
                    <a:cubicBezTo>
                      <a:pt x="3936" y="6340"/>
                      <a:pt x="3777" y="6184"/>
                      <a:pt x="3608" y="6184"/>
                    </a:cubicBezTo>
                    <a:close/>
                    <a:moveTo>
                      <a:pt x="4355" y="6184"/>
                    </a:moveTo>
                    <a:cubicBezTo>
                      <a:pt x="4186" y="6184"/>
                      <a:pt x="4071" y="6340"/>
                      <a:pt x="4098" y="6533"/>
                    </a:cubicBezTo>
                    <a:cubicBezTo>
                      <a:pt x="4125" y="6728"/>
                      <a:pt x="4285" y="6886"/>
                      <a:pt x="4456" y="6886"/>
                    </a:cubicBezTo>
                    <a:cubicBezTo>
                      <a:pt x="4626" y="6886"/>
                      <a:pt x="4741" y="6728"/>
                      <a:pt x="4713" y="6533"/>
                    </a:cubicBezTo>
                    <a:cubicBezTo>
                      <a:pt x="4684" y="6340"/>
                      <a:pt x="4524" y="6184"/>
                      <a:pt x="4355" y="6184"/>
                    </a:cubicBezTo>
                    <a:close/>
                    <a:moveTo>
                      <a:pt x="5115" y="6184"/>
                    </a:moveTo>
                    <a:cubicBezTo>
                      <a:pt x="4945" y="6184"/>
                      <a:pt x="4832" y="6340"/>
                      <a:pt x="4860" y="6533"/>
                    </a:cubicBezTo>
                    <a:cubicBezTo>
                      <a:pt x="4890" y="6728"/>
                      <a:pt x="5051" y="6886"/>
                      <a:pt x="5223" y="6886"/>
                    </a:cubicBezTo>
                    <a:cubicBezTo>
                      <a:pt x="5393" y="6886"/>
                      <a:pt x="5507" y="6728"/>
                      <a:pt x="5476" y="6533"/>
                    </a:cubicBezTo>
                    <a:cubicBezTo>
                      <a:pt x="5445" y="6340"/>
                      <a:pt x="5284" y="6184"/>
                      <a:pt x="5115" y="6184"/>
                    </a:cubicBezTo>
                    <a:close/>
                    <a:moveTo>
                      <a:pt x="5862" y="6184"/>
                    </a:moveTo>
                    <a:cubicBezTo>
                      <a:pt x="5693" y="6184"/>
                      <a:pt x="5581" y="6340"/>
                      <a:pt x="5612" y="6533"/>
                    </a:cubicBezTo>
                    <a:cubicBezTo>
                      <a:pt x="5643" y="6728"/>
                      <a:pt x="5807" y="6886"/>
                      <a:pt x="5978" y="6886"/>
                    </a:cubicBezTo>
                    <a:cubicBezTo>
                      <a:pt x="6149" y="6886"/>
                      <a:pt x="6260" y="6728"/>
                      <a:pt x="6227" y="6533"/>
                    </a:cubicBezTo>
                    <a:cubicBezTo>
                      <a:pt x="6195" y="6340"/>
                      <a:pt x="6031" y="6184"/>
                      <a:pt x="5862" y="6184"/>
                    </a:cubicBezTo>
                    <a:close/>
                    <a:moveTo>
                      <a:pt x="6610" y="6184"/>
                    </a:moveTo>
                    <a:cubicBezTo>
                      <a:pt x="6441" y="6184"/>
                      <a:pt x="6330" y="6340"/>
                      <a:pt x="6363" y="6533"/>
                    </a:cubicBezTo>
                    <a:cubicBezTo>
                      <a:pt x="6397" y="6728"/>
                      <a:pt x="6562" y="6886"/>
                      <a:pt x="6734" y="6886"/>
                    </a:cubicBezTo>
                    <a:cubicBezTo>
                      <a:pt x="6904" y="6886"/>
                      <a:pt x="7014" y="6728"/>
                      <a:pt x="6979" y="6533"/>
                    </a:cubicBezTo>
                    <a:cubicBezTo>
                      <a:pt x="6944" y="6340"/>
                      <a:pt x="6779" y="6184"/>
                      <a:pt x="6610" y="6184"/>
                    </a:cubicBezTo>
                    <a:close/>
                    <a:moveTo>
                      <a:pt x="7357" y="6184"/>
                    </a:moveTo>
                    <a:cubicBezTo>
                      <a:pt x="7189" y="6184"/>
                      <a:pt x="7079" y="6340"/>
                      <a:pt x="7115" y="6533"/>
                    </a:cubicBezTo>
                    <a:cubicBezTo>
                      <a:pt x="7150" y="6728"/>
                      <a:pt x="7318" y="6886"/>
                      <a:pt x="7489" y="6886"/>
                    </a:cubicBezTo>
                    <a:cubicBezTo>
                      <a:pt x="7660" y="6886"/>
                      <a:pt x="7768" y="6728"/>
                      <a:pt x="7731" y="6533"/>
                    </a:cubicBezTo>
                    <a:cubicBezTo>
                      <a:pt x="7693" y="6340"/>
                      <a:pt x="7527" y="6184"/>
                      <a:pt x="7357" y="6184"/>
                    </a:cubicBezTo>
                    <a:close/>
                    <a:moveTo>
                      <a:pt x="8105" y="6184"/>
                    </a:moveTo>
                    <a:cubicBezTo>
                      <a:pt x="7936" y="6184"/>
                      <a:pt x="7829" y="6340"/>
                      <a:pt x="7866" y="6533"/>
                    </a:cubicBezTo>
                    <a:cubicBezTo>
                      <a:pt x="7904" y="6728"/>
                      <a:pt x="8073" y="6886"/>
                      <a:pt x="8244" y="6886"/>
                    </a:cubicBezTo>
                    <a:cubicBezTo>
                      <a:pt x="8415" y="6886"/>
                      <a:pt x="8521" y="6728"/>
                      <a:pt x="8482" y="6533"/>
                    </a:cubicBezTo>
                    <a:cubicBezTo>
                      <a:pt x="8442" y="6340"/>
                      <a:pt x="8274" y="6184"/>
                      <a:pt x="8105" y="6184"/>
                    </a:cubicBezTo>
                    <a:close/>
                    <a:moveTo>
                      <a:pt x="8864" y="6184"/>
                    </a:moveTo>
                    <a:cubicBezTo>
                      <a:pt x="8696" y="6184"/>
                      <a:pt x="8590" y="6340"/>
                      <a:pt x="8630" y="6533"/>
                    </a:cubicBezTo>
                    <a:cubicBezTo>
                      <a:pt x="8669" y="6728"/>
                      <a:pt x="8841" y="6886"/>
                      <a:pt x="9011" y="6886"/>
                    </a:cubicBezTo>
                    <a:cubicBezTo>
                      <a:pt x="9182" y="6886"/>
                      <a:pt x="9287" y="6728"/>
                      <a:pt x="9245" y="6533"/>
                    </a:cubicBezTo>
                    <a:cubicBezTo>
                      <a:pt x="9204" y="6340"/>
                      <a:pt x="9034" y="6184"/>
                      <a:pt x="8864" y="6184"/>
                    </a:cubicBezTo>
                    <a:close/>
                    <a:moveTo>
                      <a:pt x="9612" y="6184"/>
                    </a:moveTo>
                    <a:cubicBezTo>
                      <a:pt x="9443" y="6184"/>
                      <a:pt x="9339" y="6340"/>
                      <a:pt x="9381" y="6533"/>
                    </a:cubicBezTo>
                    <a:cubicBezTo>
                      <a:pt x="9423" y="6728"/>
                      <a:pt x="9595" y="6886"/>
                      <a:pt x="9766" y="6886"/>
                    </a:cubicBezTo>
                    <a:cubicBezTo>
                      <a:pt x="9937" y="6886"/>
                      <a:pt x="10040" y="6728"/>
                      <a:pt x="9996" y="6533"/>
                    </a:cubicBezTo>
                    <a:cubicBezTo>
                      <a:pt x="9953" y="6340"/>
                      <a:pt x="9781" y="6184"/>
                      <a:pt x="9612" y="6184"/>
                    </a:cubicBezTo>
                    <a:close/>
                    <a:moveTo>
                      <a:pt x="10359" y="6184"/>
                    </a:moveTo>
                    <a:cubicBezTo>
                      <a:pt x="10191" y="6184"/>
                      <a:pt x="10089" y="6340"/>
                      <a:pt x="10133" y="6533"/>
                    </a:cubicBezTo>
                    <a:cubicBezTo>
                      <a:pt x="10177" y="6728"/>
                      <a:pt x="10351" y="6886"/>
                      <a:pt x="10522" y="6886"/>
                    </a:cubicBezTo>
                    <a:cubicBezTo>
                      <a:pt x="10693" y="6886"/>
                      <a:pt x="10794" y="6728"/>
                      <a:pt x="10748" y="6533"/>
                    </a:cubicBezTo>
                    <a:cubicBezTo>
                      <a:pt x="10702" y="6340"/>
                      <a:pt x="10529" y="6184"/>
                      <a:pt x="10359" y="6184"/>
                    </a:cubicBezTo>
                    <a:close/>
                    <a:moveTo>
                      <a:pt x="11107" y="6184"/>
                    </a:moveTo>
                    <a:cubicBezTo>
                      <a:pt x="10938" y="6184"/>
                      <a:pt x="10838" y="6340"/>
                      <a:pt x="10884" y="6533"/>
                    </a:cubicBezTo>
                    <a:cubicBezTo>
                      <a:pt x="10931" y="6728"/>
                      <a:pt x="11107" y="6886"/>
                      <a:pt x="11278" y="6886"/>
                    </a:cubicBezTo>
                    <a:cubicBezTo>
                      <a:pt x="11448" y="6886"/>
                      <a:pt x="11548" y="6728"/>
                      <a:pt x="11500" y="6533"/>
                    </a:cubicBezTo>
                    <a:cubicBezTo>
                      <a:pt x="11452" y="6340"/>
                      <a:pt x="11277" y="6184"/>
                      <a:pt x="11107" y="6184"/>
                    </a:cubicBezTo>
                    <a:close/>
                    <a:moveTo>
                      <a:pt x="11856" y="6184"/>
                    </a:moveTo>
                    <a:cubicBezTo>
                      <a:pt x="11686" y="6184"/>
                      <a:pt x="11588" y="6340"/>
                      <a:pt x="11636" y="6533"/>
                    </a:cubicBezTo>
                    <a:cubicBezTo>
                      <a:pt x="11685" y="6728"/>
                      <a:pt x="11862" y="6886"/>
                      <a:pt x="12033" y="6886"/>
                    </a:cubicBezTo>
                    <a:cubicBezTo>
                      <a:pt x="12204" y="6886"/>
                      <a:pt x="12302" y="6728"/>
                      <a:pt x="12251" y="6533"/>
                    </a:cubicBezTo>
                    <a:cubicBezTo>
                      <a:pt x="12201" y="6340"/>
                      <a:pt x="12024" y="6184"/>
                      <a:pt x="11856" y="6184"/>
                    </a:cubicBezTo>
                    <a:close/>
                    <a:moveTo>
                      <a:pt x="12615" y="6184"/>
                    </a:moveTo>
                    <a:cubicBezTo>
                      <a:pt x="12446" y="6184"/>
                      <a:pt x="12349" y="6340"/>
                      <a:pt x="12400" y="6533"/>
                    </a:cubicBezTo>
                    <a:cubicBezTo>
                      <a:pt x="12450" y="6728"/>
                      <a:pt x="12630" y="6886"/>
                      <a:pt x="12801" y="6886"/>
                    </a:cubicBezTo>
                    <a:cubicBezTo>
                      <a:pt x="12971" y="6886"/>
                      <a:pt x="13067" y="6728"/>
                      <a:pt x="13015" y="6533"/>
                    </a:cubicBezTo>
                    <a:cubicBezTo>
                      <a:pt x="12963" y="6340"/>
                      <a:pt x="12784" y="6184"/>
                      <a:pt x="12615" y="6184"/>
                    </a:cubicBezTo>
                    <a:close/>
                    <a:moveTo>
                      <a:pt x="13363" y="6184"/>
                    </a:moveTo>
                    <a:cubicBezTo>
                      <a:pt x="13194" y="6184"/>
                      <a:pt x="13099" y="6340"/>
                      <a:pt x="13151" y="6533"/>
                    </a:cubicBezTo>
                    <a:cubicBezTo>
                      <a:pt x="13204" y="6728"/>
                      <a:pt x="13385" y="6886"/>
                      <a:pt x="13556" y="6886"/>
                    </a:cubicBezTo>
                    <a:cubicBezTo>
                      <a:pt x="13727" y="6886"/>
                      <a:pt x="13821" y="6728"/>
                      <a:pt x="13767" y="6533"/>
                    </a:cubicBezTo>
                    <a:cubicBezTo>
                      <a:pt x="13713" y="6340"/>
                      <a:pt x="13532" y="6184"/>
                      <a:pt x="13363" y="6184"/>
                    </a:cubicBezTo>
                    <a:close/>
                    <a:moveTo>
                      <a:pt x="14111" y="6184"/>
                    </a:moveTo>
                    <a:cubicBezTo>
                      <a:pt x="13942" y="6184"/>
                      <a:pt x="13849" y="6340"/>
                      <a:pt x="13903" y="6533"/>
                    </a:cubicBezTo>
                    <a:cubicBezTo>
                      <a:pt x="13958" y="6728"/>
                      <a:pt x="14141" y="6886"/>
                      <a:pt x="14311" y="6886"/>
                    </a:cubicBezTo>
                    <a:cubicBezTo>
                      <a:pt x="14483" y="6886"/>
                      <a:pt x="14575" y="6728"/>
                      <a:pt x="14519" y="6533"/>
                    </a:cubicBezTo>
                    <a:cubicBezTo>
                      <a:pt x="14463" y="6340"/>
                      <a:pt x="14280" y="6184"/>
                      <a:pt x="14111" y="6184"/>
                    </a:cubicBezTo>
                    <a:close/>
                    <a:moveTo>
                      <a:pt x="14859" y="6184"/>
                    </a:moveTo>
                    <a:cubicBezTo>
                      <a:pt x="14689" y="6184"/>
                      <a:pt x="14599" y="6340"/>
                      <a:pt x="14655" y="6533"/>
                    </a:cubicBezTo>
                    <a:cubicBezTo>
                      <a:pt x="14712" y="6728"/>
                      <a:pt x="14896" y="6886"/>
                      <a:pt x="15068" y="6886"/>
                    </a:cubicBezTo>
                    <a:cubicBezTo>
                      <a:pt x="15239" y="6886"/>
                      <a:pt x="15329" y="6728"/>
                      <a:pt x="15270" y="6533"/>
                    </a:cubicBezTo>
                    <a:cubicBezTo>
                      <a:pt x="15212" y="6340"/>
                      <a:pt x="15028" y="6184"/>
                      <a:pt x="14859" y="6184"/>
                    </a:cubicBezTo>
                    <a:close/>
                    <a:moveTo>
                      <a:pt x="15607" y="6184"/>
                    </a:moveTo>
                    <a:cubicBezTo>
                      <a:pt x="15438" y="6184"/>
                      <a:pt x="15348" y="6340"/>
                      <a:pt x="15407" y="6533"/>
                    </a:cubicBezTo>
                    <a:cubicBezTo>
                      <a:pt x="15466" y="6728"/>
                      <a:pt x="15653" y="6886"/>
                      <a:pt x="15823" y="6886"/>
                    </a:cubicBezTo>
                    <a:cubicBezTo>
                      <a:pt x="15995" y="6886"/>
                      <a:pt x="16084" y="6728"/>
                      <a:pt x="16023" y="6533"/>
                    </a:cubicBezTo>
                    <a:cubicBezTo>
                      <a:pt x="15962" y="6340"/>
                      <a:pt x="15777" y="6184"/>
                      <a:pt x="15607" y="6184"/>
                    </a:cubicBezTo>
                    <a:close/>
                    <a:moveTo>
                      <a:pt x="2957" y="7035"/>
                    </a:moveTo>
                    <a:cubicBezTo>
                      <a:pt x="2786" y="7035"/>
                      <a:pt x="2666" y="7195"/>
                      <a:pt x="2689" y="7393"/>
                    </a:cubicBezTo>
                    <a:cubicBezTo>
                      <a:pt x="2712" y="7593"/>
                      <a:pt x="2871" y="7754"/>
                      <a:pt x="3044" y="7754"/>
                    </a:cubicBezTo>
                    <a:cubicBezTo>
                      <a:pt x="3217" y="7754"/>
                      <a:pt x="3337" y="7593"/>
                      <a:pt x="3312" y="7393"/>
                    </a:cubicBezTo>
                    <a:cubicBezTo>
                      <a:pt x="3287" y="7195"/>
                      <a:pt x="3128" y="7035"/>
                      <a:pt x="2957" y="7035"/>
                    </a:cubicBezTo>
                    <a:close/>
                    <a:moveTo>
                      <a:pt x="3717" y="7035"/>
                    </a:moveTo>
                    <a:cubicBezTo>
                      <a:pt x="3545" y="7035"/>
                      <a:pt x="3427" y="7195"/>
                      <a:pt x="3452" y="7393"/>
                    </a:cubicBezTo>
                    <a:cubicBezTo>
                      <a:pt x="3477" y="7593"/>
                      <a:pt x="3639" y="7754"/>
                      <a:pt x="3812" y="7754"/>
                    </a:cubicBezTo>
                    <a:cubicBezTo>
                      <a:pt x="3985" y="7754"/>
                      <a:pt x="4103" y="7593"/>
                      <a:pt x="4075" y="7393"/>
                    </a:cubicBezTo>
                    <a:cubicBezTo>
                      <a:pt x="4048" y="7195"/>
                      <a:pt x="3888" y="7035"/>
                      <a:pt x="3717" y="7035"/>
                    </a:cubicBezTo>
                    <a:close/>
                    <a:moveTo>
                      <a:pt x="4487" y="7035"/>
                    </a:moveTo>
                    <a:cubicBezTo>
                      <a:pt x="4315" y="7035"/>
                      <a:pt x="4199" y="7195"/>
                      <a:pt x="4227" y="7393"/>
                    </a:cubicBezTo>
                    <a:cubicBezTo>
                      <a:pt x="4254" y="7593"/>
                      <a:pt x="4417" y="7754"/>
                      <a:pt x="4590" y="7754"/>
                    </a:cubicBezTo>
                    <a:cubicBezTo>
                      <a:pt x="4763" y="7754"/>
                      <a:pt x="4879" y="7593"/>
                      <a:pt x="4850" y="7393"/>
                    </a:cubicBezTo>
                    <a:cubicBezTo>
                      <a:pt x="4821" y="7195"/>
                      <a:pt x="4658" y="7035"/>
                      <a:pt x="4487" y="7035"/>
                    </a:cubicBezTo>
                    <a:close/>
                    <a:moveTo>
                      <a:pt x="5246" y="7035"/>
                    </a:moveTo>
                    <a:cubicBezTo>
                      <a:pt x="5075" y="7035"/>
                      <a:pt x="4960" y="7195"/>
                      <a:pt x="4990" y="7393"/>
                    </a:cubicBezTo>
                    <a:cubicBezTo>
                      <a:pt x="5020" y="7593"/>
                      <a:pt x="5184" y="7754"/>
                      <a:pt x="5357" y="7754"/>
                    </a:cubicBezTo>
                    <a:cubicBezTo>
                      <a:pt x="5530" y="7754"/>
                      <a:pt x="5645" y="7593"/>
                      <a:pt x="5613" y="7393"/>
                    </a:cubicBezTo>
                    <a:cubicBezTo>
                      <a:pt x="5582" y="7195"/>
                      <a:pt x="5418" y="7035"/>
                      <a:pt x="5246" y="7035"/>
                    </a:cubicBezTo>
                    <a:close/>
                    <a:moveTo>
                      <a:pt x="6006" y="7035"/>
                    </a:moveTo>
                    <a:cubicBezTo>
                      <a:pt x="5834" y="7035"/>
                      <a:pt x="5721" y="7195"/>
                      <a:pt x="5753" y="7393"/>
                    </a:cubicBezTo>
                    <a:cubicBezTo>
                      <a:pt x="5785" y="7593"/>
                      <a:pt x="5951" y="7754"/>
                      <a:pt x="6124" y="7754"/>
                    </a:cubicBezTo>
                    <a:cubicBezTo>
                      <a:pt x="6297" y="7754"/>
                      <a:pt x="6410" y="7593"/>
                      <a:pt x="6376" y="7393"/>
                    </a:cubicBezTo>
                    <a:cubicBezTo>
                      <a:pt x="6343" y="7195"/>
                      <a:pt x="6177" y="7035"/>
                      <a:pt x="6006" y="7035"/>
                    </a:cubicBezTo>
                    <a:close/>
                    <a:moveTo>
                      <a:pt x="6765" y="7035"/>
                    </a:moveTo>
                    <a:cubicBezTo>
                      <a:pt x="6594" y="7035"/>
                      <a:pt x="6482" y="7195"/>
                      <a:pt x="6516" y="7393"/>
                    </a:cubicBezTo>
                    <a:cubicBezTo>
                      <a:pt x="6550" y="7593"/>
                      <a:pt x="6718" y="7754"/>
                      <a:pt x="6891" y="7754"/>
                    </a:cubicBezTo>
                    <a:cubicBezTo>
                      <a:pt x="7064" y="7754"/>
                      <a:pt x="7175" y="7593"/>
                      <a:pt x="7139" y="7393"/>
                    </a:cubicBezTo>
                    <a:cubicBezTo>
                      <a:pt x="7103" y="7195"/>
                      <a:pt x="6936" y="7035"/>
                      <a:pt x="6765" y="7035"/>
                    </a:cubicBezTo>
                    <a:close/>
                    <a:moveTo>
                      <a:pt x="7524" y="7035"/>
                    </a:moveTo>
                    <a:cubicBezTo>
                      <a:pt x="7353" y="7035"/>
                      <a:pt x="7243" y="7195"/>
                      <a:pt x="7279" y="7393"/>
                    </a:cubicBezTo>
                    <a:cubicBezTo>
                      <a:pt x="7316" y="7593"/>
                      <a:pt x="7486" y="7754"/>
                      <a:pt x="7659" y="7754"/>
                    </a:cubicBezTo>
                    <a:cubicBezTo>
                      <a:pt x="7832" y="7754"/>
                      <a:pt x="7941" y="7593"/>
                      <a:pt x="7903" y="7393"/>
                    </a:cubicBezTo>
                    <a:cubicBezTo>
                      <a:pt x="7865" y="7195"/>
                      <a:pt x="7696" y="7035"/>
                      <a:pt x="7524" y="7035"/>
                    </a:cubicBezTo>
                    <a:close/>
                    <a:moveTo>
                      <a:pt x="8284" y="7035"/>
                    </a:moveTo>
                    <a:cubicBezTo>
                      <a:pt x="8112" y="7035"/>
                      <a:pt x="8004" y="7195"/>
                      <a:pt x="8042" y="7393"/>
                    </a:cubicBezTo>
                    <a:cubicBezTo>
                      <a:pt x="8081" y="7593"/>
                      <a:pt x="8253" y="7754"/>
                      <a:pt x="8426" y="7754"/>
                    </a:cubicBezTo>
                    <a:cubicBezTo>
                      <a:pt x="8599" y="7754"/>
                      <a:pt x="8706" y="7593"/>
                      <a:pt x="8666" y="7393"/>
                    </a:cubicBezTo>
                    <a:cubicBezTo>
                      <a:pt x="8625" y="7195"/>
                      <a:pt x="8455" y="7035"/>
                      <a:pt x="8284" y="7035"/>
                    </a:cubicBezTo>
                    <a:close/>
                    <a:moveTo>
                      <a:pt x="9042" y="7035"/>
                    </a:moveTo>
                    <a:cubicBezTo>
                      <a:pt x="8872" y="7035"/>
                      <a:pt x="8765" y="7195"/>
                      <a:pt x="8806" y="7393"/>
                    </a:cubicBezTo>
                    <a:cubicBezTo>
                      <a:pt x="8847" y="7593"/>
                      <a:pt x="9020" y="7754"/>
                      <a:pt x="9193" y="7754"/>
                    </a:cubicBezTo>
                    <a:cubicBezTo>
                      <a:pt x="9366" y="7754"/>
                      <a:pt x="9471" y="7593"/>
                      <a:pt x="9429" y="7393"/>
                    </a:cubicBezTo>
                    <a:cubicBezTo>
                      <a:pt x="9386" y="7195"/>
                      <a:pt x="9214" y="7035"/>
                      <a:pt x="9042" y="7035"/>
                    </a:cubicBezTo>
                    <a:close/>
                    <a:moveTo>
                      <a:pt x="9802" y="7035"/>
                    </a:moveTo>
                    <a:cubicBezTo>
                      <a:pt x="9631" y="7035"/>
                      <a:pt x="9526" y="7195"/>
                      <a:pt x="9569" y="7393"/>
                    </a:cubicBezTo>
                    <a:cubicBezTo>
                      <a:pt x="9612" y="7593"/>
                      <a:pt x="9787" y="7754"/>
                      <a:pt x="9960" y="7754"/>
                    </a:cubicBezTo>
                    <a:cubicBezTo>
                      <a:pt x="10134" y="7754"/>
                      <a:pt x="10237" y="7593"/>
                      <a:pt x="10192" y="7393"/>
                    </a:cubicBezTo>
                    <a:cubicBezTo>
                      <a:pt x="10148" y="7195"/>
                      <a:pt x="9973" y="7035"/>
                      <a:pt x="9802" y="7035"/>
                    </a:cubicBezTo>
                    <a:close/>
                    <a:moveTo>
                      <a:pt x="10561" y="7035"/>
                    </a:moveTo>
                    <a:cubicBezTo>
                      <a:pt x="10390" y="7035"/>
                      <a:pt x="10288" y="7195"/>
                      <a:pt x="10333" y="7393"/>
                    </a:cubicBezTo>
                    <a:cubicBezTo>
                      <a:pt x="10378" y="7593"/>
                      <a:pt x="10555" y="7754"/>
                      <a:pt x="10727" y="7754"/>
                    </a:cubicBezTo>
                    <a:cubicBezTo>
                      <a:pt x="10901" y="7754"/>
                      <a:pt x="11002" y="7593"/>
                      <a:pt x="10955" y="7393"/>
                    </a:cubicBezTo>
                    <a:cubicBezTo>
                      <a:pt x="10909" y="7195"/>
                      <a:pt x="10732" y="7035"/>
                      <a:pt x="10561" y="7035"/>
                    </a:cubicBezTo>
                    <a:close/>
                    <a:moveTo>
                      <a:pt x="11321" y="7035"/>
                    </a:moveTo>
                    <a:cubicBezTo>
                      <a:pt x="11149" y="7035"/>
                      <a:pt x="11049" y="7195"/>
                      <a:pt x="11096" y="7393"/>
                    </a:cubicBezTo>
                    <a:cubicBezTo>
                      <a:pt x="11144" y="7593"/>
                      <a:pt x="11322" y="7754"/>
                      <a:pt x="11495" y="7754"/>
                    </a:cubicBezTo>
                    <a:cubicBezTo>
                      <a:pt x="11668" y="7754"/>
                      <a:pt x="11768" y="7593"/>
                      <a:pt x="11719" y="7393"/>
                    </a:cubicBezTo>
                    <a:cubicBezTo>
                      <a:pt x="11670" y="7195"/>
                      <a:pt x="11492" y="7035"/>
                      <a:pt x="11321" y="7035"/>
                    </a:cubicBezTo>
                    <a:close/>
                    <a:moveTo>
                      <a:pt x="12080" y="7035"/>
                    </a:moveTo>
                    <a:cubicBezTo>
                      <a:pt x="11909" y="7035"/>
                      <a:pt x="11810" y="7195"/>
                      <a:pt x="11860" y="7393"/>
                    </a:cubicBezTo>
                    <a:cubicBezTo>
                      <a:pt x="11909" y="7593"/>
                      <a:pt x="12089" y="7754"/>
                      <a:pt x="12263" y="7754"/>
                    </a:cubicBezTo>
                    <a:cubicBezTo>
                      <a:pt x="12435" y="7754"/>
                      <a:pt x="12534" y="7593"/>
                      <a:pt x="12483" y="7393"/>
                    </a:cubicBezTo>
                    <a:cubicBezTo>
                      <a:pt x="12432" y="7195"/>
                      <a:pt x="12251" y="7035"/>
                      <a:pt x="12080" y="7035"/>
                    </a:cubicBezTo>
                    <a:close/>
                    <a:moveTo>
                      <a:pt x="12840" y="7035"/>
                    </a:moveTo>
                    <a:cubicBezTo>
                      <a:pt x="12668" y="7035"/>
                      <a:pt x="12572" y="7195"/>
                      <a:pt x="12623" y="7393"/>
                    </a:cubicBezTo>
                    <a:cubicBezTo>
                      <a:pt x="12675" y="7593"/>
                      <a:pt x="12857" y="7754"/>
                      <a:pt x="13030" y="7754"/>
                    </a:cubicBezTo>
                    <a:cubicBezTo>
                      <a:pt x="13203" y="7754"/>
                      <a:pt x="13300" y="7593"/>
                      <a:pt x="13246" y="7393"/>
                    </a:cubicBezTo>
                    <a:cubicBezTo>
                      <a:pt x="13193" y="7195"/>
                      <a:pt x="13011" y="7035"/>
                      <a:pt x="12840" y="7035"/>
                    </a:cubicBezTo>
                    <a:close/>
                    <a:moveTo>
                      <a:pt x="13600" y="7035"/>
                    </a:moveTo>
                    <a:cubicBezTo>
                      <a:pt x="13428" y="7035"/>
                      <a:pt x="13333" y="7195"/>
                      <a:pt x="13387" y="7393"/>
                    </a:cubicBezTo>
                    <a:cubicBezTo>
                      <a:pt x="13441" y="7593"/>
                      <a:pt x="13625" y="7754"/>
                      <a:pt x="13798" y="7754"/>
                    </a:cubicBezTo>
                    <a:cubicBezTo>
                      <a:pt x="13971" y="7754"/>
                      <a:pt x="14066" y="7593"/>
                      <a:pt x="14010" y="7393"/>
                    </a:cubicBezTo>
                    <a:cubicBezTo>
                      <a:pt x="13954" y="7195"/>
                      <a:pt x="13771" y="7035"/>
                      <a:pt x="13600" y="7035"/>
                    </a:cubicBezTo>
                    <a:close/>
                    <a:moveTo>
                      <a:pt x="14359" y="7035"/>
                    </a:moveTo>
                    <a:cubicBezTo>
                      <a:pt x="14188" y="7035"/>
                      <a:pt x="14094" y="7195"/>
                      <a:pt x="14150" y="7393"/>
                    </a:cubicBezTo>
                    <a:cubicBezTo>
                      <a:pt x="14206" y="7593"/>
                      <a:pt x="14392" y="7754"/>
                      <a:pt x="14565" y="7754"/>
                    </a:cubicBezTo>
                    <a:cubicBezTo>
                      <a:pt x="14738" y="7754"/>
                      <a:pt x="14831" y="7593"/>
                      <a:pt x="14773" y="7393"/>
                    </a:cubicBezTo>
                    <a:cubicBezTo>
                      <a:pt x="14716" y="7195"/>
                      <a:pt x="14530" y="7035"/>
                      <a:pt x="14359" y="7035"/>
                    </a:cubicBezTo>
                    <a:close/>
                    <a:moveTo>
                      <a:pt x="15878" y="7035"/>
                    </a:moveTo>
                    <a:cubicBezTo>
                      <a:pt x="15707" y="7035"/>
                      <a:pt x="15617" y="7195"/>
                      <a:pt x="15678" y="7393"/>
                    </a:cubicBezTo>
                    <a:cubicBezTo>
                      <a:pt x="15738" y="7593"/>
                      <a:pt x="15928" y="7754"/>
                      <a:pt x="16101" y="7754"/>
                    </a:cubicBezTo>
                    <a:cubicBezTo>
                      <a:pt x="16274" y="7754"/>
                      <a:pt x="16363" y="7593"/>
                      <a:pt x="16301" y="7393"/>
                    </a:cubicBezTo>
                    <a:cubicBezTo>
                      <a:pt x="16239" y="7195"/>
                      <a:pt x="16050" y="7035"/>
                      <a:pt x="15878" y="7035"/>
                    </a:cubicBezTo>
                    <a:close/>
                    <a:moveTo>
                      <a:pt x="3066" y="7907"/>
                    </a:moveTo>
                    <a:cubicBezTo>
                      <a:pt x="2892" y="7907"/>
                      <a:pt x="2771" y="8071"/>
                      <a:pt x="2795" y="8275"/>
                    </a:cubicBezTo>
                    <a:cubicBezTo>
                      <a:pt x="2818" y="8479"/>
                      <a:pt x="2980" y="8646"/>
                      <a:pt x="3155" y="8646"/>
                    </a:cubicBezTo>
                    <a:cubicBezTo>
                      <a:pt x="3330" y="8646"/>
                      <a:pt x="3451" y="8479"/>
                      <a:pt x="3426" y="8275"/>
                    </a:cubicBezTo>
                    <a:cubicBezTo>
                      <a:pt x="3400" y="8071"/>
                      <a:pt x="3239" y="7907"/>
                      <a:pt x="3066" y="7907"/>
                    </a:cubicBezTo>
                    <a:close/>
                    <a:moveTo>
                      <a:pt x="3837" y="7907"/>
                    </a:moveTo>
                    <a:cubicBezTo>
                      <a:pt x="3663" y="7907"/>
                      <a:pt x="3544" y="8071"/>
                      <a:pt x="3570" y="8275"/>
                    </a:cubicBezTo>
                    <a:cubicBezTo>
                      <a:pt x="3595" y="8479"/>
                      <a:pt x="3759" y="8646"/>
                      <a:pt x="3934" y="8646"/>
                    </a:cubicBezTo>
                    <a:cubicBezTo>
                      <a:pt x="4109" y="8646"/>
                      <a:pt x="4229" y="8479"/>
                      <a:pt x="4201" y="8275"/>
                    </a:cubicBezTo>
                    <a:cubicBezTo>
                      <a:pt x="4173" y="8071"/>
                      <a:pt x="4010" y="7907"/>
                      <a:pt x="3837" y="7907"/>
                    </a:cubicBezTo>
                    <a:close/>
                    <a:moveTo>
                      <a:pt x="4607" y="7907"/>
                    </a:moveTo>
                    <a:cubicBezTo>
                      <a:pt x="4433" y="7907"/>
                      <a:pt x="4316" y="8071"/>
                      <a:pt x="4344" y="8275"/>
                    </a:cubicBezTo>
                    <a:cubicBezTo>
                      <a:pt x="4372" y="8479"/>
                      <a:pt x="4537" y="8646"/>
                      <a:pt x="4713" y="8646"/>
                    </a:cubicBezTo>
                    <a:cubicBezTo>
                      <a:pt x="4888" y="8646"/>
                      <a:pt x="5005" y="8479"/>
                      <a:pt x="4975" y="8275"/>
                    </a:cubicBezTo>
                    <a:cubicBezTo>
                      <a:pt x="4945" y="8071"/>
                      <a:pt x="4780" y="7907"/>
                      <a:pt x="4607" y="7907"/>
                    </a:cubicBezTo>
                    <a:close/>
                    <a:moveTo>
                      <a:pt x="5378" y="7907"/>
                    </a:moveTo>
                    <a:cubicBezTo>
                      <a:pt x="5204" y="7907"/>
                      <a:pt x="5088" y="8071"/>
                      <a:pt x="5119" y="8275"/>
                    </a:cubicBezTo>
                    <a:cubicBezTo>
                      <a:pt x="5149" y="8479"/>
                      <a:pt x="5316" y="8646"/>
                      <a:pt x="5492" y="8646"/>
                    </a:cubicBezTo>
                    <a:cubicBezTo>
                      <a:pt x="5667" y="8646"/>
                      <a:pt x="5783" y="8479"/>
                      <a:pt x="5750" y="8275"/>
                    </a:cubicBezTo>
                    <a:cubicBezTo>
                      <a:pt x="5718" y="8071"/>
                      <a:pt x="5551" y="7907"/>
                      <a:pt x="5378" y="7907"/>
                    </a:cubicBezTo>
                    <a:close/>
                    <a:moveTo>
                      <a:pt x="6149" y="7907"/>
                    </a:moveTo>
                    <a:cubicBezTo>
                      <a:pt x="5975" y="7907"/>
                      <a:pt x="5861" y="8071"/>
                      <a:pt x="5894" y="8275"/>
                    </a:cubicBezTo>
                    <a:cubicBezTo>
                      <a:pt x="5927" y="8479"/>
                      <a:pt x="6095" y="8646"/>
                      <a:pt x="6271" y="8646"/>
                    </a:cubicBezTo>
                    <a:cubicBezTo>
                      <a:pt x="6446" y="8646"/>
                      <a:pt x="6560" y="8479"/>
                      <a:pt x="6525" y="8275"/>
                    </a:cubicBezTo>
                    <a:cubicBezTo>
                      <a:pt x="6491" y="8071"/>
                      <a:pt x="6323" y="7907"/>
                      <a:pt x="6149" y="7907"/>
                    </a:cubicBezTo>
                    <a:close/>
                    <a:moveTo>
                      <a:pt x="6920" y="7907"/>
                    </a:moveTo>
                    <a:cubicBezTo>
                      <a:pt x="6746" y="7907"/>
                      <a:pt x="6634" y="8071"/>
                      <a:pt x="6669" y="8275"/>
                    </a:cubicBezTo>
                    <a:cubicBezTo>
                      <a:pt x="6704" y="8479"/>
                      <a:pt x="6874" y="8646"/>
                      <a:pt x="7050" y="8646"/>
                    </a:cubicBezTo>
                    <a:cubicBezTo>
                      <a:pt x="7225" y="8646"/>
                      <a:pt x="7337" y="8479"/>
                      <a:pt x="7300" y="8275"/>
                    </a:cubicBezTo>
                    <a:cubicBezTo>
                      <a:pt x="7263" y="8071"/>
                      <a:pt x="7093" y="7907"/>
                      <a:pt x="6920" y="7907"/>
                    </a:cubicBezTo>
                    <a:close/>
                    <a:moveTo>
                      <a:pt x="7691" y="7907"/>
                    </a:moveTo>
                    <a:cubicBezTo>
                      <a:pt x="7518" y="7907"/>
                      <a:pt x="7407" y="8071"/>
                      <a:pt x="7444" y="8275"/>
                    </a:cubicBezTo>
                    <a:cubicBezTo>
                      <a:pt x="7481" y="8479"/>
                      <a:pt x="7654" y="8646"/>
                      <a:pt x="7829" y="8646"/>
                    </a:cubicBezTo>
                    <a:cubicBezTo>
                      <a:pt x="8004" y="8646"/>
                      <a:pt x="8114" y="8479"/>
                      <a:pt x="8075" y="8275"/>
                    </a:cubicBezTo>
                    <a:cubicBezTo>
                      <a:pt x="8036" y="8071"/>
                      <a:pt x="7865" y="7907"/>
                      <a:pt x="7691" y="7907"/>
                    </a:cubicBezTo>
                    <a:close/>
                    <a:moveTo>
                      <a:pt x="8450" y="7907"/>
                    </a:moveTo>
                    <a:cubicBezTo>
                      <a:pt x="8277" y="7907"/>
                      <a:pt x="8168" y="8071"/>
                      <a:pt x="8207" y="8275"/>
                    </a:cubicBezTo>
                    <a:cubicBezTo>
                      <a:pt x="8247" y="8479"/>
                      <a:pt x="8421" y="8646"/>
                      <a:pt x="8597" y="8646"/>
                    </a:cubicBezTo>
                    <a:cubicBezTo>
                      <a:pt x="8772" y="8646"/>
                      <a:pt x="8880" y="8479"/>
                      <a:pt x="8838" y="8275"/>
                    </a:cubicBezTo>
                    <a:cubicBezTo>
                      <a:pt x="8797" y="8071"/>
                      <a:pt x="8623" y="7907"/>
                      <a:pt x="8450" y="7907"/>
                    </a:cubicBezTo>
                    <a:close/>
                    <a:moveTo>
                      <a:pt x="9221" y="7907"/>
                    </a:moveTo>
                    <a:cubicBezTo>
                      <a:pt x="9048" y="7907"/>
                      <a:pt x="8940" y="8071"/>
                      <a:pt x="8982" y="8275"/>
                    </a:cubicBezTo>
                    <a:cubicBezTo>
                      <a:pt x="9024" y="8479"/>
                      <a:pt x="9200" y="8646"/>
                      <a:pt x="9375" y="8646"/>
                    </a:cubicBezTo>
                    <a:cubicBezTo>
                      <a:pt x="9551" y="8646"/>
                      <a:pt x="9657" y="8479"/>
                      <a:pt x="9613" y="8275"/>
                    </a:cubicBezTo>
                    <a:cubicBezTo>
                      <a:pt x="9570" y="8071"/>
                      <a:pt x="9394" y="7907"/>
                      <a:pt x="9221" y="7907"/>
                    </a:cubicBezTo>
                    <a:close/>
                    <a:moveTo>
                      <a:pt x="9992" y="7907"/>
                    </a:moveTo>
                    <a:cubicBezTo>
                      <a:pt x="9818" y="7907"/>
                      <a:pt x="9713" y="8071"/>
                      <a:pt x="9757" y="8275"/>
                    </a:cubicBezTo>
                    <a:cubicBezTo>
                      <a:pt x="9801" y="8479"/>
                      <a:pt x="9979" y="8646"/>
                      <a:pt x="10154" y="8646"/>
                    </a:cubicBezTo>
                    <a:cubicBezTo>
                      <a:pt x="10330" y="8646"/>
                      <a:pt x="10434" y="8479"/>
                      <a:pt x="10388" y="8275"/>
                    </a:cubicBezTo>
                    <a:cubicBezTo>
                      <a:pt x="10343" y="8071"/>
                      <a:pt x="10165" y="7907"/>
                      <a:pt x="9992" y="7907"/>
                    </a:cubicBezTo>
                    <a:close/>
                    <a:moveTo>
                      <a:pt x="10763" y="7907"/>
                    </a:moveTo>
                    <a:cubicBezTo>
                      <a:pt x="10589" y="7907"/>
                      <a:pt x="10486" y="8071"/>
                      <a:pt x="10532" y="8275"/>
                    </a:cubicBezTo>
                    <a:cubicBezTo>
                      <a:pt x="10579" y="8479"/>
                      <a:pt x="10758" y="8646"/>
                      <a:pt x="10933" y="8646"/>
                    </a:cubicBezTo>
                    <a:cubicBezTo>
                      <a:pt x="11109" y="8646"/>
                      <a:pt x="11211" y="8479"/>
                      <a:pt x="11163" y="8275"/>
                    </a:cubicBezTo>
                    <a:cubicBezTo>
                      <a:pt x="11115" y="8071"/>
                      <a:pt x="10936" y="7907"/>
                      <a:pt x="10763" y="7907"/>
                    </a:cubicBezTo>
                    <a:close/>
                    <a:moveTo>
                      <a:pt x="11534" y="7907"/>
                    </a:moveTo>
                    <a:cubicBezTo>
                      <a:pt x="11361" y="7907"/>
                      <a:pt x="11259" y="8071"/>
                      <a:pt x="11308" y="8275"/>
                    </a:cubicBezTo>
                    <a:cubicBezTo>
                      <a:pt x="11356" y="8479"/>
                      <a:pt x="11538" y="8646"/>
                      <a:pt x="11713" y="8646"/>
                    </a:cubicBezTo>
                    <a:cubicBezTo>
                      <a:pt x="11888" y="8646"/>
                      <a:pt x="11989" y="8479"/>
                      <a:pt x="11938" y="8275"/>
                    </a:cubicBezTo>
                    <a:cubicBezTo>
                      <a:pt x="11888" y="8071"/>
                      <a:pt x="11708" y="7907"/>
                      <a:pt x="11534" y="7907"/>
                    </a:cubicBezTo>
                    <a:close/>
                    <a:moveTo>
                      <a:pt x="12305" y="7907"/>
                    </a:moveTo>
                    <a:cubicBezTo>
                      <a:pt x="12131" y="7907"/>
                      <a:pt x="12032" y="8071"/>
                      <a:pt x="12083" y="8275"/>
                    </a:cubicBezTo>
                    <a:cubicBezTo>
                      <a:pt x="12134" y="8479"/>
                      <a:pt x="12317" y="8646"/>
                      <a:pt x="12493" y="8646"/>
                    </a:cubicBezTo>
                    <a:cubicBezTo>
                      <a:pt x="12668" y="8646"/>
                      <a:pt x="12767" y="8479"/>
                      <a:pt x="12714" y="8275"/>
                    </a:cubicBezTo>
                    <a:cubicBezTo>
                      <a:pt x="12662" y="8071"/>
                      <a:pt x="12478" y="7907"/>
                      <a:pt x="12305" y="7907"/>
                    </a:cubicBezTo>
                    <a:close/>
                    <a:moveTo>
                      <a:pt x="13836" y="7907"/>
                    </a:moveTo>
                    <a:cubicBezTo>
                      <a:pt x="13663" y="7907"/>
                      <a:pt x="13567" y="8071"/>
                      <a:pt x="13622" y="8275"/>
                    </a:cubicBezTo>
                    <a:cubicBezTo>
                      <a:pt x="13677" y="8479"/>
                      <a:pt x="13864" y="8646"/>
                      <a:pt x="14040" y="8646"/>
                    </a:cubicBezTo>
                    <a:cubicBezTo>
                      <a:pt x="14215" y="8646"/>
                      <a:pt x="14310" y="8479"/>
                      <a:pt x="14253" y="8275"/>
                    </a:cubicBezTo>
                    <a:cubicBezTo>
                      <a:pt x="14196" y="8071"/>
                      <a:pt x="14010" y="7907"/>
                      <a:pt x="13836" y="7907"/>
                    </a:cubicBezTo>
                    <a:close/>
                    <a:moveTo>
                      <a:pt x="16150" y="7907"/>
                    </a:moveTo>
                    <a:cubicBezTo>
                      <a:pt x="15977" y="7907"/>
                      <a:pt x="15886" y="8071"/>
                      <a:pt x="15948" y="8275"/>
                    </a:cubicBezTo>
                    <a:cubicBezTo>
                      <a:pt x="16010" y="8479"/>
                      <a:pt x="16203" y="8646"/>
                      <a:pt x="16378" y="8646"/>
                    </a:cubicBezTo>
                    <a:cubicBezTo>
                      <a:pt x="16554" y="8646"/>
                      <a:pt x="16644" y="8479"/>
                      <a:pt x="16580" y="8275"/>
                    </a:cubicBezTo>
                    <a:cubicBezTo>
                      <a:pt x="16516" y="8071"/>
                      <a:pt x="16324" y="7907"/>
                      <a:pt x="16150" y="7907"/>
                    </a:cubicBezTo>
                    <a:close/>
                    <a:moveTo>
                      <a:pt x="1622" y="8820"/>
                    </a:moveTo>
                    <a:cubicBezTo>
                      <a:pt x="1446" y="8820"/>
                      <a:pt x="1320" y="8988"/>
                      <a:pt x="1339" y="9197"/>
                    </a:cubicBezTo>
                    <a:cubicBezTo>
                      <a:pt x="1359" y="9407"/>
                      <a:pt x="1519" y="9578"/>
                      <a:pt x="1696" y="9578"/>
                    </a:cubicBezTo>
                    <a:cubicBezTo>
                      <a:pt x="1874" y="9578"/>
                      <a:pt x="2000" y="9407"/>
                      <a:pt x="1978" y="9197"/>
                    </a:cubicBezTo>
                    <a:cubicBezTo>
                      <a:pt x="1957" y="8988"/>
                      <a:pt x="1797" y="8820"/>
                      <a:pt x="1622" y="8820"/>
                    </a:cubicBezTo>
                    <a:close/>
                    <a:moveTo>
                      <a:pt x="2405" y="8820"/>
                    </a:moveTo>
                    <a:cubicBezTo>
                      <a:pt x="2229" y="8820"/>
                      <a:pt x="2104" y="8988"/>
                      <a:pt x="2126" y="9197"/>
                    </a:cubicBezTo>
                    <a:cubicBezTo>
                      <a:pt x="2148" y="9407"/>
                      <a:pt x="2310" y="9578"/>
                      <a:pt x="2488" y="9578"/>
                    </a:cubicBezTo>
                    <a:cubicBezTo>
                      <a:pt x="2665" y="9578"/>
                      <a:pt x="2789" y="9407"/>
                      <a:pt x="2765" y="9197"/>
                    </a:cubicBezTo>
                    <a:cubicBezTo>
                      <a:pt x="2742" y="8988"/>
                      <a:pt x="2580" y="8820"/>
                      <a:pt x="2405" y="8820"/>
                    </a:cubicBezTo>
                    <a:close/>
                    <a:moveTo>
                      <a:pt x="3174" y="8820"/>
                    </a:moveTo>
                    <a:cubicBezTo>
                      <a:pt x="2999" y="8820"/>
                      <a:pt x="2876" y="8988"/>
                      <a:pt x="2900" y="9197"/>
                    </a:cubicBezTo>
                    <a:cubicBezTo>
                      <a:pt x="2925" y="9407"/>
                      <a:pt x="3088" y="9578"/>
                      <a:pt x="3266" y="9578"/>
                    </a:cubicBezTo>
                    <a:cubicBezTo>
                      <a:pt x="3443" y="9578"/>
                      <a:pt x="3566" y="9407"/>
                      <a:pt x="3539" y="9197"/>
                    </a:cubicBezTo>
                    <a:cubicBezTo>
                      <a:pt x="3513" y="8988"/>
                      <a:pt x="3350" y="8820"/>
                      <a:pt x="3174" y="8820"/>
                    </a:cubicBezTo>
                    <a:close/>
                    <a:moveTo>
                      <a:pt x="3957" y="8820"/>
                    </a:moveTo>
                    <a:cubicBezTo>
                      <a:pt x="3781" y="8820"/>
                      <a:pt x="3660" y="8988"/>
                      <a:pt x="3687" y="9197"/>
                    </a:cubicBezTo>
                    <a:cubicBezTo>
                      <a:pt x="3714" y="9407"/>
                      <a:pt x="3879" y="9578"/>
                      <a:pt x="4057" y="9578"/>
                    </a:cubicBezTo>
                    <a:cubicBezTo>
                      <a:pt x="4235" y="9578"/>
                      <a:pt x="4355" y="9407"/>
                      <a:pt x="4326" y="9197"/>
                    </a:cubicBezTo>
                    <a:cubicBezTo>
                      <a:pt x="4298" y="8988"/>
                      <a:pt x="4133" y="8820"/>
                      <a:pt x="3957" y="8820"/>
                    </a:cubicBezTo>
                    <a:close/>
                    <a:moveTo>
                      <a:pt x="4739" y="8820"/>
                    </a:moveTo>
                    <a:cubicBezTo>
                      <a:pt x="4563" y="8820"/>
                      <a:pt x="4444" y="8988"/>
                      <a:pt x="4473" y="9197"/>
                    </a:cubicBezTo>
                    <a:cubicBezTo>
                      <a:pt x="4502" y="9407"/>
                      <a:pt x="4669" y="9578"/>
                      <a:pt x="4847" y="9578"/>
                    </a:cubicBezTo>
                    <a:cubicBezTo>
                      <a:pt x="5024" y="9578"/>
                      <a:pt x="5144" y="9407"/>
                      <a:pt x="5113" y="9197"/>
                    </a:cubicBezTo>
                    <a:cubicBezTo>
                      <a:pt x="5082" y="8988"/>
                      <a:pt x="4915" y="8820"/>
                      <a:pt x="4739" y="8820"/>
                    </a:cubicBezTo>
                    <a:close/>
                    <a:moveTo>
                      <a:pt x="5522" y="8820"/>
                    </a:moveTo>
                    <a:cubicBezTo>
                      <a:pt x="5346" y="8820"/>
                      <a:pt x="5229" y="8988"/>
                      <a:pt x="5260" y="9197"/>
                    </a:cubicBezTo>
                    <a:cubicBezTo>
                      <a:pt x="5291" y="9407"/>
                      <a:pt x="5460" y="9578"/>
                      <a:pt x="5638" y="9578"/>
                    </a:cubicBezTo>
                    <a:cubicBezTo>
                      <a:pt x="5816" y="9578"/>
                      <a:pt x="5933" y="9407"/>
                      <a:pt x="5900" y="9197"/>
                    </a:cubicBezTo>
                    <a:cubicBezTo>
                      <a:pt x="5867" y="8988"/>
                      <a:pt x="5697" y="8820"/>
                      <a:pt x="5522" y="8820"/>
                    </a:cubicBezTo>
                    <a:close/>
                    <a:moveTo>
                      <a:pt x="6293" y="8820"/>
                    </a:moveTo>
                    <a:cubicBezTo>
                      <a:pt x="6117" y="8820"/>
                      <a:pt x="6001" y="8988"/>
                      <a:pt x="6035" y="9197"/>
                    </a:cubicBezTo>
                    <a:cubicBezTo>
                      <a:pt x="6069" y="9407"/>
                      <a:pt x="6240" y="9578"/>
                      <a:pt x="6418" y="9578"/>
                    </a:cubicBezTo>
                    <a:cubicBezTo>
                      <a:pt x="6595" y="9578"/>
                      <a:pt x="6710" y="9407"/>
                      <a:pt x="6674" y="9197"/>
                    </a:cubicBezTo>
                    <a:cubicBezTo>
                      <a:pt x="6639" y="8988"/>
                      <a:pt x="6468" y="8820"/>
                      <a:pt x="6293" y="8820"/>
                    </a:cubicBezTo>
                    <a:close/>
                    <a:moveTo>
                      <a:pt x="7075" y="8820"/>
                    </a:moveTo>
                    <a:cubicBezTo>
                      <a:pt x="6899" y="8820"/>
                      <a:pt x="6786" y="8988"/>
                      <a:pt x="6821" y="9197"/>
                    </a:cubicBezTo>
                    <a:cubicBezTo>
                      <a:pt x="6858" y="9407"/>
                      <a:pt x="7031" y="9578"/>
                      <a:pt x="7209" y="9578"/>
                    </a:cubicBezTo>
                    <a:cubicBezTo>
                      <a:pt x="7386" y="9578"/>
                      <a:pt x="7499" y="9407"/>
                      <a:pt x="7461" y="9197"/>
                    </a:cubicBezTo>
                    <a:cubicBezTo>
                      <a:pt x="7423" y="8988"/>
                      <a:pt x="7250" y="8820"/>
                      <a:pt x="7075" y="8820"/>
                    </a:cubicBezTo>
                    <a:close/>
                    <a:moveTo>
                      <a:pt x="7858" y="8820"/>
                    </a:moveTo>
                    <a:cubicBezTo>
                      <a:pt x="7682" y="8820"/>
                      <a:pt x="7570" y="8988"/>
                      <a:pt x="7608" y="9197"/>
                    </a:cubicBezTo>
                    <a:cubicBezTo>
                      <a:pt x="7646" y="9407"/>
                      <a:pt x="7822" y="9578"/>
                      <a:pt x="7999" y="9578"/>
                    </a:cubicBezTo>
                    <a:cubicBezTo>
                      <a:pt x="8177" y="9578"/>
                      <a:pt x="8288" y="9407"/>
                      <a:pt x="8248" y="9197"/>
                    </a:cubicBezTo>
                    <a:cubicBezTo>
                      <a:pt x="8208" y="8988"/>
                      <a:pt x="8034" y="8820"/>
                      <a:pt x="7858" y="8820"/>
                    </a:cubicBezTo>
                    <a:close/>
                    <a:moveTo>
                      <a:pt x="8629" y="8820"/>
                    </a:moveTo>
                    <a:cubicBezTo>
                      <a:pt x="8453" y="8820"/>
                      <a:pt x="8343" y="8988"/>
                      <a:pt x="8383" y="9197"/>
                    </a:cubicBezTo>
                    <a:cubicBezTo>
                      <a:pt x="8424" y="9407"/>
                      <a:pt x="8601" y="9578"/>
                      <a:pt x="8779" y="9578"/>
                    </a:cubicBezTo>
                    <a:cubicBezTo>
                      <a:pt x="8956" y="9578"/>
                      <a:pt x="9065" y="9407"/>
                      <a:pt x="9023" y="9197"/>
                    </a:cubicBezTo>
                    <a:cubicBezTo>
                      <a:pt x="8980" y="8988"/>
                      <a:pt x="8804" y="8820"/>
                      <a:pt x="8629" y="8820"/>
                    </a:cubicBezTo>
                    <a:close/>
                    <a:moveTo>
                      <a:pt x="9411" y="8820"/>
                    </a:moveTo>
                    <a:cubicBezTo>
                      <a:pt x="9236" y="8820"/>
                      <a:pt x="9127" y="8988"/>
                      <a:pt x="9170" y="9197"/>
                    </a:cubicBezTo>
                    <a:cubicBezTo>
                      <a:pt x="9213" y="9407"/>
                      <a:pt x="9392" y="9578"/>
                      <a:pt x="9569" y="9578"/>
                    </a:cubicBezTo>
                    <a:cubicBezTo>
                      <a:pt x="9747" y="9578"/>
                      <a:pt x="9855" y="9407"/>
                      <a:pt x="9810" y="9197"/>
                    </a:cubicBezTo>
                    <a:cubicBezTo>
                      <a:pt x="9765" y="8988"/>
                      <a:pt x="9587" y="8820"/>
                      <a:pt x="9411" y="8820"/>
                    </a:cubicBezTo>
                    <a:close/>
                    <a:moveTo>
                      <a:pt x="10194" y="8820"/>
                    </a:moveTo>
                    <a:cubicBezTo>
                      <a:pt x="10018" y="8820"/>
                      <a:pt x="9912" y="8988"/>
                      <a:pt x="9957" y="9197"/>
                    </a:cubicBezTo>
                    <a:cubicBezTo>
                      <a:pt x="10002" y="9407"/>
                      <a:pt x="10183" y="9578"/>
                      <a:pt x="10360" y="9578"/>
                    </a:cubicBezTo>
                    <a:cubicBezTo>
                      <a:pt x="10538" y="9578"/>
                      <a:pt x="10643" y="9407"/>
                      <a:pt x="10596" y="9197"/>
                    </a:cubicBezTo>
                    <a:cubicBezTo>
                      <a:pt x="10549" y="8988"/>
                      <a:pt x="10370" y="8820"/>
                      <a:pt x="10194" y="8820"/>
                    </a:cubicBezTo>
                    <a:close/>
                    <a:moveTo>
                      <a:pt x="10976" y="8820"/>
                    </a:moveTo>
                    <a:cubicBezTo>
                      <a:pt x="10801" y="8820"/>
                      <a:pt x="10696" y="8988"/>
                      <a:pt x="10744" y="9197"/>
                    </a:cubicBezTo>
                    <a:cubicBezTo>
                      <a:pt x="10791" y="9407"/>
                      <a:pt x="10974" y="9578"/>
                      <a:pt x="11151" y="9578"/>
                    </a:cubicBezTo>
                    <a:cubicBezTo>
                      <a:pt x="11329" y="9578"/>
                      <a:pt x="11432" y="9407"/>
                      <a:pt x="11383" y="9197"/>
                    </a:cubicBezTo>
                    <a:cubicBezTo>
                      <a:pt x="11334" y="8988"/>
                      <a:pt x="11152" y="8820"/>
                      <a:pt x="10976" y="8820"/>
                    </a:cubicBezTo>
                    <a:close/>
                    <a:moveTo>
                      <a:pt x="11747" y="8820"/>
                    </a:moveTo>
                    <a:cubicBezTo>
                      <a:pt x="11572" y="8820"/>
                      <a:pt x="11470" y="8988"/>
                      <a:pt x="11519" y="9197"/>
                    </a:cubicBezTo>
                    <a:cubicBezTo>
                      <a:pt x="11569" y="9407"/>
                      <a:pt x="11754" y="9578"/>
                      <a:pt x="11931" y="9578"/>
                    </a:cubicBezTo>
                    <a:cubicBezTo>
                      <a:pt x="12109" y="9578"/>
                      <a:pt x="12210" y="9407"/>
                      <a:pt x="12158" y="9197"/>
                    </a:cubicBezTo>
                    <a:cubicBezTo>
                      <a:pt x="12107" y="8988"/>
                      <a:pt x="11923" y="8820"/>
                      <a:pt x="11747" y="8820"/>
                    </a:cubicBezTo>
                    <a:close/>
                    <a:moveTo>
                      <a:pt x="12531" y="8820"/>
                    </a:moveTo>
                    <a:cubicBezTo>
                      <a:pt x="12354" y="8820"/>
                      <a:pt x="12254" y="8988"/>
                      <a:pt x="12306" y="9197"/>
                    </a:cubicBezTo>
                    <a:cubicBezTo>
                      <a:pt x="12358" y="9407"/>
                      <a:pt x="12544" y="9578"/>
                      <a:pt x="12722" y="9578"/>
                    </a:cubicBezTo>
                    <a:cubicBezTo>
                      <a:pt x="12900" y="9578"/>
                      <a:pt x="13000" y="9407"/>
                      <a:pt x="12946" y="9197"/>
                    </a:cubicBezTo>
                    <a:cubicBezTo>
                      <a:pt x="12892" y="8988"/>
                      <a:pt x="12706" y="8820"/>
                      <a:pt x="12531" y="8820"/>
                    </a:cubicBezTo>
                    <a:close/>
                    <a:moveTo>
                      <a:pt x="14085" y="8820"/>
                    </a:moveTo>
                    <a:cubicBezTo>
                      <a:pt x="13909" y="8820"/>
                      <a:pt x="13812" y="8988"/>
                      <a:pt x="13869" y="9197"/>
                    </a:cubicBezTo>
                    <a:cubicBezTo>
                      <a:pt x="13926" y="9407"/>
                      <a:pt x="14116" y="9578"/>
                      <a:pt x="14293" y="9578"/>
                    </a:cubicBezTo>
                    <a:cubicBezTo>
                      <a:pt x="14471" y="9578"/>
                      <a:pt x="14567" y="9407"/>
                      <a:pt x="14508" y="9197"/>
                    </a:cubicBezTo>
                    <a:cubicBezTo>
                      <a:pt x="14450" y="8988"/>
                      <a:pt x="14260" y="8820"/>
                      <a:pt x="14085" y="8820"/>
                    </a:cubicBezTo>
                    <a:close/>
                    <a:moveTo>
                      <a:pt x="14867" y="8820"/>
                    </a:moveTo>
                    <a:cubicBezTo>
                      <a:pt x="14692" y="8820"/>
                      <a:pt x="14597" y="8988"/>
                      <a:pt x="14656" y="9197"/>
                    </a:cubicBezTo>
                    <a:cubicBezTo>
                      <a:pt x="14715" y="9407"/>
                      <a:pt x="14907" y="9578"/>
                      <a:pt x="15084" y="9578"/>
                    </a:cubicBezTo>
                    <a:cubicBezTo>
                      <a:pt x="15262" y="9578"/>
                      <a:pt x="15357" y="9407"/>
                      <a:pt x="15295" y="9197"/>
                    </a:cubicBezTo>
                    <a:cubicBezTo>
                      <a:pt x="15235" y="8988"/>
                      <a:pt x="15043" y="8820"/>
                      <a:pt x="14867" y="8820"/>
                    </a:cubicBezTo>
                    <a:close/>
                    <a:moveTo>
                      <a:pt x="15650" y="8820"/>
                    </a:moveTo>
                    <a:cubicBezTo>
                      <a:pt x="15474" y="8820"/>
                      <a:pt x="15382" y="8988"/>
                      <a:pt x="15443" y="9197"/>
                    </a:cubicBezTo>
                    <a:cubicBezTo>
                      <a:pt x="15505" y="9407"/>
                      <a:pt x="15698" y="9578"/>
                      <a:pt x="15876" y="9578"/>
                    </a:cubicBezTo>
                    <a:cubicBezTo>
                      <a:pt x="16054" y="9578"/>
                      <a:pt x="16146" y="9407"/>
                      <a:pt x="16082" y="9197"/>
                    </a:cubicBezTo>
                    <a:cubicBezTo>
                      <a:pt x="16019" y="8988"/>
                      <a:pt x="15826" y="8820"/>
                      <a:pt x="15650" y="8820"/>
                    </a:cubicBezTo>
                    <a:close/>
                    <a:moveTo>
                      <a:pt x="1707" y="9754"/>
                    </a:moveTo>
                    <a:cubicBezTo>
                      <a:pt x="1529" y="9754"/>
                      <a:pt x="1401" y="9927"/>
                      <a:pt x="1422" y="10141"/>
                    </a:cubicBezTo>
                    <a:cubicBezTo>
                      <a:pt x="1442" y="10356"/>
                      <a:pt x="1604" y="10532"/>
                      <a:pt x="1784" y="10532"/>
                    </a:cubicBezTo>
                    <a:cubicBezTo>
                      <a:pt x="1964" y="10532"/>
                      <a:pt x="2091" y="10356"/>
                      <a:pt x="2069" y="10141"/>
                    </a:cubicBezTo>
                    <a:cubicBezTo>
                      <a:pt x="2047" y="9927"/>
                      <a:pt x="1885" y="9754"/>
                      <a:pt x="1707" y="9754"/>
                    </a:cubicBezTo>
                    <a:close/>
                    <a:moveTo>
                      <a:pt x="2501" y="9754"/>
                    </a:moveTo>
                    <a:cubicBezTo>
                      <a:pt x="2324" y="9754"/>
                      <a:pt x="2197" y="9927"/>
                      <a:pt x="2220" y="10141"/>
                    </a:cubicBezTo>
                    <a:cubicBezTo>
                      <a:pt x="2242" y="10356"/>
                      <a:pt x="2407" y="10532"/>
                      <a:pt x="2587" y="10532"/>
                    </a:cubicBezTo>
                    <a:cubicBezTo>
                      <a:pt x="2767" y="10532"/>
                      <a:pt x="2892" y="10356"/>
                      <a:pt x="2868" y="10141"/>
                    </a:cubicBezTo>
                    <a:cubicBezTo>
                      <a:pt x="2843" y="9927"/>
                      <a:pt x="2679" y="9754"/>
                      <a:pt x="2501" y="9754"/>
                    </a:cubicBezTo>
                    <a:close/>
                    <a:moveTo>
                      <a:pt x="3295" y="9754"/>
                    </a:moveTo>
                    <a:cubicBezTo>
                      <a:pt x="3116" y="9754"/>
                      <a:pt x="2993" y="9927"/>
                      <a:pt x="3018" y="10141"/>
                    </a:cubicBezTo>
                    <a:cubicBezTo>
                      <a:pt x="3043" y="10356"/>
                      <a:pt x="3209" y="10532"/>
                      <a:pt x="3389" y="10532"/>
                    </a:cubicBezTo>
                    <a:cubicBezTo>
                      <a:pt x="3569" y="10532"/>
                      <a:pt x="3693" y="10356"/>
                      <a:pt x="3666" y="10141"/>
                    </a:cubicBezTo>
                    <a:cubicBezTo>
                      <a:pt x="3639" y="9927"/>
                      <a:pt x="3472" y="9754"/>
                      <a:pt x="3295" y="9754"/>
                    </a:cubicBezTo>
                    <a:close/>
                    <a:moveTo>
                      <a:pt x="4078" y="9754"/>
                    </a:moveTo>
                    <a:cubicBezTo>
                      <a:pt x="3899" y="9754"/>
                      <a:pt x="3777" y="9927"/>
                      <a:pt x="3804" y="10141"/>
                    </a:cubicBezTo>
                    <a:cubicBezTo>
                      <a:pt x="3832" y="10356"/>
                      <a:pt x="4000" y="10532"/>
                      <a:pt x="4180" y="10532"/>
                    </a:cubicBezTo>
                    <a:cubicBezTo>
                      <a:pt x="4360" y="10532"/>
                      <a:pt x="4482" y="10356"/>
                      <a:pt x="4453" y="10141"/>
                    </a:cubicBezTo>
                    <a:cubicBezTo>
                      <a:pt x="4423" y="9927"/>
                      <a:pt x="4255" y="9754"/>
                      <a:pt x="4078" y="9754"/>
                    </a:cubicBezTo>
                    <a:close/>
                    <a:moveTo>
                      <a:pt x="4871" y="9754"/>
                    </a:moveTo>
                    <a:cubicBezTo>
                      <a:pt x="4693" y="9754"/>
                      <a:pt x="4573" y="9927"/>
                      <a:pt x="4602" y="10141"/>
                    </a:cubicBezTo>
                    <a:cubicBezTo>
                      <a:pt x="4632" y="10356"/>
                      <a:pt x="4802" y="10532"/>
                      <a:pt x="4983" y="10532"/>
                    </a:cubicBezTo>
                    <a:cubicBezTo>
                      <a:pt x="5162" y="10532"/>
                      <a:pt x="5282" y="10356"/>
                      <a:pt x="5250" y="10141"/>
                    </a:cubicBezTo>
                    <a:cubicBezTo>
                      <a:pt x="5219" y="9927"/>
                      <a:pt x="5049" y="9754"/>
                      <a:pt x="4871" y="9754"/>
                    </a:cubicBezTo>
                    <a:close/>
                    <a:moveTo>
                      <a:pt x="5653" y="9754"/>
                    </a:moveTo>
                    <a:cubicBezTo>
                      <a:pt x="5475" y="9754"/>
                      <a:pt x="5357" y="9927"/>
                      <a:pt x="5389" y="10141"/>
                    </a:cubicBezTo>
                    <a:cubicBezTo>
                      <a:pt x="5421" y="10356"/>
                      <a:pt x="5593" y="10532"/>
                      <a:pt x="5774" y="10532"/>
                    </a:cubicBezTo>
                    <a:cubicBezTo>
                      <a:pt x="5953" y="10532"/>
                      <a:pt x="6071" y="10356"/>
                      <a:pt x="6037" y="10141"/>
                    </a:cubicBezTo>
                    <a:cubicBezTo>
                      <a:pt x="6003" y="9927"/>
                      <a:pt x="5831" y="9754"/>
                      <a:pt x="5653" y="9754"/>
                    </a:cubicBezTo>
                    <a:close/>
                    <a:moveTo>
                      <a:pt x="6448" y="9754"/>
                    </a:moveTo>
                    <a:cubicBezTo>
                      <a:pt x="6269" y="9754"/>
                      <a:pt x="6153" y="9927"/>
                      <a:pt x="6187" y="10141"/>
                    </a:cubicBezTo>
                    <a:cubicBezTo>
                      <a:pt x="6222" y="10356"/>
                      <a:pt x="6396" y="10532"/>
                      <a:pt x="6576" y="10532"/>
                    </a:cubicBezTo>
                    <a:cubicBezTo>
                      <a:pt x="6756" y="10532"/>
                      <a:pt x="6872" y="10356"/>
                      <a:pt x="6835" y="10141"/>
                    </a:cubicBezTo>
                    <a:cubicBezTo>
                      <a:pt x="6799" y="9927"/>
                      <a:pt x="6626" y="9754"/>
                      <a:pt x="6448" y="9754"/>
                    </a:cubicBezTo>
                    <a:close/>
                    <a:moveTo>
                      <a:pt x="7242" y="9754"/>
                    </a:moveTo>
                    <a:cubicBezTo>
                      <a:pt x="7064" y="9754"/>
                      <a:pt x="6949" y="9927"/>
                      <a:pt x="6986" y="10141"/>
                    </a:cubicBezTo>
                    <a:cubicBezTo>
                      <a:pt x="7023" y="10356"/>
                      <a:pt x="7199" y="10532"/>
                      <a:pt x="7379" y="10532"/>
                    </a:cubicBezTo>
                    <a:cubicBezTo>
                      <a:pt x="7558" y="10532"/>
                      <a:pt x="7673" y="10356"/>
                      <a:pt x="7634" y="10141"/>
                    </a:cubicBezTo>
                    <a:cubicBezTo>
                      <a:pt x="7595" y="9927"/>
                      <a:pt x="7420" y="9754"/>
                      <a:pt x="7242" y="9754"/>
                    </a:cubicBezTo>
                    <a:close/>
                    <a:moveTo>
                      <a:pt x="8024" y="9754"/>
                    </a:moveTo>
                    <a:cubicBezTo>
                      <a:pt x="7846" y="9754"/>
                      <a:pt x="7734" y="9927"/>
                      <a:pt x="7773" y="10141"/>
                    </a:cubicBezTo>
                    <a:cubicBezTo>
                      <a:pt x="7812" y="10356"/>
                      <a:pt x="7990" y="10532"/>
                      <a:pt x="8170" y="10532"/>
                    </a:cubicBezTo>
                    <a:cubicBezTo>
                      <a:pt x="8350" y="10532"/>
                      <a:pt x="8462" y="10356"/>
                      <a:pt x="8421" y="10141"/>
                    </a:cubicBezTo>
                    <a:cubicBezTo>
                      <a:pt x="8380" y="9927"/>
                      <a:pt x="8202" y="9754"/>
                      <a:pt x="8024" y="9754"/>
                    </a:cubicBezTo>
                    <a:close/>
                    <a:moveTo>
                      <a:pt x="8819" y="9754"/>
                    </a:moveTo>
                    <a:cubicBezTo>
                      <a:pt x="8641" y="9754"/>
                      <a:pt x="8530" y="9927"/>
                      <a:pt x="8571" y="10141"/>
                    </a:cubicBezTo>
                    <a:cubicBezTo>
                      <a:pt x="8613" y="10356"/>
                      <a:pt x="8793" y="10532"/>
                      <a:pt x="8973" y="10532"/>
                    </a:cubicBezTo>
                    <a:cubicBezTo>
                      <a:pt x="9153" y="10532"/>
                      <a:pt x="9263" y="10356"/>
                      <a:pt x="9219" y="10141"/>
                    </a:cubicBezTo>
                    <a:cubicBezTo>
                      <a:pt x="9176" y="9927"/>
                      <a:pt x="8997" y="9754"/>
                      <a:pt x="8819" y="9754"/>
                    </a:cubicBezTo>
                    <a:close/>
                    <a:moveTo>
                      <a:pt x="9601" y="9754"/>
                    </a:moveTo>
                    <a:cubicBezTo>
                      <a:pt x="9424" y="9754"/>
                      <a:pt x="9314" y="9927"/>
                      <a:pt x="9358" y="10141"/>
                    </a:cubicBezTo>
                    <a:cubicBezTo>
                      <a:pt x="9402" y="10356"/>
                      <a:pt x="9584" y="10532"/>
                      <a:pt x="9764" y="10532"/>
                    </a:cubicBezTo>
                    <a:cubicBezTo>
                      <a:pt x="9944" y="10532"/>
                      <a:pt x="10052" y="10356"/>
                      <a:pt x="10006" y="10141"/>
                    </a:cubicBezTo>
                    <a:cubicBezTo>
                      <a:pt x="9960" y="9927"/>
                      <a:pt x="9779" y="9754"/>
                      <a:pt x="9601" y="9754"/>
                    </a:cubicBezTo>
                    <a:close/>
                    <a:moveTo>
                      <a:pt x="10395" y="9754"/>
                    </a:moveTo>
                    <a:cubicBezTo>
                      <a:pt x="10217" y="9754"/>
                      <a:pt x="10110" y="9927"/>
                      <a:pt x="10157" y="10141"/>
                    </a:cubicBezTo>
                    <a:cubicBezTo>
                      <a:pt x="10203" y="10356"/>
                      <a:pt x="10387" y="10532"/>
                      <a:pt x="10567" y="10532"/>
                    </a:cubicBezTo>
                    <a:cubicBezTo>
                      <a:pt x="10747" y="10532"/>
                      <a:pt x="10853" y="10356"/>
                      <a:pt x="10804" y="10141"/>
                    </a:cubicBezTo>
                    <a:cubicBezTo>
                      <a:pt x="10756" y="9927"/>
                      <a:pt x="10574" y="9754"/>
                      <a:pt x="10395" y="9754"/>
                    </a:cubicBezTo>
                    <a:close/>
                    <a:moveTo>
                      <a:pt x="11190" y="9754"/>
                    </a:moveTo>
                    <a:cubicBezTo>
                      <a:pt x="11012" y="9754"/>
                      <a:pt x="10907" y="9927"/>
                      <a:pt x="10955" y="10141"/>
                    </a:cubicBezTo>
                    <a:cubicBezTo>
                      <a:pt x="11004" y="10356"/>
                      <a:pt x="11190" y="10532"/>
                      <a:pt x="11370" y="10532"/>
                    </a:cubicBezTo>
                    <a:cubicBezTo>
                      <a:pt x="11550" y="10532"/>
                      <a:pt x="11654" y="10356"/>
                      <a:pt x="11603" y="10141"/>
                    </a:cubicBezTo>
                    <a:cubicBezTo>
                      <a:pt x="11553" y="9927"/>
                      <a:pt x="11368" y="9754"/>
                      <a:pt x="11190" y="9754"/>
                    </a:cubicBezTo>
                    <a:close/>
                    <a:moveTo>
                      <a:pt x="11973" y="9754"/>
                    </a:moveTo>
                    <a:cubicBezTo>
                      <a:pt x="11794" y="9754"/>
                      <a:pt x="11691" y="9927"/>
                      <a:pt x="11742" y="10141"/>
                    </a:cubicBezTo>
                    <a:cubicBezTo>
                      <a:pt x="11793" y="10356"/>
                      <a:pt x="11981" y="10532"/>
                      <a:pt x="12161" y="10532"/>
                    </a:cubicBezTo>
                    <a:cubicBezTo>
                      <a:pt x="12341" y="10532"/>
                      <a:pt x="12443" y="10356"/>
                      <a:pt x="12390" y="10141"/>
                    </a:cubicBezTo>
                    <a:cubicBezTo>
                      <a:pt x="12337" y="9927"/>
                      <a:pt x="12151" y="9754"/>
                      <a:pt x="11973" y="9754"/>
                    </a:cubicBezTo>
                    <a:close/>
                    <a:moveTo>
                      <a:pt x="12767" y="9754"/>
                    </a:moveTo>
                    <a:cubicBezTo>
                      <a:pt x="12589" y="9754"/>
                      <a:pt x="12488" y="9927"/>
                      <a:pt x="12541" y="10141"/>
                    </a:cubicBezTo>
                    <a:cubicBezTo>
                      <a:pt x="12595" y="10356"/>
                      <a:pt x="12784" y="10532"/>
                      <a:pt x="12964" y="10532"/>
                    </a:cubicBezTo>
                    <a:cubicBezTo>
                      <a:pt x="13144" y="10532"/>
                      <a:pt x="13245" y="10356"/>
                      <a:pt x="13189" y="10141"/>
                    </a:cubicBezTo>
                    <a:cubicBezTo>
                      <a:pt x="13134" y="9927"/>
                      <a:pt x="12945" y="9754"/>
                      <a:pt x="12767" y="9754"/>
                    </a:cubicBezTo>
                    <a:close/>
                    <a:moveTo>
                      <a:pt x="2611" y="10709"/>
                    </a:moveTo>
                    <a:cubicBezTo>
                      <a:pt x="2430" y="10709"/>
                      <a:pt x="2302" y="10885"/>
                      <a:pt x="2325" y="11105"/>
                    </a:cubicBezTo>
                    <a:cubicBezTo>
                      <a:pt x="2348" y="11327"/>
                      <a:pt x="2516" y="11508"/>
                      <a:pt x="2698" y="11508"/>
                    </a:cubicBezTo>
                    <a:cubicBezTo>
                      <a:pt x="2880" y="11508"/>
                      <a:pt x="3008" y="11327"/>
                      <a:pt x="2982" y="11105"/>
                    </a:cubicBezTo>
                    <a:cubicBezTo>
                      <a:pt x="2957" y="10885"/>
                      <a:pt x="2790" y="10709"/>
                      <a:pt x="2611" y="10709"/>
                    </a:cubicBezTo>
                    <a:close/>
                    <a:moveTo>
                      <a:pt x="3403" y="10709"/>
                    </a:moveTo>
                    <a:cubicBezTo>
                      <a:pt x="3223" y="10709"/>
                      <a:pt x="3098" y="10885"/>
                      <a:pt x="3123" y="11105"/>
                    </a:cubicBezTo>
                    <a:cubicBezTo>
                      <a:pt x="3149" y="11327"/>
                      <a:pt x="3318" y="11508"/>
                      <a:pt x="3500" y="11508"/>
                    </a:cubicBezTo>
                    <a:cubicBezTo>
                      <a:pt x="3683" y="11508"/>
                      <a:pt x="3808" y="11327"/>
                      <a:pt x="3780" y="11105"/>
                    </a:cubicBezTo>
                    <a:cubicBezTo>
                      <a:pt x="3752" y="10885"/>
                      <a:pt x="3584" y="10709"/>
                      <a:pt x="3403" y="10709"/>
                    </a:cubicBezTo>
                    <a:close/>
                    <a:moveTo>
                      <a:pt x="4210" y="10709"/>
                    </a:moveTo>
                    <a:cubicBezTo>
                      <a:pt x="4029" y="10709"/>
                      <a:pt x="3905" y="10885"/>
                      <a:pt x="3933" y="11105"/>
                    </a:cubicBezTo>
                    <a:cubicBezTo>
                      <a:pt x="3962" y="11327"/>
                      <a:pt x="4132" y="11508"/>
                      <a:pt x="4315" y="11508"/>
                    </a:cubicBezTo>
                    <a:cubicBezTo>
                      <a:pt x="4497" y="11508"/>
                      <a:pt x="4621" y="11327"/>
                      <a:pt x="4590" y="11105"/>
                    </a:cubicBezTo>
                    <a:cubicBezTo>
                      <a:pt x="4560" y="10885"/>
                      <a:pt x="4390" y="10709"/>
                      <a:pt x="4210" y="10709"/>
                    </a:cubicBezTo>
                    <a:close/>
                    <a:moveTo>
                      <a:pt x="5003" y="10709"/>
                    </a:moveTo>
                    <a:cubicBezTo>
                      <a:pt x="4822" y="10709"/>
                      <a:pt x="4701" y="10885"/>
                      <a:pt x="4732" y="11105"/>
                    </a:cubicBezTo>
                    <a:cubicBezTo>
                      <a:pt x="4762" y="11327"/>
                      <a:pt x="4935" y="11508"/>
                      <a:pt x="5117" y="11508"/>
                    </a:cubicBezTo>
                    <a:cubicBezTo>
                      <a:pt x="5299" y="11508"/>
                      <a:pt x="5421" y="11327"/>
                      <a:pt x="5388" y="11105"/>
                    </a:cubicBezTo>
                    <a:cubicBezTo>
                      <a:pt x="5356" y="10885"/>
                      <a:pt x="5183" y="10709"/>
                      <a:pt x="5003" y="10709"/>
                    </a:cubicBezTo>
                    <a:close/>
                    <a:moveTo>
                      <a:pt x="5809" y="10709"/>
                    </a:moveTo>
                    <a:cubicBezTo>
                      <a:pt x="5628" y="10709"/>
                      <a:pt x="5509" y="10885"/>
                      <a:pt x="5542" y="11105"/>
                    </a:cubicBezTo>
                    <a:cubicBezTo>
                      <a:pt x="5575" y="11327"/>
                      <a:pt x="5749" y="11508"/>
                      <a:pt x="5932" y="11508"/>
                    </a:cubicBezTo>
                    <a:cubicBezTo>
                      <a:pt x="6115" y="11508"/>
                      <a:pt x="6234" y="11327"/>
                      <a:pt x="6199" y="11105"/>
                    </a:cubicBezTo>
                    <a:cubicBezTo>
                      <a:pt x="6164" y="10885"/>
                      <a:pt x="5989" y="10709"/>
                      <a:pt x="5809" y="10709"/>
                    </a:cubicBezTo>
                    <a:close/>
                    <a:moveTo>
                      <a:pt x="6603" y="10709"/>
                    </a:moveTo>
                    <a:cubicBezTo>
                      <a:pt x="6423" y="10709"/>
                      <a:pt x="6305" y="10885"/>
                      <a:pt x="6340" y="11105"/>
                    </a:cubicBezTo>
                    <a:cubicBezTo>
                      <a:pt x="6376" y="11327"/>
                      <a:pt x="6552" y="11508"/>
                      <a:pt x="6735" y="11508"/>
                    </a:cubicBezTo>
                    <a:cubicBezTo>
                      <a:pt x="6917" y="11508"/>
                      <a:pt x="7034" y="11327"/>
                      <a:pt x="6997" y="11105"/>
                    </a:cubicBezTo>
                    <a:cubicBezTo>
                      <a:pt x="6959" y="10885"/>
                      <a:pt x="6784" y="10709"/>
                      <a:pt x="6603" y="10709"/>
                    </a:cubicBezTo>
                    <a:close/>
                    <a:moveTo>
                      <a:pt x="7409" y="10709"/>
                    </a:moveTo>
                    <a:cubicBezTo>
                      <a:pt x="7228" y="10709"/>
                      <a:pt x="7113" y="10885"/>
                      <a:pt x="7150" y="11105"/>
                    </a:cubicBezTo>
                    <a:cubicBezTo>
                      <a:pt x="7188" y="11327"/>
                      <a:pt x="7367" y="11508"/>
                      <a:pt x="7550" y="11508"/>
                    </a:cubicBezTo>
                    <a:cubicBezTo>
                      <a:pt x="7732" y="11508"/>
                      <a:pt x="7847" y="11327"/>
                      <a:pt x="7807" y="11105"/>
                    </a:cubicBezTo>
                    <a:cubicBezTo>
                      <a:pt x="7767" y="10885"/>
                      <a:pt x="7589" y="10709"/>
                      <a:pt x="7409" y="10709"/>
                    </a:cubicBezTo>
                    <a:close/>
                    <a:moveTo>
                      <a:pt x="8203" y="10709"/>
                    </a:moveTo>
                    <a:cubicBezTo>
                      <a:pt x="8023" y="10709"/>
                      <a:pt x="7909" y="10885"/>
                      <a:pt x="7949" y="11105"/>
                    </a:cubicBezTo>
                    <a:cubicBezTo>
                      <a:pt x="7989" y="11327"/>
                      <a:pt x="8170" y="11508"/>
                      <a:pt x="8353" y="11508"/>
                    </a:cubicBezTo>
                    <a:cubicBezTo>
                      <a:pt x="8535" y="11508"/>
                      <a:pt x="8648" y="11327"/>
                      <a:pt x="8606" y="11105"/>
                    </a:cubicBezTo>
                    <a:cubicBezTo>
                      <a:pt x="8564" y="10885"/>
                      <a:pt x="8384" y="10709"/>
                      <a:pt x="8203" y="10709"/>
                    </a:cubicBezTo>
                    <a:close/>
                    <a:moveTo>
                      <a:pt x="9009" y="10709"/>
                    </a:moveTo>
                    <a:cubicBezTo>
                      <a:pt x="8829" y="10709"/>
                      <a:pt x="8717" y="10885"/>
                      <a:pt x="8759" y="11105"/>
                    </a:cubicBezTo>
                    <a:cubicBezTo>
                      <a:pt x="8802" y="11327"/>
                      <a:pt x="8985" y="11508"/>
                      <a:pt x="9167" y="11508"/>
                    </a:cubicBezTo>
                    <a:cubicBezTo>
                      <a:pt x="9349" y="11508"/>
                      <a:pt x="9461" y="11327"/>
                      <a:pt x="9416" y="11105"/>
                    </a:cubicBezTo>
                    <a:cubicBezTo>
                      <a:pt x="9371" y="10885"/>
                      <a:pt x="9190" y="10709"/>
                      <a:pt x="9009" y="10709"/>
                    </a:cubicBezTo>
                    <a:close/>
                    <a:moveTo>
                      <a:pt x="9803" y="10709"/>
                    </a:moveTo>
                    <a:cubicBezTo>
                      <a:pt x="9623" y="10709"/>
                      <a:pt x="9513" y="10885"/>
                      <a:pt x="9558" y="11105"/>
                    </a:cubicBezTo>
                    <a:cubicBezTo>
                      <a:pt x="9603" y="11327"/>
                      <a:pt x="9789" y="11508"/>
                      <a:pt x="9970" y="11508"/>
                    </a:cubicBezTo>
                    <a:cubicBezTo>
                      <a:pt x="10153" y="11508"/>
                      <a:pt x="10262" y="11327"/>
                      <a:pt x="10215" y="11105"/>
                    </a:cubicBezTo>
                    <a:cubicBezTo>
                      <a:pt x="10167" y="10885"/>
                      <a:pt x="9983" y="10709"/>
                      <a:pt x="9803" y="10709"/>
                    </a:cubicBezTo>
                    <a:close/>
                    <a:moveTo>
                      <a:pt x="10609" y="10709"/>
                    </a:moveTo>
                    <a:cubicBezTo>
                      <a:pt x="10429" y="10709"/>
                      <a:pt x="10321" y="10885"/>
                      <a:pt x="10369" y="11105"/>
                    </a:cubicBezTo>
                    <a:cubicBezTo>
                      <a:pt x="10416" y="11327"/>
                      <a:pt x="10603" y="11508"/>
                      <a:pt x="10785" y="11508"/>
                    </a:cubicBezTo>
                    <a:cubicBezTo>
                      <a:pt x="10968" y="11508"/>
                      <a:pt x="11074" y="11327"/>
                      <a:pt x="11025" y="11105"/>
                    </a:cubicBezTo>
                    <a:cubicBezTo>
                      <a:pt x="10975" y="10885"/>
                      <a:pt x="10790" y="10709"/>
                      <a:pt x="10609" y="10709"/>
                    </a:cubicBezTo>
                    <a:close/>
                    <a:moveTo>
                      <a:pt x="11403" y="10709"/>
                    </a:moveTo>
                    <a:cubicBezTo>
                      <a:pt x="11223" y="10709"/>
                      <a:pt x="11117" y="10885"/>
                      <a:pt x="11167" y="11105"/>
                    </a:cubicBezTo>
                    <a:cubicBezTo>
                      <a:pt x="11217" y="11327"/>
                      <a:pt x="11406" y="11508"/>
                      <a:pt x="11588" y="11508"/>
                    </a:cubicBezTo>
                    <a:cubicBezTo>
                      <a:pt x="11771" y="11508"/>
                      <a:pt x="11875" y="11327"/>
                      <a:pt x="11823" y="11105"/>
                    </a:cubicBezTo>
                    <a:cubicBezTo>
                      <a:pt x="11771" y="10885"/>
                      <a:pt x="11584" y="10709"/>
                      <a:pt x="11403" y="10709"/>
                    </a:cubicBezTo>
                    <a:close/>
                    <a:moveTo>
                      <a:pt x="12210" y="10709"/>
                    </a:moveTo>
                    <a:cubicBezTo>
                      <a:pt x="12029" y="10709"/>
                      <a:pt x="11925" y="10885"/>
                      <a:pt x="11978" y="11105"/>
                    </a:cubicBezTo>
                    <a:cubicBezTo>
                      <a:pt x="12030" y="11327"/>
                      <a:pt x="12221" y="11508"/>
                      <a:pt x="12403" y="11508"/>
                    </a:cubicBezTo>
                    <a:cubicBezTo>
                      <a:pt x="12586" y="11508"/>
                      <a:pt x="12689" y="11327"/>
                      <a:pt x="12634" y="11105"/>
                    </a:cubicBezTo>
                    <a:cubicBezTo>
                      <a:pt x="12580" y="10885"/>
                      <a:pt x="12390" y="10709"/>
                      <a:pt x="12210" y="10709"/>
                    </a:cubicBezTo>
                    <a:close/>
                    <a:moveTo>
                      <a:pt x="13004" y="10709"/>
                    </a:moveTo>
                    <a:cubicBezTo>
                      <a:pt x="12823" y="10709"/>
                      <a:pt x="12722" y="10885"/>
                      <a:pt x="12776" y="11105"/>
                    </a:cubicBezTo>
                    <a:cubicBezTo>
                      <a:pt x="12831" y="11327"/>
                      <a:pt x="13024" y="11508"/>
                      <a:pt x="13207" y="11508"/>
                    </a:cubicBezTo>
                    <a:cubicBezTo>
                      <a:pt x="13389" y="11508"/>
                      <a:pt x="13490" y="11327"/>
                      <a:pt x="13433" y="11105"/>
                    </a:cubicBezTo>
                    <a:cubicBezTo>
                      <a:pt x="13376" y="10885"/>
                      <a:pt x="13184" y="10709"/>
                      <a:pt x="13004" y="10709"/>
                    </a:cubicBezTo>
                    <a:close/>
                    <a:moveTo>
                      <a:pt x="1902" y="11684"/>
                    </a:moveTo>
                    <a:cubicBezTo>
                      <a:pt x="1719" y="11684"/>
                      <a:pt x="1588" y="11866"/>
                      <a:pt x="1609" y="12092"/>
                    </a:cubicBezTo>
                    <a:cubicBezTo>
                      <a:pt x="1631" y="12320"/>
                      <a:pt x="1798" y="12505"/>
                      <a:pt x="1983" y="12505"/>
                    </a:cubicBezTo>
                    <a:cubicBezTo>
                      <a:pt x="2167" y="12505"/>
                      <a:pt x="2298" y="12320"/>
                      <a:pt x="2275" y="12092"/>
                    </a:cubicBezTo>
                    <a:cubicBezTo>
                      <a:pt x="2251" y="11866"/>
                      <a:pt x="2084" y="11684"/>
                      <a:pt x="1902" y="11684"/>
                    </a:cubicBezTo>
                    <a:close/>
                    <a:moveTo>
                      <a:pt x="2707" y="11684"/>
                    </a:moveTo>
                    <a:cubicBezTo>
                      <a:pt x="2525" y="11684"/>
                      <a:pt x="2395" y="11866"/>
                      <a:pt x="2419" y="12092"/>
                    </a:cubicBezTo>
                    <a:cubicBezTo>
                      <a:pt x="2443" y="12320"/>
                      <a:pt x="2613" y="12505"/>
                      <a:pt x="2798" y="12505"/>
                    </a:cubicBezTo>
                    <a:cubicBezTo>
                      <a:pt x="2982" y="12505"/>
                      <a:pt x="3111" y="12320"/>
                      <a:pt x="3085" y="12092"/>
                    </a:cubicBezTo>
                    <a:cubicBezTo>
                      <a:pt x="3059" y="11866"/>
                      <a:pt x="2890" y="11684"/>
                      <a:pt x="2707" y="11684"/>
                    </a:cubicBezTo>
                    <a:close/>
                    <a:moveTo>
                      <a:pt x="5147" y="11684"/>
                    </a:moveTo>
                    <a:cubicBezTo>
                      <a:pt x="4964" y="11684"/>
                      <a:pt x="4841" y="11866"/>
                      <a:pt x="4873" y="12092"/>
                    </a:cubicBezTo>
                    <a:cubicBezTo>
                      <a:pt x="4904" y="12320"/>
                      <a:pt x="5079" y="12505"/>
                      <a:pt x="5264" y="12505"/>
                    </a:cubicBezTo>
                    <a:cubicBezTo>
                      <a:pt x="5449" y="12505"/>
                      <a:pt x="5572" y="12320"/>
                      <a:pt x="5538" y="12092"/>
                    </a:cubicBezTo>
                    <a:cubicBezTo>
                      <a:pt x="5505" y="11866"/>
                      <a:pt x="5330" y="11684"/>
                      <a:pt x="5147" y="11684"/>
                    </a:cubicBezTo>
                    <a:close/>
                    <a:moveTo>
                      <a:pt x="5953" y="11684"/>
                    </a:moveTo>
                    <a:cubicBezTo>
                      <a:pt x="5769" y="11684"/>
                      <a:pt x="5649" y="11866"/>
                      <a:pt x="5683" y="12092"/>
                    </a:cubicBezTo>
                    <a:cubicBezTo>
                      <a:pt x="5717" y="12320"/>
                      <a:pt x="5894" y="12505"/>
                      <a:pt x="6079" y="12505"/>
                    </a:cubicBezTo>
                    <a:cubicBezTo>
                      <a:pt x="6264" y="12505"/>
                      <a:pt x="6385" y="12320"/>
                      <a:pt x="6349" y="12092"/>
                    </a:cubicBezTo>
                    <a:cubicBezTo>
                      <a:pt x="6313" y="11866"/>
                      <a:pt x="6135" y="11684"/>
                      <a:pt x="5953" y="11684"/>
                    </a:cubicBezTo>
                    <a:close/>
                    <a:moveTo>
                      <a:pt x="6771" y="11684"/>
                    </a:moveTo>
                    <a:cubicBezTo>
                      <a:pt x="6588" y="11684"/>
                      <a:pt x="6469" y="11866"/>
                      <a:pt x="6505" y="12092"/>
                    </a:cubicBezTo>
                    <a:cubicBezTo>
                      <a:pt x="6541" y="12320"/>
                      <a:pt x="6721" y="12505"/>
                      <a:pt x="6906" y="12505"/>
                    </a:cubicBezTo>
                    <a:cubicBezTo>
                      <a:pt x="7091" y="12505"/>
                      <a:pt x="7209" y="12320"/>
                      <a:pt x="7170" y="12092"/>
                    </a:cubicBezTo>
                    <a:cubicBezTo>
                      <a:pt x="7132" y="11866"/>
                      <a:pt x="6953" y="11684"/>
                      <a:pt x="6771" y="11684"/>
                    </a:cubicBezTo>
                    <a:close/>
                    <a:moveTo>
                      <a:pt x="7576" y="11684"/>
                    </a:moveTo>
                    <a:cubicBezTo>
                      <a:pt x="7393" y="11684"/>
                      <a:pt x="7276" y="11866"/>
                      <a:pt x="7315" y="12092"/>
                    </a:cubicBezTo>
                    <a:cubicBezTo>
                      <a:pt x="7354" y="12320"/>
                      <a:pt x="7536" y="12505"/>
                      <a:pt x="7721" y="12505"/>
                    </a:cubicBezTo>
                    <a:cubicBezTo>
                      <a:pt x="7905" y="12505"/>
                      <a:pt x="8022" y="12320"/>
                      <a:pt x="7980" y="12092"/>
                    </a:cubicBezTo>
                    <a:cubicBezTo>
                      <a:pt x="7940" y="11866"/>
                      <a:pt x="7758" y="11684"/>
                      <a:pt x="7576" y="11684"/>
                    </a:cubicBezTo>
                    <a:close/>
                    <a:moveTo>
                      <a:pt x="8393" y="11684"/>
                    </a:moveTo>
                    <a:cubicBezTo>
                      <a:pt x="8211" y="11684"/>
                      <a:pt x="8096" y="11866"/>
                      <a:pt x="8137" y="12092"/>
                    </a:cubicBezTo>
                    <a:cubicBezTo>
                      <a:pt x="8179" y="12320"/>
                      <a:pt x="8362" y="12505"/>
                      <a:pt x="8547" y="12505"/>
                    </a:cubicBezTo>
                    <a:cubicBezTo>
                      <a:pt x="8732" y="12505"/>
                      <a:pt x="8846" y="12320"/>
                      <a:pt x="8803" y="12092"/>
                    </a:cubicBezTo>
                    <a:cubicBezTo>
                      <a:pt x="8759" y="11866"/>
                      <a:pt x="8576" y="11684"/>
                      <a:pt x="8393" y="11684"/>
                    </a:cubicBezTo>
                    <a:close/>
                    <a:moveTo>
                      <a:pt x="9200" y="11684"/>
                    </a:moveTo>
                    <a:cubicBezTo>
                      <a:pt x="9017" y="11684"/>
                      <a:pt x="8904" y="11866"/>
                      <a:pt x="8947" y="12092"/>
                    </a:cubicBezTo>
                    <a:cubicBezTo>
                      <a:pt x="8991" y="12320"/>
                      <a:pt x="9177" y="12505"/>
                      <a:pt x="9362" y="12505"/>
                    </a:cubicBezTo>
                    <a:cubicBezTo>
                      <a:pt x="9547" y="12505"/>
                      <a:pt x="9659" y="12320"/>
                      <a:pt x="9613" y="12092"/>
                    </a:cubicBezTo>
                    <a:cubicBezTo>
                      <a:pt x="9567" y="11866"/>
                      <a:pt x="9382" y="11684"/>
                      <a:pt x="9200" y="11684"/>
                    </a:cubicBezTo>
                    <a:close/>
                    <a:moveTo>
                      <a:pt x="10005" y="11684"/>
                    </a:moveTo>
                    <a:cubicBezTo>
                      <a:pt x="9823" y="11684"/>
                      <a:pt x="9712" y="11866"/>
                      <a:pt x="9758" y="12092"/>
                    </a:cubicBezTo>
                    <a:cubicBezTo>
                      <a:pt x="9804" y="12320"/>
                      <a:pt x="9993" y="12505"/>
                      <a:pt x="10177" y="12505"/>
                    </a:cubicBezTo>
                    <a:cubicBezTo>
                      <a:pt x="10362" y="12505"/>
                      <a:pt x="10472" y="12320"/>
                      <a:pt x="10423" y="12092"/>
                    </a:cubicBezTo>
                    <a:cubicBezTo>
                      <a:pt x="10375" y="11866"/>
                      <a:pt x="10188" y="11684"/>
                      <a:pt x="10005" y="11684"/>
                    </a:cubicBezTo>
                    <a:close/>
                    <a:moveTo>
                      <a:pt x="10823" y="11684"/>
                    </a:moveTo>
                    <a:cubicBezTo>
                      <a:pt x="10640" y="11684"/>
                      <a:pt x="10531" y="11866"/>
                      <a:pt x="10580" y="12092"/>
                    </a:cubicBezTo>
                    <a:cubicBezTo>
                      <a:pt x="10629" y="12320"/>
                      <a:pt x="10819" y="12505"/>
                      <a:pt x="11003" y="12505"/>
                    </a:cubicBezTo>
                    <a:cubicBezTo>
                      <a:pt x="11189" y="12505"/>
                      <a:pt x="11297" y="12320"/>
                      <a:pt x="11245" y="12092"/>
                    </a:cubicBezTo>
                    <a:cubicBezTo>
                      <a:pt x="11195" y="11866"/>
                      <a:pt x="11006" y="11684"/>
                      <a:pt x="10823" y="11684"/>
                    </a:cubicBezTo>
                    <a:close/>
                    <a:moveTo>
                      <a:pt x="11628" y="11684"/>
                    </a:moveTo>
                    <a:cubicBezTo>
                      <a:pt x="11446" y="11684"/>
                      <a:pt x="11339" y="11866"/>
                      <a:pt x="11390" y="12092"/>
                    </a:cubicBezTo>
                    <a:cubicBezTo>
                      <a:pt x="11442" y="12320"/>
                      <a:pt x="11634" y="12505"/>
                      <a:pt x="11818" y="12505"/>
                    </a:cubicBezTo>
                    <a:cubicBezTo>
                      <a:pt x="12003" y="12505"/>
                      <a:pt x="12109" y="12320"/>
                      <a:pt x="12055" y="12092"/>
                    </a:cubicBezTo>
                    <a:cubicBezTo>
                      <a:pt x="12002" y="11866"/>
                      <a:pt x="11811" y="11684"/>
                      <a:pt x="11628" y="11684"/>
                    </a:cubicBezTo>
                    <a:close/>
                    <a:moveTo>
                      <a:pt x="12446" y="11684"/>
                    </a:moveTo>
                    <a:cubicBezTo>
                      <a:pt x="12263" y="11684"/>
                      <a:pt x="12159" y="11866"/>
                      <a:pt x="12213" y="12092"/>
                    </a:cubicBezTo>
                    <a:cubicBezTo>
                      <a:pt x="12267" y="12320"/>
                      <a:pt x="12461" y="12505"/>
                      <a:pt x="12645" y="12505"/>
                    </a:cubicBezTo>
                    <a:cubicBezTo>
                      <a:pt x="12830" y="12505"/>
                      <a:pt x="12934" y="12320"/>
                      <a:pt x="12878" y="12092"/>
                    </a:cubicBezTo>
                    <a:cubicBezTo>
                      <a:pt x="12822" y="11866"/>
                      <a:pt x="12629" y="11684"/>
                      <a:pt x="12446" y="11684"/>
                    </a:cubicBezTo>
                    <a:close/>
                    <a:moveTo>
                      <a:pt x="14059" y="11684"/>
                    </a:moveTo>
                    <a:cubicBezTo>
                      <a:pt x="13876" y="11684"/>
                      <a:pt x="13775" y="11866"/>
                      <a:pt x="13834" y="12092"/>
                    </a:cubicBezTo>
                    <a:cubicBezTo>
                      <a:pt x="13893" y="12320"/>
                      <a:pt x="14091" y="12505"/>
                      <a:pt x="14276" y="12505"/>
                    </a:cubicBezTo>
                    <a:cubicBezTo>
                      <a:pt x="14460" y="12505"/>
                      <a:pt x="14561" y="12320"/>
                      <a:pt x="14499" y="12092"/>
                    </a:cubicBezTo>
                    <a:cubicBezTo>
                      <a:pt x="14439" y="11866"/>
                      <a:pt x="14241" y="11684"/>
                      <a:pt x="14059" y="11684"/>
                    </a:cubicBezTo>
                    <a:close/>
                    <a:moveTo>
                      <a:pt x="1999" y="12680"/>
                    </a:moveTo>
                    <a:cubicBezTo>
                      <a:pt x="1814" y="12680"/>
                      <a:pt x="1681" y="12868"/>
                      <a:pt x="1703" y="13100"/>
                    </a:cubicBezTo>
                    <a:cubicBezTo>
                      <a:pt x="1725" y="13333"/>
                      <a:pt x="1895" y="13524"/>
                      <a:pt x="2082" y="13524"/>
                    </a:cubicBezTo>
                    <a:cubicBezTo>
                      <a:pt x="2270" y="13524"/>
                      <a:pt x="2402" y="13333"/>
                      <a:pt x="2378" y="13100"/>
                    </a:cubicBezTo>
                    <a:cubicBezTo>
                      <a:pt x="2354" y="12868"/>
                      <a:pt x="2184" y="12680"/>
                      <a:pt x="1999" y="12680"/>
                    </a:cubicBezTo>
                    <a:close/>
                    <a:moveTo>
                      <a:pt x="2828" y="12680"/>
                    </a:moveTo>
                    <a:cubicBezTo>
                      <a:pt x="2643" y="12680"/>
                      <a:pt x="2512" y="12868"/>
                      <a:pt x="2537" y="13100"/>
                    </a:cubicBezTo>
                    <a:cubicBezTo>
                      <a:pt x="2561" y="13333"/>
                      <a:pt x="2734" y="13524"/>
                      <a:pt x="2921" y="13524"/>
                    </a:cubicBezTo>
                    <a:cubicBezTo>
                      <a:pt x="3108" y="13524"/>
                      <a:pt x="3238" y="13333"/>
                      <a:pt x="3212" y="13100"/>
                    </a:cubicBezTo>
                    <a:cubicBezTo>
                      <a:pt x="3185" y="12868"/>
                      <a:pt x="3013" y="12680"/>
                      <a:pt x="2828" y="12680"/>
                    </a:cubicBezTo>
                    <a:close/>
                    <a:moveTo>
                      <a:pt x="5291" y="12680"/>
                    </a:moveTo>
                    <a:cubicBezTo>
                      <a:pt x="5106" y="12680"/>
                      <a:pt x="4982" y="12868"/>
                      <a:pt x="5014" y="13100"/>
                    </a:cubicBezTo>
                    <a:cubicBezTo>
                      <a:pt x="5046" y="13333"/>
                      <a:pt x="5224" y="13524"/>
                      <a:pt x="5411" y="13524"/>
                    </a:cubicBezTo>
                    <a:cubicBezTo>
                      <a:pt x="5599" y="13524"/>
                      <a:pt x="5723" y="13333"/>
                      <a:pt x="5688" y="13100"/>
                    </a:cubicBezTo>
                    <a:cubicBezTo>
                      <a:pt x="5654" y="12868"/>
                      <a:pt x="5476" y="12680"/>
                      <a:pt x="5291" y="12680"/>
                    </a:cubicBezTo>
                    <a:close/>
                    <a:moveTo>
                      <a:pt x="6108" y="12680"/>
                    </a:moveTo>
                    <a:cubicBezTo>
                      <a:pt x="5922" y="12680"/>
                      <a:pt x="5801" y="12868"/>
                      <a:pt x="5835" y="13100"/>
                    </a:cubicBezTo>
                    <a:cubicBezTo>
                      <a:pt x="5870" y="13333"/>
                      <a:pt x="6051" y="13524"/>
                      <a:pt x="6238" y="13524"/>
                    </a:cubicBezTo>
                    <a:cubicBezTo>
                      <a:pt x="6426" y="13524"/>
                      <a:pt x="6547" y="13333"/>
                      <a:pt x="6510" y="13100"/>
                    </a:cubicBezTo>
                    <a:cubicBezTo>
                      <a:pt x="6473" y="12868"/>
                      <a:pt x="6293" y="12680"/>
                      <a:pt x="6108" y="12680"/>
                    </a:cubicBezTo>
                    <a:close/>
                    <a:moveTo>
                      <a:pt x="6938" y="12680"/>
                    </a:moveTo>
                    <a:cubicBezTo>
                      <a:pt x="6752" y="12680"/>
                      <a:pt x="6632" y="12868"/>
                      <a:pt x="6669" y="13100"/>
                    </a:cubicBezTo>
                    <a:cubicBezTo>
                      <a:pt x="6707" y="13333"/>
                      <a:pt x="6889" y="13524"/>
                      <a:pt x="7077" y="13524"/>
                    </a:cubicBezTo>
                    <a:cubicBezTo>
                      <a:pt x="7264" y="13524"/>
                      <a:pt x="7383" y="13333"/>
                      <a:pt x="7344" y="13100"/>
                    </a:cubicBezTo>
                    <a:cubicBezTo>
                      <a:pt x="7304" y="12868"/>
                      <a:pt x="7123" y="12680"/>
                      <a:pt x="6938" y="12680"/>
                    </a:cubicBezTo>
                    <a:close/>
                    <a:moveTo>
                      <a:pt x="7755" y="12680"/>
                    </a:moveTo>
                    <a:cubicBezTo>
                      <a:pt x="7569" y="12680"/>
                      <a:pt x="7451" y="12868"/>
                      <a:pt x="7491" y="13100"/>
                    </a:cubicBezTo>
                    <a:cubicBezTo>
                      <a:pt x="7531" y="13333"/>
                      <a:pt x="7716" y="13524"/>
                      <a:pt x="7904" y="13524"/>
                    </a:cubicBezTo>
                    <a:cubicBezTo>
                      <a:pt x="8090" y="13524"/>
                      <a:pt x="8208" y="13333"/>
                      <a:pt x="8166" y="13100"/>
                    </a:cubicBezTo>
                    <a:cubicBezTo>
                      <a:pt x="8124" y="12868"/>
                      <a:pt x="7940" y="12680"/>
                      <a:pt x="7755" y="12680"/>
                    </a:cubicBezTo>
                    <a:close/>
                    <a:moveTo>
                      <a:pt x="9402" y="12680"/>
                    </a:moveTo>
                    <a:cubicBezTo>
                      <a:pt x="9216" y="12680"/>
                      <a:pt x="9102" y="12868"/>
                      <a:pt x="9147" y="13100"/>
                    </a:cubicBezTo>
                    <a:cubicBezTo>
                      <a:pt x="9192" y="13333"/>
                      <a:pt x="9381" y="13524"/>
                      <a:pt x="9569" y="13524"/>
                    </a:cubicBezTo>
                    <a:cubicBezTo>
                      <a:pt x="9756" y="13524"/>
                      <a:pt x="9869" y="13333"/>
                      <a:pt x="9822" y="13100"/>
                    </a:cubicBezTo>
                    <a:cubicBezTo>
                      <a:pt x="9775" y="12868"/>
                      <a:pt x="9587" y="12680"/>
                      <a:pt x="9402" y="12680"/>
                    </a:cubicBezTo>
                    <a:close/>
                    <a:moveTo>
                      <a:pt x="10219" y="12680"/>
                    </a:moveTo>
                    <a:cubicBezTo>
                      <a:pt x="10034" y="12680"/>
                      <a:pt x="9922" y="12868"/>
                      <a:pt x="9969" y="13100"/>
                    </a:cubicBezTo>
                    <a:cubicBezTo>
                      <a:pt x="10017" y="13333"/>
                      <a:pt x="10209" y="13524"/>
                      <a:pt x="10396" y="13524"/>
                    </a:cubicBezTo>
                    <a:cubicBezTo>
                      <a:pt x="10583" y="13524"/>
                      <a:pt x="10694" y="13333"/>
                      <a:pt x="10644" y="13100"/>
                    </a:cubicBezTo>
                    <a:cubicBezTo>
                      <a:pt x="10594" y="12868"/>
                      <a:pt x="10404" y="12680"/>
                      <a:pt x="10219" y="12680"/>
                    </a:cubicBezTo>
                    <a:close/>
                    <a:moveTo>
                      <a:pt x="11036" y="12680"/>
                    </a:moveTo>
                    <a:cubicBezTo>
                      <a:pt x="10851" y="12680"/>
                      <a:pt x="10741" y="12868"/>
                      <a:pt x="10792" y="13100"/>
                    </a:cubicBezTo>
                    <a:cubicBezTo>
                      <a:pt x="10842" y="13333"/>
                      <a:pt x="11035" y="13524"/>
                      <a:pt x="11222" y="13524"/>
                    </a:cubicBezTo>
                    <a:cubicBezTo>
                      <a:pt x="11410" y="13524"/>
                      <a:pt x="11518" y="13333"/>
                      <a:pt x="11466" y="13100"/>
                    </a:cubicBezTo>
                    <a:cubicBezTo>
                      <a:pt x="11414" y="12868"/>
                      <a:pt x="11222" y="12680"/>
                      <a:pt x="11036" y="12680"/>
                    </a:cubicBezTo>
                    <a:close/>
                    <a:moveTo>
                      <a:pt x="6264" y="13718"/>
                    </a:moveTo>
                    <a:cubicBezTo>
                      <a:pt x="6076" y="13718"/>
                      <a:pt x="5953" y="13911"/>
                      <a:pt x="5988" y="14150"/>
                    </a:cubicBezTo>
                    <a:cubicBezTo>
                      <a:pt x="6024" y="14390"/>
                      <a:pt x="6207" y="14586"/>
                      <a:pt x="6398" y="14586"/>
                    </a:cubicBezTo>
                    <a:cubicBezTo>
                      <a:pt x="6588" y="14586"/>
                      <a:pt x="6711" y="14390"/>
                      <a:pt x="6673" y="14150"/>
                    </a:cubicBezTo>
                    <a:cubicBezTo>
                      <a:pt x="6635" y="13911"/>
                      <a:pt x="6452" y="13718"/>
                      <a:pt x="6264" y="13718"/>
                    </a:cubicBezTo>
                    <a:close/>
                    <a:moveTo>
                      <a:pt x="7105" y="13718"/>
                    </a:moveTo>
                    <a:cubicBezTo>
                      <a:pt x="6917" y="13718"/>
                      <a:pt x="6795" y="13911"/>
                      <a:pt x="6834" y="14150"/>
                    </a:cubicBezTo>
                    <a:cubicBezTo>
                      <a:pt x="6872" y="14390"/>
                      <a:pt x="7058" y="14586"/>
                      <a:pt x="7248" y="14586"/>
                    </a:cubicBezTo>
                    <a:cubicBezTo>
                      <a:pt x="7438" y="14586"/>
                      <a:pt x="7558" y="14390"/>
                      <a:pt x="7518" y="14150"/>
                    </a:cubicBezTo>
                    <a:cubicBezTo>
                      <a:pt x="7477" y="13911"/>
                      <a:pt x="7293" y="13718"/>
                      <a:pt x="7105" y="13718"/>
                    </a:cubicBezTo>
                    <a:close/>
                    <a:moveTo>
                      <a:pt x="9604" y="13718"/>
                    </a:moveTo>
                    <a:cubicBezTo>
                      <a:pt x="9416" y="13718"/>
                      <a:pt x="9301" y="13911"/>
                      <a:pt x="9347" y="14150"/>
                    </a:cubicBezTo>
                    <a:cubicBezTo>
                      <a:pt x="9394" y="14390"/>
                      <a:pt x="9586" y="14586"/>
                      <a:pt x="9776" y="14586"/>
                    </a:cubicBezTo>
                    <a:cubicBezTo>
                      <a:pt x="9966" y="14586"/>
                      <a:pt x="10080" y="14390"/>
                      <a:pt x="10031" y="14150"/>
                    </a:cubicBezTo>
                    <a:cubicBezTo>
                      <a:pt x="9983" y="13911"/>
                      <a:pt x="9791" y="13718"/>
                      <a:pt x="9604" y="13718"/>
                    </a:cubicBezTo>
                    <a:close/>
                    <a:moveTo>
                      <a:pt x="10433" y="13718"/>
                    </a:moveTo>
                    <a:cubicBezTo>
                      <a:pt x="10245" y="13718"/>
                      <a:pt x="10132" y="13911"/>
                      <a:pt x="10181" y="14150"/>
                    </a:cubicBezTo>
                    <a:cubicBezTo>
                      <a:pt x="10230" y="14390"/>
                      <a:pt x="10425" y="14586"/>
                      <a:pt x="10614" y="14586"/>
                    </a:cubicBezTo>
                    <a:cubicBezTo>
                      <a:pt x="10804" y="14586"/>
                      <a:pt x="10917" y="14390"/>
                      <a:pt x="10865" y="14150"/>
                    </a:cubicBezTo>
                    <a:cubicBezTo>
                      <a:pt x="10814" y="13911"/>
                      <a:pt x="10620" y="13718"/>
                      <a:pt x="10433" y="13718"/>
                    </a:cubicBezTo>
                    <a:close/>
                    <a:moveTo>
                      <a:pt x="11274" y="13718"/>
                    </a:moveTo>
                    <a:cubicBezTo>
                      <a:pt x="11086" y="13718"/>
                      <a:pt x="10975" y="13911"/>
                      <a:pt x="11027" y="14150"/>
                    </a:cubicBezTo>
                    <a:cubicBezTo>
                      <a:pt x="11079" y="14390"/>
                      <a:pt x="11275" y="14586"/>
                      <a:pt x="11464" y="14586"/>
                    </a:cubicBezTo>
                    <a:cubicBezTo>
                      <a:pt x="11655" y="14586"/>
                      <a:pt x="11764" y="14390"/>
                      <a:pt x="11710" y="14150"/>
                    </a:cubicBezTo>
                    <a:cubicBezTo>
                      <a:pt x="11657" y="13911"/>
                      <a:pt x="11462" y="13718"/>
                      <a:pt x="11274" y="13718"/>
                    </a:cubicBezTo>
                    <a:close/>
                    <a:moveTo>
                      <a:pt x="12102" y="13718"/>
                    </a:moveTo>
                    <a:cubicBezTo>
                      <a:pt x="11915" y="13718"/>
                      <a:pt x="11807" y="13911"/>
                      <a:pt x="11861" y="14150"/>
                    </a:cubicBezTo>
                    <a:cubicBezTo>
                      <a:pt x="11915" y="14390"/>
                      <a:pt x="12113" y="14586"/>
                      <a:pt x="12303" y="14586"/>
                    </a:cubicBezTo>
                    <a:cubicBezTo>
                      <a:pt x="12493" y="14586"/>
                      <a:pt x="12601" y="14390"/>
                      <a:pt x="12544" y="14150"/>
                    </a:cubicBezTo>
                    <a:cubicBezTo>
                      <a:pt x="12488" y="13911"/>
                      <a:pt x="12290" y="13718"/>
                      <a:pt x="12102" y="13718"/>
                    </a:cubicBezTo>
                    <a:close/>
                    <a:moveTo>
                      <a:pt x="14603" y="13718"/>
                    </a:moveTo>
                    <a:cubicBezTo>
                      <a:pt x="14415" y="13718"/>
                      <a:pt x="14313" y="13911"/>
                      <a:pt x="14375" y="14150"/>
                    </a:cubicBezTo>
                    <a:cubicBezTo>
                      <a:pt x="14438" y="14390"/>
                      <a:pt x="14642" y="14586"/>
                      <a:pt x="14832" y="14586"/>
                    </a:cubicBezTo>
                    <a:cubicBezTo>
                      <a:pt x="15022" y="14586"/>
                      <a:pt x="15123" y="14390"/>
                      <a:pt x="15059" y="14150"/>
                    </a:cubicBezTo>
                    <a:cubicBezTo>
                      <a:pt x="14995" y="13911"/>
                      <a:pt x="14790" y="13718"/>
                      <a:pt x="14603" y="13718"/>
                    </a:cubicBezTo>
                    <a:close/>
                    <a:moveTo>
                      <a:pt x="6431" y="14776"/>
                    </a:moveTo>
                    <a:cubicBezTo>
                      <a:pt x="6241" y="14776"/>
                      <a:pt x="6116" y="14975"/>
                      <a:pt x="6153" y="15220"/>
                    </a:cubicBezTo>
                    <a:cubicBezTo>
                      <a:pt x="6190" y="15467"/>
                      <a:pt x="6376" y="15669"/>
                      <a:pt x="6569" y="15669"/>
                    </a:cubicBezTo>
                    <a:cubicBezTo>
                      <a:pt x="6762" y="15669"/>
                      <a:pt x="6886" y="15467"/>
                      <a:pt x="6847" y="15220"/>
                    </a:cubicBezTo>
                    <a:cubicBezTo>
                      <a:pt x="6808" y="14975"/>
                      <a:pt x="6622" y="14776"/>
                      <a:pt x="6431" y="14776"/>
                    </a:cubicBezTo>
                    <a:close/>
                    <a:moveTo>
                      <a:pt x="7284" y="14776"/>
                    </a:moveTo>
                    <a:cubicBezTo>
                      <a:pt x="7093" y="14776"/>
                      <a:pt x="6971" y="14975"/>
                      <a:pt x="7010" y="15220"/>
                    </a:cubicBezTo>
                    <a:cubicBezTo>
                      <a:pt x="7049" y="15467"/>
                      <a:pt x="7238" y="15669"/>
                      <a:pt x="7431" y="15669"/>
                    </a:cubicBezTo>
                    <a:cubicBezTo>
                      <a:pt x="7624" y="15669"/>
                      <a:pt x="7745" y="15467"/>
                      <a:pt x="7704" y="15220"/>
                    </a:cubicBezTo>
                    <a:cubicBezTo>
                      <a:pt x="7662" y="14975"/>
                      <a:pt x="7474" y="14776"/>
                      <a:pt x="7284" y="14776"/>
                    </a:cubicBezTo>
                    <a:close/>
                    <a:moveTo>
                      <a:pt x="10658" y="14776"/>
                    </a:moveTo>
                    <a:cubicBezTo>
                      <a:pt x="10468" y="14776"/>
                      <a:pt x="10354" y="14975"/>
                      <a:pt x="10404" y="15220"/>
                    </a:cubicBezTo>
                    <a:cubicBezTo>
                      <a:pt x="10455" y="15467"/>
                      <a:pt x="10653" y="15669"/>
                      <a:pt x="10845" y="15669"/>
                    </a:cubicBezTo>
                    <a:cubicBezTo>
                      <a:pt x="11038" y="15669"/>
                      <a:pt x="11151" y="15467"/>
                      <a:pt x="11098" y="15220"/>
                    </a:cubicBezTo>
                    <a:cubicBezTo>
                      <a:pt x="11046" y="14975"/>
                      <a:pt x="10849" y="14776"/>
                      <a:pt x="10658" y="14776"/>
                    </a:cubicBezTo>
                    <a:close/>
                    <a:moveTo>
                      <a:pt x="11499" y="14776"/>
                    </a:moveTo>
                    <a:cubicBezTo>
                      <a:pt x="11309" y="14776"/>
                      <a:pt x="11197" y="14975"/>
                      <a:pt x="11250" y="15220"/>
                    </a:cubicBezTo>
                    <a:cubicBezTo>
                      <a:pt x="11303" y="15467"/>
                      <a:pt x="11503" y="15669"/>
                      <a:pt x="11696" y="15669"/>
                    </a:cubicBezTo>
                    <a:cubicBezTo>
                      <a:pt x="11889" y="15669"/>
                      <a:pt x="11999" y="15467"/>
                      <a:pt x="11944" y="15220"/>
                    </a:cubicBezTo>
                    <a:cubicBezTo>
                      <a:pt x="11888" y="14975"/>
                      <a:pt x="11690" y="14776"/>
                      <a:pt x="11499" y="14776"/>
                    </a:cubicBezTo>
                    <a:close/>
                    <a:moveTo>
                      <a:pt x="12352" y="14776"/>
                    </a:moveTo>
                    <a:cubicBezTo>
                      <a:pt x="12162" y="14776"/>
                      <a:pt x="12052" y="14975"/>
                      <a:pt x="12107" y="15220"/>
                    </a:cubicBezTo>
                    <a:cubicBezTo>
                      <a:pt x="12163" y="15467"/>
                      <a:pt x="12366" y="15669"/>
                      <a:pt x="12558" y="15669"/>
                    </a:cubicBezTo>
                    <a:cubicBezTo>
                      <a:pt x="12751" y="15669"/>
                      <a:pt x="12859" y="15467"/>
                      <a:pt x="12801" y="15220"/>
                    </a:cubicBezTo>
                    <a:cubicBezTo>
                      <a:pt x="12743" y="14975"/>
                      <a:pt x="12542" y="14776"/>
                      <a:pt x="12352" y="14776"/>
                    </a:cubicBezTo>
                    <a:close/>
                    <a:moveTo>
                      <a:pt x="15728" y="14776"/>
                    </a:moveTo>
                    <a:cubicBezTo>
                      <a:pt x="15538" y="14776"/>
                      <a:pt x="15437" y="14975"/>
                      <a:pt x="15503" y="15220"/>
                    </a:cubicBezTo>
                    <a:cubicBezTo>
                      <a:pt x="15570" y="15467"/>
                      <a:pt x="15781" y="15669"/>
                      <a:pt x="15974" y="15669"/>
                    </a:cubicBezTo>
                    <a:cubicBezTo>
                      <a:pt x="16167" y="15669"/>
                      <a:pt x="16266" y="15467"/>
                      <a:pt x="16197" y="15220"/>
                    </a:cubicBezTo>
                    <a:cubicBezTo>
                      <a:pt x="16129" y="14975"/>
                      <a:pt x="15919" y="14776"/>
                      <a:pt x="15728" y="14776"/>
                    </a:cubicBezTo>
                    <a:close/>
                    <a:moveTo>
                      <a:pt x="6599" y="15876"/>
                    </a:moveTo>
                    <a:cubicBezTo>
                      <a:pt x="6405" y="15876"/>
                      <a:pt x="6279" y="16080"/>
                      <a:pt x="6317" y="16333"/>
                    </a:cubicBezTo>
                    <a:cubicBezTo>
                      <a:pt x="6355" y="16587"/>
                      <a:pt x="6544" y="16794"/>
                      <a:pt x="6740" y="16794"/>
                    </a:cubicBezTo>
                    <a:cubicBezTo>
                      <a:pt x="6936" y="16794"/>
                      <a:pt x="7062" y="16587"/>
                      <a:pt x="7021" y="16333"/>
                    </a:cubicBezTo>
                    <a:cubicBezTo>
                      <a:pt x="6981" y="16080"/>
                      <a:pt x="6792" y="15876"/>
                      <a:pt x="6599" y="15876"/>
                    </a:cubicBezTo>
                    <a:close/>
                    <a:moveTo>
                      <a:pt x="10884" y="15876"/>
                    </a:moveTo>
                    <a:cubicBezTo>
                      <a:pt x="10691" y="15876"/>
                      <a:pt x="10576" y="16080"/>
                      <a:pt x="10628" y="16333"/>
                    </a:cubicBezTo>
                    <a:cubicBezTo>
                      <a:pt x="10680" y="16587"/>
                      <a:pt x="10881" y="16794"/>
                      <a:pt x="11076" y="16794"/>
                    </a:cubicBezTo>
                    <a:cubicBezTo>
                      <a:pt x="11272" y="16794"/>
                      <a:pt x="11386" y="16587"/>
                      <a:pt x="11331" y="16333"/>
                    </a:cubicBezTo>
                    <a:cubicBezTo>
                      <a:pt x="11278" y="16080"/>
                      <a:pt x="11077" y="15876"/>
                      <a:pt x="10884" y="15876"/>
                    </a:cubicBezTo>
                    <a:close/>
                    <a:moveTo>
                      <a:pt x="16024" y="15876"/>
                    </a:moveTo>
                    <a:cubicBezTo>
                      <a:pt x="15831" y="15876"/>
                      <a:pt x="15729" y="16080"/>
                      <a:pt x="15797" y="16333"/>
                    </a:cubicBezTo>
                    <a:cubicBezTo>
                      <a:pt x="15866" y="16587"/>
                      <a:pt x="16081" y="16794"/>
                      <a:pt x="16277" y="16794"/>
                    </a:cubicBezTo>
                    <a:cubicBezTo>
                      <a:pt x="16472" y="16794"/>
                      <a:pt x="16573" y="16587"/>
                      <a:pt x="16502" y="16333"/>
                    </a:cubicBezTo>
                    <a:cubicBezTo>
                      <a:pt x="16431" y="16080"/>
                      <a:pt x="16217" y="15876"/>
                      <a:pt x="16024" y="15876"/>
                    </a:cubicBezTo>
                    <a:close/>
                    <a:moveTo>
                      <a:pt x="10258" y="16997"/>
                    </a:moveTo>
                    <a:cubicBezTo>
                      <a:pt x="10062" y="16997"/>
                      <a:pt x="9943" y="17207"/>
                      <a:pt x="9993" y="17466"/>
                    </a:cubicBezTo>
                    <a:cubicBezTo>
                      <a:pt x="10044" y="17728"/>
                      <a:pt x="10246" y="17942"/>
                      <a:pt x="10445" y="17942"/>
                    </a:cubicBezTo>
                    <a:cubicBezTo>
                      <a:pt x="10643" y="17942"/>
                      <a:pt x="10760" y="17728"/>
                      <a:pt x="10707" y="17466"/>
                    </a:cubicBezTo>
                    <a:cubicBezTo>
                      <a:pt x="10655" y="17207"/>
                      <a:pt x="10454" y="16997"/>
                      <a:pt x="10258" y="16997"/>
                    </a:cubicBezTo>
                    <a:close/>
                    <a:moveTo>
                      <a:pt x="11985" y="16997"/>
                    </a:moveTo>
                    <a:cubicBezTo>
                      <a:pt x="11789" y="16997"/>
                      <a:pt x="11676" y="17207"/>
                      <a:pt x="11732" y="17466"/>
                    </a:cubicBezTo>
                    <a:cubicBezTo>
                      <a:pt x="11789" y="17728"/>
                      <a:pt x="11995" y="17942"/>
                      <a:pt x="12194" y="17942"/>
                    </a:cubicBezTo>
                    <a:cubicBezTo>
                      <a:pt x="12392" y="17942"/>
                      <a:pt x="12505" y="17728"/>
                      <a:pt x="12446" y="17466"/>
                    </a:cubicBezTo>
                    <a:cubicBezTo>
                      <a:pt x="12387" y="17207"/>
                      <a:pt x="12182" y="16997"/>
                      <a:pt x="11985" y="16997"/>
                    </a:cubicBezTo>
                    <a:close/>
                    <a:moveTo>
                      <a:pt x="13726" y="16997"/>
                    </a:moveTo>
                    <a:cubicBezTo>
                      <a:pt x="13530" y="16997"/>
                      <a:pt x="13421" y="17207"/>
                      <a:pt x="13483" y="17466"/>
                    </a:cubicBezTo>
                    <a:cubicBezTo>
                      <a:pt x="13545" y="17728"/>
                      <a:pt x="13756" y="17942"/>
                      <a:pt x="13955" y="17942"/>
                    </a:cubicBezTo>
                    <a:cubicBezTo>
                      <a:pt x="14153" y="17942"/>
                      <a:pt x="14261" y="17728"/>
                      <a:pt x="14196" y="17466"/>
                    </a:cubicBezTo>
                    <a:cubicBezTo>
                      <a:pt x="14132" y="17207"/>
                      <a:pt x="13922" y="16997"/>
                      <a:pt x="13726" y="16997"/>
                    </a:cubicBezTo>
                    <a:close/>
                    <a:moveTo>
                      <a:pt x="14602" y="16997"/>
                    </a:moveTo>
                    <a:cubicBezTo>
                      <a:pt x="14405" y="16997"/>
                      <a:pt x="14300" y="17207"/>
                      <a:pt x="14364" y="17466"/>
                    </a:cubicBezTo>
                    <a:cubicBezTo>
                      <a:pt x="14429" y="17728"/>
                      <a:pt x="14642" y="17942"/>
                      <a:pt x="14841" y="17942"/>
                    </a:cubicBezTo>
                    <a:cubicBezTo>
                      <a:pt x="15039" y="17942"/>
                      <a:pt x="15145" y="17728"/>
                      <a:pt x="15078" y="17466"/>
                    </a:cubicBezTo>
                    <a:cubicBezTo>
                      <a:pt x="15011" y="17207"/>
                      <a:pt x="14798" y="16997"/>
                      <a:pt x="14602" y="16997"/>
                    </a:cubicBezTo>
                    <a:close/>
                    <a:moveTo>
                      <a:pt x="11359" y="18138"/>
                    </a:moveTo>
                    <a:cubicBezTo>
                      <a:pt x="11161" y="18138"/>
                      <a:pt x="11043" y="18353"/>
                      <a:pt x="11098" y="18621"/>
                    </a:cubicBezTo>
                    <a:cubicBezTo>
                      <a:pt x="11153" y="18891"/>
                      <a:pt x="11362" y="19110"/>
                      <a:pt x="11562" y="19110"/>
                    </a:cubicBezTo>
                    <a:cubicBezTo>
                      <a:pt x="11764" y="19110"/>
                      <a:pt x="11880" y="18891"/>
                      <a:pt x="11822" y="18621"/>
                    </a:cubicBezTo>
                    <a:cubicBezTo>
                      <a:pt x="11765" y="18353"/>
                      <a:pt x="11558" y="18138"/>
                      <a:pt x="11359" y="18138"/>
                    </a:cubicBezTo>
                    <a:close/>
                    <a:moveTo>
                      <a:pt x="12246" y="18138"/>
                    </a:moveTo>
                    <a:cubicBezTo>
                      <a:pt x="12048" y="18138"/>
                      <a:pt x="11933" y="18353"/>
                      <a:pt x="11991" y="18621"/>
                    </a:cubicBezTo>
                    <a:cubicBezTo>
                      <a:pt x="12049" y="18891"/>
                      <a:pt x="12259" y="19110"/>
                      <a:pt x="12460" y="19110"/>
                    </a:cubicBezTo>
                    <a:cubicBezTo>
                      <a:pt x="12662" y="19110"/>
                      <a:pt x="12776" y="18891"/>
                      <a:pt x="12715" y="18621"/>
                    </a:cubicBezTo>
                    <a:cubicBezTo>
                      <a:pt x="12655" y="18353"/>
                      <a:pt x="12445" y="18138"/>
                      <a:pt x="12246" y="18138"/>
                    </a:cubicBezTo>
                    <a:close/>
                    <a:moveTo>
                      <a:pt x="13122" y="18138"/>
                    </a:moveTo>
                    <a:cubicBezTo>
                      <a:pt x="12924" y="18138"/>
                      <a:pt x="12811" y="18353"/>
                      <a:pt x="12872" y="18621"/>
                    </a:cubicBezTo>
                    <a:cubicBezTo>
                      <a:pt x="12933" y="18891"/>
                      <a:pt x="13146" y="19110"/>
                      <a:pt x="13347" y="19110"/>
                    </a:cubicBezTo>
                    <a:cubicBezTo>
                      <a:pt x="13549" y="19110"/>
                      <a:pt x="13659" y="18891"/>
                      <a:pt x="13596" y="18621"/>
                    </a:cubicBezTo>
                    <a:cubicBezTo>
                      <a:pt x="13533" y="18353"/>
                      <a:pt x="13321" y="18138"/>
                      <a:pt x="13122" y="18138"/>
                    </a:cubicBezTo>
                    <a:close/>
                    <a:moveTo>
                      <a:pt x="14010" y="18138"/>
                    </a:moveTo>
                    <a:cubicBezTo>
                      <a:pt x="13811" y="18138"/>
                      <a:pt x="13701" y="18353"/>
                      <a:pt x="13765" y="18621"/>
                    </a:cubicBezTo>
                    <a:cubicBezTo>
                      <a:pt x="13829" y="18891"/>
                      <a:pt x="14044" y="19110"/>
                      <a:pt x="14246" y="19110"/>
                    </a:cubicBezTo>
                    <a:cubicBezTo>
                      <a:pt x="14447" y="19110"/>
                      <a:pt x="14556" y="18891"/>
                      <a:pt x="14489" y="18621"/>
                    </a:cubicBezTo>
                    <a:cubicBezTo>
                      <a:pt x="14423" y="18353"/>
                      <a:pt x="14209" y="18138"/>
                      <a:pt x="14010" y="18138"/>
                    </a:cubicBezTo>
                    <a:close/>
                    <a:moveTo>
                      <a:pt x="14898" y="18138"/>
                    </a:moveTo>
                    <a:cubicBezTo>
                      <a:pt x="14698" y="18138"/>
                      <a:pt x="14591" y="18353"/>
                      <a:pt x="14658" y="18621"/>
                    </a:cubicBezTo>
                    <a:cubicBezTo>
                      <a:pt x="14725" y="18891"/>
                      <a:pt x="14942" y="19110"/>
                      <a:pt x="15144" y="19110"/>
                    </a:cubicBezTo>
                    <a:cubicBezTo>
                      <a:pt x="15345" y="19110"/>
                      <a:pt x="15452" y="18891"/>
                      <a:pt x="15383" y="18621"/>
                    </a:cubicBezTo>
                    <a:cubicBezTo>
                      <a:pt x="15314" y="18353"/>
                      <a:pt x="15096" y="18138"/>
                      <a:pt x="14898" y="18138"/>
                    </a:cubicBezTo>
                    <a:close/>
                    <a:moveTo>
                      <a:pt x="15774" y="18138"/>
                    </a:moveTo>
                    <a:cubicBezTo>
                      <a:pt x="15575" y="18138"/>
                      <a:pt x="15470" y="18353"/>
                      <a:pt x="15540" y="18621"/>
                    </a:cubicBezTo>
                    <a:cubicBezTo>
                      <a:pt x="15610" y="18891"/>
                      <a:pt x="15829" y="19110"/>
                      <a:pt x="16031" y="19110"/>
                    </a:cubicBezTo>
                    <a:cubicBezTo>
                      <a:pt x="16232" y="19110"/>
                      <a:pt x="16336" y="18891"/>
                      <a:pt x="16264" y="18621"/>
                    </a:cubicBezTo>
                    <a:cubicBezTo>
                      <a:pt x="16192" y="18353"/>
                      <a:pt x="15973" y="18138"/>
                      <a:pt x="15774" y="18138"/>
                    </a:cubicBezTo>
                    <a:close/>
                    <a:moveTo>
                      <a:pt x="17538" y="18138"/>
                    </a:moveTo>
                    <a:cubicBezTo>
                      <a:pt x="17339" y="18138"/>
                      <a:pt x="17239" y="18353"/>
                      <a:pt x="17315" y="18621"/>
                    </a:cubicBezTo>
                    <a:cubicBezTo>
                      <a:pt x="17391" y="18891"/>
                      <a:pt x="17615" y="19110"/>
                      <a:pt x="17816" y="19110"/>
                    </a:cubicBezTo>
                    <a:cubicBezTo>
                      <a:pt x="18018" y="19110"/>
                      <a:pt x="18117" y="18891"/>
                      <a:pt x="18039" y="18621"/>
                    </a:cubicBezTo>
                    <a:cubicBezTo>
                      <a:pt x="17961" y="18353"/>
                      <a:pt x="17737" y="18138"/>
                      <a:pt x="17538" y="18138"/>
                    </a:cubicBezTo>
                    <a:close/>
                    <a:moveTo>
                      <a:pt x="18426" y="18138"/>
                    </a:moveTo>
                    <a:cubicBezTo>
                      <a:pt x="18227" y="18138"/>
                      <a:pt x="18129" y="18353"/>
                      <a:pt x="18208" y="18621"/>
                    </a:cubicBezTo>
                    <a:cubicBezTo>
                      <a:pt x="18287" y="18891"/>
                      <a:pt x="18513" y="19110"/>
                      <a:pt x="18715" y="19110"/>
                    </a:cubicBezTo>
                    <a:cubicBezTo>
                      <a:pt x="18917" y="19110"/>
                      <a:pt x="19013" y="18891"/>
                      <a:pt x="18932" y="18621"/>
                    </a:cubicBezTo>
                    <a:cubicBezTo>
                      <a:pt x="18851" y="18353"/>
                      <a:pt x="18625" y="18138"/>
                      <a:pt x="18426" y="18138"/>
                    </a:cubicBezTo>
                    <a:close/>
                    <a:moveTo>
                      <a:pt x="11608" y="19342"/>
                    </a:moveTo>
                    <a:cubicBezTo>
                      <a:pt x="11407" y="19342"/>
                      <a:pt x="11288" y="19565"/>
                      <a:pt x="11345" y="19841"/>
                    </a:cubicBezTo>
                    <a:cubicBezTo>
                      <a:pt x="11401" y="20118"/>
                      <a:pt x="11614" y="20344"/>
                      <a:pt x="11818" y="20344"/>
                    </a:cubicBezTo>
                    <a:cubicBezTo>
                      <a:pt x="12022" y="20344"/>
                      <a:pt x="12140" y="20118"/>
                      <a:pt x="12080" y="19841"/>
                    </a:cubicBezTo>
                    <a:cubicBezTo>
                      <a:pt x="12021" y="19565"/>
                      <a:pt x="11810" y="19342"/>
                      <a:pt x="11608" y="19342"/>
                    </a:cubicBezTo>
                    <a:close/>
                    <a:moveTo>
                      <a:pt x="12507" y="19342"/>
                    </a:moveTo>
                    <a:cubicBezTo>
                      <a:pt x="12306" y="19342"/>
                      <a:pt x="12190" y="19565"/>
                      <a:pt x="12250" y="19841"/>
                    </a:cubicBezTo>
                    <a:cubicBezTo>
                      <a:pt x="12309" y="20118"/>
                      <a:pt x="12524" y="20344"/>
                      <a:pt x="12728" y="20344"/>
                    </a:cubicBezTo>
                    <a:cubicBezTo>
                      <a:pt x="12933" y="20344"/>
                      <a:pt x="13047" y="20118"/>
                      <a:pt x="12985" y="19841"/>
                    </a:cubicBezTo>
                    <a:cubicBezTo>
                      <a:pt x="12922" y="19565"/>
                      <a:pt x="12710" y="19342"/>
                      <a:pt x="12507" y="19342"/>
                    </a:cubicBezTo>
                    <a:close/>
                    <a:moveTo>
                      <a:pt x="16093" y="19342"/>
                    </a:moveTo>
                    <a:cubicBezTo>
                      <a:pt x="15891" y="19342"/>
                      <a:pt x="15786" y="19565"/>
                      <a:pt x="15857" y="19841"/>
                    </a:cubicBezTo>
                    <a:cubicBezTo>
                      <a:pt x="15929" y="20118"/>
                      <a:pt x="16154" y="20344"/>
                      <a:pt x="16358" y="20344"/>
                    </a:cubicBezTo>
                    <a:cubicBezTo>
                      <a:pt x="16562" y="20344"/>
                      <a:pt x="16667" y="20118"/>
                      <a:pt x="16592" y="19841"/>
                    </a:cubicBezTo>
                    <a:cubicBezTo>
                      <a:pt x="16518" y="19565"/>
                      <a:pt x="16295" y="19342"/>
                      <a:pt x="16093" y="19342"/>
                    </a:cubicBezTo>
                    <a:close/>
                    <a:moveTo>
                      <a:pt x="18780" y="19342"/>
                    </a:moveTo>
                    <a:cubicBezTo>
                      <a:pt x="18578" y="19342"/>
                      <a:pt x="18480" y="19565"/>
                      <a:pt x="18561" y="19841"/>
                    </a:cubicBezTo>
                    <a:cubicBezTo>
                      <a:pt x="18642" y="20118"/>
                      <a:pt x="18873" y="20344"/>
                      <a:pt x="19078" y="20344"/>
                    </a:cubicBezTo>
                    <a:cubicBezTo>
                      <a:pt x="19283" y="20344"/>
                      <a:pt x="19380" y="20118"/>
                      <a:pt x="19296" y="19841"/>
                    </a:cubicBezTo>
                    <a:cubicBezTo>
                      <a:pt x="19212" y="19565"/>
                      <a:pt x="18982" y="19342"/>
                      <a:pt x="18780" y="19342"/>
                    </a:cubicBezTo>
                    <a:close/>
                    <a:moveTo>
                      <a:pt x="19668" y="19342"/>
                    </a:moveTo>
                    <a:cubicBezTo>
                      <a:pt x="19466" y="19342"/>
                      <a:pt x="19371" y="19565"/>
                      <a:pt x="19454" y="19841"/>
                    </a:cubicBezTo>
                    <a:cubicBezTo>
                      <a:pt x="19539" y="20118"/>
                      <a:pt x="19773" y="20344"/>
                      <a:pt x="19977" y="20344"/>
                    </a:cubicBezTo>
                    <a:cubicBezTo>
                      <a:pt x="20182" y="20344"/>
                      <a:pt x="20277" y="20118"/>
                      <a:pt x="20190" y="19841"/>
                    </a:cubicBezTo>
                    <a:cubicBezTo>
                      <a:pt x="20104" y="19565"/>
                      <a:pt x="19870" y="19342"/>
                      <a:pt x="19668" y="19342"/>
                    </a:cubicBezTo>
                    <a:close/>
                    <a:moveTo>
                      <a:pt x="20568" y="19342"/>
                    </a:moveTo>
                    <a:cubicBezTo>
                      <a:pt x="20366" y="19342"/>
                      <a:pt x="20273" y="19565"/>
                      <a:pt x="20360" y="19841"/>
                    </a:cubicBezTo>
                    <a:cubicBezTo>
                      <a:pt x="20447" y="20118"/>
                      <a:pt x="20684" y="20344"/>
                      <a:pt x="20888" y="20344"/>
                    </a:cubicBezTo>
                    <a:cubicBezTo>
                      <a:pt x="21093" y="20344"/>
                      <a:pt x="21185" y="20118"/>
                      <a:pt x="21095" y="19841"/>
                    </a:cubicBezTo>
                    <a:cubicBezTo>
                      <a:pt x="21005" y="19565"/>
                      <a:pt x="20770" y="19342"/>
                      <a:pt x="20568" y="19342"/>
                    </a:cubicBezTo>
                    <a:close/>
                    <a:moveTo>
                      <a:pt x="13691" y="20566"/>
                    </a:moveTo>
                    <a:cubicBezTo>
                      <a:pt x="13486" y="20566"/>
                      <a:pt x="13372" y="20796"/>
                      <a:pt x="13436" y="21080"/>
                    </a:cubicBezTo>
                    <a:cubicBezTo>
                      <a:pt x="13501" y="21366"/>
                      <a:pt x="13723" y="21600"/>
                      <a:pt x="13929" y="21600"/>
                    </a:cubicBezTo>
                    <a:cubicBezTo>
                      <a:pt x="14137" y="21600"/>
                      <a:pt x="14250" y="21366"/>
                      <a:pt x="14182" y="21080"/>
                    </a:cubicBezTo>
                    <a:cubicBezTo>
                      <a:pt x="14115" y="20796"/>
                      <a:pt x="13896" y="20566"/>
                      <a:pt x="13691" y="20566"/>
                    </a:cubicBezTo>
                    <a:close/>
                    <a:moveTo>
                      <a:pt x="14590" y="20566"/>
                    </a:moveTo>
                    <a:cubicBezTo>
                      <a:pt x="14385" y="20566"/>
                      <a:pt x="14274" y="20796"/>
                      <a:pt x="14341" y="21080"/>
                    </a:cubicBezTo>
                    <a:cubicBezTo>
                      <a:pt x="14410" y="21366"/>
                      <a:pt x="14633" y="21600"/>
                      <a:pt x="14840" y="21600"/>
                    </a:cubicBezTo>
                    <a:cubicBezTo>
                      <a:pt x="15048" y="21600"/>
                      <a:pt x="15158" y="21366"/>
                      <a:pt x="15088" y="21080"/>
                    </a:cubicBezTo>
                    <a:cubicBezTo>
                      <a:pt x="15018" y="20796"/>
                      <a:pt x="14795" y="20566"/>
                      <a:pt x="14590" y="20566"/>
                    </a:cubicBezTo>
                    <a:close/>
                    <a:moveTo>
                      <a:pt x="15501" y="20566"/>
                    </a:moveTo>
                    <a:cubicBezTo>
                      <a:pt x="15296" y="20566"/>
                      <a:pt x="15188" y="20796"/>
                      <a:pt x="15258" y="21080"/>
                    </a:cubicBezTo>
                    <a:cubicBezTo>
                      <a:pt x="15329" y="21366"/>
                      <a:pt x="15555" y="21600"/>
                      <a:pt x="15763" y="21600"/>
                    </a:cubicBezTo>
                    <a:cubicBezTo>
                      <a:pt x="15970" y="21600"/>
                      <a:pt x="16078" y="21366"/>
                      <a:pt x="16005" y="21080"/>
                    </a:cubicBezTo>
                    <a:cubicBezTo>
                      <a:pt x="15931" y="20796"/>
                      <a:pt x="15706" y="20566"/>
                      <a:pt x="15501" y="20566"/>
                    </a:cubicBezTo>
                    <a:close/>
                    <a:moveTo>
                      <a:pt x="17324" y="20566"/>
                    </a:moveTo>
                    <a:cubicBezTo>
                      <a:pt x="17119" y="20566"/>
                      <a:pt x="17015" y="20796"/>
                      <a:pt x="17092" y="21080"/>
                    </a:cubicBezTo>
                    <a:cubicBezTo>
                      <a:pt x="17169" y="21366"/>
                      <a:pt x="17401" y="21600"/>
                      <a:pt x="17608" y="21600"/>
                    </a:cubicBezTo>
                    <a:cubicBezTo>
                      <a:pt x="17816" y="21600"/>
                      <a:pt x="17919" y="21366"/>
                      <a:pt x="17838" y="21080"/>
                    </a:cubicBezTo>
                    <a:cubicBezTo>
                      <a:pt x="17759" y="20796"/>
                      <a:pt x="17528" y="20566"/>
                      <a:pt x="17324" y="20566"/>
                    </a:cubicBezTo>
                    <a:close/>
                    <a:moveTo>
                      <a:pt x="19146" y="20566"/>
                    </a:moveTo>
                    <a:cubicBezTo>
                      <a:pt x="18940" y="20566"/>
                      <a:pt x="18843" y="20796"/>
                      <a:pt x="18926" y="21080"/>
                    </a:cubicBezTo>
                    <a:cubicBezTo>
                      <a:pt x="19010" y="21366"/>
                      <a:pt x="19245" y="21600"/>
                      <a:pt x="19453" y="21600"/>
                    </a:cubicBezTo>
                    <a:cubicBezTo>
                      <a:pt x="19661" y="21600"/>
                      <a:pt x="19758" y="21366"/>
                      <a:pt x="19672" y="21080"/>
                    </a:cubicBezTo>
                    <a:cubicBezTo>
                      <a:pt x="19586" y="20796"/>
                      <a:pt x="19351" y="20566"/>
                      <a:pt x="19146" y="20566"/>
                    </a:cubicBezTo>
                    <a:close/>
                    <a:moveTo>
                      <a:pt x="20045" y="20566"/>
                    </a:moveTo>
                    <a:cubicBezTo>
                      <a:pt x="19841" y="20566"/>
                      <a:pt x="19745" y="20796"/>
                      <a:pt x="19831" y="21080"/>
                    </a:cubicBezTo>
                    <a:cubicBezTo>
                      <a:pt x="19918" y="21366"/>
                      <a:pt x="20157" y="21600"/>
                      <a:pt x="20364" y="21600"/>
                    </a:cubicBezTo>
                    <a:cubicBezTo>
                      <a:pt x="20572" y="21600"/>
                      <a:pt x="20668" y="21366"/>
                      <a:pt x="20578" y="21080"/>
                    </a:cubicBezTo>
                    <a:cubicBezTo>
                      <a:pt x="20489" y="20796"/>
                      <a:pt x="20251" y="20566"/>
                      <a:pt x="20045" y="20566"/>
                    </a:cubicBezTo>
                    <a:close/>
                    <a:moveTo>
                      <a:pt x="20957" y="20566"/>
                    </a:moveTo>
                    <a:cubicBezTo>
                      <a:pt x="20752" y="20566"/>
                      <a:pt x="20659" y="20796"/>
                      <a:pt x="20748" y="21080"/>
                    </a:cubicBezTo>
                    <a:cubicBezTo>
                      <a:pt x="20839" y="21366"/>
                      <a:pt x="21080" y="21600"/>
                      <a:pt x="21288" y="21600"/>
                    </a:cubicBezTo>
                    <a:cubicBezTo>
                      <a:pt x="21495" y="21600"/>
                      <a:pt x="21587" y="21366"/>
                      <a:pt x="21494" y="21080"/>
                    </a:cubicBezTo>
                    <a:cubicBezTo>
                      <a:pt x="21402" y="20796"/>
                      <a:pt x="21162" y="20566"/>
                      <a:pt x="20957" y="20566"/>
                    </a:cubicBezTo>
                    <a:close/>
                  </a:path>
                </a:pathLst>
              </a:custGeom>
              <a:solidFill>
                <a:srgbClr val="407E87">
                  <a:alpha val="67843"/>
                </a:srgbClr>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defRPr sz="1400">
                    <a:solidFill>
                      <a:srgbClr val="FFFFFF"/>
                    </a:solidFill>
                    <a:effectLst>
                      <a:outerShdw blurRad="38100" dist="12700" dir="5400000" rotWithShape="0">
                        <a:srgbClr val="000000">
                          <a:alpha val="50000"/>
                        </a:srgbClr>
                      </a:outerShdw>
                    </a:effectLst>
                  </a:defRPr>
                </a:pPr>
                <a:endParaRPr sz="637">
                  <a:solidFill>
                    <a:srgbClr val="FFFFFF"/>
                  </a:solidFill>
                  <a:effectLst>
                    <a:outerShdw blurRad="38100" dist="12700" dir="5400000" rotWithShape="0">
                      <a:srgbClr val="000000">
                        <a:alpha val="50000"/>
                      </a:srgbClr>
                    </a:outerShdw>
                  </a:effectLst>
                  <a:latin typeface="Calibri"/>
                </a:endParaRPr>
              </a:p>
            </p:txBody>
          </p:sp>
          <p:sp>
            <p:nvSpPr>
              <p:cNvPr id="19" name="Shape 9">
                <a:extLst>
                  <a:ext uri="{FF2B5EF4-FFF2-40B4-BE49-F238E27FC236}">
                    <a16:creationId xmlns:a16="http://schemas.microsoft.com/office/drawing/2014/main" id="{ACA41AA4-76C3-0D83-F208-738C39E4816D}"/>
                  </a:ext>
                </a:extLst>
              </p:cNvPr>
              <p:cNvSpPr/>
              <p:nvPr/>
            </p:nvSpPr>
            <p:spPr>
              <a:xfrm>
                <a:off x="4830949" y="2435580"/>
                <a:ext cx="2446821" cy="2172863"/>
              </a:xfrm>
              <a:custGeom>
                <a:avLst/>
                <a:gdLst/>
                <a:ahLst/>
                <a:cxnLst>
                  <a:cxn ang="0">
                    <a:pos x="wd2" y="hd2"/>
                  </a:cxn>
                  <a:cxn ang="5400000">
                    <a:pos x="wd2" y="hd2"/>
                  </a:cxn>
                  <a:cxn ang="10800000">
                    <a:pos x="wd2" y="hd2"/>
                  </a:cxn>
                  <a:cxn ang="16200000">
                    <a:pos x="wd2" y="hd2"/>
                  </a:cxn>
                </a:cxnLst>
                <a:rect l="0" t="0" r="r" b="b"/>
                <a:pathLst>
                  <a:path w="21534" h="21600" extrusionOk="0">
                    <a:moveTo>
                      <a:pt x="4982" y="0"/>
                    </a:moveTo>
                    <a:cubicBezTo>
                      <a:pt x="4702" y="0"/>
                      <a:pt x="4465" y="171"/>
                      <a:pt x="4452" y="384"/>
                    </a:cubicBezTo>
                    <a:cubicBezTo>
                      <a:pt x="4439" y="598"/>
                      <a:pt x="4658" y="772"/>
                      <a:pt x="4942" y="772"/>
                    </a:cubicBezTo>
                    <a:cubicBezTo>
                      <a:pt x="5224" y="772"/>
                      <a:pt x="5462" y="598"/>
                      <a:pt x="5472" y="384"/>
                    </a:cubicBezTo>
                    <a:cubicBezTo>
                      <a:pt x="5482" y="171"/>
                      <a:pt x="5262" y="0"/>
                      <a:pt x="4982" y="0"/>
                    </a:cubicBezTo>
                    <a:close/>
                    <a:moveTo>
                      <a:pt x="6211" y="0"/>
                    </a:moveTo>
                    <a:cubicBezTo>
                      <a:pt x="5931" y="0"/>
                      <a:pt x="5695" y="171"/>
                      <a:pt x="5686" y="384"/>
                    </a:cubicBezTo>
                    <a:cubicBezTo>
                      <a:pt x="5677" y="598"/>
                      <a:pt x="5900" y="772"/>
                      <a:pt x="6183" y="772"/>
                    </a:cubicBezTo>
                    <a:cubicBezTo>
                      <a:pt x="6466" y="772"/>
                      <a:pt x="6700" y="598"/>
                      <a:pt x="6706" y="384"/>
                    </a:cubicBezTo>
                    <a:cubicBezTo>
                      <a:pt x="6712" y="171"/>
                      <a:pt x="6491" y="0"/>
                      <a:pt x="6211" y="0"/>
                    </a:cubicBezTo>
                    <a:close/>
                    <a:moveTo>
                      <a:pt x="7456" y="0"/>
                    </a:moveTo>
                    <a:cubicBezTo>
                      <a:pt x="7176" y="0"/>
                      <a:pt x="6945" y="171"/>
                      <a:pt x="6940" y="384"/>
                    </a:cubicBezTo>
                    <a:cubicBezTo>
                      <a:pt x="6934" y="598"/>
                      <a:pt x="7159" y="772"/>
                      <a:pt x="7442" y="772"/>
                    </a:cubicBezTo>
                    <a:cubicBezTo>
                      <a:pt x="7725" y="772"/>
                      <a:pt x="7957" y="598"/>
                      <a:pt x="7959" y="384"/>
                    </a:cubicBezTo>
                    <a:cubicBezTo>
                      <a:pt x="7962" y="171"/>
                      <a:pt x="7736" y="0"/>
                      <a:pt x="7456" y="0"/>
                    </a:cubicBezTo>
                    <a:close/>
                    <a:moveTo>
                      <a:pt x="16165" y="0"/>
                    </a:moveTo>
                    <a:cubicBezTo>
                      <a:pt x="15885" y="0"/>
                      <a:pt x="15674" y="171"/>
                      <a:pt x="15695" y="384"/>
                    </a:cubicBezTo>
                    <a:cubicBezTo>
                      <a:pt x="15715" y="598"/>
                      <a:pt x="15962" y="772"/>
                      <a:pt x="16244" y="772"/>
                    </a:cubicBezTo>
                    <a:cubicBezTo>
                      <a:pt x="16527" y="772"/>
                      <a:pt x="16737" y="598"/>
                      <a:pt x="16714" y="384"/>
                    </a:cubicBezTo>
                    <a:cubicBezTo>
                      <a:pt x="16691" y="171"/>
                      <a:pt x="16445" y="0"/>
                      <a:pt x="16165" y="0"/>
                    </a:cubicBezTo>
                    <a:close/>
                    <a:moveTo>
                      <a:pt x="17393" y="0"/>
                    </a:moveTo>
                    <a:cubicBezTo>
                      <a:pt x="17114" y="0"/>
                      <a:pt x="16906" y="171"/>
                      <a:pt x="16930" y="384"/>
                    </a:cubicBezTo>
                    <a:cubicBezTo>
                      <a:pt x="16954" y="598"/>
                      <a:pt x="17203" y="772"/>
                      <a:pt x="17486" y="772"/>
                    </a:cubicBezTo>
                    <a:cubicBezTo>
                      <a:pt x="17769" y="772"/>
                      <a:pt x="17977" y="598"/>
                      <a:pt x="17950" y="384"/>
                    </a:cubicBezTo>
                    <a:cubicBezTo>
                      <a:pt x="17923" y="171"/>
                      <a:pt x="17674" y="0"/>
                      <a:pt x="17393" y="0"/>
                    </a:cubicBezTo>
                    <a:close/>
                    <a:moveTo>
                      <a:pt x="18641" y="0"/>
                    </a:moveTo>
                    <a:cubicBezTo>
                      <a:pt x="18361" y="0"/>
                      <a:pt x="18156" y="171"/>
                      <a:pt x="18184" y="384"/>
                    </a:cubicBezTo>
                    <a:cubicBezTo>
                      <a:pt x="18212" y="598"/>
                      <a:pt x="18464" y="772"/>
                      <a:pt x="18747" y="772"/>
                    </a:cubicBezTo>
                    <a:cubicBezTo>
                      <a:pt x="19030" y="772"/>
                      <a:pt x="19235" y="598"/>
                      <a:pt x="19204" y="384"/>
                    </a:cubicBezTo>
                    <a:cubicBezTo>
                      <a:pt x="19173" y="171"/>
                      <a:pt x="18921" y="0"/>
                      <a:pt x="18641" y="0"/>
                    </a:cubicBezTo>
                    <a:close/>
                    <a:moveTo>
                      <a:pt x="3669" y="951"/>
                    </a:moveTo>
                    <a:cubicBezTo>
                      <a:pt x="3385" y="951"/>
                      <a:pt x="3142" y="1127"/>
                      <a:pt x="3125" y="1345"/>
                    </a:cubicBezTo>
                    <a:cubicBezTo>
                      <a:pt x="3108" y="1564"/>
                      <a:pt x="3326" y="1743"/>
                      <a:pt x="3613" y="1743"/>
                    </a:cubicBezTo>
                    <a:cubicBezTo>
                      <a:pt x="3900" y="1743"/>
                      <a:pt x="4144" y="1564"/>
                      <a:pt x="4158" y="1345"/>
                    </a:cubicBezTo>
                    <a:cubicBezTo>
                      <a:pt x="4171" y="1127"/>
                      <a:pt x="3953" y="951"/>
                      <a:pt x="3669" y="951"/>
                    </a:cubicBezTo>
                    <a:close/>
                    <a:moveTo>
                      <a:pt x="4915" y="951"/>
                    </a:moveTo>
                    <a:cubicBezTo>
                      <a:pt x="4631" y="951"/>
                      <a:pt x="4391" y="1127"/>
                      <a:pt x="4377" y="1345"/>
                    </a:cubicBezTo>
                    <a:cubicBezTo>
                      <a:pt x="4364" y="1564"/>
                      <a:pt x="4586" y="1743"/>
                      <a:pt x="4873" y="1743"/>
                    </a:cubicBezTo>
                    <a:cubicBezTo>
                      <a:pt x="5159" y="1743"/>
                      <a:pt x="5400" y="1564"/>
                      <a:pt x="5410" y="1345"/>
                    </a:cubicBezTo>
                    <a:cubicBezTo>
                      <a:pt x="5420" y="1127"/>
                      <a:pt x="5198" y="951"/>
                      <a:pt x="4915" y="951"/>
                    </a:cubicBezTo>
                    <a:close/>
                    <a:moveTo>
                      <a:pt x="6180" y="951"/>
                    </a:moveTo>
                    <a:cubicBezTo>
                      <a:pt x="5896" y="951"/>
                      <a:pt x="5658" y="1127"/>
                      <a:pt x="5649" y="1345"/>
                    </a:cubicBezTo>
                    <a:cubicBezTo>
                      <a:pt x="5640" y="1564"/>
                      <a:pt x="5865" y="1743"/>
                      <a:pt x="6152" y="1743"/>
                    </a:cubicBezTo>
                    <a:cubicBezTo>
                      <a:pt x="6439" y="1743"/>
                      <a:pt x="6676" y="1564"/>
                      <a:pt x="6682" y="1345"/>
                    </a:cubicBezTo>
                    <a:cubicBezTo>
                      <a:pt x="6689" y="1127"/>
                      <a:pt x="6464" y="951"/>
                      <a:pt x="6180" y="951"/>
                    </a:cubicBezTo>
                    <a:close/>
                    <a:moveTo>
                      <a:pt x="7445" y="951"/>
                    </a:moveTo>
                    <a:cubicBezTo>
                      <a:pt x="7161" y="951"/>
                      <a:pt x="6926" y="1127"/>
                      <a:pt x="6921" y="1345"/>
                    </a:cubicBezTo>
                    <a:cubicBezTo>
                      <a:pt x="6915" y="1564"/>
                      <a:pt x="7143" y="1743"/>
                      <a:pt x="7430" y="1743"/>
                    </a:cubicBezTo>
                    <a:cubicBezTo>
                      <a:pt x="7717" y="1743"/>
                      <a:pt x="7951" y="1564"/>
                      <a:pt x="7954" y="1345"/>
                    </a:cubicBezTo>
                    <a:cubicBezTo>
                      <a:pt x="7956" y="1127"/>
                      <a:pt x="7728" y="951"/>
                      <a:pt x="7445" y="951"/>
                    </a:cubicBezTo>
                    <a:close/>
                    <a:moveTo>
                      <a:pt x="8691" y="951"/>
                    </a:moveTo>
                    <a:cubicBezTo>
                      <a:pt x="8407" y="951"/>
                      <a:pt x="8176" y="1127"/>
                      <a:pt x="8174" y="1345"/>
                    </a:cubicBezTo>
                    <a:cubicBezTo>
                      <a:pt x="8172" y="1564"/>
                      <a:pt x="8403" y="1743"/>
                      <a:pt x="8690" y="1743"/>
                    </a:cubicBezTo>
                    <a:cubicBezTo>
                      <a:pt x="8977" y="1743"/>
                      <a:pt x="9208" y="1564"/>
                      <a:pt x="9207" y="1345"/>
                    </a:cubicBezTo>
                    <a:cubicBezTo>
                      <a:pt x="9206" y="1127"/>
                      <a:pt x="8975" y="951"/>
                      <a:pt x="8691" y="951"/>
                    </a:cubicBezTo>
                    <a:close/>
                    <a:moveTo>
                      <a:pt x="9956" y="951"/>
                    </a:moveTo>
                    <a:cubicBezTo>
                      <a:pt x="9672" y="951"/>
                      <a:pt x="9444" y="1127"/>
                      <a:pt x="9446" y="1345"/>
                    </a:cubicBezTo>
                    <a:cubicBezTo>
                      <a:pt x="9448" y="1564"/>
                      <a:pt x="9682" y="1743"/>
                      <a:pt x="9969" y="1743"/>
                    </a:cubicBezTo>
                    <a:cubicBezTo>
                      <a:pt x="10256" y="1743"/>
                      <a:pt x="10484" y="1564"/>
                      <a:pt x="10479" y="1345"/>
                    </a:cubicBezTo>
                    <a:cubicBezTo>
                      <a:pt x="10474" y="1127"/>
                      <a:pt x="10240" y="951"/>
                      <a:pt x="9956" y="951"/>
                    </a:cubicBezTo>
                    <a:close/>
                    <a:moveTo>
                      <a:pt x="11221" y="951"/>
                    </a:moveTo>
                    <a:cubicBezTo>
                      <a:pt x="10938" y="951"/>
                      <a:pt x="10712" y="1127"/>
                      <a:pt x="10718" y="1345"/>
                    </a:cubicBezTo>
                    <a:cubicBezTo>
                      <a:pt x="10724" y="1564"/>
                      <a:pt x="10961" y="1743"/>
                      <a:pt x="11248" y="1743"/>
                    </a:cubicBezTo>
                    <a:cubicBezTo>
                      <a:pt x="11535" y="1743"/>
                      <a:pt x="11760" y="1564"/>
                      <a:pt x="11751" y="1345"/>
                    </a:cubicBezTo>
                    <a:cubicBezTo>
                      <a:pt x="11742" y="1127"/>
                      <a:pt x="11505" y="951"/>
                      <a:pt x="11221" y="951"/>
                    </a:cubicBezTo>
                    <a:close/>
                    <a:moveTo>
                      <a:pt x="12468" y="951"/>
                    </a:moveTo>
                    <a:cubicBezTo>
                      <a:pt x="12185" y="951"/>
                      <a:pt x="11962" y="1127"/>
                      <a:pt x="11972" y="1345"/>
                    </a:cubicBezTo>
                    <a:cubicBezTo>
                      <a:pt x="11981" y="1564"/>
                      <a:pt x="12222" y="1743"/>
                      <a:pt x="12508" y="1743"/>
                    </a:cubicBezTo>
                    <a:cubicBezTo>
                      <a:pt x="12795" y="1743"/>
                      <a:pt x="13017" y="1564"/>
                      <a:pt x="13005" y="1345"/>
                    </a:cubicBezTo>
                    <a:cubicBezTo>
                      <a:pt x="12992" y="1127"/>
                      <a:pt x="12752" y="951"/>
                      <a:pt x="12468" y="951"/>
                    </a:cubicBezTo>
                    <a:close/>
                    <a:moveTo>
                      <a:pt x="13734" y="951"/>
                    </a:moveTo>
                    <a:cubicBezTo>
                      <a:pt x="13450" y="951"/>
                      <a:pt x="13231" y="1127"/>
                      <a:pt x="13244" y="1345"/>
                    </a:cubicBezTo>
                    <a:cubicBezTo>
                      <a:pt x="13257" y="1564"/>
                      <a:pt x="13501" y="1743"/>
                      <a:pt x="13788" y="1743"/>
                    </a:cubicBezTo>
                    <a:cubicBezTo>
                      <a:pt x="14074" y="1743"/>
                      <a:pt x="14294" y="1564"/>
                      <a:pt x="14277" y="1345"/>
                    </a:cubicBezTo>
                    <a:cubicBezTo>
                      <a:pt x="14261" y="1127"/>
                      <a:pt x="14017" y="951"/>
                      <a:pt x="13734" y="951"/>
                    </a:cubicBezTo>
                    <a:close/>
                    <a:moveTo>
                      <a:pt x="14999" y="951"/>
                    </a:moveTo>
                    <a:cubicBezTo>
                      <a:pt x="14715" y="951"/>
                      <a:pt x="14499" y="1127"/>
                      <a:pt x="14516" y="1345"/>
                    </a:cubicBezTo>
                    <a:cubicBezTo>
                      <a:pt x="14533" y="1564"/>
                      <a:pt x="14780" y="1743"/>
                      <a:pt x="15067" y="1743"/>
                    </a:cubicBezTo>
                    <a:cubicBezTo>
                      <a:pt x="15353" y="1743"/>
                      <a:pt x="15569" y="1564"/>
                      <a:pt x="15549" y="1345"/>
                    </a:cubicBezTo>
                    <a:cubicBezTo>
                      <a:pt x="15529" y="1127"/>
                      <a:pt x="15282" y="951"/>
                      <a:pt x="14999" y="951"/>
                    </a:cubicBezTo>
                    <a:close/>
                    <a:moveTo>
                      <a:pt x="16245" y="951"/>
                    </a:moveTo>
                    <a:cubicBezTo>
                      <a:pt x="15962" y="951"/>
                      <a:pt x="15749" y="1127"/>
                      <a:pt x="15770" y="1345"/>
                    </a:cubicBezTo>
                    <a:cubicBezTo>
                      <a:pt x="15791" y="1564"/>
                      <a:pt x="16040" y="1743"/>
                      <a:pt x="16327" y="1743"/>
                    </a:cubicBezTo>
                    <a:cubicBezTo>
                      <a:pt x="16614" y="1743"/>
                      <a:pt x="16827" y="1564"/>
                      <a:pt x="16803" y="1345"/>
                    </a:cubicBezTo>
                    <a:cubicBezTo>
                      <a:pt x="16779" y="1127"/>
                      <a:pt x="16529" y="951"/>
                      <a:pt x="16245" y="951"/>
                    </a:cubicBezTo>
                    <a:close/>
                    <a:moveTo>
                      <a:pt x="17512" y="951"/>
                    </a:moveTo>
                    <a:cubicBezTo>
                      <a:pt x="17228" y="951"/>
                      <a:pt x="17018" y="1127"/>
                      <a:pt x="17042" y="1345"/>
                    </a:cubicBezTo>
                    <a:cubicBezTo>
                      <a:pt x="17067" y="1564"/>
                      <a:pt x="17320" y="1743"/>
                      <a:pt x="17606" y="1743"/>
                    </a:cubicBezTo>
                    <a:cubicBezTo>
                      <a:pt x="17893" y="1743"/>
                      <a:pt x="18103" y="1564"/>
                      <a:pt x="18075" y="1345"/>
                    </a:cubicBezTo>
                    <a:cubicBezTo>
                      <a:pt x="18048" y="1127"/>
                      <a:pt x="17795" y="951"/>
                      <a:pt x="17512" y="951"/>
                    </a:cubicBezTo>
                    <a:close/>
                    <a:moveTo>
                      <a:pt x="18778" y="951"/>
                    </a:moveTo>
                    <a:cubicBezTo>
                      <a:pt x="18493" y="951"/>
                      <a:pt x="18287" y="1127"/>
                      <a:pt x="18315" y="1345"/>
                    </a:cubicBezTo>
                    <a:cubicBezTo>
                      <a:pt x="18344" y="1564"/>
                      <a:pt x="18599" y="1743"/>
                      <a:pt x="18886" y="1743"/>
                    </a:cubicBezTo>
                    <a:cubicBezTo>
                      <a:pt x="19173" y="1743"/>
                      <a:pt x="19380" y="1564"/>
                      <a:pt x="19348" y="1345"/>
                    </a:cubicBezTo>
                    <a:cubicBezTo>
                      <a:pt x="19317" y="1127"/>
                      <a:pt x="19061" y="951"/>
                      <a:pt x="18778" y="951"/>
                    </a:cubicBezTo>
                    <a:close/>
                    <a:moveTo>
                      <a:pt x="2318" y="1923"/>
                    </a:moveTo>
                    <a:cubicBezTo>
                      <a:pt x="2031" y="1923"/>
                      <a:pt x="1780" y="2103"/>
                      <a:pt x="1759" y="2327"/>
                    </a:cubicBezTo>
                    <a:cubicBezTo>
                      <a:pt x="1738" y="2552"/>
                      <a:pt x="1956" y="2736"/>
                      <a:pt x="2247" y="2736"/>
                    </a:cubicBezTo>
                    <a:cubicBezTo>
                      <a:pt x="2538" y="2736"/>
                      <a:pt x="2788" y="2552"/>
                      <a:pt x="2806" y="2327"/>
                    </a:cubicBezTo>
                    <a:cubicBezTo>
                      <a:pt x="2824" y="2103"/>
                      <a:pt x="2606" y="1923"/>
                      <a:pt x="2318" y="1923"/>
                    </a:cubicBezTo>
                    <a:close/>
                    <a:moveTo>
                      <a:pt x="3602" y="1923"/>
                    </a:moveTo>
                    <a:cubicBezTo>
                      <a:pt x="3314" y="1923"/>
                      <a:pt x="3067" y="2103"/>
                      <a:pt x="3050" y="2327"/>
                    </a:cubicBezTo>
                    <a:cubicBezTo>
                      <a:pt x="3032" y="2552"/>
                      <a:pt x="3254" y="2736"/>
                      <a:pt x="3544" y="2736"/>
                    </a:cubicBezTo>
                    <a:cubicBezTo>
                      <a:pt x="3835" y="2736"/>
                      <a:pt x="4082" y="2552"/>
                      <a:pt x="4096" y="2327"/>
                    </a:cubicBezTo>
                    <a:cubicBezTo>
                      <a:pt x="4110" y="2103"/>
                      <a:pt x="3889" y="1923"/>
                      <a:pt x="3602" y="1923"/>
                    </a:cubicBezTo>
                    <a:close/>
                    <a:moveTo>
                      <a:pt x="4867" y="1923"/>
                    </a:moveTo>
                    <a:cubicBezTo>
                      <a:pt x="4579" y="1923"/>
                      <a:pt x="4335" y="2103"/>
                      <a:pt x="4321" y="2327"/>
                    </a:cubicBezTo>
                    <a:cubicBezTo>
                      <a:pt x="4308" y="2552"/>
                      <a:pt x="4533" y="2736"/>
                      <a:pt x="4823" y="2736"/>
                    </a:cubicBezTo>
                    <a:cubicBezTo>
                      <a:pt x="5114" y="2736"/>
                      <a:pt x="5358" y="2552"/>
                      <a:pt x="5369" y="2327"/>
                    </a:cubicBezTo>
                    <a:cubicBezTo>
                      <a:pt x="5379" y="2103"/>
                      <a:pt x="5154" y="1923"/>
                      <a:pt x="4867" y="1923"/>
                    </a:cubicBezTo>
                    <a:close/>
                    <a:moveTo>
                      <a:pt x="6150" y="1923"/>
                    </a:moveTo>
                    <a:cubicBezTo>
                      <a:pt x="5862" y="1923"/>
                      <a:pt x="5622" y="2103"/>
                      <a:pt x="5612" y="2327"/>
                    </a:cubicBezTo>
                    <a:cubicBezTo>
                      <a:pt x="5602" y="2552"/>
                      <a:pt x="5831" y="2736"/>
                      <a:pt x="6121" y="2736"/>
                    </a:cubicBezTo>
                    <a:cubicBezTo>
                      <a:pt x="6412" y="2736"/>
                      <a:pt x="6653" y="2552"/>
                      <a:pt x="6659" y="2327"/>
                    </a:cubicBezTo>
                    <a:cubicBezTo>
                      <a:pt x="6665" y="2103"/>
                      <a:pt x="6437" y="1923"/>
                      <a:pt x="6150" y="1923"/>
                    </a:cubicBezTo>
                    <a:close/>
                    <a:moveTo>
                      <a:pt x="7414" y="1923"/>
                    </a:moveTo>
                    <a:cubicBezTo>
                      <a:pt x="7127" y="1923"/>
                      <a:pt x="6889" y="2103"/>
                      <a:pt x="6883" y="2327"/>
                    </a:cubicBezTo>
                    <a:cubicBezTo>
                      <a:pt x="6878" y="2552"/>
                      <a:pt x="7109" y="2736"/>
                      <a:pt x="7400" y="2736"/>
                    </a:cubicBezTo>
                    <a:cubicBezTo>
                      <a:pt x="7690" y="2736"/>
                      <a:pt x="7928" y="2552"/>
                      <a:pt x="7930" y="2327"/>
                    </a:cubicBezTo>
                    <a:cubicBezTo>
                      <a:pt x="7933" y="2103"/>
                      <a:pt x="7702" y="1923"/>
                      <a:pt x="7414" y="1923"/>
                    </a:cubicBezTo>
                    <a:close/>
                    <a:moveTo>
                      <a:pt x="8698" y="1923"/>
                    </a:moveTo>
                    <a:cubicBezTo>
                      <a:pt x="8410" y="1923"/>
                      <a:pt x="8176" y="2103"/>
                      <a:pt x="8174" y="2327"/>
                    </a:cubicBezTo>
                    <a:cubicBezTo>
                      <a:pt x="8172" y="2552"/>
                      <a:pt x="8406" y="2736"/>
                      <a:pt x="8697" y="2736"/>
                    </a:cubicBezTo>
                    <a:cubicBezTo>
                      <a:pt x="8988" y="2736"/>
                      <a:pt x="9222" y="2552"/>
                      <a:pt x="9220" y="2327"/>
                    </a:cubicBezTo>
                    <a:cubicBezTo>
                      <a:pt x="9219" y="2103"/>
                      <a:pt x="8986" y="1923"/>
                      <a:pt x="8698" y="1923"/>
                    </a:cubicBezTo>
                    <a:close/>
                    <a:moveTo>
                      <a:pt x="9981" y="1923"/>
                    </a:moveTo>
                    <a:cubicBezTo>
                      <a:pt x="9694" y="1923"/>
                      <a:pt x="9463" y="2103"/>
                      <a:pt x="9465" y="2327"/>
                    </a:cubicBezTo>
                    <a:cubicBezTo>
                      <a:pt x="9467" y="2552"/>
                      <a:pt x="9705" y="2736"/>
                      <a:pt x="9995" y="2736"/>
                    </a:cubicBezTo>
                    <a:cubicBezTo>
                      <a:pt x="10286" y="2736"/>
                      <a:pt x="10517" y="2552"/>
                      <a:pt x="10512" y="2327"/>
                    </a:cubicBezTo>
                    <a:cubicBezTo>
                      <a:pt x="10506" y="2103"/>
                      <a:pt x="10269" y="1923"/>
                      <a:pt x="9981" y="1923"/>
                    </a:cubicBezTo>
                    <a:close/>
                    <a:moveTo>
                      <a:pt x="11247" y="1923"/>
                    </a:moveTo>
                    <a:cubicBezTo>
                      <a:pt x="10959" y="1923"/>
                      <a:pt x="10731" y="2103"/>
                      <a:pt x="10737" y="2327"/>
                    </a:cubicBezTo>
                    <a:cubicBezTo>
                      <a:pt x="10743" y="2552"/>
                      <a:pt x="10983" y="2736"/>
                      <a:pt x="11274" y="2736"/>
                    </a:cubicBezTo>
                    <a:cubicBezTo>
                      <a:pt x="11565" y="2736"/>
                      <a:pt x="11792" y="2552"/>
                      <a:pt x="11783" y="2327"/>
                    </a:cubicBezTo>
                    <a:cubicBezTo>
                      <a:pt x="11774" y="2103"/>
                      <a:pt x="11535" y="1923"/>
                      <a:pt x="11247" y="1923"/>
                    </a:cubicBezTo>
                    <a:close/>
                    <a:moveTo>
                      <a:pt x="12531" y="1923"/>
                    </a:moveTo>
                    <a:cubicBezTo>
                      <a:pt x="12243" y="1923"/>
                      <a:pt x="12018" y="2103"/>
                      <a:pt x="12028" y="2327"/>
                    </a:cubicBezTo>
                    <a:cubicBezTo>
                      <a:pt x="12038" y="2552"/>
                      <a:pt x="12282" y="2736"/>
                      <a:pt x="12572" y="2736"/>
                    </a:cubicBezTo>
                    <a:cubicBezTo>
                      <a:pt x="12863" y="2736"/>
                      <a:pt x="13088" y="2552"/>
                      <a:pt x="13075" y="2327"/>
                    </a:cubicBezTo>
                    <a:cubicBezTo>
                      <a:pt x="13062" y="2103"/>
                      <a:pt x="12818" y="1923"/>
                      <a:pt x="12531" y="1923"/>
                    </a:cubicBezTo>
                    <a:close/>
                    <a:moveTo>
                      <a:pt x="13796" y="1923"/>
                    </a:moveTo>
                    <a:cubicBezTo>
                      <a:pt x="13509" y="1923"/>
                      <a:pt x="13286" y="2103"/>
                      <a:pt x="13300" y="2327"/>
                    </a:cubicBezTo>
                    <a:cubicBezTo>
                      <a:pt x="13314" y="2552"/>
                      <a:pt x="13561" y="2736"/>
                      <a:pt x="13852" y="2736"/>
                    </a:cubicBezTo>
                    <a:cubicBezTo>
                      <a:pt x="14142" y="2736"/>
                      <a:pt x="14364" y="2552"/>
                      <a:pt x="14347" y="2327"/>
                    </a:cubicBezTo>
                    <a:cubicBezTo>
                      <a:pt x="14331" y="2103"/>
                      <a:pt x="14083" y="1923"/>
                      <a:pt x="13796" y="1923"/>
                    </a:cubicBezTo>
                    <a:close/>
                    <a:moveTo>
                      <a:pt x="15080" y="1923"/>
                    </a:moveTo>
                    <a:cubicBezTo>
                      <a:pt x="14792" y="1923"/>
                      <a:pt x="14574" y="2103"/>
                      <a:pt x="14591" y="2327"/>
                    </a:cubicBezTo>
                    <a:cubicBezTo>
                      <a:pt x="14609" y="2552"/>
                      <a:pt x="14859" y="2736"/>
                      <a:pt x="15149" y="2736"/>
                    </a:cubicBezTo>
                    <a:cubicBezTo>
                      <a:pt x="15440" y="2736"/>
                      <a:pt x="15659" y="2552"/>
                      <a:pt x="15638" y="2327"/>
                    </a:cubicBezTo>
                    <a:cubicBezTo>
                      <a:pt x="15618" y="2103"/>
                      <a:pt x="15367" y="1923"/>
                      <a:pt x="15080" y="1923"/>
                    </a:cubicBezTo>
                    <a:close/>
                    <a:moveTo>
                      <a:pt x="16345" y="1923"/>
                    </a:moveTo>
                    <a:cubicBezTo>
                      <a:pt x="16058" y="1923"/>
                      <a:pt x="15842" y="2103"/>
                      <a:pt x="15864" y="2327"/>
                    </a:cubicBezTo>
                    <a:cubicBezTo>
                      <a:pt x="15885" y="2552"/>
                      <a:pt x="16138" y="2736"/>
                      <a:pt x="16428" y="2736"/>
                    </a:cubicBezTo>
                    <a:cubicBezTo>
                      <a:pt x="16719" y="2736"/>
                      <a:pt x="16935" y="2552"/>
                      <a:pt x="16910" y="2327"/>
                    </a:cubicBezTo>
                    <a:cubicBezTo>
                      <a:pt x="16885" y="2103"/>
                      <a:pt x="16632" y="1923"/>
                      <a:pt x="16345" y="1923"/>
                    </a:cubicBezTo>
                    <a:close/>
                    <a:moveTo>
                      <a:pt x="17629" y="1923"/>
                    </a:moveTo>
                    <a:cubicBezTo>
                      <a:pt x="17342" y="1923"/>
                      <a:pt x="17130" y="2103"/>
                      <a:pt x="17155" y="2327"/>
                    </a:cubicBezTo>
                    <a:cubicBezTo>
                      <a:pt x="17181" y="2552"/>
                      <a:pt x="17437" y="2736"/>
                      <a:pt x="17727" y="2736"/>
                    </a:cubicBezTo>
                    <a:cubicBezTo>
                      <a:pt x="18018" y="2736"/>
                      <a:pt x="18230" y="2552"/>
                      <a:pt x="18202" y="2327"/>
                    </a:cubicBezTo>
                    <a:cubicBezTo>
                      <a:pt x="18173" y="2103"/>
                      <a:pt x="17917" y="1923"/>
                      <a:pt x="17629" y="1923"/>
                    </a:cubicBezTo>
                    <a:close/>
                    <a:moveTo>
                      <a:pt x="18914" y="1923"/>
                    </a:moveTo>
                    <a:cubicBezTo>
                      <a:pt x="18626" y="1923"/>
                      <a:pt x="18417" y="2103"/>
                      <a:pt x="18446" y="2327"/>
                    </a:cubicBezTo>
                    <a:cubicBezTo>
                      <a:pt x="18476" y="2552"/>
                      <a:pt x="18735" y="2736"/>
                      <a:pt x="19026" y="2736"/>
                    </a:cubicBezTo>
                    <a:cubicBezTo>
                      <a:pt x="19316" y="2736"/>
                      <a:pt x="19525" y="2552"/>
                      <a:pt x="19493" y="2327"/>
                    </a:cubicBezTo>
                    <a:cubicBezTo>
                      <a:pt x="19460" y="2103"/>
                      <a:pt x="19201" y="1923"/>
                      <a:pt x="18914" y="1923"/>
                    </a:cubicBezTo>
                    <a:close/>
                    <a:moveTo>
                      <a:pt x="932" y="2916"/>
                    </a:moveTo>
                    <a:cubicBezTo>
                      <a:pt x="641" y="2916"/>
                      <a:pt x="383" y="3101"/>
                      <a:pt x="358" y="3331"/>
                    </a:cubicBezTo>
                    <a:cubicBezTo>
                      <a:pt x="332" y="3563"/>
                      <a:pt x="550" y="3752"/>
                      <a:pt x="844" y="3752"/>
                    </a:cubicBezTo>
                    <a:cubicBezTo>
                      <a:pt x="1138" y="3752"/>
                      <a:pt x="1396" y="3563"/>
                      <a:pt x="1418" y="3331"/>
                    </a:cubicBezTo>
                    <a:cubicBezTo>
                      <a:pt x="1441" y="3101"/>
                      <a:pt x="1223" y="2916"/>
                      <a:pt x="932" y="2916"/>
                    </a:cubicBezTo>
                    <a:close/>
                    <a:moveTo>
                      <a:pt x="2233" y="2916"/>
                    </a:moveTo>
                    <a:cubicBezTo>
                      <a:pt x="1941" y="2916"/>
                      <a:pt x="1688" y="3101"/>
                      <a:pt x="1666" y="3331"/>
                    </a:cubicBezTo>
                    <a:cubicBezTo>
                      <a:pt x="1644" y="3563"/>
                      <a:pt x="1865" y="3752"/>
                      <a:pt x="2160" y="3752"/>
                    </a:cubicBezTo>
                    <a:cubicBezTo>
                      <a:pt x="2454" y="3752"/>
                      <a:pt x="2709" y="3563"/>
                      <a:pt x="2727" y="3331"/>
                    </a:cubicBezTo>
                    <a:cubicBezTo>
                      <a:pt x="2746" y="3101"/>
                      <a:pt x="2524" y="2916"/>
                      <a:pt x="2233" y="2916"/>
                    </a:cubicBezTo>
                    <a:close/>
                    <a:moveTo>
                      <a:pt x="3535" y="2916"/>
                    </a:moveTo>
                    <a:cubicBezTo>
                      <a:pt x="3243" y="2916"/>
                      <a:pt x="2993" y="3101"/>
                      <a:pt x="2975" y="3331"/>
                    </a:cubicBezTo>
                    <a:cubicBezTo>
                      <a:pt x="2957" y="3563"/>
                      <a:pt x="3181" y="3752"/>
                      <a:pt x="3476" y="3752"/>
                    </a:cubicBezTo>
                    <a:cubicBezTo>
                      <a:pt x="3771" y="3752"/>
                      <a:pt x="4022" y="3563"/>
                      <a:pt x="4036" y="3331"/>
                    </a:cubicBezTo>
                    <a:cubicBezTo>
                      <a:pt x="4051" y="3101"/>
                      <a:pt x="3826" y="2916"/>
                      <a:pt x="3535" y="2916"/>
                    </a:cubicBezTo>
                    <a:close/>
                    <a:moveTo>
                      <a:pt x="4818" y="2916"/>
                    </a:moveTo>
                    <a:cubicBezTo>
                      <a:pt x="4527" y="2916"/>
                      <a:pt x="4279" y="3101"/>
                      <a:pt x="4265" y="3331"/>
                    </a:cubicBezTo>
                    <a:cubicBezTo>
                      <a:pt x="4251" y="3563"/>
                      <a:pt x="4479" y="3752"/>
                      <a:pt x="4774" y="3752"/>
                    </a:cubicBezTo>
                    <a:cubicBezTo>
                      <a:pt x="5068" y="3752"/>
                      <a:pt x="5316" y="3563"/>
                      <a:pt x="5327" y="3331"/>
                    </a:cubicBezTo>
                    <a:cubicBezTo>
                      <a:pt x="5337" y="3101"/>
                      <a:pt x="5109" y="2916"/>
                      <a:pt x="4818" y="2916"/>
                    </a:cubicBezTo>
                    <a:close/>
                    <a:moveTo>
                      <a:pt x="6120" y="2916"/>
                    </a:moveTo>
                    <a:cubicBezTo>
                      <a:pt x="5829" y="2916"/>
                      <a:pt x="5584" y="3101"/>
                      <a:pt x="5575" y="3331"/>
                    </a:cubicBezTo>
                    <a:cubicBezTo>
                      <a:pt x="5565" y="3563"/>
                      <a:pt x="5796" y="3752"/>
                      <a:pt x="6090" y="3752"/>
                    </a:cubicBezTo>
                    <a:cubicBezTo>
                      <a:pt x="6385" y="3752"/>
                      <a:pt x="6629" y="3563"/>
                      <a:pt x="6636" y="3331"/>
                    </a:cubicBezTo>
                    <a:cubicBezTo>
                      <a:pt x="6642" y="3101"/>
                      <a:pt x="6411" y="2916"/>
                      <a:pt x="6120" y="2916"/>
                    </a:cubicBezTo>
                    <a:close/>
                    <a:moveTo>
                      <a:pt x="7403" y="2916"/>
                    </a:moveTo>
                    <a:cubicBezTo>
                      <a:pt x="7112" y="2916"/>
                      <a:pt x="6870" y="3101"/>
                      <a:pt x="6865" y="3331"/>
                    </a:cubicBezTo>
                    <a:cubicBezTo>
                      <a:pt x="6859" y="3563"/>
                      <a:pt x="7093" y="3752"/>
                      <a:pt x="7388" y="3752"/>
                    </a:cubicBezTo>
                    <a:cubicBezTo>
                      <a:pt x="7683" y="3752"/>
                      <a:pt x="7923" y="3563"/>
                      <a:pt x="7926" y="3331"/>
                    </a:cubicBezTo>
                    <a:cubicBezTo>
                      <a:pt x="7928" y="3101"/>
                      <a:pt x="7695" y="2916"/>
                      <a:pt x="7403" y="2916"/>
                    </a:cubicBezTo>
                    <a:close/>
                    <a:moveTo>
                      <a:pt x="8705" y="2916"/>
                    </a:moveTo>
                    <a:cubicBezTo>
                      <a:pt x="8413" y="2916"/>
                      <a:pt x="8176" y="3101"/>
                      <a:pt x="8174" y="3331"/>
                    </a:cubicBezTo>
                    <a:cubicBezTo>
                      <a:pt x="8172" y="3563"/>
                      <a:pt x="8409" y="3752"/>
                      <a:pt x="8704" y="3752"/>
                    </a:cubicBezTo>
                    <a:cubicBezTo>
                      <a:pt x="8999" y="3752"/>
                      <a:pt x="9237" y="3563"/>
                      <a:pt x="9235" y="3331"/>
                    </a:cubicBezTo>
                    <a:cubicBezTo>
                      <a:pt x="9234" y="3101"/>
                      <a:pt x="8997" y="2916"/>
                      <a:pt x="8705" y="2916"/>
                    </a:cubicBezTo>
                    <a:close/>
                    <a:moveTo>
                      <a:pt x="9988" y="2916"/>
                    </a:moveTo>
                    <a:cubicBezTo>
                      <a:pt x="9698" y="2916"/>
                      <a:pt x="9463" y="3101"/>
                      <a:pt x="9465" y="3331"/>
                    </a:cubicBezTo>
                    <a:cubicBezTo>
                      <a:pt x="9467" y="3563"/>
                      <a:pt x="9708" y="3752"/>
                      <a:pt x="10002" y="3752"/>
                    </a:cubicBezTo>
                    <a:cubicBezTo>
                      <a:pt x="10297" y="3752"/>
                      <a:pt x="10531" y="3563"/>
                      <a:pt x="10526" y="3331"/>
                    </a:cubicBezTo>
                    <a:cubicBezTo>
                      <a:pt x="10520" y="3101"/>
                      <a:pt x="10280" y="2916"/>
                      <a:pt x="9988" y="2916"/>
                    </a:cubicBezTo>
                    <a:close/>
                    <a:moveTo>
                      <a:pt x="11291" y="2916"/>
                    </a:moveTo>
                    <a:cubicBezTo>
                      <a:pt x="10999" y="2916"/>
                      <a:pt x="10768" y="3101"/>
                      <a:pt x="10774" y="3331"/>
                    </a:cubicBezTo>
                    <a:cubicBezTo>
                      <a:pt x="10780" y="3563"/>
                      <a:pt x="11024" y="3752"/>
                      <a:pt x="11319" y="3752"/>
                    </a:cubicBezTo>
                    <a:cubicBezTo>
                      <a:pt x="11614" y="3752"/>
                      <a:pt x="11844" y="3563"/>
                      <a:pt x="11834" y="3331"/>
                    </a:cubicBezTo>
                    <a:cubicBezTo>
                      <a:pt x="11825" y="3101"/>
                      <a:pt x="11582" y="2916"/>
                      <a:pt x="11291" y="2916"/>
                    </a:cubicBezTo>
                    <a:close/>
                    <a:moveTo>
                      <a:pt x="12575" y="2916"/>
                    </a:moveTo>
                    <a:cubicBezTo>
                      <a:pt x="12284" y="2916"/>
                      <a:pt x="12055" y="3101"/>
                      <a:pt x="12065" y="3331"/>
                    </a:cubicBezTo>
                    <a:cubicBezTo>
                      <a:pt x="12075" y="3563"/>
                      <a:pt x="12323" y="3752"/>
                      <a:pt x="12617" y="3752"/>
                    </a:cubicBezTo>
                    <a:cubicBezTo>
                      <a:pt x="12912" y="3752"/>
                      <a:pt x="13140" y="3563"/>
                      <a:pt x="13126" y="3331"/>
                    </a:cubicBezTo>
                    <a:cubicBezTo>
                      <a:pt x="13113" y="3101"/>
                      <a:pt x="12866" y="2916"/>
                      <a:pt x="12575" y="2916"/>
                    </a:cubicBezTo>
                    <a:close/>
                    <a:moveTo>
                      <a:pt x="13877" y="2916"/>
                    </a:moveTo>
                    <a:cubicBezTo>
                      <a:pt x="13586" y="2916"/>
                      <a:pt x="13361" y="3101"/>
                      <a:pt x="13375" y="3331"/>
                    </a:cubicBezTo>
                    <a:cubicBezTo>
                      <a:pt x="13389" y="3563"/>
                      <a:pt x="13640" y="3752"/>
                      <a:pt x="13935" y="3752"/>
                    </a:cubicBezTo>
                    <a:cubicBezTo>
                      <a:pt x="14229" y="3752"/>
                      <a:pt x="14454" y="3563"/>
                      <a:pt x="14436" y="3331"/>
                    </a:cubicBezTo>
                    <a:cubicBezTo>
                      <a:pt x="14419" y="3101"/>
                      <a:pt x="14168" y="2916"/>
                      <a:pt x="13877" y="2916"/>
                    </a:cubicBezTo>
                    <a:close/>
                    <a:moveTo>
                      <a:pt x="15161" y="2916"/>
                    </a:moveTo>
                    <a:cubicBezTo>
                      <a:pt x="14870" y="2916"/>
                      <a:pt x="14648" y="3101"/>
                      <a:pt x="14666" y="3331"/>
                    </a:cubicBezTo>
                    <a:cubicBezTo>
                      <a:pt x="14684" y="3563"/>
                      <a:pt x="14938" y="3752"/>
                      <a:pt x="15232" y="3752"/>
                    </a:cubicBezTo>
                    <a:cubicBezTo>
                      <a:pt x="15527" y="3752"/>
                      <a:pt x="15748" y="3563"/>
                      <a:pt x="15727" y="3331"/>
                    </a:cubicBezTo>
                    <a:cubicBezTo>
                      <a:pt x="15706" y="3101"/>
                      <a:pt x="15452" y="2916"/>
                      <a:pt x="15161" y="2916"/>
                    </a:cubicBezTo>
                    <a:close/>
                    <a:moveTo>
                      <a:pt x="16463" y="2916"/>
                    </a:moveTo>
                    <a:cubicBezTo>
                      <a:pt x="16172" y="2916"/>
                      <a:pt x="15954" y="3101"/>
                      <a:pt x="15976" y="3331"/>
                    </a:cubicBezTo>
                    <a:cubicBezTo>
                      <a:pt x="15998" y="3563"/>
                      <a:pt x="16255" y="3752"/>
                      <a:pt x="16549" y="3752"/>
                    </a:cubicBezTo>
                    <a:cubicBezTo>
                      <a:pt x="16844" y="3752"/>
                      <a:pt x="17062" y="3563"/>
                      <a:pt x="17036" y="3331"/>
                    </a:cubicBezTo>
                    <a:cubicBezTo>
                      <a:pt x="17011" y="3101"/>
                      <a:pt x="16754" y="2916"/>
                      <a:pt x="16463" y="2916"/>
                    </a:cubicBezTo>
                    <a:close/>
                    <a:moveTo>
                      <a:pt x="17747" y="2916"/>
                    </a:moveTo>
                    <a:cubicBezTo>
                      <a:pt x="17457" y="2916"/>
                      <a:pt x="17241" y="3101"/>
                      <a:pt x="17267" y="3331"/>
                    </a:cubicBezTo>
                    <a:cubicBezTo>
                      <a:pt x="17293" y="3563"/>
                      <a:pt x="17554" y="3752"/>
                      <a:pt x="17848" y="3752"/>
                    </a:cubicBezTo>
                    <a:cubicBezTo>
                      <a:pt x="18142" y="3752"/>
                      <a:pt x="18358" y="3563"/>
                      <a:pt x="18328" y="3331"/>
                    </a:cubicBezTo>
                    <a:cubicBezTo>
                      <a:pt x="18299" y="3101"/>
                      <a:pt x="18039" y="2916"/>
                      <a:pt x="17747" y="2916"/>
                    </a:cubicBezTo>
                    <a:close/>
                    <a:moveTo>
                      <a:pt x="19051" y="2916"/>
                    </a:moveTo>
                    <a:cubicBezTo>
                      <a:pt x="18759" y="2916"/>
                      <a:pt x="18547" y="3101"/>
                      <a:pt x="18577" y="3331"/>
                    </a:cubicBezTo>
                    <a:cubicBezTo>
                      <a:pt x="18607" y="3563"/>
                      <a:pt x="18871" y="3752"/>
                      <a:pt x="19166" y="3752"/>
                    </a:cubicBezTo>
                    <a:cubicBezTo>
                      <a:pt x="19460" y="3752"/>
                      <a:pt x="19672" y="3563"/>
                      <a:pt x="19638" y="3331"/>
                    </a:cubicBezTo>
                    <a:cubicBezTo>
                      <a:pt x="19605" y="3101"/>
                      <a:pt x="19341" y="2916"/>
                      <a:pt x="19051" y="2916"/>
                    </a:cubicBezTo>
                    <a:close/>
                    <a:moveTo>
                      <a:pt x="828" y="3930"/>
                    </a:moveTo>
                    <a:cubicBezTo>
                      <a:pt x="533" y="3930"/>
                      <a:pt x="272" y="4121"/>
                      <a:pt x="245" y="4358"/>
                    </a:cubicBezTo>
                    <a:cubicBezTo>
                      <a:pt x="219" y="4595"/>
                      <a:pt x="439" y="4790"/>
                      <a:pt x="737" y="4790"/>
                    </a:cubicBezTo>
                    <a:cubicBezTo>
                      <a:pt x="1036" y="4790"/>
                      <a:pt x="1298" y="4595"/>
                      <a:pt x="1321" y="4358"/>
                    </a:cubicBezTo>
                    <a:cubicBezTo>
                      <a:pt x="1344" y="4121"/>
                      <a:pt x="1123" y="3930"/>
                      <a:pt x="828" y="3930"/>
                    </a:cubicBezTo>
                    <a:close/>
                    <a:moveTo>
                      <a:pt x="2147" y="3930"/>
                    </a:moveTo>
                    <a:cubicBezTo>
                      <a:pt x="1852" y="3930"/>
                      <a:pt x="1595" y="4121"/>
                      <a:pt x="1573" y="4358"/>
                    </a:cubicBezTo>
                    <a:cubicBezTo>
                      <a:pt x="1550" y="4595"/>
                      <a:pt x="1774" y="4790"/>
                      <a:pt x="2073" y="4790"/>
                    </a:cubicBezTo>
                    <a:cubicBezTo>
                      <a:pt x="2371" y="4790"/>
                      <a:pt x="2629" y="4595"/>
                      <a:pt x="2648" y="4358"/>
                    </a:cubicBezTo>
                    <a:cubicBezTo>
                      <a:pt x="2667" y="4121"/>
                      <a:pt x="2443" y="3930"/>
                      <a:pt x="2147" y="3930"/>
                    </a:cubicBezTo>
                    <a:close/>
                    <a:moveTo>
                      <a:pt x="3449" y="3930"/>
                    </a:moveTo>
                    <a:cubicBezTo>
                      <a:pt x="3154" y="3930"/>
                      <a:pt x="2900" y="4121"/>
                      <a:pt x="2882" y="4358"/>
                    </a:cubicBezTo>
                    <a:cubicBezTo>
                      <a:pt x="2863" y="4595"/>
                      <a:pt x="3090" y="4790"/>
                      <a:pt x="3389" y="4790"/>
                    </a:cubicBezTo>
                    <a:cubicBezTo>
                      <a:pt x="3688" y="4790"/>
                      <a:pt x="3942" y="4595"/>
                      <a:pt x="3957" y="4358"/>
                    </a:cubicBezTo>
                    <a:cubicBezTo>
                      <a:pt x="3972" y="4121"/>
                      <a:pt x="3744" y="3930"/>
                      <a:pt x="3449" y="3930"/>
                    </a:cubicBezTo>
                    <a:close/>
                    <a:moveTo>
                      <a:pt x="4770" y="3930"/>
                    </a:moveTo>
                    <a:cubicBezTo>
                      <a:pt x="4475" y="3930"/>
                      <a:pt x="4223" y="4121"/>
                      <a:pt x="4209" y="4358"/>
                    </a:cubicBezTo>
                    <a:cubicBezTo>
                      <a:pt x="4195" y="4595"/>
                      <a:pt x="4426" y="4790"/>
                      <a:pt x="4725" y="4790"/>
                    </a:cubicBezTo>
                    <a:cubicBezTo>
                      <a:pt x="5023" y="4790"/>
                      <a:pt x="5274" y="4595"/>
                      <a:pt x="5285" y="4358"/>
                    </a:cubicBezTo>
                    <a:cubicBezTo>
                      <a:pt x="5296" y="4121"/>
                      <a:pt x="5065" y="3930"/>
                      <a:pt x="4770" y="3930"/>
                    </a:cubicBezTo>
                    <a:close/>
                    <a:moveTo>
                      <a:pt x="6072" y="3930"/>
                    </a:moveTo>
                    <a:cubicBezTo>
                      <a:pt x="5777" y="3930"/>
                      <a:pt x="5529" y="4121"/>
                      <a:pt x="5518" y="4358"/>
                    </a:cubicBezTo>
                    <a:cubicBezTo>
                      <a:pt x="5508" y="4595"/>
                      <a:pt x="5742" y="4790"/>
                      <a:pt x="6041" y="4790"/>
                    </a:cubicBezTo>
                    <a:cubicBezTo>
                      <a:pt x="6340" y="4790"/>
                      <a:pt x="6587" y="4595"/>
                      <a:pt x="6594" y="4358"/>
                    </a:cubicBezTo>
                    <a:cubicBezTo>
                      <a:pt x="6601" y="4121"/>
                      <a:pt x="6367" y="3930"/>
                      <a:pt x="6072" y="3930"/>
                    </a:cubicBezTo>
                    <a:close/>
                    <a:moveTo>
                      <a:pt x="7392" y="3930"/>
                    </a:moveTo>
                    <a:cubicBezTo>
                      <a:pt x="7097" y="3930"/>
                      <a:pt x="6852" y="4121"/>
                      <a:pt x="6846" y="4358"/>
                    </a:cubicBezTo>
                    <a:cubicBezTo>
                      <a:pt x="6840" y="4595"/>
                      <a:pt x="7078" y="4790"/>
                      <a:pt x="7376" y="4790"/>
                    </a:cubicBezTo>
                    <a:cubicBezTo>
                      <a:pt x="7675" y="4790"/>
                      <a:pt x="7919" y="4595"/>
                      <a:pt x="7922" y="4358"/>
                    </a:cubicBezTo>
                    <a:cubicBezTo>
                      <a:pt x="7924" y="4121"/>
                      <a:pt x="7687" y="3930"/>
                      <a:pt x="7392" y="3930"/>
                    </a:cubicBezTo>
                    <a:close/>
                    <a:moveTo>
                      <a:pt x="8694" y="3930"/>
                    </a:moveTo>
                    <a:cubicBezTo>
                      <a:pt x="8398" y="3930"/>
                      <a:pt x="8157" y="4121"/>
                      <a:pt x="8155" y="4358"/>
                    </a:cubicBezTo>
                    <a:cubicBezTo>
                      <a:pt x="8154" y="4595"/>
                      <a:pt x="8394" y="4790"/>
                      <a:pt x="8693" y="4790"/>
                    </a:cubicBezTo>
                    <a:cubicBezTo>
                      <a:pt x="8992" y="4790"/>
                      <a:pt x="9232" y="4595"/>
                      <a:pt x="9231" y="4358"/>
                    </a:cubicBezTo>
                    <a:cubicBezTo>
                      <a:pt x="9230" y="4121"/>
                      <a:pt x="8989" y="3930"/>
                      <a:pt x="8694" y="3930"/>
                    </a:cubicBezTo>
                    <a:close/>
                    <a:moveTo>
                      <a:pt x="10014" y="3930"/>
                    </a:moveTo>
                    <a:cubicBezTo>
                      <a:pt x="9719" y="3930"/>
                      <a:pt x="9481" y="4121"/>
                      <a:pt x="9483" y="4358"/>
                    </a:cubicBezTo>
                    <a:cubicBezTo>
                      <a:pt x="9486" y="4595"/>
                      <a:pt x="9729" y="4790"/>
                      <a:pt x="10028" y="4790"/>
                    </a:cubicBezTo>
                    <a:cubicBezTo>
                      <a:pt x="10327" y="4790"/>
                      <a:pt x="10564" y="4595"/>
                      <a:pt x="10559" y="4358"/>
                    </a:cubicBezTo>
                    <a:cubicBezTo>
                      <a:pt x="10554" y="4121"/>
                      <a:pt x="10309" y="3930"/>
                      <a:pt x="10014" y="3930"/>
                    </a:cubicBezTo>
                    <a:close/>
                    <a:moveTo>
                      <a:pt x="11317" y="3930"/>
                    </a:moveTo>
                    <a:cubicBezTo>
                      <a:pt x="11021" y="3930"/>
                      <a:pt x="10786" y="4121"/>
                      <a:pt x="10793" y="4358"/>
                    </a:cubicBezTo>
                    <a:cubicBezTo>
                      <a:pt x="10799" y="4595"/>
                      <a:pt x="11046" y="4790"/>
                      <a:pt x="11345" y="4790"/>
                    </a:cubicBezTo>
                    <a:cubicBezTo>
                      <a:pt x="11644" y="4790"/>
                      <a:pt x="11878" y="4595"/>
                      <a:pt x="11868" y="4358"/>
                    </a:cubicBezTo>
                    <a:cubicBezTo>
                      <a:pt x="11859" y="4121"/>
                      <a:pt x="11612" y="3930"/>
                      <a:pt x="11317" y="3930"/>
                    </a:cubicBezTo>
                    <a:close/>
                    <a:moveTo>
                      <a:pt x="12637" y="3930"/>
                    </a:moveTo>
                    <a:cubicBezTo>
                      <a:pt x="12342" y="3930"/>
                      <a:pt x="12111" y="4121"/>
                      <a:pt x="12121" y="4358"/>
                    </a:cubicBezTo>
                    <a:cubicBezTo>
                      <a:pt x="12132" y="4595"/>
                      <a:pt x="12383" y="4790"/>
                      <a:pt x="12681" y="4790"/>
                    </a:cubicBezTo>
                    <a:cubicBezTo>
                      <a:pt x="12980" y="4790"/>
                      <a:pt x="13211" y="4595"/>
                      <a:pt x="13197" y="4358"/>
                    </a:cubicBezTo>
                    <a:cubicBezTo>
                      <a:pt x="13184" y="4121"/>
                      <a:pt x="12933" y="3930"/>
                      <a:pt x="12637" y="3930"/>
                    </a:cubicBezTo>
                    <a:close/>
                    <a:moveTo>
                      <a:pt x="13940" y="3930"/>
                    </a:moveTo>
                    <a:cubicBezTo>
                      <a:pt x="13645" y="3930"/>
                      <a:pt x="13416" y="4121"/>
                      <a:pt x="13431" y="4358"/>
                    </a:cubicBezTo>
                    <a:cubicBezTo>
                      <a:pt x="13445" y="4595"/>
                      <a:pt x="13700" y="4790"/>
                      <a:pt x="13998" y="4790"/>
                    </a:cubicBezTo>
                    <a:cubicBezTo>
                      <a:pt x="14296" y="4790"/>
                      <a:pt x="14525" y="4595"/>
                      <a:pt x="14507" y="4358"/>
                    </a:cubicBezTo>
                    <a:cubicBezTo>
                      <a:pt x="14489" y="4121"/>
                      <a:pt x="14235" y="3930"/>
                      <a:pt x="13940" y="3930"/>
                    </a:cubicBezTo>
                    <a:close/>
                    <a:moveTo>
                      <a:pt x="15242" y="3930"/>
                    </a:moveTo>
                    <a:cubicBezTo>
                      <a:pt x="14947" y="3930"/>
                      <a:pt x="14722" y="4121"/>
                      <a:pt x="14741" y="4358"/>
                    </a:cubicBezTo>
                    <a:cubicBezTo>
                      <a:pt x="14760" y="4595"/>
                      <a:pt x="15016" y="4790"/>
                      <a:pt x="15315" y="4790"/>
                    </a:cubicBezTo>
                    <a:cubicBezTo>
                      <a:pt x="15614" y="4790"/>
                      <a:pt x="15838" y="4595"/>
                      <a:pt x="15816" y="4358"/>
                    </a:cubicBezTo>
                    <a:cubicBezTo>
                      <a:pt x="15794" y="4121"/>
                      <a:pt x="15537" y="3930"/>
                      <a:pt x="15242" y="3930"/>
                    </a:cubicBezTo>
                    <a:close/>
                    <a:moveTo>
                      <a:pt x="17866" y="3930"/>
                    </a:moveTo>
                    <a:cubicBezTo>
                      <a:pt x="17571" y="3930"/>
                      <a:pt x="17353" y="4121"/>
                      <a:pt x="17379" y="4358"/>
                    </a:cubicBezTo>
                    <a:cubicBezTo>
                      <a:pt x="17406" y="4595"/>
                      <a:pt x="17671" y="4790"/>
                      <a:pt x="17969" y="4790"/>
                    </a:cubicBezTo>
                    <a:cubicBezTo>
                      <a:pt x="18268" y="4790"/>
                      <a:pt x="18485" y="4595"/>
                      <a:pt x="18455" y="4358"/>
                    </a:cubicBezTo>
                    <a:cubicBezTo>
                      <a:pt x="18425" y="4121"/>
                      <a:pt x="18161" y="3930"/>
                      <a:pt x="17866" y="3930"/>
                    </a:cubicBezTo>
                    <a:close/>
                    <a:moveTo>
                      <a:pt x="19187" y="3930"/>
                    </a:moveTo>
                    <a:cubicBezTo>
                      <a:pt x="18892" y="3930"/>
                      <a:pt x="18677" y="4121"/>
                      <a:pt x="18708" y="4358"/>
                    </a:cubicBezTo>
                    <a:cubicBezTo>
                      <a:pt x="18739" y="4595"/>
                      <a:pt x="19007" y="4790"/>
                      <a:pt x="19306" y="4790"/>
                    </a:cubicBezTo>
                    <a:cubicBezTo>
                      <a:pt x="19604" y="4790"/>
                      <a:pt x="19818" y="4595"/>
                      <a:pt x="19784" y="4358"/>
                    </a:cubicBezTo>
                    <a:cubicBezTo>
                      <a:pt x="19749" y="4121"/>
                      <a:pt x="19482" y="3930"/>
                      <a:pt x="19187" y="3930"/>
                    </a:cubicBezTo>
                    <a:close/>
                    <a:moveTo>
                      <a:pt x="725" y="4986"/>
                    </a:moveTo>
                    <a:cubicBezTo>
                      <a:pt x="426" y="4986"/>
                      <a:pt x="160" y="5183"/>
                      <a:pt x="133" y="5426"/>
                    </a:cubicBezTo>
                    <a:cubicBezTo>
                      <a:pt x="106" y="5671"/>
                      <a:pt x="329" y="5870"/>
                      <a:pt x="632" y="5870"/>
                    </a:cubicBezTo>
                    <a:cubicBezTo>
                      <a:pt x="934" y="5870"/>
                      <a:pt x="1200" y="5671"/>
                      <a:pt x="1224" y="5426"/>
                    </a:cubicBezTo>
                    <a:cubicBezTo>
                      <a:pt x="1248" y="5183"/>
                      <a:pt x="1024" y="4986"/>
                      <a:pt x="725" y="4986"/>
                    </a:cubicBezTo>
                    <a:close/>
                    <a:moveTo>
                      <a:pt x="2044" y="4986"/>
                    </a:moveTo>
                    <a:cubicBezTo>
                      <a:pt x="1745" y="4986"/>
                      <a:pt x="1483" y="5183"/>
                      <a:pt x="1461" y="5426"/>
                    </a:cubicBezTo>
                    <a:cubicBezTo>
                      <a:pt x="1437" y="5671"/>
                      <a:pt x="1664" y="5870"/>
                      <a:pt x="1967" y="5870"/>
                    </a:cubicBezTo>
                    <a:cubicBezTo>
                      <a:pt x="2270" y="5870"/>
                      <a:pt x="2531" y="5671"/>
                      <a:pt x="2551" y="5426"/>
                    </a:cubicBezTo>
                    <a:cubicBezTo>
                      <a:pt x="2570" y="5183"/>
                      <a:pt x="2344" y="4986"/>
                      <a:pt x="2044" y="4986"/>
                    </a:cubicBezTo>
                    <a:close/>
                    <a:moveTo>
                      <a:pt x="3383" y="4986"/>
                    </a:moveTo>
                    <a:cubicBezTo>
                      <a:pt x="3083" y="4986"/>
                      <a:pt x="2826" y="5183"/>
                      <a:pt x="2807" y="5426"/>
                    </a:cubicBezTo>
                    <a:cubicBezTo>
                      <a:pt x="2788" y="5671"/>
                      <a:pt x="3018" y="5870"/>
                      <a:pt x="3321" y="5870"/>
                    </a:cubicBezTo>
                    <a:cubicBezTo>
                      <a:pt x="3624" y="5870"/>
                      <a:pt x="3882" y="5671"/>
                      <a:pt x="3898" y="5426"/>
                    </a:cubicBezTo>
                    <a:cubicBezTo>
                      <a:pt x="3913" y="5183"/>
                      <a:pt x="3683" y="4986"/>
                      <a:pt x="3383" y="4986"/>
                    </a:cubicBezTo>
                    <a:close/>
                    <a:moveTo>
                      <a:pt x="4704" y="4986"/>
                    </a:moveTo>
                    <a:cubicBezTo>
                      <a:pt x="4404" y="4986"/>
                      <a:pt x="4149" y="5183"/>
                      <a:pt x="4134" y="5426"/>
                    </a:cubicBezTo>
                    <a:cubicBezTo>
                      <a:pt x="4120" y="5671"/>
                      <a:pt x="4354" y="5870"/>
                      <a:pt x="4657" y="5870"/>
                    </a:cubicBezTo>
                    <a:cubicBezTo>
                      <a:pt x="4959" y="5870"/>
                      <a:pt x="5214" y="5671"/>
                      <a:pt x="5226" y="5426"/>
                    </a:cubicBezTo>
                    <a:cubicBezTo>
                      <a:pt x="5237" y="5183"/>
                      <a:pt x="5003" y="4986"/>
                      <a:pt x="4704" y="4986"/>
                    </a:cubicBezTo>
                    <a:close/>
                    <a:moveTo>
                      <a:pt x="6042" y="4986"/>
                    </a:moveTo>
                    <a:cubicBezTo>
                      <a:pt x="5743" y="4986"/>
                      <a:pt x="5492" y="5183"/>
                      <a:pt x="5481" y="5426"/>
                    </a:cubicBezTo>
                    <a:cubicBezTo>
                      <a:pt x="5471" y="5671"/>
                      <a:pt x="5708" y="5870"/>
                      <a:pt x="6011" y="5870"/>
                    </a:cubicBezTo>
                    <a:cubicBezTo>
                      <a:pt x="6313" y="5870"/>
                      <a:pt x="6565" y="5671"/>
                      <a:pt x="6572" y="5426"/>
                    </a:cubicBezTo>
                    <a:cubicBezTo>
                      <a:pt x="6579" y="5183"/>
                      <a:pt x="6342" y="4986"/>
                      <a:pt x="6042" y="4986"/>
                    </a:cubicBezTo>
                    <a:close/>
                    <a:moveTo>
                      <a:pt x="7362" y="4986"/>
                    </a:moveTo>
                    <a:cubicBezTo>
                      <a:pt x="7063" y="4986"/>
                      <a:pt x="6815" y="5183"/>
                      <a:pt x="6809" y="5426"/>
                    </a:cubicBezTo>
                    <a:cubicBezTo>
                      <a:pt x="6802" y="5671"/>
                      <a:pt x="7043" y="5870"/>
                      <a:pt x="7346" y="5870"/>
                    </a:cubicBezTo>
                    <a:cubicBezTo>
                      <a:pt x="7649" y="5870"/>
                      <a:pt x="7896" y="5671"/>
                      <a:pt x="7899" y="5426"/>
                    </a:cubicBezTo>
                    <a:cubicBezTo>
                      <a:pt x="7902" y="5183"/>
                      <a:pt x="7662" y="4986"/>
                      <a:pt x="7362" y="4986"/>
                    </a:cubicBezTo>
                    <a:close/>
                    <a:moveTo>
                      <a:pt x="8701" y="4986"/>
                    </a:moveTo>
                    <a:cubicBezTo>
                      <a:pt x="8401" y="4986"/>
                      <a:pt x="8157" y="5183"/>
                      <a:pt x="8155" y="5426"/>
                    </a:cubicBezTo>
                    <a:cubicBezTo>
                      <a:pt x="8153" y="5671"/>
                      <a:pt x="8397" y="5870"/>
                      <a:pt x="8700" y="5870"/>
                    </a:cubicBezTo>
                    <a:cubicBezTo>
                      <a:pt x="9004" y="5870"/>
                      <a:pt x="9248" y="5671"/>
                      <a:pt x="9246" y="5426"/>
                    </a:cubicBezTo>
                    <a:cubicBezTo>
                      <a:pt x="9245" y="5183"/>
                      <a:pt x="9001" y="4986"/>
                      <a:pt x="8701" y="4986"/>
                    </a:cubicBezTo>
                    <a:close/>
                    <a:moveTo>
                      <a:pt x="10021" y="4986"/>
                    </a:moveTo>
                    <a:cubicBezTo>
                      <a:pt x="9722" y="4986"/>
                      <a:pt x="9481" y="5183"/>
                      <a:pt x="9483" y="5426"/>
                    </a:cubicBezTo>
                    <a:cubicBezTo>
                      <a:pt x="9486" y="5671"/>
                      <a:pt x="9734" y="5870"/>
                      <a:pt x="10036" y="5870"/>
                    </a:cubicBezTo>
                    <a:cubicBezTo>
                      <a:pt x="10339" y="5870"/>
                      <a:pt x="10580" y="5671"/>
                      <a:pt x="10574" y="5426"/>
                    </a:cubicBezTo>
                    <a:cubicBezTo>
                      <a:pt x="10569" y="5183"/>
                      <a:pt x="10321" y="4986"/>
                      <a:pt x="10021" y="4986"/>
                    </a:cubicBezTo>
                    <a:close/>
                    <a:moveTo>
                      <a:pt x="11361" y="4986"/>
                    </a:moveTo>
                    <a:cubicBezTo>
                      <a:pt x="11061" y="4986"/>
                      <a:pt x="10824" y="5183"/>
                      <a:pt x="10830" y="5426"/>
                    </a:cubicBezTo>
                    <a:cubicBezTo>
                      <a:pt x="10837" y="5671"/>
                      <a:pt x="11088" y="5870"/>
                      <a:pt x="11391" y="5870"/>
                    </a:cubicBezTo>
                    <a:cubicBezTo>
                      <a:pt x="11694" y="5870"/>
                      <a:pt x="11930" y="5671"/>
                      <a:pt x="11920" y="5426"/>
                    </a:cubicBezTo>
                    <a:cubicBezTo>
                      <a:pt x="11910" y="5183"/>
                      <a:pt x="11661" y="4986"/>
                      <a:pt x="11361" y="4986"/>
                    </a:cubicBezTo>
                    <a:close/>
                    <a:moveTo>
                      <a:pt x="12681" y="4986"/>
                    </a:moveTo>
                    <a:cubicBezTo>
                      <a:pt x="12382" y="4986"/>
                      <a:pt x="12148" y="5183"/>
                      <a:pt x="12159" y="5426"/>
                    </a:cubicBezTo>
                    <a:cubicBezTo>
                      <a:pt x="12170" y="5671"/>
                      <a:pt x="12424" y="5870"/>
                      <a:pt x="12726" y="5870"/>
                    </a:cubicBezTo>
                    <a:cubicBezTo>
                      <a:pt x="13030" y="5870"/>
                      <a:pt x="13263" y="5671"/>
                      <a:pt x="13249" y="5426"/>
                    </a:cubicBezTo>
                    <a:cubicBezTo>
                      <a:pt x="13235" y="5183"/>
                      <a:pt x="12981" y="4986"/>
                      <a:pt x="12681" y="4986"/>
                    </a:cubicBezTo>
                    <a:close/>
                    <a:moveTo>
                      <a:pt x="14003" y="4986"/>
                    </a:moveTo>
                    <a:cubicBezTo>
                      <a:pt x="13703" y="4986"/>
                      <a:pt x="13472" y="5183"/>
                      <a:pt x="13487" y="5426"/>
                    </a:cubicBezTo>
                    <a:cubicBezTo>
                      <a:pt x="13502" y="5671"/>
                      <a:pt x="13760" y="5870"/>
                      <a:pt x="14063" y="5870"/>
                    </a:cubicBezTo>
                    <a:cubicBezTo>
                      <a:pt x="14365" y="5870"/>
                      <a:pt x="14597" y="5671"/>
                      <a:pt x="14578" y="5426"/>
                    </a:cubicBezTo>
                    <a:cubicBezTo>
                      <a:pt x="14560" y="5183"/>
                      <a:pt x="14301" y="4986"/>
                      <a:pt x="14003" y="4986"/>
                    </a:cubicBezTo>
                    <a:close/>
                    <a:moveTo>
                      <a:pt x="15342" y="4986"/>
                    </a:moveTo>
                    <a:cubicBezTo>
                      <a:pt x="15042" y="4986"/>
                      <a:pt x="14815" y="5183"/>
                      <a:pt x="14834" y="5426"/>
                    </a:cubicBezTo>
                    <a:cubicBezTo>
                      <a:pt x="14853" y="5671"/>
                      <a:pt x="15115" y="5870"/>
                      <a:pt x="15418" y="5870"/>
                    </a:cubicBezTo>
                    <a:cubicBezTo>
                      <a:pt x="15720" y="5870"/>
                      <a:pt x="15947" y="5671"/>
                      <a:pt x="15925" y="5426"/>
                    </a:cubicBezTo>
                    <a:cubicBezTo>
                      <a:pt x="15902" y="5183"/>
                      <a:pt x="15641" y="4986"/>
                      <a:pt x="15342" y="4986"/>
                    </a:cubicBezTo>
                    <a:close/>
                    <a:moveTo>
                      <a:pt x="16663" y="4986"/>
                    </a:moveTo>
                    <a:cubicBezTo>
                      <a:pt x="16364" y="4986"/>
                      <a:pt x="16140" y="5183"/>
                      <a:pt x="16163" y="5426"/>
                    </a:cubicBezTo>
                    <a:cubicBezTo>
                      <a:pt x="16186" y="5671"/>
                      <a:pt x="16451" y="5870"/>
                      <a:pt x="16753" y="5870"/>
                    </a:cubicBezTo>
                    <a:cubicBezTo>
                      <a:pt x="17056" y="5870"/>
                      <a:pt x="17280" y="5671"/>
                      <a:pt x="17253" y="5426"/>
                    </a:cubicBezTo>
                    <a:cubicBezTo>
                      <a:pt x="17226" y="5183"/>
                      <a:pt x="16962" y="4986"/>
                      <a:pt x="16663" y="4986"/>
                    </a:cubicBezTo>
                    <a:close/>
                    <a:moveTo>
                      <a:pt x="18003" y="4986"/>
                    </a:moveTo>
                    <a:cubicBezTo>
                      <a:pt x="17704" y="4986"/>
                      <a:pt x="17483" y="5183"/>
                      <a:pt x="17510" y="5426"/>
                    </a:cubicBezTo>
                    <a:cubicBezTo>
                      <a:pt x="17538" y="5671"/>
                      <a:pt x="17807" y="5870"/>
                      <a:pt x="18109" y="5870"/>
                    </a:cubicBezTo>
                    <a:cubicBezTo>
                      <a:pt x="18412" y="5870"/>
                      <a:pt x="18632" y="5671"/>
                      <a:pt x="18601" y="5426"/>
                    </a:cubicBezTo>
                    <a:cubicBezTo>
                      <a:pt x="18570" y="5183"/>
                      <a:pt x="18302" y="4986"/>
                      <a:pt x="18003" y="4986"/>
                    </a:cubicBezTo>
                    <a:close/>
                    <a:moveTo>
                      <a:pt x="19324" y="4986"/>
                    </a:moveTo>
                    <a:cubicBezTo>
                      <a:pt x="19024" y="4986"/>
                      <a:pt x="18807" y="5183"/>
                      <a:pt x="18839" y="5426"/>
                    </a:cubicBezTo>
                    <a:cubicBezTo>
                      <a:pt x="18871" y="5671"/>
                      <a:pt x="19143" y="5870"/>
                      <a:pt x="19446" y="5870"/>
                    </a:cubicBezTo>
                    <a:cubicBezTo>
                      <a:pt x="19748" y="5870"/>
                      <a:pt x="19965" y="5671"/>
                      <a:pt x="19930" y="5426"/>
                    </a:cubicBezTo>
                    <a:cubicBezTo>
                      <a:pt x="19895" y="5183"/>
                      <a:pt x="19623" y="4986"/>
                      <a:pt x="19324" y="4986"/>
                    </a:cubicBezTo>
                    <a:close/>
                    <a:moveTo>
                      <a:pt x="602" y="6064"/>
                    </a:moveTo>
                    <a:cubicBezTo>
                      <a:pt x="299" y="6064"/>
                      <a:pt x="30" y="6266"/>
                      <a:pt x="2" y="6516"/>
                    </a:cubicBezTo>
                    <a:cubicBezTo>
                      <a:pt x="-26" y="6767"/>
                      <a:pt x="200" y="6973"/>
                      <a:pt x="507" y="6973"/>
                    </a:cubicBezTo>
                    <a:cubicBezTo>
                      <a:pt x="814" y="6973"/>
                      <a:pt x="1084" y="6767"/>
                      <a:pt x="1109" y="6516"/>
                    </a:cubicBezTo>
                    <a:cubicBezTo>
                      <a:pt x="1133" y="6266"/>
                      <a:pt x="906" y="6064"/>
                      <a:pt x="602" y="6064"/>
                    </a:cubicBezTo>
                    <a:close/>
                    <a:moveTo>
                      <a:pt x="1959" y="6064"/>
                    </a:moveTo>
                    <a:cubicBezTo>
                      <a:pt x="1656" y="6064"/>
                      <a:pt x="1391" y="6266"/>
                      <a:pt x="1367" y="6516"/>
                    </a:cubicBezTo>
                    <a:cubicBezTo>
                      <a:pt x="1343" y="6767"/>
                      <a:pt x="1573" y="6973"/>
                      <a:pt x="1880" y="6973"/>
                    </a:cubicBezTo>
                    <a:cubicBezTo>
                      <a:pt x="2187" y="6973"/>
                      <a:pt x="2453" y="6767"/>
                      <a:pt x="2473" y="6516"/>
                    </a:cubicBezTo>
                    <a:cubicBezTo>
                      <a:pt x="2493" y="6266"/>
                      <a:pt x="2263" y="6064"/>
                      <a:pt x="1959" y="6064"/>
                    </a:cubicBezTo>
                    <a:close/>
                    <a:moveTo>
                      <a:pt x="3298" y="6064"/>
                    </a:moveTo>
                    <a:cubicBezTo>
                      <a:pt x="2994" y="6064"/>
                      <a:pt x="2733" y="6266"/>
                      <a:pt x="2713" y="6516"/>
                    </a:cubicBezTo>
                    <a:cubicBezTo>
                      <a:pt x="2694" y="6767"/>
                      <a:pt x="2927" y="6973"/>
                      <a:pt x="3235" y="6973"/>
                    </a:cubicBezTo>
                    <a:cubicBezTo>
                      <a:pt x="3542" y="6973"/>
                      <a:pt x="3803" y="6767"/>
                      <a:pt x="3819" y="6516"/>
                    </a:cubicBezTo>
                    <a:cubicBezTo>
                      <a:pt x="3835" y="6266"/>
                      <a:pt x="3602" y="6064"/>
                      <a:pt x="3298" y="6064"/>
                    </a:cubicBezTo>
                    <a:close/>
                    <a:moveTo>
                      <a:pt x="4656" y="6064"/>
                    </a:moveTo>
                    <a:cubicBezTo>
                      <a:pt x="4352" y="6064"/>
                      <a:pt x="4093" y="6266"/>
                      <a:pt x="4078" y="6516"/>
                    </a:cubicBezTo>
                    <a:cubicBezTo>
                      <a:pt x="4063" y="6767"/>
                      <a:pt x="4300" y="6973"/>
                      <a:pt x="4608" y="6973"/>
                    </a:cubicBezTo>
                    <a:cubicBezTo>
                      <a:pt x="4915" y="6973"/>
                      <a:pt x="5173" y="6767"/>
                      <a:pt x="5185" y="6516"/>
                    </a:cubicBezTo>
                    <a:cubicBezTo>
                      <a:pt x="5196" y="6266"/>
                      <a:pt x="4959" y="6064"/>
                      <a:pt x="4656" y="6064"/>
                    </a:cubicBezTo>
                    <a:close/>
                    <a:moveTo>
                      <a:pt x="5994" y="6064"/>
                    </a:moveTo>
                    <a:cubicBezTo>
                      <a:pt x="5691" y="6064"/>
                      <a:pt x="5436" y="6266"/>
                      <a:pt x="5425" y="6516"/>
                    </a:cubicBezTo>
                    <a:cubicBezTo>
                      <a:pt x="5414" y="6767"/>
                      <a:pt x="5655" y="6973"/>
                      <a:pt x="5962" y="6973"/>
                    </a:cubicBezTo>
                    <a:cubicBezTo>
                      <a:pt x="6269" y="6973"/>
                      <a:pt x="6524" y="6767"/>
                      <a:pt x="6531" y="6516"/>
                    </a:cubicBezTo>
                    <a:cubicBezTo>
                      <a:pt x="6539" y="6266"/>
                      <a:pt x="6298" y="6064"/>
                      <a:pt x="5994" y="6064"/>
                    </a:cubicBezTo>
                    <a:close/>
                    <a:moveTo>
                      <a:pt x="7352" y="6064"/>
                    </a:moveTo>
                    <a:cubicBezTo>
                      <a:pt x="7048" y="6064"/>
                      <a:pt x="6796" y="6266"/>
                      <a:pt x="6790" y="6516"/>
                    </a:cubicBezTo>
                    <a:cubicBezTo>
                      <a:pt x="6783" y="6767"/>
                      <a:pt x="7028" y="6973"/>
                      <a:pt x="7335" y="6973"/>
                    </a:cubicBezTo>
                    <a:cubicBezTo>
                      <a:pt x="7642" y="6973"/>
                      <a:pt x="7893" y="6767"/>
                      <a:pt x="7896" y="6516"/>
                    </a:cubicBezTo>
                    <a:cubicBezTo>
                      <a:pt x="7899" y="6266"/>
                      <a:pt x="7655" y="6064"/>
                      <a:pt x="7352" y="6064"/>
                    </a:cubicBezTo>
                    <a:close/>
                    <a:moveTo>
                      <a:pt x="8690" y="6064"/>
                    </a:moveTo>
                    <a:cubicBezTo>
                      <a:pt x="8386" y="6064"/>
                      <a:pt x="8139" y="6266"/>
                      <a:pt x="8137" y="6516"/>
                    </a:cubicBezTo>
                    <a:cubicBezTo>
                      <a:pt x="8135" y="6767"/>
                      <a:pt x="8382" y="6973"/>
                      <a:pt x="8690" y="6973"/>
                    </a:cubicBezTo>
                    <a:cubicBezTo>
                      <a:pt x="8997" y="6973"/>
                      <a:pt x="9244" y="6767"/>
                      <a:pt x="9243" y="6516"/>
                    </a:cubicBezTo>
                    <a:cubicBezTo>
                      <a:pt x="9241" y="6266"/>
                      <a:pt x="8995" y="6064"/>
                      <a:pt x="8690" y="6064"/>
                    </a:cubicBezTo>
                    <a:close/>
                    <a:moveTo>
                      <a:pt x="10048" y="6064"/>
                    </a:moveTo>
                    <a:cubicBezTo>
                      <a:pt x="9744" y="6064"/>
                      <a:pt x="9500" y="6266"/>
                      <a:pt x="9502" y="6516"/>
                    </a:cubicBezTo>
                    <a:cubicBezTo>
                      <a:pt x="9504" y="6767"/>
                      <a:pt x="9755" y="6973"/>
                      <a:pt x="10062" y="6973"/>
                    </a:cubicBezTo>
                    <a:cubicBezTo>
                      <a:pt x="10370" y="6973"/>
                      <a:pt x="10614" y="6767"/>
                      <a:pt x="10608" y="6516"/>
                    </a:cubicBezTo>
                    <a:cubicBezTo>
                      <a:pt x="10602" y="6266"/>
                      <a:pt x="10352" y="6064"/>
                      <a:pt x="10048" y="6064"/>
                    </a:cubicBezTo>
                    <a:close/>
                    <a:moveTo>
                      <a:pt x="11387" y="6064"/>
                    </a:moveTo>
                    <a:cubicBezTo>
                      <a:pt x="11083" y="6064"/>
                      <a:pt x="10842" y="6266"/>
                      <a:pt x="10849" y="6516"/>
                    </a:cubicBezTo>
                    <a:cubicBezTo>
                      <a:pt x="10856" y="6767"/>
                      <a:pt x="11110" y="6973"/>
                      <a:pt x="11417" y="6973"/>
                    </a:cubicBezTo>
                    <a:cubicBezTo>
                      <a:pt x="11725" y="6973"/>
                      <a:pt x="11965" y="6767"/>
                      <a:pt x="11954" y="6516"/>
                    </a:cubicBezTo>
                    <a:cubicBezTo>
                      <a:pt x="11944" y="6266"/>
                      <a:pt x="11691" y="6064"/>
                      <a:pt x="11387" y="6064"/>
                    </a:cubicBezTo>
                    <a:close/>
                    <a:moveTo>
                      <a:pt x="12745" y="6064"/>
                    </a:moveTo>
                    <a:cubicBezTo>
                      <a:pt x="12441" y="6064"/>
                      <a:pt x="12204" y="6266"/>
                      <a:pt x="12215" y="6516"/>
                    </a:cubicBezTo>
                    <a:cubicBezTo>
                      <a:pt x="12226" y="6767"/>
                      <a:pt x="12485" y="6973"/>
                      <a:pt x="12791" y="6973"/>
                    </a:cubicBezTo>
                    <a:cubicBezTo>
                      <a:pt x="13099" y="6973"/>
                      <a:pt x="13336" y="6767"/>
                      <a:pt x="13321" y="6516"/>
                    </a:cubicBezTo>
                    <a:cubicBezTo>
                      <a:pt x="13307" y="6266"/>
                      <a:pt x="13048" y="6064"/>
                      <a:pt x="12745" y="6064"/>
                    </a:cubicBezTo>
                    <a:close/>
                    <a:moveTo>
                      <a:pt x="14084" y="6064"/>
                    </a:moveTo>
                    <a:cubicBezTo>
                      <a:pt x="13781" y="6064"/>
                      <a:pt x="13547" y="6266"/>
                      <a:pt x="13562" y="6516"/>
                    </a:cubicBezTo>
                    <a:cubicBezTo>
                      <a:pt x="13577" y="6767"/>
                      <a:pt x="13839" y="6973"/>
                      <a:pt x="14146" y="6973"/>
                    </a:cubicBezTo>
                    <a:cubicBezTo>
                      <a:pt x="14453" y="6973"/>
                      <a:pt x="14687" y="6767"/>
                      <a:pt x="14668" y="6516"/>
                    </a:cubicBezTo>
                    <a:cubicBezTo>
                      <a:pt x="14649" y="6266"/>
                      <a:pt x="14387" y="6064"/>
                      <a:pt x="14084" y="6064"/>
                    </a:cubicBezTo>
                    <a:close/>
                    <a:moveTo>
                      <a:pt x="15424" y="6064"/>
                    </a:moveTo>
                    <a:cubicBezTo>
                      <a:pt x="15120" y="6064"/>
                      <a:pt x="14889" y="6266"/>
                      <a:pt x="14909" y="6516"/>
                    </a:cubicBezTo>
                    <a:cubicBezTo>
                      <a:pt x="14929" y="6767"/>
                      <a:pt x="15194" y="6973"/>
                      <a:pt x="15501" y="6973"/>
                    </a:cubicBezTo>
                    <a:cubicBezTo>
                      <a:pt x="15808" y="6973"/>
                      <a:pt x="16039" y="6767"/>
                      <a:pt x="16015" y="6516"/>
                    </a:cubicBezTo>
                    <a:cubicBezTo>
                      <a:pt x="15992" y="6266"/>
                      <a:pt x="15727" y="6064"/>
                      <a:pt x="15424" y="6064"/>
                    </a:cubicBezTo>
                    <a:close/>
                    <a:moveTo>
                      <a:pt x="16781" y="6064"/>
                    </a:moveTo>
                    <a:cubicBezTo>
                      <a:pt x="16479" y="6064"/>
                      <a:pt x="16251" y="6266"/>
                      <a:pt x="16275" y="6516"/>
                    </a:cubicBezTo>
                    <a:cubicBezTo>
                      <a:pt x="16299" y="6767"/>
                      <a:pt x="16568" y="6973"/>
                      <a:pt x="16875" y="6973"/>
                    </a:cubicBezTo>
                    <a:cubicBezTo>
                      <a:pt x="17182" y="6973"/>
                      <a:pt x="17408" y="6767"/>
                      <a:pt x="17381" y="6516"/>
                    </a:cubicBezTo>
                    <a:cubicBezTo>
                      <a:pt x="17353" y="6266"/>
                      <a:pt x="17085" y="6064"/>
                      <a:pt x="16781" y="6064"/>
                    </a:cubicBezTo>
                    <a:close/>
                    <a:moveTo>
                      <a:pt x="18121" y="6064"/>
                    </a:moveTo>
                    <a:cubicBezTo>
                      <a:pt x="17818" y="6064"/>
                      <a:pt x="17594" y="6266"/>
                      <a:pt x="17623" y="6516"/>
                    </a:cubicBezTo>
                    <a:cubicBezTo>
                      <a:pt x="17651" y="6767"/>
                      <a:pt x="17924" y="6973"/>
                      <a:pt x="18231" y="6973"/>
                    </a:cubicBezTo>
                    <a:cubicBezTo>
                      <a:pt x="18538" y="6973"/>
                      <a:pt x="18761" y="6767"/>
                      <a:pt x="18729" y="6516"/>
                    </a:cubicBezTo>
                    <a:cubicBezTo>
                      <a:pt x="18697" y="6266"/>
                      <a:pt x="18425" y="6064"/>
                      <a:pt x="18121" y="6064"/>
                    </a:cubicBezTo>
                    <a:close/>
                    <a:moveTo>
                      <a:pt x="19480" y="6064"/>
                    </a:moveTo>
                    <a:cubicBezTo>
                      <a:pt x="19176" y="6064"/>
                      <a:pt x="18956" y="6266"/>
                      <a:pt x="18989" y="6516"/>
                    </a:cubicBezTo>
                    <a:cubicBezTo>
                      <a:pt x="19021" y="6767"/>
                      <a:pt x="19297" y="6973"/>
                      <a:pt x="19605" y="6973"/>
                    </a:cubicBezTo>
                    <a:cubicBezTo>
                      <a:pt x="19911" y="6973"/>
                      <a:pt x="20131" y="6767"/>
                      <a:pt x="20095" y="6516"/>
                    </a:cubicBezTo>
                    <a:cubicBezTo>
                      <a:pt x="20059" y="6266"/>
                      <a:pt x="19783" y="6064"/>
                      <a:pt x="19480" y="6064"/>
                    </a:cubicBezTo>
                    <a:close/>
                    <a:moveTo>
                      <a:pt x="1856" y="7184"/>
                    </a:moveTo>
                    <a:cubicBezTo>
                      <a:pt x="1548" y="7184"/>
                      <a:pt x="1279" y="7391"/>
                      <a:pt x="1255" y="7649"/>
                    </a:cubicBezTo>
                    <a:cubicBezTo>
                      <a:pt x="1230" y="7907"/>
                      <a:pt x="1463" y="8119"/>
                      <a:pt x="1774" y="8119"/>
                    </a:cubicBezTo>
                    <a:cubicBezTo>
                      <a:pt x="2086" y="8119"/>
                      <a:pt x="2356" y="7907"/>
                      <a:pt x="2377" y="7649"/>
                    </a:cubicBezTo>
                    <a:cubicBezTo>
                      <a:pt x="2397" y="7391"/>
                      <a:pt x="2164" y="7184"/>
                      <a:pt x="1856" y="7184"/>
                    </a:cubicBezTo>
                    <a:close/>
                    <a:moveTo>
                      <a:pt x="3232" y="7184"/>
                    </a:moveTo>
                    <a:cubicBezTo>
                      <a:pt x="2924" y="7184"/>
                      <a:pt x="2658" y="7391"/>
                      <a:pt x="2638" y="7649"/>
                    </a:cubicBezTo>
                    <a:cubicBezTo>
                      <a:pt x="2618" y="7907"/>
                      <a:pt x="2855" y="8119"/>
                      <a:pt x="3167" y="8119"/>
                    </a:cubicBezTo>
                    <a:cubicBezTo>
                      <a:pt x="3478" y="8119"/>
                      <a:pt x="3744" y="7907"/>
                      <a:pt x="3761" y="7649"/>
                    </a:cubicBezTo>
                    <a:cubicBezTo>
                      <a:pt x="3777" y="7391"/>
                      <a:pt x="3540" y="7184"/>
                      <a:pt x="3232" y="7184"/>
                    </a:cubicBezTo>
                    <a:close/>
                    <a:moveTo>
                      <a:pt x="4590" y="7184"/>
                    </a:moveTo>
                    <a:cubicBezTo>
                      <a:pt x="4281" y="7184"/>
                      <a:pt x="4019" y="7391"/>
                      <a:pt x="4003" y="7649"/>
                    </a:cubicBezTo>
                    <a:cubicBezTo>
                      <a:pt x="3988" y="7907"/>
                      <a:pt x="4228" y="8119"/>
                      <a:pt x="4540" y="8119"/>
                    </a:cubicBezTo>
                    <a:cubicBezTo>
                      <a:pt x="4851" y="8119"/>
                      <a:pt x="5114" y="7907"/>
                      <a:pt x="5126" y="7649"/>
                    </a:cubicBezTo>
                    <a:cubicBezTo>
                      <a:pt x="5138" y="7391"/>
                      <a:pt x="4897" y="7184"/>
                      <a:pt x="4590" y="7184"/>
                    </a:cubicBezTo>
                    <a:close/>
                    <a:moveTo>
                      <a:pt x="5965" y="7184"/>
                    </a:moveTo>
                    <a:cubicBezTo>
                      <a:pt x="5657" y="7184"/>
                      <a:pt x="5398" y="7391"/>
                      <a:pt x="5388" y="7649"/>
                    </a:cubicBezTo>
                    <a:cubicBezTo>
                      <a:pt x="5376" y="7907"/>
                      <a:pt x="5621" y="8119"/>
                      <a:pt x="5932" y="8119"/>
                    </a:cubicBezTo>
                    <a:cubicBezTo>
                      <a:pt x="6244" y="8119"/>
                      <a:pt x="6502" y="7907"/>
                      <a:pt x="6509" y="7649"/>
                    </a:cubicBezTo>
                    <a:cubicBezTo>
                      <a:pt x="6517" y="7391"/>
                      <a:pt x="6273" y="7184"/>
                      <a:pt x="5965" y="7184"/>
                    </a:cubicBezTo>
                    <a:close/>
                    <a:moveTo>
                      <a:pt x="7322" y="7184"/>
                    </a:moveTo>
                    <a:cubicBezTo>
                      <a:pt x="7014" y="7184"/>
                      <a:pt x="6759" y="7391"/>
                      <a:pt x="6752" y="7649"/>
                    </a:cubicBezTo>
                    <a:cubicBezTo>
                      <a:pt x="6746" y="7907"/>
                      <a:pt x="6993" y="8119"/>
                      <a:pt x="7305" y="8119"/>
                    </a:cubicBezTo>
                    <a:cubicBezTo>
                      <a:pt x="7617" y="8119"/>
                      <a:pt x="7871" y="7907"/>
                      <a:pt x="7874" y="7649"/>
                    </a:cubicBezTo>
                    <a:cubicBezTo>
                      <a:pt x="7877" y="7391"/>
                      <a:pt x="7630" y="7184"/>
                      <a:pt x="7322" y="7184"/>
                    </a:cubicBezTo>
                    <a:close/>
                    <a:moveTo>
                      <a:pt x="8698" y="7184"/>
                    </a:moveTo>
                    <a:cubicBezTo>
                      <a:pt x="8390" y="7184"/>
                      <a:pt x="8139" y="7391"/>
                      <a:pt x="8137" y="7649"/>
                    </a:cubicBezTo>
                    <a:cubicBezTo>
                      <a:pt x="8135" y="7907"/>
                      <a:pt x="8385" y="8119"/>
                      <a:pt x="8697" y="8119"/>
                    </a:cubicBezTo>
                    <a:cubicBezTo>
                      <a:pt x="9009" y="8119"/>
                      <a:pt x="9260" y="7907"/>
                      <a:pt x="9258" y="7649"/>
                    </a:cubicBezTo>
                    <a:cubicBezTo>
                      <a:pt x="9257" y="7391"/>
                      <a:pt x="9007" y="7184"/>
                      <a:pt x="8698" y="7184"/>
                    </a:cubicBezTo>
                    <a:close/>
                    <a:moveTo>
                      <a:pt x="10055" y="7184"/>
                    </a:moveTo>
                    <a:cubicBezTo>
                      <a:pt x="9748" y="7184"/>
                      <a:pt x="9500" y="7391"/>
                      <a:pt x="9502" y="7649"/>
                    </a:cubicBezTo>
                    <a:cubicBezTo>
                      <a:pt x="9504" y="7907"/>
                      <a:pt x="9759" y="8119"/>
                      <a:pt x="10070" y="8119"/>
                    </a:cubicBezTo>
                    <a:cubicBezTo>
                      <a:pt x="10382" y="8119"/>
                      <a:pt x="10630" y="7907"/>
                      <a:pt x="10624" y="7649"/>
                    </a:cubicBezTo>
                    <a:cubicBezTo>
                      <a:pt x="10618" y="7391"/>
                      <a:pt x="10364" y="7184"/>
                      <a:pt x="10055" y="7184"/>
                    </a:cubicBezTo>
                    <a:close/>
                    <a:moveTo>
                      <a:pt x="11432" y="7184"/>
                    </a:moveTo>
                    <a:cubicBezTo>
                      <a:pt x="11124" y="7184"/>
                      <a:pt x="10879" y="7391"/>
                      <a:pt x="10886" y="7649"/>
                    </a:cubicBezTo>
                    <a:cubicBezTo>
                      <a:pt x="10893" y="7907"/>
                      <a:pt x="11151" y="8119"/>
                      <a:pt x="11463" y="8119"/>
                    </a:cubicBezTo>
                    <a:cubicBezTo>
                      <a:pt x="11775" y="8119"/>
                      <a:pt x="12018" y="7907"/>
                      <a:pt x="12008" y="7649"/>
                    </a:cubicBezTo>
                    <a:cubicBezTo>
                      <a:pt x="11997" y="7391"/>
                      <a:pt x="11740" y="7184"/>
                      <a:pt x="11432" y="7184"/>
                    </a:cubicBezTo>
                    <a:close/>
                    <a:moveTo>
                      <a:pt x="12790" y="7184"/>
                    </a:moveTo>
                    <a:cubicBezTo>
                      <a:pt x="12482" y="7184"/>
                      <a:pt x="12241" y="7391"/>
                      <a:pt x="12252" y="7649"/>
                    </a:cubicBezTo>
                    <a:cubicBezTo>
                      <a:pt x="12264" y="7907"/>
                      <a:pt x="12526" y="8119"/>
                      <a:pt x="12837" y="8119"/>
                    </a:cubicBezTo>
                    <a:cubicBezTo>
                      <a:pt x="13149" y="8119"/>
                      <a:pt x="13389" y="7907"/>
                      <a:pt x="13374" y="7649"/>
                    </a:cubicBezTo>
                    <a:cubicBezTo>
                      <a:pt x="13359" y="7391"/>
                      <a:pt x="13098" y="7184"/>
                      <a:pt x="12790" y="7184"/>
                    </a:cubicBezTo>
                    <a:close/>
                    <a:moveTo>
                      <a:pt x="14166" y="7184"/>
                    </a:moveTo>
                    <a:cubicBezTo>
                      <a:pt x="13858" y="7184"/>
                      <a:pt x="13621" y="7391"/>
                      <a:pt x="13637" y="7649"/>
                    </a:cubicBezTo>
                    <a:cubicBezTo>
                      <a:pt x="13652" y="7907"/>
                      <a:pt x="13919" y="8119"/>
                      <a:pt x="14230" y="8119"/>
                    </a:cubicBezTo>
                    <a:cubicBezTo>
                      <a:pt x="14541" y="8119"/>
                      <a:pt x="14778" y="7907"/>
                      <a:pt x="14759" y="7649"/>
                    </a:cubicBezTo>
                    <a:cubicBezTo>
                      <a:pt x="14740" y="7391"/>
                      <a:pt x="14474" y="7184"/>
                      <a:pt x="14166" y="7184"/>
                    </a:cubicBezTo>
                    <a:close/>
                    <a:moveTo>
                      <a:pt x="15524" y="7184"/>
                    </a:moveTo>
                    <a:cubicBezTo>
                      <a:pt x="15216" y="7184"/>
                      <a:pt x="14983" y="7391"/>
                      <a:pt x="15003" y="7649"/>
                    </a:cubicBezTo>
                    <a:cubicBezTo>
                      <a:pt x="15023" y="7907"/>
                      <a:pt x="15292" y="8119"/>
                      <a:pt x="15604" y="8119"/>
                    </a:cubicBezTo>
                    <a:cubicBezTo>
                      <a:pt x="15915" y="8119"/>
                      <a:pt x="16149" y="7907"/>
                      <a:pt x="16125" y="7649"/>
                    </a:cubicBezTo>
                    <a:cubicBezTo>
                      <a:pt x="16101" y="7391"/>
                      <a:pt x="15832" y="7184"/>
                      <a:pt x="15524" y="7184"/>
                    </a:cubicBezTo>
                    <a:close/>
                    <a:moveTo>
                      <a:pt x="16901" y="7184"/>
                    </a:moveTo>
                    <a:cubicBezTo>
                      <a:pt x="16593" y="7184"/>
                      <a:pt x="16363" y="7391"/>
                      <a:pt x="16387" y="7649"/>
                    </a:cubicBezTo>
                    <a:cubicBezTo>
                      <a:pt x="16412" y="7907"/>
                      <a:pt x="16686" y="8119"/>
                      <a:pt x="16997" y="8119"/>
                    </a:cubicBezTo>
                    <a:cubicBezTo>
                      <a:pt x="17308" y="8119"/>
                      <a:pt x="17538" y="7907"/>
                      <a:pt x="17509" y="7649"/>
                    </a:cubicBezTo>
                    <a:cubicBezTo>
                      <a:pt x="17481" y="7391"/>
                      <a:pt x="17209" y="7184"/>
                      <a:pt x="16901" y="7184"/>
                    </a:cubicBezTo>
                    <a:close/>
                    <a:moveTo>
                      <a:pt x="18259" y="7184"/>
                    </a:moveTo>
                    <a:cubicBezTo>
                      <a:pt x="17951" y="7184"/>
                      <a:pt x="17725" y="7391"/>
                      <a:pt x="17754" y="7649"/>
                    </a:cubicBezTo>
                    <a:cubicBezTo>
                      <a:pt x="17783" y="7907"/>
                      <a:pt x="18060" y="8119"/>
                      <a:pt x="18371" y="8119"/>
                    </a:cubicBezTo>
                    <a:cubicBezTo>
                      <a:pt x="18683" y="8119"/>
                      <a:pt x="18909" y="7907"/>
                      <a:pt x="18876" y="7649"/>
                    </a:cubicBezTo>
                    <a:cubicBezTo>
                      <a:pt x="18843" y="7391"/>
                      <a:pt x="18567" y="7184"/>
                      <a:pt x="18259" y="7184"/>
                    </a:cubicBezTo>
                    <a:close/>
                    <a:moveTo>
                      <a:pt x="19636" y="7184"/>
                    </a:moveTo>
                    <a:cubicBezTo>
                      <a:pt x="19328" y="7184"/>
                      <a:pt x="19105" y="7391"/>
                      <a:pt x="19139" y="7649"/>
                    </a:cubicBezTo>
                    <a:cubicBezTo>
                      <a:pt x="19173" y="7907"/>
                      <a:pt x="19452" y="8119"/>
                      <a:pt x="19764" y="8119"/>
                    </a:cubicBezTo>
                    <a:cubicBezTo>
                      <a:pt x="20076" y="8119"/>
                      <a:pt x="20298" y="7907"/>
                      <a:pt x="20261" y="7649"/>
                    </a:cubicBezTo>
                    <a:cubicBezTo>
                      <a:pt x="20224" y="7391"/>
                      <a:pt x="19944" y="7184"/>
                      <a:pt x="19636" y="7184"/>
                    </a:cubicBezTo>
                    <a:close/>
                    <a:moveTo>
                      <a:pt x="8687" y="8325"/>
                    </a:moveTo>
                    <a:cubicBezTo>
                      <a:pt x="8374" y="8325"/>
                      <a:pt x="8120" y="8538"/>
                      <a:pt x="8118" y="8803"/>
                    </a:cubicBezTo>
                    <a:cubicBezTo>
                      <a:pt x="8116" y="9069"/>
                      <a:pt x="8370" y="9287"/>
                      <a:pt x="8686" y="9287"/>
                    </a:cubicBezTo>
                    <a:cubicBezTo>
                      <a:pt x="9003" y="9287"/>
                      <a:pt x="9258" y="9069"/>
                      <a:pt x="9256" y="8803"/>
                    </a:cubicBezTo>
                    <a:cubicBezTo>
                      <a:pt x="9255" y="8538"/>
                      <a:pt x="9000" y="8325"/>
                      <a:pt x="8687" y="8325"/>
                    </a:cubicBezTo>
                    <a:close/>
                    <a:moveTo>
                      <a:pt x="10082" y="8325"/>
                    </a:moveTo>
                    <a:cubicBezTo>
                      <a:pt x="9770" y="8325"/>
                      <a:pt x="9518" y="8538"/>
                      <a:pt x="9521" y="8803"/>
                    </a:cubicBezTo>
                    <a:cubicBezTo>
                      <a:pt x="9523" y="9069"/>
                      <a:pt x="9782" y="9287"/>
                      <a:pt x="10097" y="9287"/>
                    </a:cubicBezTo>
                    <a:cubicBezTo>
                      <a:pt x="10414" y="9287"/>
                      <a:pt x="10665" y="9069"/>
                      <a:pt x="10659" y="8803"/>
                    </a:cubicBezTo>
                    <a:cubicBezTo>
                      <a:pt x="10653" y="8538"/>
                      <a:pt x="10395" y="8325"/>
                      <a:pt x="10082" y="8325"/>
                    </a:cubicBezTo>
                    <a:close/>
                    <a:moveTo>
                      <a:pt x="11459" y="8325"/>
                    </a:moveTo>
                    <a:cubicBezTo>
                      <a:pt x="11146" y="8325"/>
                      <a:pt x="10898" y="8538"/>
                      <a:pt x="10905" y="8803"/>
                    </a:cubicBezTo>
                    <a:cubicBezTo>
                      <a:pt x="10912" y="9069"/>
                      <a:pt x="11174" y="9287"/>
                      <a:pt x="11491" y="9287"/>
                    </a:cubicBezTo>
                    <a:cubicBezTo>
                      <a:pt x="11807" y="9287"/>
                      <a:pt x="12054" y="9069"/>
                      <a:pt x="12043" y="8803"/>
                    </a:cubicBezTo>
                    <a:cubicBezTo>
                      <a:pt x="12032" y="8538"/>
                      <a:pt x="11771" y="8325"/>
                      <a:pt x="11459" y="8325"/>
                    </a:cubicBezTo>
                    <a:close/>
                    <a:moveTo>
                      <a:pt x="12853" y="8325"/>
                    </a:moveTo>
                    <a:cubicBezTo>
                      <a:pt x="12541" y="8325"/>
                      <a:pt x="12297" y="8538"/>
                      <a:pt x="12309" y="8803"/>
                    </a:cubicBezTo>
                    <a:cubicBezTo>
                      <a:pt x="12320" y="9069"/>
                      <a:pt x="12586" y="9287"/>
                      <a:pt x="12902" y="9287"/>
                    </a:cubicBezTo>
                    <a:cubicBezTo>
                      <a:pt x="13218" y="9287"/>
                      <a:pt x="13462" y="9069"/>
                      <a:pt x="13447" y="8803"/>
                    </a:cubicBezTo>
                    <a:cubicBezTo>
                      <a:pt x="13431" y="8538"/>
                      <a:pt x="13166" y="8325"/>
                      <a:pt x="12853" y="8325"/>
                    </a:cubicBezTo>
                    <a:close/>
                    <a:moveTo>
                      <a:pt x="14230" y="8325"/>
                    </a:moveTo>
                    <a:cubicBezTo>
                      <a:pt x="13918" y="8325"/>
                      <a:pt x="13677" y="8538"/>
                      <a:pt x="13693" y="8803"/>
                    </a:cubicBezTo>
                    <a:cubicBezTo>
                      <a:pt x="13709" y="9069"/>
                      <a:pt x="13980" y="9287"/>
                      <a:pt x="14295" y="9287"/>
                    </a:cubicBezTo>
                    <a:cubicBezTo>
                      <a:pt x="14611" y="9287"/>
                      <a:pt x="14852" y="9069"/>
                      <a:pt x="14831" y="8803"/>
                    </a:cubicBezTo>
                    <a:cubicBezTo>
                      <a:pt x="14812" y="8538"/>
                      <a:pt x="14542" y="8325"/>
                      <a:pt x="14230" y="8325"/>
                    </a:cubicBezTo>
                    <a:close/>
                    <a:moveTo>
                      <a:pt x="15625" y="8325"/>
                    </a:moveTo>
                    <a:cubicBezTo>
                      <a:pt x="15312" y="8325"/>
                      <a:pt x="15076" y="8538"/>
                      <a:pt x="15096" y="8803"/>
                    </a:cubicBezTo>
                    <a:cubicBezTo>
                      <a:pt x="15117" y="9069"/>
                      <a:pt x="15391" y="9287"/>
                      <a:pt x="15707" y="9287"/>
                    </a:cubicBezTo>
                    <a:cubicBezTo>
                      <a:pt x="16023" y="9287"/>
                      <a:pt x="16260" y="9069"/>
                      <a:pt x="16235" y="8803"/>
                    </a:cubicBezTo>
                    <a:cubicBezTo>
                      <a:pt x="16211" y="8538"/>
                      <a:pt x="15937" y="8325"/>
                      <a:pt x="15625" y="8325"/>
                    </a:cubicBezTo>
                    <a:close/>
                    <a:moveTo>
                      <a:pt x="17019" y="8325"/>
                    </a:moveTo>
                    <a:cubicBezTo>
                      <a:pt x="16707" y="8325"/>
                      <a:pt x="16474" y="8538"/>
                      <a:pt x="16500" y="8803"/>
                    </a:cubicBezTo>
                    <a:cubicBezTo>
                      <a:pt x="16525" y="9069"/>
                      <a:pt x="16803" y="9287"/>
                      <a:pt x="17118" y="9287"/>
                    </a:cubicBezTo>
                    <a:cubicBezTo>
                      <a:pt x="17435" y="9287"/>
                      <a:pt x="17667" y="9069"/>
                      <a:pt x="17637" y="8803"/>
                    </a:cubicBezTo>
                    <a:cubicBezTo>
                      <a:pt x="17608" y="8538"/>
                      <a:pt x="17332" y="8325"/>
                      <a:pt x="17019" y="8325"/>
                    </a:cubicBezTo>
                    <a:close/>
                    <a:moveTo>
                      <a:pt x="18397" y="8325"/>
                    </a:moveTo>
                    <a:cubicBezTo>
                      <a:pt x="18085" y="8325"/>
                      <a:pt x="17855" y="8538"/>
                      <a:pt x="17885" y="8803"/>
                    </a:cubicBezTo>
                    <a:cubicBezTo>
                      <a:pt x="17915" y="9069"/>
                      <a:pt x="18196" y="9287"/>
                      <a:pt x="18512" y="9287"/>
                    </a:cubicBezTo>
                    <a:cubicBezTo>
                      <a:pt x="18828" y="9287"/>
                      <a:pt x="19057" y="9069"/>
                      <a:pt x="19023" y="8803"/>
                    </a:cubicBezTo>
                    <a:cubicBezTo>
                      <a:pt x="18990" y="8538"/>
                      <a:pt x="18709" y="8325"/>
                      <a:pt x="18397" y="8325"/>
                    </a:cubicBezTo>
                    <a:close/>
                    <a:moveTo>
                      <a:pt x="8696" y="9487"/>
                    </a:moveTo>
                    <a:cubicBezTo>
                      <a:pt x="8379" y="9487"/>
                      <a:pt x="8120" y="9706"/>
                      <a:pt x="8118" y="9979"/>
                    </a:cubicBezTo>
                    <a:cubicBezTo>
                      <a:pt x="8116" y="10253"/>
                      <a:pt x="8373" y="10476"/>
                      <a:pt x="8695" y="10476"/>
                    </a:cubicBezTo>
                    <a:cubicBezTo>
                      <a:pt x="9016" y="10476"/>
                      <a:pt x="9275" y="10253"/>
                      <a:pt x="9273" y="9979"/>
                    </a:cubicBezTo>
                    <a:cubicBezTo>
                      <a:pt x="9271" y="9706"/>
                      <a:pt x="9014" y="9487"/>
                      <a:pt x="8696" y="9487"/>
                    </a:cubicBezTo>
                    <a:close/>
                    <a:moveTo>
                      <a:pt x="10090" y="9487"/>
                    </a:moveTo>
                    <a:cubicBezTo>
                      <a:pt x="9774" y="9487"/>
                      <a:pt x="9518" y="9706"/>
                      <a:pt x="9521" y="9979"/>
                    </a:cubicBezTo>
                    <a:cubicBezTo>
                      <a:pt x="9523" y="10253"/>
                      <a:pt x="9786" y="10476"/>
                      <a:pt x="10106" y="10476"/>
                    </a:cubicBezTo>
                    <a:cubicBezTo>
                      <a:pt x="10427" y="10476"/>
                      <a:pt x="10682" y="10253"/>
                      <a:pt x="10676" y="9979"/>
                    </a:cubicBezTo>
                    <a:cubicBezTo>
                      <a:pt x="10670" y="9706"/>
                      <a:pt x="10408" y="9487"/>
                      <a:pt x="10090" y="9487"/>
                    </a:cubicBezTo>
                    <a:close/>
                    <a:moveTo>
                      <a:pt x="11504" y="9487"/>
                    </a:moveTo>
                    <a:cubicBezTo>
                      <a:pt x="11186" y="9487"/>
                      <a:pt x="10935" y="9706"/>
                      <a:pt x="10942" y="9979"/>
                    </a:cubicBezTo>
                    <a:cubicBezTo>
                      <a:pt x="10950" y="10253"/>
                      <a:pt x="11216" y="10476"/>
                      <a:pt x="11537" y="10476"/>
                    </a:cubicBezTo>
                    <a:cubicBezTo>
                      <a:pt x="11858" y="10476"/>
                      <a:pt x="12108" y="10253"/>
                      <a:pt x="12097" y="9979"/>
                    </a:cubicBezTo>
                    <a:cubicBezTo>
                      <a:pt x="12086" y="9706"/>
                      <a:pt x="11821" y="9487"/>
                      <a:pt x="11504" y="9487"/>
                    </a:cubicBezTo>
                    <a:close/>
                    <a:moveTo>
                      <a:pt x="12917" y="9487"/>
                    </a:moveTo>
                    <a:cubicBezTo>
                      <a:pt x="12601" y="9487"/>
                      <a:pt x="12353" y="9706"/>
                      <a:pt x="12365" y="9979"/>
                    </a:cubicBezTo>
                    <a:cubicBezTo>
                      <a:pt x="12377" y="10253"/>
                      <a:pt x="12647" y="10476"/>
                      <a:pt x="12967" y="10476"/>
                    </a:cubicBezTo>
                    <a:cubicBezTo>
                      <a:pt x="13288" y="10476"/>
                      <a:pt x="13536" y="10253"/>
                      <a:pt x="13520" y="9979"/>
                    </a:cubicBezTo>
                    <a:cubicBezTo>
                      <a:pt x="13504" y="9706"/>
                      <a:pt x="13234" y="9487"/>
                      <a:pt x="12917" y="9487"/>
                    </a:cubicBezTo>
                    <a:close/>
                    <a:moveTo>
                      <a:pt x="14312" y="9487"/>
                    </a:moveTo>
                    <a:cubicBezTo>
                      <a:pt x="13996" y="9487"/>
                      <a:pt x="13751" y="9706"/>
                      <a:pt x="13768" y="9979"/>
                    </a:cubicBezTo>
                    <a:cubicBezTo>
                      <a:pt x="13784" y="10253"/>
                      <a:pt x="14059" y="10476"/>
                      <a:pt x="14380" y="10476"/>
                    </a:cubicBezTo>
                    <a:cubicBezTo>
                      <a:pt x="14700" y="10476"/>
                      <a:pt x="14944" y="10253"/>
                      <a:pt x="14924" y="9979"/>
                    </a:cubicBezTo>
                    <a:cubicBezTo>
                      <a:pt x="14903" y="9706"/>
                      <a:pt x="14628" y="9487"/>
                      <a:pt x="14312" y="9487"/>
                    </a:cubicBezTo>
                    <a:close/>
                    <a:moveTo>
                      <a:pt x="15726" y="9487"/>
                    </a:moveTo>
                    <a:cubicBezTo>
                      <a:pt x="15408" y="9487"/>
                      <a:pt x="15168" y="9706"/>
                      <a:pt x="15190" y="9979"/>
                    </a:cubicBezTo>
                    <a:cubicBezTo>
                      <a:pt x="15211" y="10253"/>
                      <a:pt x="15489" y="10476"/>
                      <a:pt x="15811" y="10476"/>
                    </a:cubicBezTo>
                    <a:cubicBezTo>
                      <a:pt x="16131" y="10476"/>
                      <a:pt x="16370" y="10253"/>
                      <a:pt x="16345" y="9979"/>
                    </a:cubicBezTo>
                    <a:cubicBezTo>
                      <a:pt x="16319" y="9706"/>
                      <a:pt x="16042" y="9487"/>
                      <a:pt x="15726" y="9487"/>
                    </a:cubicBezTo>
                    <a:close/>
                    <a:moveTo>
                      <a:pt x="17139" y="9487"/>
                    </a:moveTo>
                    <a:cubicBezTo>
                      <a:pt x="16822" y="9487"/>
                      <a:pt x="16586" y="9706"/>
                      <a:pt x="16612" y="9979"/>
                    </a:cubicBezTo>
                    <a:cubicBezTo>
                      <a:pt x="16638" y="10253"/>
                      <a:pt x="16920" y="10476"/>
                      <a:pt x="17240" y="10476"/>
                    </a:cubicBezTo>
                    <a:cubicBezTo>
                      <a:pt x="17561" y="10476"/>
                      <a:pt x="17797" y="10253"/>
                      <a:pt x="17767" y="9979"/>
                    </a:cubicBezTo>
                    <a:cubicBezTo>
                      <a:pt x="17737" y="9706"/>
                      <a:pt x="17456" y="9487"/>
                      <a:pt x="17139" y="9487"/>
                    </a:cubicBezTo>
                    <a:close/>
                    <a:moveTo>
                      <a:pt x="8686" y="10712"/>
                    </a:moveTo>
                    <a:cubicBezTo>
                      <a:pt x="8364" y="10712"/>
                      <a:pt x="8101" y="10939"/>
                      <a:pt x="8099" y="11220"/>
                    </a:cubicBezTo>
                    <a:cubicBezTo>
                      <a:pt x="8097" y="11503"/>
                      <a:pt x="8359" y="11733"/>
                      <a:pt x="8685" y="11733"/>
                    </a:cubicBezTo>
                    <a:cubicBezTo>
                      <a:pt x="9011" y="11733"/>
                      <a:pt x="9273" y="11503"/>
                      <a:pt x="9271" y="11220"/>
                    </a:cubicBezTo>
                    <a:cubicBezTo>
                      <a:pt x="9270" y="10939"/>
                      <a:pt x="9008" y="10712"/>
                      <a:pt x="8686" y="10712"/>
                    </a:cubicBezTo>
                    <a:close/>
                    <a:moveTo>
                      <a:pt x="10117" y="10712"/>
                    </a:moveTo>
                    <a:cubicBezTo>
                      <a:pt x="9796" y="10712"/>
                      <a:pt x="9537" y="10939"/>
                      <a:pt x="9540" y="11220"/>
                    </a:cubicBezTo>
                    <a:cubicBezTo>
                      <a:pt x="9542" y="11503"/>
                      <a:pt x="9808" y="11733"/>
                      <a:pt x="10133" y="11733"/>
                    </a:cubicBezTo>
                    <a:cubicBezTo>
                      <a:pt x="10460" y="11733"/>
                      <a:pt x="10718" y="11503"/>
                      <a:pt x="10712" y="11220"/>
                    </a:cubicBezTo>
                    <a:cubicBezTo>
                      <a:pt x="10705" y="10939"/>
                      <a:pt x="10439" y="10712"/>
                      <a:pt x="10117" y="10712"/>
                    </a:cubicBezTo>
                    <a:close/>
                    <a:moveTo>
                      <a:pt x="11549" y="10712"/>
                    </a:moveTo>
                    <a:cubicBezTo>
                      <a:pt x="11227" y="10712"/>
                      <a:pt x="10972" y="10939"/>
                      <a:pt x="10980" y="11220"/>
                    </a:cubicBezTo>
                    <a:cubicBezTo>
                      <a:pt x="10987" y="11503"/>
                      <a:pt x="11258" y="11733"/>
                      <a:pt x="11584" y="11733"/>
                    </a:cubicBezTo>
                    <a:cubicBezTo>
                      <a:pt x="11910" y="11733"/>
                      <a:pt x="12163" y="11503"/>
                      <a:pt x="12152" y="11220"/>
                    </a:cubicBezTo>
                    <a:cubicBezTo>
                      <a:pt x="12141" y="10939"/>
                      <a:pt x="11871" y="10712"/>
                      <a:pt x="11549" y="10712"/>
                    </a:cubicBezTo>
                    <a:close/>
                    <a:moveTo>
                      <a:pt x="12981" y="10712"/>
                    </a:moveTo>
                    <a:cubicBezTo>
                      <a:pt x="12659" y="10712"/>
                      <a:pt x="12408" y="10939"/>
                      <a:pt x="12421" y="11220"/>
                    </a:cubicBezTo>
                    <a:cubicBezTo>
                      <a:pt x="12433" y="11503"/>
                      <a:pt x="12707" y="11733"/>
                      <a:pt x="13033" y="11733"/>
                    </a:cubicBezTo>
                    <a:cubicBezTo>
                      <a:pt x="13359" y="11733"/>
                      <a:pt x="13609" y="11503"/>
                      <a:pt x="13593" y="11220"/>
                    </a:cubicBezTo>
                    <a:cubicBezTo>
                      <a:pt x="13577" y="10939"/>
                      <a:pt x="13303" y="10712"/>
                      <a:pt x="12981" y="10712"/>
                    </a:cubicBezTo>
                    <a:close/>
                    <a:moveTo>
                      <a:pt x="14395" y="10712"/>
                    </a:moveTo>
                    <a:cubicBezTo>
                      <a:pt x="14073" y="10712"/>
                      <a:pt x="13825" y="10939"/>
                      <a:pt x="13842" y="11220"/>
                    </a:cubicBezTo>
                    <a:cubicBezTo>
                      <a:pt x="13860" y="11503"/>
                      <a:pt x="14139" y="11733"/>
                      <a:pt x="14464" y="11733"/>
                    </a:cubicBezTo>
                    <a:cubicBezTo>
                      <a:pt x="14789" y="11733"/>
                      <a:pt x="15037" y="11503"/>
                      <a:pt x="15016" y="11220"/>
                    </a:cubicBezTo>
                    <a:cubicBezTo>
                      <a:pt x="14994" y="10939"/>
                      <a:pt x="14716" y="10712"/>
                      <a:pt x="14395" y="10712"/>
                    </a:cubicBezTo>
                    <a:close/>
                    <a:moveTo>
                      <a:pt x="15826" y="10712"/>
                    </a:moveTo>
                    <a:cubicBezTo>
                      <a:pt x="15504" y="10712"/>
                      <a:pt x="15261" y="10939"/>
                      <a:pt x="15283" y="11220"/>
                    </a:cubicBezTo>
                    <a:cubicBezTo>
                      <a:pt x="15306" y="11503"/>
                      <a:pt x="15587" y="11733"/>
                      <a:pt x="15913" y="11733"/>
                    </a:cubicBezTo>
                    <a:cubicBezTo>
                      <a:pt x="16239" y="11733"/>
                      <a:pt x="16482" y="11503"/>
                      <a:pt x="16456" y="11220"/>
                    </a:cubicBezTo>
                    <a:cubicBezTo>
                      <a:pt x="16430" y="10939"/>
                      <a:pt x="16148" y="10712"/>
                      <a:pt x="15826" y="10712"/>
                    </a:cubicBezTo>
                    <a:close/>
                    <a:moveTo>
                      <a:pt x="17258" y="10712"/>
                    </a:moveTo>
                    <a:cubicBezTo>
                      <a:pt x="16937" y="10712"/>
                      <a:pt x="16698" y="10939"/>
                      <a:pt x="16725" y="11220"/>
                    </a:cubicBezTo>
                    <a:cubicBezTo>
                      <a:pt x="16752" y="11503"/>
                      <a:pt x="17038" y="11733"/>
                      <a:pt x="17363" y="11733"/>
                    </a:cubicBezTo>
                    <a:cubicBezTo>
                      <a:pt x="17689" y="11733"/>
                      <a:pt x="17927" y="11503"/>
                      <a:pt x="17896" y="11220"/>
                    </a:cubicBezTo>
                    <a:cubicBezTo>
                      <a:pt x="17865" y="10939"/>
                      <a:pt x="17579" y="10712"/>
                      <a:pt x="17258" y="10712"/>
                    </a:cubicBezTo>
                    <a:close/>
                    <a:moveTo>
                      <a:pt x="10145" y="11959"/>
                    </a:moveTo>
                    <a:cubicBezTo>
                      <a:pt x="9819" y="11959"/>
                      <a:pt x="9556" y="12193"/>
                      <a:pt x="9558" y="12482"/>
                    </a:cubicBezTo>
                    <a:cubicBezTo>
                      <a:pt x="9561" y="12773"/>
                      <a:pt x="9831" y="13011"/>
                      <a:pt x="10162" y="13011"/>
                    </a:cubicBezTo>
                    <a:cubicBezTo>
                      <a:pt x="10493" y="13011"/>
                      <a:pt x="10755" y="12773"/>
                      <a:pt x="10748" y="12482"/>
                    </a:cubicBezTo>
                    <a:cubicBezTo>
                      <a:pt x="10742" y="12193"/>
                      <a:pt x="10472" y="11959"/>
                      <a:pt x="10145" y="11959"/>
                    </a:cubicBezTo>
                    <a:close/>
                    <a:moveTo>
                      <a:pt x="11595" y="11959"/>
                    </a:moveTo>
                    <a:cubicBezTo>
                      <a:pt x="11268" y="11959"/>
                      <a:pt x="11010" y="12193"/>
                      <a:pt x="11017" y="12482"/>
                    </a:cubicBezTo>
                    <a:cubicBezTo>
                      <a:pt x="11025" y="12773"/>
                      <a:pt x="11300" y="13011"/>
                      <a:pt x="11630" y="13011"/>
                    </a:cubicBezTo>
                    <a:cubicBezTo>
                      <a:pt x="11961" y="13011"/>
                      <a:pt x="12219" y="12773"/>
                      <a:pt x="12207" y="12482"/>
                    </a:cubicBezTo>
                    <a:cubicBezTo>
                      <a:pt x="12196" y="12193"/>
                      <a:pt x="11922" y="11959"/>
                      <a:pt x="11595" y="11959"/>
                    </a:cubicBezTo>
                    <a:close/>
                    <a:moveTo>
                      <a:pt x="13045" y="11959"/>
                    </a:moveTo>
                    <a:cubicBezTo>
                      <a:pt x="12719" y="11959"/>
                      <a:pt x="12464" y="12193"/>
                      <a:pt x="12477" y="12482"/>
                    </a:cubicBezTo>
                    <a:cubicBezTo>
                      <a:pt x="12490" y="12773"/>
                      <a:pt x="12769" y="13011"/>
                      <a:pt x="13099" y="13011"/>
                    </a:cubicBezTo>
                    <a:cubicBezTo>
                      <a:pt x="13430" y="13011"/>
                      <a:pt x="13684" y="12773"/>
                      <a:pt x="13667" y="12482"/>
                    </a:cubicBezTo>
                    <a:cubicBezTo>
                      <a:pt x="13650" y="12193"/>
                      <a:pt x="13372" y="11959"/>
                      <a:pt x="13045" y="11959"/>
                    </a:cubicBezTo>
                    <a:close/>
                    <a:moveTo>
                      <a:pt x="14496" y="11959"/>
                    </a:moveTo>
                    <a:cubicBezTo>
                      <a:pt x="14170" y="11959"/>
                      <a:pt x="13919" y="12193"/>
                      <a:pt x="13937" y="12482"/>
                    </a:cubicBezTo>
                    <a:cubicBezTo>
                      <a:pt x="13954" y="12773"/>
                      <a:pt x="14237" y="13011"/>
                      <a:pt x="14568" y="13011"/>
                    </a:cubicBezTo>
                    <a:cubicBezTo>
                      <a:pt x="14898" y="13011"/>
                      <a:pt x="15149" y="12773"/>
                      <a:pt x="15127" y="12482"/>
                    </a:cubicBezTo>
                    <a:cubicBezTo>
                      <a:pt x="15105" y="12193"/>
                      <a:pt x="14822" y="11959"/>
                      <a:pt x="14496" y="11959"/>
                    </a:cubicBezTo>
                    <a:close/>
                    <a:moveTo>
                      <a:pt x="15928" y="11959"/>
                    </a:moveTo>
                    <a:cubicBezTo>
                      <a:pt x="15601" y="11959"/>
                      <a:pt x="15354" y="12193"/>
                      <a:pt x="15377" y="12482"/>
                    </a:cubicBezTo>
                    <a:cubicBezTo>
                      <a:pt x="15400" y="12773"/>
                      <a:pt x="15687" y="13011"/>
                      <a:pt x="16017" y="13011"/>
                    </a:cubicBezTo>
                    <a:cubicBezTo>
                      <a:pt x="16348" y="13011"/>
                      <a:pt x="16595" y="12773"/>
                      <a:pt x="16568" y="12482"/>
                    </a:cubicBezTo>
                    <a:cubicBezTo>
                      <a:pt x="16541" y="12193"/>
                      <a:pt x="16254" y="11959"/>
                      <a:pt x="15928" y="11959"/>
                    </a:cubicBezTo>
                    <a:close/>
                    <a:moveTo>
                      <a:pt x="17378" y="11959"/>
                    </a:moveTo>
                    <a:cubicBezTo>
                      <a:pt x="17052" y="11959"/>
                      <a:pt x="16809" y="12193"/>
                      <a:pt x="16837" y="12482"/>
                    </a:cubicBezTo>
                    <a:cubicBezTo>
                      <a:pt x="16865" y="12773"/>
                      <a:pt x="17156" y="13011"/>
                      <a:pt x="17486" y="13011"/>
                    </a:cubicBezTo>
                    <a:cubicBezTo>
                      <a:pt x="17817" y="13011"/>
                      <a:pt x="18058" y="12773"/>
                      <a:pt x="18027" y="12482"/>
                    </a:cubicBezTo>
                    <a:cubicBezTo>
                      <a:pt x="17995" y="12193"/>
                      <a:pt x="17704" y="11959"/>
                      <a:pt x="17378" y="11959"/>
                    </a:cubicBezTo>
                    <a:close/>
                    <a:moveTo>
                      <a:pt x="10153" y="13248"/>
                    </a:moveTo>
                    <a:cubicBezTo>
                      <a:pt x="9822" y="13248"/>
                      <a:pt x="9555" y="13488"/>
                      <a:pt x="9558" y="13787"/>
                    </a:cubicBezTo>
                    <a:cubicBezTo>
                      <a:pt x="9561" y="14087"/>
                      <a:pt x="9836" y="14332"/>
                      <a:pt x="10171" y="14332"/>
                    </a:cubicBezTo>
                    <a:cubicBezTo>
                      <a:pt x="10507" y="14332"/>
                      <a:pt x="10774" y="14087"/>
                      <a:pt x="10767" y="13787"/>
                    </a:cubicBezTo>
                    <a:cubicBezTo>
                      <a:pt x="10760" y="13488"/>
                      <a:pt x="10485" y="13248"/>
                      <a:pt x="10153" y="13248"/>
                    </a:cubicBezTo>
                    <a:close/>
                    <a:moveTo>
                      <a:pt x="11622" y="13248"/>
                    </a:moveTo>
                    <a:cubicBezTo>
                      <a:pt x="11290" y="13248"/>
                      <a:pt x="11028" y="13488"/>
                      <a:pt x="11036" y="13787"/>
                    </a:cubicBezTo>
                    <a:cubicBezTo>
                      <a:pt x="11044" y="14087"/>
                      <a:pt x="11323" y="14332"/>
                      <a:pt x="11659" y="14332"/>
                    </a:cubicBezTo>
                    <a:cubicBezTo>
                      <a:pt x="11995" y="14332"/>
                      <a:pt x="12256" y="14087"/>
                      <a:pt x="12244" y="13787"/>
                    </a:cubicBezTo>
                    <a:cubicBezTo>
                      <a:pt x="12232" y="13488"/>
                      <a:pt x="11954" y="13248"/>
                      <a:pt x="11622" y="13248"/>
                    </a:cubicBezTo>
                    <a:close/>
                    <a:moveTo>
                      <a:pt x="13110" y="13248"/>
                    </a:moveTo>
                    <a:cubicBezTo>
                      <a:pt x="12779" y="13248"/>
                      <a:pt x="12520" y="13488"/>
                      <a:pt x="12533" y="13787"/>
                    </a:cubicBezTo>
                    <a:cubicBezTo>
                      <a:pt x="12546" y="14087"/>
                      <a:pt x="12829" y="14332"/>
                      <a:pt x="13165" y="14332"/>
                    </a:cubicBezTo>
                    <a:cubicBezTo>
                      <a:pt x="13501" y="14332"/>
                      <a:pt x="13759" y="14087"/>
                      <a:pt x="13742" y="13787"/>
                    </a:cubicBezTo>
                    <a:cubicBezTo>
                      <a:pt x="13725" y="13488"/>
                      <a:pt x="13442" y="13248"/>
                      <a:pt x="13110" y="13248"/>
                    </a:cubicBezTo>
                    <a:close/>
                    <a:moveTo>
                      <a:pt x="14580" y="13248"/>
                    </a:moveTo>
                    <a:cubicBezTo>
                      <a:pt x="14248" y="13248"/>
                      <a:pt x="13993" y="13488"/>
                      <a:pt x="14011" y="13787"/>
                    </a:cubicBezTo>
                    <a:cubicBezTo>
                      <a:pt x="14030" y="14087"/>
                      <a:pt x="14318" y="14332"/>
                      <a:pt x="14653" y="14332"/>
                    </a:cubicBezTo>
                    <a:cubicBezTo>
                      <a:pt x="14988" y="14332"/>
                      <a:pt x="15243" y="14087"/>
                      <a:pt x="15220" y="13787"/>
                    </a:cubicBezTo>
                    <a:cubicBezTo>
                      <a:pt x="15198" y="13488"/>
                      <a:pt x="14910" y="13248"/>
                      <a:pt x="14580" y="13248"/>
                    </a:cubicBezTo>
                    <a:close/>
                    <a:moveTo>
                      <a:pt x="16048" y="13248"/>
                    </a:moveTo>
                    <a:cubicBezTo>
                      <a:pt x="15716" y="13248"/>
                      <a:pt x="15466" y="13488"/>
                      <a:pt x="15490" y="13787"/>
                    </a:cubicBezTo>
                    <a:cubicBezTo>
                      <a:pt x="15513" y="14087"/>
                      <a:pt x="15804" y="14332"/>
                      <a:pt x="16140" y="14332"/>
                    </a:cubicBezTo>
                    <a:cubicBezTo>
                      <a:pt x="16476" y="14332"/>
                      <a:pt x="16726" y="14087"/>
                      <a:pt x="16698" y="13787"/>
                    </a:cubicBezTo>
                    <a:cubicBezTo>
                      <a:pt x="16671" y="13488"/>
                      <a:pt x="16379" y="13248"/>
                      <a:pt x="16048" y="13248"/>
                    </a:cubicBezTo>
                    <a:close/>
                    <a:moveTo>
                      <a:pt x="17516" y="13248"/>
                    </a:moveTo>
                    <a:cubicBezTo>
                      <a:pt x="17185" y="13248"/>
                      <a:pt x="16939" y="13488"/>
                      <a:pt x="16968" y="13787"/>
                    </a:cubicBezTo>
                    <a:cubicBezTo>
                      <a:pt x="16996" y="14087"/>
                      <a:pt x="17292" y="14332"/>
                      <a:pt x="17627" y="14332"/>
                    </a:cubicBezTo>
                    <a:cubicBezTo>
                      <a:pt x="17964" y="14332"/>
                      <a:pt x="18209" y="14087"/>
                      <a:pt x="18176" y="13787"/>
                    </a:cubicBezTo>
                    <a:cubicBezTo>
                      <a:pt x="18143" y="13488"/>
                      <a:pt x="17848" y="13248"/>
                      <a:pt x="17516" y="13248"/>
                    </a:cubicBezTo>
                    <a:close/>
                    <a:moveTo>
                      <a:pt x="8695" y="14579"/>
                    </a:moveTo>
                    <a:cubicBezTo>
                      <a:pt x="8358" y="14579"/>
                      <a:pt x="8083" y="14828"/>
                      <a:pt x="8081" y="15135"/>
                    </a:cubicBezTo>
                    <a:cubicBezTo>
                      <a:pt x="8078" y="15446"/>
                      <a:pt x="8352" y="15698"/>
                      <a:pt x="8694" y="15698"/>
                    </a:cubicBezTo>
                    <a:cubicBezTo>
                      <a:pt x="9035" y="15698"/>
                      <a:pt x="9310" y="15446"/>
                      <a:pt x="9308" y="15135"/>
                    </a:cubicBezTo>
                    <a:cubicBezTo>
                      <a:pt x="9306" y="14828"/>
                      <a:pt x="9032" y="14579"/>
                      <a:pt x="8695" y="14579"/>
                    </a:cubicBezTo>
                    <a:close/>
                    <a:moveTo>
                      <a:pt x="10181" y="14579"/>
                    </a:moveTo>
                    <a:cubicBezTo>
                      <a:pt x="9845" y="14579"/>
                      <a:pt x="9574" y="14828"/>
                      <a:pt x="9577" y="15135"/>
                    </a:cubicBezTo>
                    <a:cubicBezTo>
                      <a:pt x="9580" y="15446"/>
                      <a:pt x="9859" y="15698"/>
                      <a:pt x="10200" y="15698"/>
                    </a:cubicBezTo>
                    <a:cubicBezTo>
                      <a:pt x="10541" y="15698"/>
                      <a:pt x="10812" y="15446"/>
                      <a:pt x="10805" y="15135"/>
                    </a:cubicBezTo>
                    <a:cubicBezTo>
                      <a:pt x="10797" y="14828"/>
                      <a:pt x="10519" y="14579"/>
                      <a:pt x="10181" y="14579"/>
                    </a:cubicBezTo>
                    <a:close/>
                    <a:moveTo>
                      <a:pt x="11669" y="14579"/>
                    </a:moveTo>
                    <a:cubicBezTo>
                      <a:pt x="11332" y="14579"/>
                      <a:pt x="11065" y="14828"/>
                      <a:pt x="11073" y="15135"/>
                    </a:cubicBezTo>
                    <a:cubicBezTo>
                      <a:pt x="11082" y="15446"/>
                      <a:pt x="11365" y="15698"/>
                      <a:pt x="11706" y="15698"/>
                    </a:cubicBezTo>
                    <a:cubicBezTo>
                      <a:pt x="12048" y="15698"/>
                      <a:pt x="12313" y="15446"/>
                      <a:pt x="12300" y="15135"/>
                    </a:cubicBezTo>
                    <a:cubicBezTo>
                      <a:pt x="12288" y="14828"/>
                      <a:pt x="12006" y="14579"/>
                      <a:pt x="11669" y="14579"/>
                    </a:cubicBezTo>
                    <a:close/>
                    <a:moveTo>
                      <a:pt x="13174" y="14579"/>
                    </a:moveTo>
                    <a:cubicBezTo>
                      <a:pt x="12838" y="14579"/>
                      <a:pt x="12575" y="14828"/>
                      <a:pt x="12589" y="15135"/>
                    </a:cubicBezTo>
                    <a:cubicBezTo>
                      <a:pt x="12603" y="15446"/>
                      <a:pt x="12891" y="15698"/>
                      <a:pt x="13232" y="15698"/>
                    </a:cubicBezTo>
                    <a:cubicBezTo>
                      <a:pt x="13573" y="15698"/>
                      <a:pt x="13835" y="15446"/>
                      <a:pt x="13817" y="15135"/>
                    </a:cubicBezTo>
                    <a:cubicBezTo>
                      <a:pt x="13799" y="14828"/>
                      <a:pt x="13511" y="14579"/>
                      <a:pt x="13174" y="14579"/>
                    </a:cubicBezTo>
                    <a:close/>
                    <a:moveTo>
                      <a:pt x="14663" y="14579"/>
                    </a:moveTo>
                    <a:cubicBezTo>
                      <a:pt x="14326" y="14579"/>
                      <a:pt x="14067" y="14828"/>
                      <a:pt x="14086" y="15135"/>
                    </a:cubicBezTo>
                    <a:cubicBezTo>
                      <a:pt x="14105" y="15446"/>
                      <a:pt x="14398" y="15698"/>
                      <a:pt x="14738" y="15698"/>
                    </a:cubicBezTo>
                    <a:cubicBezTo>
                      <a:pt x="15079" y="15698"/>
                      <a:pt x="15338" y="15446"/>
                      <a:pt x="15314" y="15135"/>
                    </a:cubicBezTo>
                    <a:cubicBezTo>
                      <a:pt x="15291" y="14828"/>
                      <a:pt x="14999" y="14579"/>
                      <a:pt x="14663" y="14579"/>
                    </a:cubicBezTo>
                    <a:close/>
                    <a:moveTo>
                      <a:pt x="16168" y="14579"/>
                    </a:moveTo>
                    <a:cubicBezTo>
                      <a:pt x="15831" y="14579"/>
                      <a:pt x="15578" y="14828"/>
                      <a:pt x="15602" y="15135"/>
                    </a:cubicBezTo>
                    <a:cubicBezTo>
                      <a:pt x="15626" y="15446"/>
                      <a:pt x="15922" y="15698"/>
                      <a:pt x="16264" y="15698"/>
                    </a:cubicBezTo>
                    <a:cubicBezTo>
                      <a:pt x="16604" y="15698"/>
                      <a:pt x="16858" y="15446"/>
                      <a:pt x="16829" y="15135"/>
                    </a:cubicBezTo>
                    <a:cubicBezTo>
                      <a:pt x="16801" y="14828"/>
                      <a:pt x="16505" y="14579"/>
                      <a:pt x="16168" y="14579"/>
                    </a:cubicBezTo>
                    <a:close/>
                    <a:moveTo>
                      <a:pt x="17655" y="14579"/>
                    </a:moveTo>
                    <a:cubicBezTo>
                      <a:pt x="17319" y="14579"/>
                      <a:pt x="17069" y="14828"/>
                      <a:pt x="17099" y="15135"/>
                    </a:cubicBezTo>
                    <a:cubicBezTo>
                      <a:pt x="17128" y="15446"/>
                      <a:pt x="17429" y="15698"/>
                      <a:pt x="17770" y="15698"/>
                    </a:cubicBezTo>
                    <a:cubicBezTo>
                      <a:pt x="18111" y="15698"/>
                      <a:pt x="18360" y="15446"/>
                      <a:pt x="18326" y="15135"/>
                    </a:cubicBezTo>
                    <a:cubicBezTo>
                      <a:pt x="18292" y="14828"/>
                      <a:pt x="17992" y="14579"/>
                      <a:pt x="17655" y="14579"/>
                    </a:cubicBezTo>
                    <a:close/>
                    <a:moveTo>
                      <a:pt x="20650" y="14579"/>
                    </a:moveTo>
                    <a:cubicBezTo>
                      <a:pt x="20313" y="14579"/>
                      <a:pt x="20072" y="14828"/>
                      <a:pt x="20112" y="15135"/>
                    </a:cubicBezTo>
                    <a:cubicBezTo>
                      <a:pt x="20153" y="15446"/>
                      <a:pt x="20462" y="15698"/>
                      <a:pt x="20804" y="15698"/>
                    </a:cubicBezTo>
                    <a:cubicBezTo>
                      <a:pt x="21144" y="15698"/>
                      <a:pt x="21385" y="15446"/>
                      <a:pt x="21340" y="15135"/>
                    </a:cubicBezTo>
                    <a:cubicBezTo>
                      <a:pt x="21296" y="14828"/>
                      <a:pt x="20986" y="14579"/>
                      <a:pt x="20650" y="14579"/>
                    </a:cubicBezTo>
                    <a:close/>
                    <a:moveTo>
                      <a:pt x="10209" y="15952"/>
                    </a:moveTo>
                    <a:cubicBezTo>
                      <a:pt x="9868" y="15952"/>
                      <a:pt x="9593" y="16208"/>
                      <a:pt x="9596" y="16526"/>
                    </a:cubicBezTo>
                    <a:cubicBezTo>
                      <a:pt x="9599" y="16846"/>
                      <a:pt x="9882" y="17107"/>
                      <a:pt x="10228" y="17107"/>
                    </a:cubicBezTo>
                    <a:cubicBezTo>
                      <a:pt x="10575" y="17107"/>
                      <a:pt x="10850" y="16846"/>
                      <a:pt x="10843" y="16526"/>
                    </a:cubicBezTo>
                    <a:cubicBezTo>
                      <a:pt x="10835" y="16208"/>
                      <a:pt x="10552" y="15952"/>
                      <a:pt x="10209" y="15952"/>
                    </a:cubicBezTo>
                    <a:close/>
                    <a:moveTo>
                      <a:pt x="11715" y="15952"/>
                    </a:moveTo>
                    <a:cubicBezTo>
                      <a:pt x="11373" y="15952"/>
                      <a:pt x="11102" y="16208"/>
                      <a:pt x="11111" y="16526"/>
                    </a:cubicBezTo>
                    <a:cubicBezTo>
                      <a:pt x="11119" y="16846"/>
                      <a:pt x="11407" y="17107"/>
                      <a:pt x="11754" y="17107"/>
                    </a:cubicBezTo>
                    <a:cubicBezTo>
                      <a:pt x="12101" y="17107"/>
                      <a:pt x="12371" y="16846"/>
                      <a:pt x="12358" y="16526"/>
                    </a:cubicBezTo>
                    <a:cubicBezTo>
                      <a:pt x="12345" y="16208"/>
                      <a:pt x="12057" y="15952"/>
                      <a:pt x="11715" y="15952"/>
                    </a:cubicBezTo>
                    <a:close/>
                    <a:moveTo>
                      <a:pt x="13240" y="15952"/>
                    </a:moveTo>
                    <a:cubicBezTo>
                      <a:pt x="12898" y="15952"/>
                      <a:pt x="12631" y="16208"/>
                      <a:pt x="12645" y="16526"/>
                    </a:cubicBezTo>
                    <a:cubicBezTo>
                      <a:pt x="12659" y="16846"/>
                      <a:pt x="12952" y="17107"/>
                      <a:pt x="13298" y="17107"/>
                    </a:cubicBezTo>
                    <a:cubicBezTo>
                      <a:pt x="13645" y="17107"/>
                      <a:pt x="13911" y="16846"/>
                      <a:pt x="13893" y="16526"/>
                    </a:cubicBezTo>
                    <a:cubicBezTo>
                      <a:pt x="13874" y="16208"/>
                      <a:pt x="13582" y="15952"/>
                      <a:pt x="13240" y="15952"/>
                    </a:cubicBezTo>
                    <a:close/>
                    <a:moveTo>
                      <a:pt x="14765" y="15952"/>
                    </a:moveTo>
                    <a:cubicBezTo>
                      <a:pt x="14423" y="15952"/>
                      <a:pt x="14160" y="16208"/>
                      <a:pt x="14180" y="16526"/>
                    </a:cubicBezTo>
                    <a:cubicBezTo>
                      <a:pt x="14199" y="16846"/>
                      <a:pt x="14497" y="17107"/>
                      <a:pt x="14843" y="17107"/>
                    </a:cubicBezTo>
                    <a:cubicBezTo>
                      <a:pt x="15189" y="17107"/>
                      <a:pt x="15451" y="16846"/>
                      <a:pt x="15427" y="16526"/>
                    </a:cubicBezTo>
                    <a:cubicBezTo>
                      <a:pt x="15403" y="16208"/>
                      <a:pt x="15106" y="15952"/>
                      <a:pt x="14765" y="15952"/>
                    </a:cubicBezTo>
                    <a:close/>
                    <a:moveTo>
                      <a:pt x="16270" y="15952"/>
                    </a:moveTo>
                    <a:cubicBezTo>
                      <a:pt x="15928" y="15952"/>
                      <a:pt x="15670" y="16208"/>
                      <a:pt x="15695" y="16526"/>
                    </a:cubicBezTo>
                    <a:cubicBezTo>
                      <a:pt x="15720" y="16846"/>
                      <a:pt x="16022" y="17107"/>
                      <a:pt x="16369" y="17107"/>
                    </a:cubicBezTo>
                    <a:cubicBezTo>
                      <a:pt x="16715" y="17107"/>
                      <a:pt x="16972" y="16846"/>
                      <a:pt x="16943" y="16526"/>
                    </a:cubicBezTo>
                    <a:cubicBezTo>
                      <a:pt x="16913" y="16208"/>
                      <a:pt x="16612" y="15952"/>
                      <a:pt x="16270" y="15952"/>
                    </a:cubicBezTo>
                    <a:close/>
                    <a:moveTo>
                      <a:pt x="19320" y="15952"/>
                    </a:moveTo>
                    <a:cubicBezTo>
                      <a:pt x="18978" y="15952"/>
                      <a:pt x="18729" y="16208"/>
                      <a:pt x="18765" y="16526"/>
                    </a:cubicBezTo>
                    <a:cubicBezTo>
                      <a:pt x="18801" y="16846"/>
                      <a:pt x="19112" y="17107"/>
                      <a:pt x="19458" y="17107"/>
                    </a:cubicBezTo>
                    <a:cubicBezTo>
                      <a:pt x="19804" y="17107"/>
                      <a:pt x="20053" y="16846"/>
                      <a:pt x="20012" y="16526"/>
                    </a:cubicBezTo>
                    <a:cubicBezTo>
                      <a:pt x="19972" y="16208"/>
                      <a:pt x="19662" y="15952"/>
                      <a:pt x="19320" y="15952"/>
                    </a:cubicBezTo>
                    <a:close/>
                    <a:moveTo>
                      <a:pt x="20826" y="15952"/>
                    </a:moveTo>
                    <a:cubicBezTo>
                      <a:pt x="20483" y="15952"/>
                      <a:pt x="20239" y="16208"/>
                      <a:pt x="20281" y="16526"/>
                    </a:cubicBezTo>
                    <a:cubicBezTo>
                      <a:pt x="20323" y="16846"/>
                      <a:pt x="20638" y="17107"/>
                      <a:pt x="20985" y="17107"/>
                    </a:cubicBezTo>
                    <a:cubicBezTo>
                      <a:pt x="21331" y="17107"/>
                      <a:pt x="21574" y="16846"/>
                      <a:pt x="21528" y="16526"/>
                    </a:cubicBezTo>
                    <a:cubicBezTo>
                      <a:pt x="21482" y="16208"/>
                      <a:pt x="21167" y="15952"/>
                      <a:pt x="20826" y="15952"/>
                    </a:cubicBezTo>
                    <a:close/>
                    <a:moveTo>
                      <a:pt x="10219" y="17347"/>
                    </a:moveTo>
                    <a:cubicBezTo>
                      <a:pt x="9872" y="17347"/>
                      <a:pt x="9593" y="17611"/>
                      <a:pt x="9596" y="17939"/>
                    </a:cubicBezTo>
                    <a:cubicBezTo>
                      <a:pt x="9599" y="18270"/>
                      <a:pt x="9887" y="18539"/>
                      <a:pt x="10239" y="18539"/>
                    </a:cubicBezTo>
                    <a:cubicBezTo>
                      <a:pt x="10592" y="18539"/>
                      <a:pt x="10871" y="18270"/>
                      <a:pt x="10863" y="17939"/>
                    </a:cubicBezTo>
                    <a:cubicBezTo>
                      <a:pt x="10856" y="17611"/>
                      <a:pt x="10567" y="17347"/>
                      <a:pt x="10219" y="17347"/>
                    </a:cubicBezTo>
                    <a:close/>
                    <a:moveTo>
                      <a:pt x="11763" y="17347"/>
                    </a:moveTo>
                    <a:cubicBezTo>
                      <a:pt x="11415" y="17347"/>
                      <a:pt x="11140" y="17611"/>
                      <a:pt x="11148" y="17939"/>
                    </a:cubicBezTo>
                    <a:cubicBezTo>
                      <a:pt x="11157" y="18270"/>
                      <a:pt x="11450" y="18539"/>
                      <a:pt x="11802" y="18539"/>
                    </a:cubicBezTo>
                    <a:cubicBezTo>
                      <a:pt x="12155" y="18539"/>
                      <a:pt x="12429" y="18270"/>
                      <a:pt x="12416" y="17939"/>
                    </a:cubicBezTo>
                    <a:cubicBezTo>
                      <a:pt x="12402" y="17611"/>
                      <a:pt x="12110" y="17347"/>
                      <a:pt x="11763" y="17347"/>
                    </a:cubicBezTo>
                    <a:close/>
                    <a:moveTo>
                      <a:pt x="13305" y="17347"/>
                    </a:moveTo>
                    <a:cubicBezTo>
                      <a:pt x="12958" y="17347"/>
                      <a:pt x="12687" y="17611"/>
                      <a:pt x="12701" y="17939"/>
                    </a:cubicBezTo>
                    <a:cubicBezTo>
                      <a:pt x="12716" y="18270"/>
                      <a:pt x="13014" y="18539"/>
                      <a:pt x="13365" y="18539"/>
                    </a:cubicBezTo>
                    <a:cubicBezTo>
                      <a:pt x="13718" y="18539"/>
                      <a:pt x="13988" y="18270"/>
                      <a:pt x="13969" y="17939"/>
                    </a:cubicBezTo>
                    <a:cubicBezTo>
                      <a:pt x="13950" y="17611"/>
                      <a:pt x="13653" y="17347"/>
                      <a:pt x="13305" y="17347"/>
                    </a:cubicBezTo>
                    <a:close/>
                    <a:moveTo>
                      <a:pt x="14848" y="17347"/>
                    </a:moveTo>
                    <a:cubicBezTo>
                      <a:pt x="14501" y="17347"/>
                      <a:pt x="14235" y="17611"/>
                      <a:pt x="14254" y="17939"/>
                    </a:cubicBezTo>
                    <a:cubicBezTo>
                      <a:pt x="14275" y="18270"/>
                      <a:pt x="14578" y="18539"/>
                      <a:pt x="14930" y="18539"/>
                    </a:cubicBezTo>
                    <a:cubicBezTo>
                      <a:pt x="15281" y="18539"/>
                      <a:pt x="15547" y="18270"/>
                      <a:pt x="15522" y="17939"/>
                    </a:cubicBezTo>
                    <a:cubicBezTo>
                      <a:pt x="15498" y="17611"/>
                      <a:pt x="15195" y="17347"/>
                      <a:pt x="14848" y="17347"/>
                    </a:cubicBezTo>
                    <a:close/>
                    <a:moveTo>
                      <a:pt x="19477" y="17347"/>
                    </a:moveTo>
                    <a:cubicBezTo>
                      <a:pt x="19130" y="17347"/>
                      <a:pt x="18877" y="17611"/>
                      <a:pt x="18914" y="17939"/>
                    </a:cubicBezTo>
                    <a:cubicBezTo>
                      <a:pt x="18952" y="18270"/>
                      <a:pt x="19268" y="18539"/>
                      <a:pt x="19620" y="18539"/>
                    </a:cubicBezTo>
                    <a:cubicBezTo>
                      <a:pt x="19972" y="18539"/>
                      <a:pt x="20224" y="18270"/>
                      <a:pt x="20182" y="17939"/>
                    </a:cubicBezTo>
                    <a:cubicBezTo>
                      <a:pt x="20141" y="17611"/>
                      <a:pt x="19825" y="17347"/>
                      <a:pt x="19477" y="17347"/>
                    </a:cubicBezTo>
                    <a:close/>
                    <a:moveTo>
                      <a:pt x="10248" y="18826"/>
                    </a:moveTo>
                    <a:cubicBezTo>
                      <a:pt x="9895" y="18826"/>
                      <a:pt x="9611" y="19098"/>
                      <a:pt x="9614" y="19438"/>
                    </a:cubicBezTo>
                    <a:cubicBezTo>
                      <a:pt x="9618" y="19780"/>
                      <a:pt x="9911" y="20058"/>
                      <a:pt x="10268" y="20058"/>
                    </a:cubicBezTo>
                    <a:cubicBezTo>
                      <a:pt x="10627" y="20058"/>
                      <a:pt x="10911" y="19780"/>
                      <a:pt x="10903" y="19438"/>
                    </a:cubicBezTo>
                    <a:cubicBezTo>
                      <a:pt x="10895" y="19098"/>
                      <a:pt x="10602" y="18826"/>
                      <a:pt x="10248" y="18826"/>
                    </a:cubicBezTo>
                    <a:close/>
                    <a:moveTo>
                      <a:pt x="11810" y="18826"/>
                    </a:moveTo>
                    <a:cubicBezTo>
                      <a:pt x="11456" y="18826"/>
                      <a:pt x="11177" y="19098"/>
                      <a:pt x="11186" y="19438"/>
                    </a:cubicBezTo>
                    <a:cubicBezTo>
                      <a:pt x="11195" y="19780"/>
                      <a:pt x="11492" y="20058"/>
                      <a:pt x="11851" y="20058"/>
                    </a:cubicBezTo>
                    <a:cubicBezTo>
                      <a:pt x="12209" y="20058"/>
                      <a:pt x="12487" y="19780"/>
                      <a:pt x="12473" y="19438"/>
                    </a:cubicBezTo>
                    <a:cubicBezTo>
                      <a:pt x="12460" y="19098"/>
                      <a:pt x="12163" y="18826"/>
                      <a:pt x="11810" y="18826"/>
                    </a:cubicBezTo>
                    <a:close/>
                    <a:moveTo>
                      <a:pt x="13389" y="18826"/>
                    </a:moveTo>
                    <a:cubicBezTo>
                      <a:pt x="13036" y="18826"/>
                      <a:pt x="12761" y="19098"/>
                      <a:pt x="12776" y="19438"/>
                    </a:cubicBezTo>
                    <a:cubicBezTo>
                      <a:pt x="12791" y="19780"/>
                      <a:pt x="13094" y="20058"/>
                      <a:pt x="13452" y="20058"/>
                    </a:cubicBezTo>
                    <a:cubicBezTo>
                      <a:pt x="13810" y="20058"/>
                      <a:pt x="14084" y="19780"/>
                      <a:pt x="14065" y="19438"/>
                    </a:cubicBezTo>
                    <a:cubicBezTo>
                      <a:pt x="14045" y="19098"/>
                      <a:pt x="13743" y="18826"/>
                      <a:pt x="13389" y="18826"/>
                    </a:cubicBezTo>
                    <a:close/>
                    <a:moveTo>
                      <a:pt x="14951" y="18826"/>
                    </a:moveTo>
                    <a:cubicBezTo>
                      <a:pt x="14598" y="18826"/>
                      <a:pt x="14327" y="19098"/>
                      <a:pt x="14348" y="19438"/>
                    </a:cubicBezTo>
                    <a:cubicBezTo>
                      <a:pt x="14369" y="19780"/>
                      <a:pt x="14677" y="20058"/>
                      <a:pt x="15035" y="20058"/>
                    </a:cubicBezTo>
                    <a:cubicBezTo>
                      <a:pt x="15392" y="20058"/>
                      <a:pt x="15663" y="19780"/>
                      <a:pt x="15637" y="19438"/>
                    </a:cubicBezTo>
                    <a:cubicBezTo>
                      <a:pt x="15611" y="19098"/>
                      <a:pt x="15303" y="18826"/>
                      <a:pt x="14951" y="18826"/>
                    </a:cubicBezTo>
                    <a:close/>
                    <a:moveTo>
                      <a:pt x="11876" y="20326"/>
                    </a:moveTo>
                    <a:cubicBezTo>
                      <a:pt x="11517" y="20326"/>
                      <a:pt x="11233" y="20608"/>
                      <a:pt x="11242" y="20959"/>
                    </a:cubicBezTo>
                    <a:cubicBezTo>
                      <a:pt x="11251" y="21312"/>
                      <a:pt x="11554" y="21600"/>
                      <a:pt x="11919" y="21600"/>
                    </a:cubicBezTo>
                    <a:cubicBezTo>
                      <a:pt x="12283" y="21600"/>
                      <a:pt x="12566" y="21312"/>
                      <a:pt x="12552" y="20959"/>
                    </a:cubicBezTo>
                    <a:cubicBezTo>
                      <a:pt x="12537" y="20608"/>
                      <a:pt x="12235" y="20326"/>
                      <a:pt x="11876" y="20326"/>
                    </a:cubicBezTo>
                    <a:close/>
                    <a:moveTo>
                      <a:pt x="13455" y="20326"/>
                    </a:moveTo>
                    <a:cubicBezTo>
                      <a:pt x="13096" y="20326"/>
                      <a:pt x="12817" y="20608"/>
                      <a:pt x="12832" y="20959"/>
                    </a:cubicBezTo>
                    <a:cubicBezTo>
                      <a:pt x="12848" y="21312"/>
                      <a:pt x="13156" y="21600"/>
                      <a:pt x="13520" y="21600"/>
                    </a:cubicBezTo>
                    <a:cubicBezTo>
                      <a:pt x="13884" y="21600"/>
                      <a:pt x="14163" y="21312"/>
                      <a:pt x="14142" y="20959"/>
                    </a:cubicBezTo>
                    <a:cubicBezTo>
                      <a:pt x="14122" y="20608"/>
                      <a:pt x="13814" y="20326"/>
                      <a:pt x="13455" y="20326"/>
                    </a:cubicBezTo>
                    <a:close/>
                  </a:path>
                </a:pathLst>
              </a:custGeom>
              <a:solidFill>
                <a:srgbClr val="33B9A0"/>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defRPr sz="1400">
                    <a:solidFill>
                      <a:srgbClr val="FFFFFF"/>
                    </a:solidFill>
                    <a:effectLst>
                      <a:outerShdw blurRad="38100" dist="12700" dir="5400000" rotWithShape="0">
                        <a:srgbClr val="000000">
                          <a:alpha val="50000"/>
                        </a:srgbClr>
                      </a:outerShdw>
                    </a:effectLst>
                  </a:defRPr>
                </a:pPr>
                <a:endParaRPr sz="637" dirty="0">
                  <a:solidFill>
                    <a:srgbClr val="FFFFFF"/>
                  </a:solidFill>
                  <a:effectLst>
                    <a:outerShdw blurRad="38100" dist="12700" dir="5400000" rotWithShape="0">
                      <a:srgbClr val="000000">
                        <a:alpha val="50000"/>
                      </a:srgbClr>
                    </a:outerShdw>
                  </a:effectLst>
                  <a:latin typeface="Calibri"/>
                </a:endParaRPr>
              </a:p>
            </p:txBody>
          </p:sp>
          <p:sp>
            <p:nvSpPr>
              <p:cNvPr id="20" name="Shape 10">
                <a:extLst>
                  <a:ext uri="{FF2B5EF4-FFF2-40B4-BE49-F238E27FC236}">
                    <a16:creationId xmlns:a16="http://schemas.microsoft.com/office/drawing/2014/main" id="{C47D2225-4117-C7B3-E881-7A2790BBCEDE}"/>
                  </a:ext>
                </a:extLst>
              </p:cNvPr>
              <p:cNvSpPr/>
              <p:nvPr/>
            </p:nvSpPr>
            <p:spPr>
              <a:xfrm>
                <a:off x="9623811" y="3768229"/>
                <a:ext cx="2005096" cy="1340754"/>
              </a:xfrm>
              <a:custGeom>
                <a:avLst/>
                <a:gdLst/>
                <a:ahLst/>
                <a:cxnLst>
                  <a:cxn ang="0">
                    <a:pos x="wd2" y="hd2"/>
                  </a:cxn>
                  <a:cxn ang="5400000">
                    <a:pos x="wd2" y="hd2"/>
                  </a:cxn>
                  <a:cxn ang="10800000">
                    <a:pos x="wd2" y="hd2"/>
                  </a:cxn>
                  <a:cxn ang="16200000">
                    <a:pos x="wd2" y="hd2"/>
                  </a:cxn>
                </a:cxnLst>
                <a:rect l="0" t="0" r="r" b="b"/>
                <a:pathLst>
                  <a:path w="21376" h="21600" extrusionOk="0">
                    <a:moveTo>
                      <a:pt x="5773" y="0"/>
                    </a:moveTo>
                    <a:cubicBezTo>
                      <a:pt x="5372" y="0"/>
                      <a:pt x="5176" y="390"/>
                      <a:pt x="5336" y="874"/>
                    </a:cubicBezTo>
                    <a:cubicBezTo>
                      <a:pt x="5496" y="1361"/>
                      <a:pt x="5956" y="1758"/>
                      <a:pt x="6362" y="1758"/>
                    </a:cubicBezTo>
                    <a:cubicBezTo>
                      <a:pt x="6771" y="1758"/>
                      <a:pt x="6965" y="1361"/>
                      <a:pt x="6800" y="874"/>
                    </a:cubicBezTo>
                    <a:cubicBezTo>
                      <a:pt x="6635" y="390"/>
                      <a:pt x="6176" y="0"/>
                      <a:pt x="5773" y="0"/>
                    </a:cubicBezTo>
                    <a:close/>
                    <a:moveTo>
                      <a:pt x="9340" y="0"/>
                    </a:moveTo>
                    <a:cubicBezTo>
                      <a:pt x="8939" y="0"/>
                      <a:pt x="8752" y="390"/>
                      <a:pt x="8924" y="874"/>
                    </a:cubicBezTo>
                    <a:cubicBezTo>
                      <a:pt x="9097" y="1361"/>
                      <a:pt x="9569" y="1758"/>
                      <a:pt x="9975" y="1758"/>
                    </a:cubicBezTo>
                    <a:cubicBezTo>
                      <a:pt x="10383" y="1758"/>
                      <a:pt x="10568" y="1361"/>
                      <a:pt x="10389" y="874"/>
                    </a:cubicBezTo>
                    <a:cubicBezTo>
                      <a:pt x="10212" y="390"/>
                      <a:pt x="9743" y="0"/>
                      <a:pt x="9340" y="0"/>
                    </a:cubicBezTo>
                    <a:close/>
                    <a:moveTo>
                      <a:pt x="2894" y="2157"/>
                    </a:moveTo>
                    <a:cubicBezTo>
                      <a:pt x="2485" y="2157"/>
                      <a:pt x="2277" y="2561"/>
                      <a:pt x="2429" y="3059"/>
                    </a:cubicBezTo>
                    <a:cubicBezTo>
                      <a:pt x="2582" y="3563"/>
                      <a:pt x="3041" y="3971"/>
                      <a:pt x="3455" y="3971"/>
                    </a:cubicBezTo>
                    <a:cubicBezTo>
                      <a:pt x="3868" y="3971"/>
                      <a:pt x="4074" y="3563"/>
                      <a:pt x="3916" y="3059"/>
                    </a:cubicBezTo>
                    <a:cubicBezTo>
                      <a:pt x="3759" y="2561"/>
                      <a:pt x="3301" y="2157"/>
                      <a:pt x="2894" y="2157"/>
                    </a:cubicBezTo>
                    <a:close/>
                    <a:moveTo>
                      <a:pt x="4698" y="2157"/>
                    </a:moveTo>
                    <a:cubicBezTo>
                      <a:pt x="4291" y="2157"/>
                      <a:pt x="4088" y="2561"/>
                      <a:pt x="4246" y="3059"/>
                    </a:cubicBezTo>
                    <a:cubicBezTo>
                      <a:pt x="4406" y="3563"/>
                      <a:pt x="4870" y="3971"/>
                      <a:pt x="5283" y="3971"/>
                    </a:cubicBezTo>
                    <a:cubicBezTo>
                      <a:pt x="5697" y="3971"/>
                      <a:pt x="5899" y="3563"/>
                      <a:pt x="5734" y="3059"/>
                    </a:cubicBezTo>
                    <a:cubicBezTo>
                      <a:pt x="5570" y="2561"/>
                      <a:pt x="5107" y="2157"/>
                      <a:pt x="4698" y="2157"/>
                    </a:cubicBezTo>
                    <a:close/>
                    <a:moveTo>
                      <a:pt x="6503" y="2157"/>
                    </a:moveTo>
                    <a:cubicBezTo>
                      <a:pt x="6095" y="2157"/>
                      <a:pt x="5898" y="2561"/>
                      <a:pt x="6063" y="3059"/>
                    </a:cubicBezTo>
                    <a:cubicBezTo>
                      <a:pt x="6229" y="3563"/>
                      <a:pt x="6698" y="3971"/>
                      <a:pt x="7112" y="3971"/>
                    </a:cubicBezTo>
                    <a:cubicBezTo>
                      <a:pt x="7526" y="3971"/>
                      <a:pt x="7722" y="3563"/>
                      <a:pt x="7551" y="3059"/>
                    </a:cubicBezTo>
                    <a:cubicBezTo>
                      <a:pt x="7381" y="2561"/>
                      <a:pt x="6913" y="2157"/>
                      <a:pt x="6503" y="2157"/>
                    </a:cubicBezTo>
                    <a:close/>
                    <a:moveTo>
                      <a:pt x="8309" y="2157"/>
                    </a:moveTo>
                    <a:cubicBezTo>
                      <a:pt x="7900" y="2157"/>
                      <a:pt x="7709" y="2561"/>
                      <a:pt x="7880" y="3059"/>
                    </a:cubicBezTo>
                    <a:cubicBezTo>
                      <a:pt x="8053" y="3563"/>
                      <a:pt x="8526" y="3971"/>
                      <a:pt x="8941" y="3971"/>
                    </a:cubicBezTo>
                    <a:cubicBezTo>
                      <a:pt x="9354" y="3971"/>
                      <a:pt x="9545" y="3563"/>
                      <a:pt x="9367" y="3059"/>
                    </a:cubicBezTo>
                    <a:cubicBezTo>
                      <a:pt x="9191" y="2561"/>
                      <a:pt x="8718" y="2157"/>
                      <a:pt x="8309" y="2157"/>
                    </a:cubicBezTo>
                    <a:close/>
                    <a:moveTo>
                      <a:pt x="10115" y="2157"/>
                    </a:moveTo>
                    <a:cubicBezTo>
                      <a:pt x="9707" y="2157"/>
                      <a:pt x="9520" y="2561"/>
                      <a:pt x="9698" y="3059"/>
                    </a:cubicBezTo>
                    <a:cubicBezTo>
                      <a:pt x="9877" y="3563"/>
                      <a:pt x="10357" y="3971"/>
                      <a:pt x="10770" y="3971"/>
                    </a:cubicBezTo>
                    <a:cubicBezTo>
                      <a:pt x="11184" y="3971"/>
                      <a:pt x="11369" y="3563"/>
                      <a:pt x="11185" y="3059"/>
                    </a:cubicBezTo>
                    <a:cubicBezTo>
                      <a:pt x="11003" y="2561"/>
                      <a:pt x="10524" y="2157"/>
                      <a:pt x="10115" y="2157"/>
                    </a:cubicBezTo>
                    <a:close/>
                    <a:moveTo>
                      <a:pt x="11944" y="2157"/>
                    </a:moveTo>
                    <a:cubicBezTo>
                      <a:pt x="11535" y="2157"/>
                      <a:pt x="11354" y="2561"/>
                      <a:pt x="11538" y="3059"/>
                    </a:cubicBezTo>
                    <a:cubicBezTo>
                      <a:pt x="11723" y="3563"/>
                      <a:pt x="12208" y="3971"/>
                      <a:pt x="12622" y="3971"/>
                    </a:cubicBezTo>
                    <a:cubicBezTo>
                      <a:pt x="13036" y="3971"/>
                      <a:pt x="13215" y="3563"/>
                      <a:pt x="13024" y="3059"/>
                    </a:cubicBezTo>
                    <a:cubicBezTo>
                      <a:pt x="12835" y="2561"/>
                      <a:pt x="12352" y="2157"/>
                      <a:pt x="11944" y="2157"/>
                    </a:cubicBezTo>
                    <a:close/>
                    <a:moveTo>
                      <a:pt x="1729" y="4383"/>
                    </a:moveTo>
                    <a:cubicBezTo>
                      <a:pt x="1313" y="4383"/>
                      <a:pt x="1099" y="4797"/>
                      <a:pt x="1249" y="5313"/>
                    </a:cubicBezTo>
                    <a:cubicBezTo>
                      <a:pt x="1400" y="5831"/>
                      <a:pt x="1863" y="6254"/>
                      <a:pt x="2284" y="6254"/>
                    </a:cubicBezTo>
                    <a:cubicBezTo>
                      <a:pt x="2703" y="6254"/>
                      <a:pt x="2917" y="5831"/>
                      <a:pt x="2760" y="5313"/>
                    </a:cubicBezTo>
                    <a:cubicBezTo>
                      <a:pt x="2605" y="4797"/>
                      <a:pt x="2143" y="4383"/>
                      <a:pt x="1729" y="4383"/>
                    </a:cubicBezTo>
                    <a:close/>
                    <a:moveTo>
                      <a:pt x="3578" y="4383"/>
                    </a:moveTo>
                    <a:cubicBezTo>
                      <a:pt x="3163" y="4383"/>
                      <a:pt x="2954" y="4797"/>
                      <a:pt x="3111" y="5313"/>
                    </a:cubicBezTo>
                    <a:cubicBezTo>
                      <a:pt x="3269" y="5831"/>
                      <a:pt x="3738" y="6254"/>
                      <a:pt x="4158" y="6254"/>
                    </a:cubicBezTo>
                    <a:cubicBezTo>
                      <a:pt x="4578" y="6254"/>
                      <a:pt x="4786" y="5831"/>
                      <a:pt x="4623" y="5313"/>
                    </a:cubicBezTo>
                    <a:cubicBezTo>
                      <a:pt x="4460" y="4797"/>
                      <a:pt x="3993" y="4383"/>
                      <a:pt x="3578" y="4383"/>
                    </a:cubicBezTo>
                    <a:close/>
                    <a:moveTo>
                      <a:pt x="5407" y="4383"/>
                    </a:moveTo>
                    <a:cubicBezTo>
                      <a:pt x="4992" y="4383"/>
                      <a:pt x="4787" y="4797"/>
                      <a:pt x="4951" y="5313"/>
                    </a:cubicBezTo>
                    <a:cubicBezTo>
                      <a:pt x="5115" y="5831"/>
                      <a:pt x="5590" y="6254"/>
                      <a:pt x="6010" y="6254"/>
                    </a:cubicBezTo>
                    <a:cubicBezTo>
                      <a:pt x="6430" y="6254"/>
                      <a:pt x="6632" y="5831"/>
                      <a:pt x="6462" y="5313"/>
                    </a:cubicBezTo>
                    <a:cubicBezTo>
                      <a:pt x="6293" y="4797"/>
                      <a:pt x="5821" y="4383"/>
                      <a:pt x="5407" y="4383"/>
                    </a:cubicBezTo>
                    <a:close/>
                    <a:moveTo>
                      <a:pt x="7256" y="4383"/>
                    </a:moveTo>
                    <a:cubicBezTo>
                      <a:pt x="6842" y="4383"/>
                      <a:pt x="6643" y="4797"/>
                      <a:pt x="6814" y="5313"/>
                    </a:cubicBezTo>
                    <a:cubicBezTo>
                      <a:pt x="6985" y="5831"/>
                      <a:pt x="7463" y="6254"/>
                      <a:pt x="7883" y="6254"/>
                    </a:cubicBezTo>
                    <a:cubicBezTo>
                      <a:pt x="8305" y="6254"/>
                      <a:pt x="8501" y="5831"/>
                      <a:pt x="8325" y="5313"/>
                    </a:cubicBezTo>
                    <a:cubicBezTo>
                      <a:pt x="8149" y="4797"/>
                      <a:pt x="7672" y="4383"/>
                      <a:pt x="7256" y="4383"/>
                    </a:cubicBezTo>
                    <a:close/>
                    <a:moveTo>
                      <a:pt x="9084" y="4383"/>
                    </a:moveTo>
                    <a:cubicBezTo>
                      <a:pt x="8669" y="4383"/>
                      <a:pt x="8477" y="4797"/>
                      <a:pt x="8654" y="5313"/>
                    </a:cubicBezTo>
                    <a:cubicBezTo>
                      <a:pt x="8832" y="5831"/>
                      <a:pt x="9316" y="6254"/>
                      <a:pt x="9736" y="6254"/>
                    </a:cubicBezTo>
                    <a:cubicBezTo>
                      <a:pt x="10157" y="6254"/>
                      <a:pt x="10347" y="5831"/>
                      <a:pt x="10164" y="5313"/>
                    </a:cubicBezTo>
                    <a:cubicBezTo>
                      <a:pt x="9982" y="4797"/>
                      <a:pt x="9500" y="4383"/>
                      <a:pt x="9084" y="4383"/>
                    </a:cubicBezTo>
                    <a:close/>
                    <a:moveTo>
                      <a:pt x="10935" y="4383"/>
                    </a:moveTo>
                    <a:cubicBezTo>
                      <a:pt x="10521" y="4383"/>
                      <a:pt x="10333" y="4797"/>
                      <a:pt x="10516" y="5313"/>
                    </a:cubicBezTo>
                    <a:cubicBezTo>
                      <a:pt x="10701" y="5831"/>
                      <a:pt x="11192" y="6254"/>
                      <a:pt x="11611" y="6254"/>
                    </a:cubicBezTo>
                    <a:cubicBezTo>
                      <a:pt x="12033" y="6254"/>
                      <a:pt x="12218" y="5831"/>
                      <a:pt x="12028" y="5313"/>
                    </a:cubicBezTo>
                    <a:cubicBezTo>
                      <a:pt x="11839" y="4797"/>
                      <a:pt x="11351" y="4383"/>
                      <a:pt x="10935" y="4383"/>
                    </a:cubicBezTo>
                    <a:close/>
                    <a:moveTo>
                      <a:pt x="12764" y="4383"/>
                    </a:moveTo>
                    <a:cubicBezTo>
                      <a:pt x="12349" y="4383"/>
                      <a:pt x="12166" y="4797"/>
                      <a:pt x="12356" y="5313"/>
                    </a:cubicBezTo>
                    <a:cubicBezTo>
                      <a:pt x="12548" y="5831"/>
                      <a:pt x="13044" y="6254"/>
                      <a:pt x="13465" y="6254"/>
                    </a:cubicBezTo>
                    <a:cubicBezTo>
                      <a:pt x="13885" y="6254"/>
                      <a:pt x="14064" y="5831"/>
                      <a:pt x="13867" y="5313"/>
                    </a:cubicBezTo>
                    <a:cubicBezTo>
                      <a:pt x="13672" y="4797"/>
                      <a:pt x="13179" y="4383"/>
                      <a:pt x="12764" y="4383"/>
                    </a:cubicBezTo>
                    <a:close/>
                    <a:moveTo>
                      <a:pt x="20123" y="4383"/>
                    </a:moveTo>
                    <a:cubicBezTo>
                      <a:pt x="19710" y="4383"/>
                      <a:pt x="19547" y="4797"/>
                      <a:pt x="19764" y="5313"/>
                    </a:cubicBezTo>
                    <a:cubicBezTo>
                      <a:pt x="19982" y="5831"/>
                      <a:pt x="20501" y="6254"/>
                      <a:pt x="20920" y="6254"/>
                    </a:cubicBezTo>
                    <a:cubicBezTo>
                      <a:pt x="21340" y="6254"/>
                      <a:pt x="21498" y="5831"/>
                      <a:pt x="21275" y="5313"/>
                    </a:cubicBezTo>
                    <a:cubicBezTo>
                      <a:pt x="21052" y="4797"/>
                      <a:pt x="20538" y="4383"/>
                      <a:pt x="20123" y="4383"/>
                    </a:cubicBezTo>
                    <a:close/>
                    <a:moveTo>
                      <a:pt x="541" y="6643"/>
                    </a:moveTo>
                    <a:cubicBezTo>
                      <a:pt x="120" y="6643"/>
                      <a:pt x="-102" y="7071"/>
                      <a:pt x="46" y="7604"/>
                    </a:cubicBezTo>
                    <a:cubicBezTo>
                      <a:pt x="195" y="8139"/>
                      <a:pt x="662" y="8575"/>
                      <a:pt x="1089" y="8575"/>
                    </a:cubicBezTo>
                    <a:cubicBezTo>
                      <a:pt x="1516" y="8575"/>
                      <a:pt x="1736" y="8139"/>
                      <a:pt x="1582" y="7604"/>
                    </a:cubicBezTo>
                    <a:cubicBezTo>
                      <a:pt x="1428" y="7071"/>
                      <a:pt x="963" y="6643"/>
                      <a:pt x="541" y="6643"/>
                    </a:cubicBezTo>
                    <a:close/>
                    <a:moveTo>
                      <a:pt x="2414" y="6643"/>
                    </a:moveTo>
                    <a:cubicBezTo>
                      <a:pt x="1992" y="6643"/>
                      <a:pt x="1776" y="7071"/>
                      <a:pt x="1931" y="7604"/>
                    </a:cubicBezTo>
                    <a:cubicBezTo>
                      <a:pt x="2087" y="8139"/>
                      <a:pt x="2559" y="8575"/>
                      <a:pt x="2988" y="8575"/>
                    </a:cubicBezTo>
                    <a:cubicBezTo>
                      <a:pt x="3414" y="8575"/>
                      <a:pt x="3629" y="8139"/>
                      <a:pt x="3467" y="7604"/>
                    </a:cubicBezTo>
                    <a:cubicBezTo>
                      <a:pt x="3306" y="7071"/>
                      <a:pt x="2835" y="6643"/>
                      <a:pt x="2414" y="6643"/>
                    </a:cubicBezTo>
                    <a:close/>
                    <a:moveTo>
                      <a:pt x="4286" y="6643"/>
                    </a:moveTo>
                    <a:cubicBezTo>
                      <a:pt x="3865" y="6643"/>
                      <a:pt x="3654" y="7071"/>
                      <a:pt x="3816" y="7604"/>
                    </a:cubicBezTo>
                    <a:cubicBezTo>
                      <a:pt x="3979" y="8139"/>
                      <a:pt x="4457" y="8575"/>
                      <a:pt x="4885" y="8575"/>
                    </a:cubicBezTo>
                    <a:cubicBezTo>
                      <a:pt x="5311" y="8575"/>
                      <a:pt x="5521" y="8139"/>
                      <a:pt x="5352" y="7604"/>
                    </a:cubicBezTo>
                    <a:cubicBezTo>
                      <a:pt x="5184" y="7071"/>
                      <a:pt x="4707" y="6643"/>
                      <a:pt x="4286" y="6643"/>
                    </a:cubicBezTo>
                    <a:close/>
                    <a:moveTo>
                      <a:pt x="6159" y="6643"/>
                    </a:moveTo>
                    <a:cubicBezTo>
                      <a:pt x="5738" y="6643"/>
                      <a:pt x="5533" y="7071"/>
                      <a:pt x="5702" y="7604"/>
                    </a:cubicBezTo>
                    <a:cubicBezTo>
                      <a:pt x="5872" y="8139"/>
                      <a:pt x="6355" y="8575"/>
                      <a:pt x="6782" y="8575"/>
                    </a:cubicBezTo>
                    <a:cubicBezTo>
                      <a:pt x="7209" y="8575"/>
                      <a:pt x="7413" y="8139"/>
                      <a:pt x="7238" y="7604"/>
                    </a:cubicBezTo>
                    <a:cubicBezTo>
                      <a:pt x="7063" y="7071"/>
                      <a:pt x="6581" y="6643"/>
                      <a:pt x="6159" y="6643"/>
                    </a:cubicBezTo>
                    <a:close/>
                    <a:moveTo>
                      <a:pt x="8009" y="6643"/>
                    </a:moveTo>
                    <a:cubicBezTo>
                      <a:pt x="7588" y="6643"/>
                      <a:pt x="7388" y="7071"/>
                      <a:pt x="7564" y="7604"/>
                    </a:cubicBezTo>
                    <a:cubicBezTo>
                      <a:pt x="7741" y="8139"/>
                      <a:pt x="8230" y="8575"/>
                      <a:pt x="8657" y="8575"/>
                    </a:cubicBezTo>
                    <a:cubicBezTo>
                      <a:pt x="9085" y="8575"/>
                      <a:pt x="9283" y="8139"/>
                      <a:pt x="9100" y="7604"/>
                    </a:cubicBezTo>
                    <a:cubicBezTo>
                      <a:pt x="8919" y="7071"/>
                      <a:pt x="8431" y="6643"/>
                      <a:pt x="8009" y="6643"/>
                    </a:cubicBezTo>
                    <a:close/>
                    <a:moveTo>
                      <a:pt x="9882" y="6643"/>
                    </a:moveTo>
                    <a:cubicBezTo>
                      <a:pt x="9461" y="6643"/>
                      <a:pt x="9267" y="7071"/>
                      <a:pt x="9450" y="7604"/>
                    </a:cubicBezTo>
                    <a:cubicBezTo>
                      <a:pt x="9634" y="8139"/>
                      <a:pt x="10128" y="8575"/>
                      <a:pt x="10555" y="8575"/>
                    </a:cubicBezTo>
                    <a:cubicBezTo>
                      <a:pt x="10983" y="8575"/>
                      <a:pt x="11174" y="8139"/>
                      <a:pt x="10985" y="7604"/>
                    </a:cubicBezTo>
                    <a:cubicBezTo>
                      <a:pt x="10796" y="7071"/>
                      <a:pt x="10305" y="6643"/>
                      <a:pt x="9882" y="6643"/>
                    </a:cubicBezTo>
                    <a:close/>
                    <a:moveTo>
                      <a:pt x="11756" y="6643"/>
                    </a:moveTo>
                    <a:cubicBezTo>
                      <a:pt x="11335" y="6643"/>
                      <a:pt x="11146" y="7071"/>
                      <a:pt x="11335" y="7604"/>
                    </a:cubicBezTo>
                    <a:cubicBezTo>
                      <a:pt x="11526" y="8139"/>
                      <a:pt x="12027" y="8575"/>
                      <a:pt x="12453" y="8575"/>
                    </a:cubicBezTo>
                    <a:cubicBezTo>
                      <a:pt x="12882" y="8575"/>
                      <a:pt x="13068" y="8139"/>
                      <a:pt x="12872" y="7604"/>
                    </a:cubicBezTo>
                    <a:cubicBezTo>
                      <a:pt x="12677" y="7071"/>
                      <a:pt x="12178" y="6643"/>
                      <a:pt x="11756" y="6643"/>
                    </a:cubicBezTo>
                    <a:close/>
                    <a:moveTo>
                      <a:pt x="13629" y="6643"/>
                    </a:moveTo>
                    <a:cubicBezTo>
                      <a:pt x="13208" y="6643"/>
                      <a:pt x="13025" y="7071"/>
                      <a:pt x="13221" y="7604"/>
                    </a:cubicBezTo>
                    <a:cubicBezTo>
                      <a:pt x="13419" y="8139"/>
                      <a:pt x="13925" y="8575"/>
                      <a:pt x="14353" y="8575"/>
                    </a:cubicBezTo>
                    <a:cubicBezTo>
                      <a:pt x="14781" y="8575"/>
                      <a:pt x="14960" y="8139"/>
                      <a:pt x="14757" y="7604"/>
                    </a:cubicBezTo>
                    <a:cubicBezTo>
                      <a:pt x="14555" y="7071"/>
                      <a:pt x="14051" y="6643"/>
                      <a:pt x="13629" y="6643"/>
                    </a:cubicBezTo>
                    <a:close/>
                    <a:moveTo>
                      <a:pt x="15503" y="6643"/>
                    </a:moveTo>
                    <a:cubicBezTo>
                      <a:pt x="15082" y="6643"/>
                      <a:pt x="14904" y="7071"/>
                      <a:pt x="15107" y="7604"/>
                    </a:cubicBezTo>
                    <a:cubicBezTo>
                      <a:pt x="15312" y="8139"/>
                      <a:pt x="15825" y="8575"/>
                      <a:pt x="16252" y="8575"/>
                    </a:cubicBezTo>
                    <a:cubicBezTo>
                      <a:pt x="16678" y="8575"/>
                      <a:pt x="16854" y="8139"/>
                      <a:pt x="16644" y="7604"/>
                    </a:cubicBezTo>
                    <a:cubicBezTo>
                      <a:pt x="16435" y="7071"/>
                      <a:pt x="15924" y="6643"/>
                      <a:pt x="15503" y="6643"/>
                    </a:cubicBezTo>
                    <a:close/>
                    <a:moveTo>
                      <a:pt x="3122" y="9040"/>
                    </a:moveTo>
                    <a:cubicBezTo>
                      <a:pt x="2693" y="9040"/>
                      <a:pt x="2476" y="9481"/>
                      <a:pt x="2637" y="10033"/>
                    </a:cubicBezTo>
                    <a:cubicBezTo>
                      <a:pt x="2798" y="10586"/>
                      <a:pt x="3279" y="11038"/>
                      <a:pt x="3715" y="11038"/>
                    </a:cubicBezTo>
                    <a:cubicBezTo>
                      <a:pt x="4148" y="11038"/>
                      <a:pt x="4364" y="10586"/>
                      <a:pt x="4197" y="10033"/>
                    </a:cubicBezTo>
                    <a:cubicBezTo>
                      <a:pt x="4031" y="9481"/>
                      <a:pt x="3550" y="9040"/>
                      <a:pt x="3122" y="9040"/>
                    </a:cubicBezTo>
                    <a:close/>
                    <a:moveTo>
                      <a:pt x="5017" y="9040"/>
                    </a:moveTo>
                    <a:cubicBezTo>
                      <a:pt x="4588" y="9040"/>
                      <a:pt x="4377" y="9481"/>
                      <a:pt x="4544" y="10033"/>
                    </a:cubicBezTo>
                    <a:cubicBezTo>
                      <a:pt x="4712" y="10586"/>
                      <a:pt x="5201" y="11038"/>
                      <a:pt x="5635" y="11038"/>
                    </a:cubicBezTo>
                    <a:cubicBezTo>
                      <a:pt x="6069" y="11038"/>
                      <a:pt x="6279" y="10586"/>
                      <a:pt x="6105" y="10033"/>
                    </a:cubicBezTo>
                    <a:cubicBezTo>
                      <a:pt x="5931" y="9481"/>
                      <a:pt x="5445" y="9040"/>
                      <a:pt x="5017" y="9040"/>
                    </a:cubicBezTo>
                    <a:close/>
                    <a:moveTo>
                      <a:pt x="6913" y="9040"/>
                    </a:moveTo>
                    <a:cubicBezTo>
                      <a:pt x="6484" y="9040"/>
                      <a:pt x="6278" y="9481"/>
                      <a:pt x="6452" y="10033"/>
                    </a:cubicBezTo>
                    <a:cubicBezTo>
                      <a:pt x="6628" y="10586"/>
                      <a:pt x="7123" y="11038"/>
                      <a:pt x="7556" y="11038"/>
                    </a:cubicBezTo>
                    <a:cubicBezTo>
                      <a:pt x="7990" y="11038"/>
                      <a:pt x="8195" y="10586"/>
                      <a:pt x="8014" y="10033"/>
                    </a:cubicBezTo>
                    <a:cubicBezTo>
                      <a:pt x="7833" y="9481"/>
                      <a:pt x="7341" y="9040"/>
                      <a:pt x="6913" y="9040"/>
                    </a:cubicBezTo>
                    <a:close/>
                    <a:moveTo>
                      <a:pt x="8807" y="9040"/>
                    </a:moveTo>
                    <a:cubicBezTo>
                      <a:pt x="8379" y="9040"/>
                      <a:pt x="8179" y="9481"/>
                      <a:pt x="8361" y="10033"/>
                    </a:cubicBezTo>
                    <a:cubicBezTo>
                      <a:pt x="8543" y="10586"/>
                      <a:pt x="9043" y="11038"/>
                      <a:pt x="9477" y="11038"/>
                    </a:cubicBezTo>
                    <a:cubicBezTo>
                      <a:pt x="9912" y="11038"/>
                      <a:pt x="10110" y="10586"/>
                      <a:pt x="9921" y="10033"/>
                    </a:cubicBezTo>
                    <a:cubicBezTo>
                      <a:pt x="9734" y="9481"/>
                      <a:pt x="9236" y="9040"/>
                      <a:pt x="8807" y="9040"/>
                    </a:cubicBezTo>
                    <a:close/>
                    <a:moveTo>
                      <a:pt x="10703" y="9040"/>
                    </a:moveTo>
                    <a:cubicBezTo>
                      <a:pt x="10274" y="9040"/>
                      <a:pt x="10080" y="9481"/>
                      <a:pt x="10269" y="10033"/>
                    </a:cubicBezTo>
                    <a:cubicBezTo>
                      <a:pt x="10459" y="10586"/>
                      <a:pt x="10964" y="11038"/>
                      <a:pt x="11399" y="11038"/>
                    </a:cubicBezTo>
                    <a:cubicBezTo>
                      <a:pt x="11834" y="11038"/>
                      <a:pt x="12025" y="10586"/>
                      <a:pt x="11829" y="10033"/>
                    </a:cubicBezTo>
                    <a:cubicBezTo>
                      <a:pt x="11634" y="9481"/>
                      <a:pt x="11132" y="9040"/>
                      <a:pt x="10703" y="9040"/>
                    </a:cubicBezTo>
                    <a:close/>
                    <a:moveTo>
                      <a:pt x="12599" y="9040"/>
                    </a:moveTo>
                    <a:cubicBezTo>
                      <a:pt x="12171" y="9040"/>
                      <a:pt x="11981" y="9481"/>
                      <a:pt x="12177" y="10033"/>
                    </a:cubicBezTo>
                    <a:cubicBezTo>
                      <a:pt x="12374" y="10586"/>
                      <a:pt x="12887" y="11038"/>
                      <a:pt x="13320" y="11038"/>
                    </a:cubicBezTo>
                    <a:cubicBezTo>
                      <a:pt x="13755" y="11038"/>
                      <a:pt x="13942" y="10586"/>
                      <a:pt x="13739" y="10033"/>
                    </a:cubicBezTo>
                    <a:cubicBezTo>
                      <a:pt x="13537" y="9481"/>
                      <a:pt x="13028" y="9040"/>
                      <a:pt x="12599" y="9040"/>
                    </a:cubicBezTo>
                    <a:close/>
                    <a:moveTo>
                      <a:pt x="14518" y="9040"/>
                    </a:moveTo>
                    <a:cubicBezTo>
                      <a:pt x="14089" y="9040"/>
                      <a:pt x="13906" y="9481"/>
                      <a:pt x="14109" y="10033"/>
                    </a:cubicBezTo>
                    <a:cubicBezTo>
                      <a:pt x="14313" y="10586"/>
                      <a:pt x="14830" y="11038"/>
                      <a:pt x="15265" y="11038"/>
                    </a:cubicBezTo>
                    <a:cubicBezTo>
                      <a:pt x="15700" y="11038"/>
                      <a:pt x="15879" y="10586"/>
                      <a:pt x="15669" y="10033"/>
                    </a:cubicBezTo>
                    <a:cubicBezTo>
                      <a:pt x="15460" y="9481"/>
                      <a:pt x="14947" y="9040"/>
                      <a:pt x="14518" y="9040"/>
                    </a:cubicBezTo>
                    <a:close/>
                    <a:moveTo>
                      <a:pt x="16414" y="9040"/>
                    </a:moveTo>
                    <a:cubicBezTo>
                      <a:pt x="15987" y="9040"/>
                      <a:pt x="15807" y="9481"/>
                      <a:pt x="16018" y="10033"/>
                    </a:cubicBezTo>
                    <a:cubicBezTo>
                      <a:pt x="16229" y="10586"/>
                      <a:pt x="16753" y="11038"/>
                      <a:pt x="17187" y="11038"/>
                    </a:cubicBezTo>
                    <a:cubicBezTo>
                      <a:pt x="17621" y="11038"/>
                      <a:pt x="17797" y="10586"/>
                      <a:pt x="17580" y="10033"/>
                    </a:cubicBezTo>
                    <a:cubicBezTo>
                      <a:pt x="17364" y="9481"/>
                      <a:pt x="16842" y="9040"/>
                      <a:pt x="16414" y="9040"/>
                    </a:cubicBezTo>
                    <a:close/>
                    <a:moveTo>
                      <a:pt x="18310" y="9040"/>
                    </a:moveTo>
                    <a:cubicBezTo>
                      <a:pt x="17882" y="9040"/>
                      <a:pt x="17709" y="9481"/>
                      <a:pt x="17927" y="10033"/>
                    </a:cubicBezTo>
                    <a:cubicBezTo>
                      <a:pt x="18145" y="10586"/>
                      <a:pt x="18675" y="11038"/>
                      <a:pt x="19109" y="11038"/>
                    </a:cubicBezTo>
                    <a:cubicBezTo>
                      <a:pt x="19543" y="11038"/>
                      <a:pt x="19712" y="10586"/>
                      <a:pt x="19487" y="10033"/>
                    </a:cubicBezTo>
                    <a:cubicBezTo>
                      <a:pt x="19264" y="9481"/>
                      <a:pt x="18738" y="9040"/>
                      <a:pt x="18310" y="9040"/>
                    </a:cubicBezTo>
                    <a:close/>
                    <a:moveTo>
                      <a:pt x="3830" y="11471"/>
                    </a:moveTo>
                    <a:cubicBezTo>
                      <a:pt x="3394" y="11471"/>
                      <a:pt x="3176" y="11929"/>
                      <a:pt x="3341" y="12497"/>
                    </a:cubicBezTo>
                    <a:cubicBezTo>
                      <a:pt x="3508" y="13069"/>
                      <a:pt x="4000" y="13536"/>
                      <a:pt x="4443" y="13536"/>
                    </a:cubicBezTo>
                    <a:cubicBezTo>
                      <a:pt x="4883" y="13536"/>
                      <a:pt x="5101" y="13069"/>
                      <a:pt x="4928" y="12497"/>
                    </a:cubicBezTo>
                    <a:cubicBezTo>
                      <a:pt x="4757" y="11929"/>
                      <a:pt x="4265" y="11471"/>
                      <a:pt x="3830" y="11471"/>
                    </a:cubicBezTo>
                    <a:close/>
                    <a:moveTo>
                      <a:pt x="5770" y="11471"/>
                    </a:moveTo>
                    <a:cubicBezTo>
                      <a:pt x="5334" y="11471"/>
                      <a:pt x="5122" y="11929"/>
                      <a:pt x="5295" y="12497"/>
                    </a:cubicBezTo>
                    <a:cubicBezTo>
                      <a:pt x="5469" y="13069"/>
                      <a:pt x="5967" y="13536"/>
                      <a:pt x="6409" y="13536"/>
                    </a:cubicBezTo>
                    <a:cubicBezTo>
                      <a:pt x="6850" y="13536"/>
                      <a:pt x="7062" y="13069"/>
                      <a:pt x="6881" y="12497"/>
                    </a:cubicBezTo>
                    <a:cubicBezTo>
                      <a:pt x="6702" y="11929"/>
                      <a:pt x="6205" y="11471"/>
                      <a:pt x="5770" y="11471"/>
                    </a:cubicBezTo>
                    <a:close/>
                    <a:moveTo>
                      <a:pt x="7711" y="11471"/>
                    </a:moveTo>
                    <a:cubicBezTo>
                      <a:pt x="7275" y="11471"/>
                      <a:pt x="7068" y="11929"/>
                      <a:pt x="7248" y="12497"/>
                    </a:cubicBezTo>
                    <a:cubicBezTo>
                      <a:pt x="7430" y="13069"/>
                      <a:pt x="7936" y="13536"/>
                      <a:pt x="8377" y="13536"/>
                    </a:cubicBezTo>
                    <a:cubicBezTo>
                      <a:pt x="8818" y="13536"/>
                      <a:pt x="9023" y="13069"/>
                      <a:pt x="8835" y="12497"/>
                    </a:cubicBezTo>
                    <a:cubicBezTo>
                      <a:pt x="8649" y="11929"/>
                      <a:pt x="8146" y="11471"/>
                      <a:pt x="7711" y="11471"/>
                    </a:cubicBezTo>
                    <a:close/>
                    <a:moveTo>
                      <a:pt x="9627" y="11471"/>
                    </a:moveTo>
                    <a:cubicBezTo>
                      <a:pt x="9192" y="11471"/>
                      <a:pt x="8992" y="11929"/>
                      <a:pt x="9179" y="12497"/>
                    </a:cubicBezTo>
                    <a:cubicBezTo>
                      <a:pt x="9368" y="13069"/>
                      <a:pt x="9879" y="13536"/>
                      <a:pt x="10321" y="13536"/>
                    </a:cubicBezTo>
                    <a:cubicBezTo>
                      <a:pt x="10763" y="13536"/>
                      <a:pt x="10962" y="13069"/>
                      <a:pt x="10767" y="12497"/>
                    </a:cubicBezTo>
                    <a:cubicBezTo>
                      <a:pt x="10574" y="11929"/>
                      <a:pt x="10064" y="11471"/>
                      <a:pt x="9627" y="11471"/>
                    </a:cubicBezTo>
                    <a:close/>
                    <a:moveTo>
                      <a:pt x="11569" y="11471"/>
                    </a:moveTo>
                    <a:cubicBezTo>
                      <a:pt x="11133" y="11471"/>
                      <a:pt x="10939" y="11929"/>
                      <a:pt x="11134" y="12497"/>
                    </a:cubicBezTo>
                    <a:cubicBezTo>
                      <a:pt x="11330" y="13069"/>
                      <a:pt x="11846" y="13536"/>
                      <a:pt x="12288" y="13536"/>
                    </a:cubicBezTo>
                    <a:cubicBezTo>
                      <a:pt x="12730" y="13536"/>
                      <a:pt x="12922" y="13069"/>
                      <a:pt x="12720" y="12497"/>
                    </a:cubicBezTo>
                    <a:cubicBezTo>
                      <a:pt x="12519" y="11929"/>
                      <a:pt x="12005" y="11471"/>
                      <a:pt x="11569" y="11471"/>
                    </a:cubicBezTo>
                    <a:close/>
                    <a:moveTo>
                      <a:pt x="13487" y="11471"/>
                    </a:moveTo>
                    <a:cubicBezTo>
                      <a:pt x="13052" y="11471"/>
                      <a:pt x="12862" y="11929"/>
                      <a:pt x="13064" y="12497"/>
                    </a:cubicBezTo>
                    <a:cubicBezTo>
                      <a:pt x="13268" y="13069"/>
                      <a:pt x="13792" y="13536"/>
                      <a:pt x="14233" y="13536"/>
                    </a:cubicBezTo>
                    <a:cubicBezTo>
                      <a:pt x="14676" y="13536"/>
                      <a:pt x="14862" y="13069"/>
                      <a:pt x="14653" y="12497"/>
                    </a:cubicBezTo>
                    <a:cubicBezTo>
                      <a:pt x="14444" y="11929"/>
                      <a:pt x="13924" y="11471"/>
                      <a:pt x="13487" y="11471"/>
                    </a:cubicBezTo>
                    <a:close/>
                    <a:moveTo>
                      <a:pt x="15429" y="11471"/>
                    </a:moveTo>
                    <a:cubicBezTo>
                      <a:pt x="14993" y="11471"/>
                      <a:pt x="14809" y="11929"/>
                      <a:pt x="15019" y="12497"/>
                    </a:cubicBezTo>
                    <a:cubicBezTo>
                      <a:pt x="15230" y="13069"/>
                      <a:pt x="15759" y="13536"/>
                      <a:pt x="16201" y="13536"/>
                    </a:cubicBezTo>
                    <a:cubicBezTo>
                      <a:pt x="16643" y="13536"/>
                      <a:pt x="16823" y="13069"/>
                      <a:pt x="16606" y="12497"/>
                    </a:cubicBezTo>
                    <a:cubicBezTo>
                      <a:pt x="16390" y="11929"/>
                      <a:pt x="15864" y="11471"/>
                      <a:pt x="15429" y="11471"/>
                    </a:cubicBezTo>
                    <a:close/>
                    <a:moveTo>
                      <a:pt x="17347" y="11471"/>
                    </a:moveTo>
                    <a:cubicBezTo>
                      <a:pt x="16912" y="11471"/>
                      <a:pt x="16734" y="11929"/>
                      <a:pt x="16950" y="12497"/>
                    </a:cubicBezTo>
                    <a:cubicBezTo>
                      <a:pt x="17169" y="13069"/>
                      <a:pt x="17706" y="13536"/>
                      <a:pt x="18147" y="13536"/>
                    </a:cubicBezTo>
                    <a:cubicBezTo>
                      <a:pt x="18588" y="13536"/>
                      <a:pt x="18764" y="13069"/>
                      <a:pt x="18539" y="12497"/>
                    </a:cubicBezTo>
                    <a:cubicBezTo>
                      <a:pt x="18316" y="11929"/>
                      <a:pt x="17782" y="11471"/>
                      <a:pt x="17347" y="11471"/>
                    </a:cubicBezTo>
                    <a:close/>
                    <a:moveTo>
                      <a:pt x="4584" y="14005"/>
                    </a:moveTo>
                    <a:cubicBezTo>
                      <a:pt x="4140" y="14005"/>
                      <a:pt x="3921" y="14478"/>
                      <a:pt x="4092" y="15064"/>
                    </a:cubicBezTo>
                    <a:cubicBezTo>
                      <a:pt x="4265" y="15658"/>
                      <a:pt x="4768" y="16141"/>
                      <a:pt x="5218" y="16141"/>
                    </a:cubicBezTo>
                    <a:cubicBezTo>
                      <a:pt x="5666" y="16141"/>
                      <a:pt x="5885" y="15658"/>
                      <a:pt x="5705" y="15064"/>
                    </a:cubicBezTo>
                    <a:cubicBezTo>
                      <a:pt x="5529" y="14478"/>
                      <a:pt x="5026" y="14005"/>
                      <a:pt x="4584" y="14005"/>
                    </a:cubicBezTo>
                    <a:close/>
                    <a:moveTo>
                      <a:pt x="14398" y="14005"/>
                    </a:moveTo>
                    <a:cubicBezTo>
                      <a:pt x="13957" y="14005"/>
                      <a:pt x="13766" y="14478"/>
                      <a:pt x="13974" y="15064"/>
                    </a:cubicBezTo>
                    <a:cubicBezTo>
                      <a:pt x="14186" y="15658"/>
                      <a:pt x="14722" y="16141"/>
                      <a:pt x="15170" y="16141"/>
                    </a:cubicBezTo>
                    <a:cubicBezTo>
                      <a:pt x="15621" y="16141"/>
                      <a:pt x="15807" y="15658"/>
                      <a:pt x="15589" y="15064"/>
                    </a:cubicBezTo>
                    <a:cubicBezTo>
                      <a:pt x="15375" y="14478"/>
                      <a:pt x="14843" y="14005"/>
                      <a:pt x="14398" y="14005"/>
                    </a:cubicBezTo>
                    <a:close/>
                    <a:moveTo>
                      <a:pt x="16363" y="14005"/>
                    </a:moveTo>
                    <a:cubicBezTo>
                      <a:pt x="15919" y="14005"/>
                      <a:pt x="15736" y="14478"/>
                      <a:pt x="15952" y="15064"/>
                    </a:cubicBezTo>
                    <a:cubicBezTo>
                      <a:pt x="16171" y="15658"/>
                      <a:pt x="16713" y="16141"/>
                      <a:pt x="17162" y="16141"/>
                    </a:cubicBezTo>
                    <a:cubicBezTo>
                      <a:pt x="17611" y="16141"/>
                      <a:pt x="17791" y="15658"/>
                      <a:pt x="17566" y="15064"/>
                    </a:cubicBezTo>
                    <a:cubicBezTo>
                      <a:pt x="17343" y="14478"/>
                      <a:pt x="16806" y="14005"/>
                      <a:pt x="16363" y="14005"/>
                    </a:cubicBezTo>
                    <a:close/>
                    <a:moveTo>
                      <a:pt x="18326" y="14005"/>
                    </a:moveTo>
                    <a:cubicBezTo>
                      <a:pt x="17884" y="14005"/>
                      <a:pt x="17705" y="14478"/>
                      <a:pt x="17929" y="15064"/>
                    </a:cubicBezTo>
                    <a:cubicBezTo>
                      <a:pt x="18156" y="15658"/>
                      <a:pt x="18704" y="16141"/>
                      <a:pt x="19153" y="16141"/>
                    </a:cubicBezTo>
                    <a:cubicBezTo>
                      <a:pt x="19602" y="16141"/>
                      <a:pt x="19778" y="15658"/>
                      <a:pt x="19545" y="15064"/>
                    </a:cubicBezTo>
                    <a:cubicBezTo>
                      <a:pt x="19315" y="14478"/>
                      <a:pt x="18769" y="14005"/>
                      <a:pt x="18326" y="14005"/>
                    </a:cubicBezTo>
                    <a:close/>
                    <a:moveTo>
                      <a:pt x="17342" y="16607"/>
                    </a:moveTo>
                    <a:cubicBezTo>
                      <a:pt x="16891" y="16607"/>
                      <a:pt x="16706" y="17096"/>
                      <a:pt x="16931" y="17705"/>
                    </a:cubicBezTo>
                    <a:cubicBezTo>
                      <a:pt x="17157" y="18318"/>
                      <a:pt x="17711" y="18818"/>
                      <a:pt x="18169" y="18818"/>
                    </a:cubicBezTo>
                    <a:cubicBezTo>
                      <a:pt x="18626" y="18818"/>
                      <a:pt x="18806" y="18318"/>
                      <a:pt x="18573" y="17705"/>
                    </a:cubicBezTo>
                    <a:cubicBezTo>
                      <a:pt x="18342" y="17096"/>
                      <a:pt x="17793" y="16607"/>
                      <a:pt x="17342" y="16607"/>
                    </a:cubicBezTo>
                    <a:close/>
                    <a:moveTo>
                      <a:pt x="18367" y="19312"/>
                    </a:moveTo>
                    <a:cubicBezTo>
                      <a:pt x="17907" y="19312"/>
                      <a:pt x="17723" y="19818"/>
                      <a:pt x="17956" y="20448"/>
                    </a:cubicBezTo>
                    <a:cubicBezTo>
                      <a:pt x="18191" y="21084"/>
                      <a:pt x="18757" y="21600"/>
                      <a:pt x="19223" y="21600"/>
                    </a:cubicBezTo>
                    <a:cubicBezTo>
                      <a:pt x="19688" y="21600"/>
                      <a:pt x="19868" y="21084"/>
                      <a:pt x="19626" y="20448"/>
                    </a:cubicBezTo>
                    <a:cubicBezTo>
                      <a:pt x="19388" y="19818"/>
                      <a:pt x="18825" y="19312"/>
                      <a:pt x="18367" y="19312"/>
                    </a:cubicBezTo>
                    <a:close/>
                  </a:path>
                </a:pathLst>
              </a:custGeom>
              <a:solidFill>
                <a:srgbClr val="407E87"/>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defRPr sz="1400">
                    <a:solidFill>
                      <a:srgbClr val="FFFFFF"/>
                    </a:solidFill>
                    <a:effectLst>
                      <a:outerShdw blurRad="38100" dist="12700" dir="5400000" rotWithShape="0">
                        <a:srgbClr val="000000">
                          <a:alpha val="50000"/>
                        </a:srgbClr>
                      </a:outerShdw>
                    </a:effectLst>
                  </a:defRPr>
                </a:pPr>
                <a:endParaRPr sz="637" dirty="0">
                  <a:solidFill>
                    <a:srgbClr val="FFFFFF"/>
                  </a:solidFill>
                  <a:effectLst>
                    <a:outerShdw blurRad="38100" dist="12700" dir="5400000" rotWithShape="0">
                      <a:srgbClr val="000000">
                        <a:alpha val="50000"/>
                      </a:srgbClr>
                    </a:outerShdw>
                  </a:effectLst>
                  <a:latin typeface="Calibri"/>
                </a:endParaRPr>
              </a:p>
            </p:txBody>
          </p:sp>
          <p:sp>
            <p:nvSpPr>
              <p:cNvPr id="21" name="Shape 11">
                <a:extLst>
                  <a:ext uri="{FF2B5EF4-FFF2-40B4-BE49-F238E27FC236}">
                    <a16:creationId xmlns:a16="http://schemas.microsoft.com/office/drawing/2014/main" id="{B718E636-EAC2-1E9C-09EA-CB990BC1A487}"/>
                  </a:ext>
                </a:extLst>
              </p:cNvPr>
              <p:cNvSpPr/>
              <p:nvPr/>
            </p:nvSpPr>
            <p:spPr>
              <a:xfrm>
                <a:off x="2078512" y="3045580"/>
                <a:ext cx="2151746" cy="2621795"/>
              </a:xfrm>
              <a:custGeom>
                <a:avLst/>
                <a:gdLst/>
                <a:ahLst/>
                <a:cxnLst>
                  <a:cxn ang="0">
                    <a:pos x="wd2" y="hd2"/>
                  </a:cxn>
                  <a:cxn ang="5400000">
                    <a:pos x="wd2" y="hd2"/>
                  </a:cxn>
                  <a:cxn ang="10800000">
                    <a:pos x="wd2" y="hd2"/>
                  </a:cxn>
                  <a:cxn ang="16200000">
                    <a:pos x="wd2" y="hd2"/>
                  </a:cxn>
                </a:cxnLst>
                <a:rect l="0" t="0" r="r" b="b"/>
                <a:pathLst>
                  <a:path w="21443" h="21600" extrusionOk="0">
                    <a:moveTo>
                      <a:pt x="9809" y="0"/>
                    </a:moveTo>
                    <a:cubicBezTo>
                      <a:pt x="9466" y="0"/>
                      <a:pt x="9113" y="167"/>
                      <a:pt x="9023" y="374"/>
                    </a:cubicBezTo>
                    <a:cubicBezTo>
                      <a:pt x="8932" y="583"/>
                      <a:pt x="9140" y="754"/>
                      <a:pt x="9487" y="754"/>
                    </a:cubicBezTo>
                    <a:cubicBezTo>
                      <a:pt x="9835" y="754"/>
                      <a:pt x="10188" y="583"/>
                      <a:pt x="10275" y="374"/>
                    </a:cubicBezTo>
                    <a:cubicBezTo>
                      <a:pt x="10361" y="167"/>
                      <a:pt x="10153" y="0"/>
                      <a:pt x="9809" y="0"/>
                    </a:cubicBezTo>
                    <a:close/>
                    <a:moveTo>
                      <a:pt x="11344" y="0"/>
                    </a:moveTo>
                    <a:cubicBezTo>
                      <a:pt x="11001" y="0"/>
                      <a:pt x="10652" y="167"/>
                      <a:pt x="10567" y="374"/>
                    </a:cubicBezTo>
                    <a:cubicBezTo>
                      <a:pt x="10481" y="583"/>
                      <a:pt x="10693" y="754"/>
                      <a:pt x="11040" y="754"/>
                    </a:cubicBezTo>
                    <a:cubicBezTo>
                      <a:pt x="11388" y="754"/>
                      <a:pt x="11738" y="583"/>
                      <a:pt x="11820" y="374"/>
                    </a:cubicBezTo>
                    <a:cubicBezTo>
                      <a:pt x="11901" y="167"/>
                      <a:pt x="11688" y="0"/>
                      <a:pt x="11344" y="0"/>
                    </a:cubicBezTo>
                    <a:close/>
                    <a:moveTo>
                      <a:pt x="12858" y="0"/>
                    </a:moveTo>
                    <a:cubicBezTo>
                      <a:pt x="12514" y="0"/>
                      <a:pt x="12171" y="167"/>
                      <a:pt x="12090" y="374"/>
                    </a:cubicBezTo>
                    <a:cubicBezTo>
                      <a:pt x="12009" y="583"/>
                      <a:pt x="12224" y="754"/>
                      <a:pt x="12572" y="754"/>
                    </a:cubicBezTo>
                    <a:cubicBezTo>
                      <a:pt x="12920" y="754"/>
                      <a:pt x="13265" y="583"/>
                      <a:pt x="13342" y="374"/>
                    </a:cubicBezTo>
                    <a:cubicBezTo>
                      <a:pt x="13419" y="167"/>
                      <a:pt x="13202" y="0"/>
                      <a:pt x="12858" y="0"/>
                    </a:cubicBezTo>
                    <a:close/>
                    <a:moveTo>
                      <a:pt x="6310" y="928"/>
                    </a:moveTo>
                    <a:cubicBezTo>
                      <a:pt x="5961" y="928"/>
                      <a:pt x="5595" y="1100"/>
                      <a:pt x="5492" y="1313"/>
                    </a:cubicBezTo>
                    <a:cubicBezTo>
                      <a:pt x="5388" y="1528"/>
                      <a:pt x="5589" y="1703"/>
                      <a:pt x="5942" y="1703"/>
                    </a:cubicBezTo>
                    <a:cubicBezTo>
                      <a:pt x="6295" y="1703"/>
                      <a:pt x="6663" y="1528"/>
                      <a:pt x="6762" y="1313"/>
                    </a:cubicBezTo>
                    <a:cubicBezTo>
                      <a:pt x="6861" y="1100"/>
                      <a:pt x="6658" y="928"/>
                      <a:pt x="6310" y="928"/>
                    </a:cubicBezTo>
                    <a:close/>
                    <a:moveTo>
                      <a:pt x="7865" y="928"/>
                    </a:moveTo>
                    <a:cubicBezTo>
                      <a:pt x="7517" y="928"/>
                      <a:pt x="7154" y="1100"/>
                      <a:pt x="7056" y="1313"/>
                    </a:cubicBezTo>
                    <a:cubicBezTo>
                      <a:pt x="6958" y="1528"/>
                      <a:pt x="7163" y="1703"/>
                      <a:pt x="7516" y="1703"/>
                    </a:cubicBezTo>
                    <a:cubicBezTo>
                      <a:pt x="7869" y="1703"/>
                      <a:pt x="8233" y="1528"/>
                      <a:pt x="8327" y="1313"/>
                    </a:cubicBezTo>
                    <a:cubicBezTo>
                      <a:pt x="8421" y="1100"/>
                      <a:pt x="8214" y="928"/>
                      <a:pt x="7865" y="928"/>
                    </a:cubicBezTo>
                    <a:close/>
                    <a:moveTo>
                      <a:pt x="9421" y="928"/>
                    </a:moveTo>
                    <a:cubicBezTo>
                      <a:pt x="9072" y="928"/>
                      <a:pt x="8715" y="1100"/>
                      <a:pt x="8622" y="1313"/>
                    </a:cubicBezTo>
                    <a:cubicBezTo>
                      <a:pt x="8528" y="1528"/>
                      <a:pt x="8738" y="1703"/>
                      <a:pt x="9090" y="1703"/>
                    </a:cubicBezTo>
                    <a:cubicBezTo>
                      <a:pt x="9443" y="1703"/>
                      <a:pt x="9802" y="1528"/>
                      <a:pt x="9892" y="1313"/>
                    </a:cubicBezTo>
                    <a:cubicBezTo>
                      <a:pt x="9981" y="1100"/>
                      <a:pt x="9769" y="928"/>
                      <a:pt x="9421" y="928"/>
                    </a:cubicBezTo>
                    <a:close/>
                    <a:moveTo>
                      <a:pt x="10956" y="928"/>
                    </a:moveTo>
                    <a:cubicBezTo>
                      <a:pt x="10607" y="928"/>
                      <a:pt x="10253" y="1100"/>
                      <a:pt x="10165" y="1313"/>
                    </a:cubicBezTo>
                    <a:cubicBezTo>
                      <a:pt x="10077" y="1528"/>
                      <a:pt x="10291" y="1703"/>
                      <a:pt x="10643" y="1703"/>
                    </a:cubicBezTo>
                    <a:cubicBezTo>
                      <a:pt x="10996" y="1703"/>
                      <a:pt x="11352" y="1528"/>
                      <a:pt x="11436" y="1313"/>
                    </a:cubicBezTo>
                    <a:cubicBezTo>
                      <a:pt x="11520" y="1100"/>
                      <a:pt x="11304" y="928"/>
                      <a:pt x="10956" y="928"/>
                    </a:cubicBezTo>
                    <a:close/>
                    <a:moveTo>
                      <a:pt x="12512" y="928"/>
                    </a:moveTo>
                    <a:cubicBezTo>
                      <a:pt x="12163" y="928"/>
                      <a:pt x="11814" y="1100"/>
                      <a:pt x="11731" y="1313"/>
                    </a:cubicBezTo>
                    <a:cubicBezTo>
                      <a:pt x="11647" y="1528"/>
                      <a:pt x="11865" y="1703"/>
                      <a:pt x="12218" y="1703"/>
                    </a:cubicBezTo>
                    <a:cubicBezTo>
                      <a:pt x="12571" y="1703"/>
                      <a:pt x="12921" y="1528"/>
                      <a:pt x="13001" y="1313"/>
                    </a:cubicBezTo>
                    <a:cubicBezTo>
                      <a:pt x="13080" y="1100"/>
                      <a:pt x="12861" y="928"/>
                      <a:pt x="12512" y="928"/>
                    </a:cubicBezTo>
                    <a:close/>
                    <a:moveTo>
                      <a:pt x="14068" y="928"/>
                    </a:moveTo>
                    <a:cubicBezTo>
                      <a:pt x="13720" y="928"/>
                      <a:pt x="13374" y="1100"/>
                      <a:pt x="13296" y="1313"/>
                    </a:cubicBezTo>
                    <a:cubicBezTo>
                      <a:pt x="13218" y="1528"/>
                      <a:pt x="13440" y="1703"/>
                      <a:pt x="13792" y="1703"/>
                    </a:cubicBezTo>
                    <a:cubicBezTo>
                      <a:pt x="14145" y="1703"/>
                      <a:pt x="14493" y="1528"/>
                      <a:pt x="14567" y="1313"/>
                    </a:cubicBezTo>
                    <a:cubicBezTo>
                      <a:pt x="14641" y="1100"/>
                      <a:pt x="14417" y="928"/>
                      <a:pt x="14068" y="928"/>
                    </a:cubicBezTo>
                    <a:close/>
                    <a:moveTo>
                      <a:pt x="7436" y="1874"/>
                    </a:moveTo>
                    <a:cubicBezTo>
                      <a:pt x="7082" y="1874"/>
                      <a:pt x="6713" y="2051"/>
                      <a:pt x="6613" y="2270"/>
                    </a:cubicBezTo>
                    <a:cubicBezTo>
                      <a:pt x="6511" y="2491"/>
                      <a:pt x="6719" y="2671"/>
                      <a:pt x="7077" y="2671"/>
                    </a:cubicBezTo>
                    <a:cubicBezTo>
                      <a:pt x="7435" y="2671"/>
                      <a:pt x="7805" y="2491"/>
                      <a:pt x="7902" y="2270"/>
                    </a:cubicBezTo>
                    <a:cubicBezTo>
                      <a:pt x="7999" y="2051"/>
                      <a:pt x="7789" y="1874"/>
                      <a:pt x="7436" y="1874"/>
                    </a:cubicBezTo>
                    <a:close/>
                    <a:moveTo>
                      <a:pt x="9012" y="1874"/>
                    </a:moveTo>
                    <a:cubicBezTo>
                      <a:pt x="8659" y="1874"/>
                      <a:pt x="8294" y="2051"/>
                      <a:pt x="8199" y="2270"/>
                    </a:cubicBezTo>
                    <a:cubicBezTo>
                      <a:pt x="8102" y="2491"/>
                      <a:pt x="8314" y="2671"/>
                      <a:pt x="8672" y="2671"/>
                    </a:cubicBezTo>
                    <a:cubicBezTo>
                      <a:pt x="9030" y="2671"/>
                      <a:pt x="9395" y="2491"/>
                      <a:pt x="9487" y="2270"/>
                    </a:cubicBezTo>
                    <a:cubicBezTo>
                      <a:pt x="9579" y="2051"/>
                      <a:pt x="9366" y="1874"/>
                      <a:pt x="9012" y="1874"/>
                    </a:cubicBezTo>
                    <a:close/>
                    <a:moveTo>
                      <a:pt x="10590" y="1874"/>
                    </a:moveTo>
                    <a:cubicBezTo>
                      <a:pt x="10236" y="1874"/>
                      <a:pt x="9876" y="2051"/>
                      <a:pt x="9785" y="2270"/>
                    </a:cubicBezTo>
                    <a:cubicBezTo>
                      <a:pt x="9694" y="2491"/>
                      <a:pt x="9910" y="2671"/>
                      <a:pt x="10268" y="2671"/>
                    </a:cubicBezTo>
                    <a:cubicBezTo>
                      <a:pt x="10626" y="2671"/>
                      <a:pt x="10988" y="2491"/>
                      <a:pt x="11075" y="2270"/>
                    </a:cubicBezTo>
                    <a:cubicBezTo>
                      <a:pt x="11161" y="2051"/>
                      <a:pt x="10943" y="1874"/>
                      <a:pt x="10590" y="1874"/>
                    </a:cubicBezTo>
                    <a:close/>
                    <a:moveTo>
                      <a:pt x="12145" y="1874"/>
                    </a:moveTo>
                    <a:cubicBezTo>
                      <a:pt x="11791" y="1874"/>
                      <a:pt x="11435" y="2051"/>
                      <a:pt x="11350" y="2270"/>
                    </a:cubicBezTo>
                    <a:cubicBezTo>
                      <a:pt x="11264" y="2491"/>
                      <a:pt x="11484" y="2671"/>
                      <a:pt x="11842" y="2671"/>
                    </a:cubicBezTo>
                    <a:cubicBezTo>
                      <a:pt x="12201" y="2671"/>
                      <a:pt x="12557" y="2491"/>
                      <a:pt x="12639" y="2270"/>
                    </a:cubicBezTo>
                    <a:cubicBezTo>
                      <a:pt x="12720" y="2051"/>
                      <a:pt x="12499" y="1874"/>
                      <a:pt x="12145" y="1874"/>
                    </a:cubicBezTo>
                    <a:close/>
                    <a:moveTo>
                      <a:pt x="13722" y="1874"/>
                    </a:moveTo>
                    <a:cubicBezTo>
                      <a:pt x="13369" y="1874"/>
                      <a:pt x="13017" y="2051"/>
                      <a:pt x="12937" y="2270"/>
                    </a:cubicBezTo>
                    <a:cubicBezTo>
                      <a:pt x="12856" y="2491"/>
                      <a:pt x="13081" y="2671"/>
                      <a:pt x="13438" y="2671"/>
                    </a:cubicBezTo>
                    <a:cubicBezTo>
                      <a:pt x="13796" y="2671"/>
                      <a:pt x="14149" y="2491"/>
                      <a:pt x="14226" y="2270"/>
                    </a:cubicBezTo>
                    <a:cubicBezTo>
                      <a:pt x="14302" y="2051"/>
                      <a:pt x="14076" y="1874"/>
                      <a:pt x="13722" y="1874"/>
                    </a:cubicBezTo>
                    <a:close/>
                    <a:moveTo>
                      <a:pt x="15299" y="1874"/>
                    </a:moveTo>
                    <a:cubicBezTo>
                      <a:pt x="14945" y="1874"/>
                      <a:pt x="14598" y="2051"/>
                      <a:pt x="14523" y="2270"/>
                    </a:cubicBezTo>
                    <a:cubicBezTo>
                      <a:pt x="14448" y="2491"/>
                      <a:pt x="14676" y="2671"/>
                      <a:pt x="15034" y="2671"/>
                    </a:cubicBezTo>
                    <a:cubicBezTo>
                      <a:pt x="15392" y="2671"/>
                      <a:pt x="15741" y="2491"/>
                      <a:pt x="15812" y="2270"/>
                    </a:cubicBezTo>
                    <a:cubicBezTo>
                      <a:pt x="15882" y="2051"/>
                      <a:pt x="15653" y="1874"/>
                      <a:pt x="15299" y="1874"/>
                    </a:cubicBezTo>
                    <a:close/>
                    <a:moveTo>
                      <a:pt x="5410" y="2837"/>
                    </a:moveTo>
                    <a:cubicBezTo>
                      <a:pt x="5051" y="2837"/>
                      <a:pt x="4672" y="3018"/>
                      <a:pt x="4562" y="3244"/>
                    </a:cubicBezTo>
                    <a:cubicBezTo>
                      <a:pt x="4452" y="3471"/>
                      <a:pt x="4657" y="3657"/>
                      <a:pt x="5021" y="3657"/>
                    </a:cubicBezTo>
                    <a:cubicBezTo>
                      <a:pt x="5384" y="3657"/>
                      <a:pt x="5765" y="3471"/>
                      <a:pt x="5871" y="3244"/>
                    </a:cubicBezTo>
                    <a:cubicBezTo>
                      <a:pt x="5976" y="3018"/>
                      <a:pt x="5769" y="2837"/>
                      <a:pt x="5410" y="2837"/>
                    </a:cubicBezTo>
                    <a:close/>
                    <a:moveTo>
                      <a:pt x="7007" y="2837"/>
                    </a:moveTo>
                    <a:cubicBezTo>
                      <a:pt x="6648" y="2837"/>
                      <a:pt x="6273" y="3018"/>
                      <a:pt x="6169" y="3244"/>
                    </a:cubicBezTo>
                    <a:cubicBezTo>
                      <a:pt x="6065" y="3471"/>
                      <a:pt x="6274" y="3657"/>
                      <a:pt x="6637" y="3657"/>
                    </a:cubicBezTo>
                    <a:cubicBezTo>
                      <a:pt x="7000" y="3657"/>
                      <a:pt x="7377" y="3471"/>
                      <a:pt x="7477" y="3244"/>
                    </a:cubicBezTo>
                    <a:cubicBezTo>
                      <a:pt x="7577" y="3018"/>
                      <a:pt x="7366" y="2837"/>
                      <a:pt x="7007" y="2837"/>
                    </a:cubicBezTo>
                    <a:close/>
                    <a:moveTo>
                      <a:pt x="8604" y="2837"/>
                    </a:moveTo>
                    <a:cubicBezTo>
                      <a:pt x="8246" y="2837"/>
                      <a:pt x="7875" y="3018"/>
                      <a:pt x="7776" y="3244"/>
                    </a:cubicBezTo>
                    <a:cubicBezTo>
                      <a:pt x="7677" y="3471"/>
                      <a:pt x="7891" y="3657"/>
                      <a:pt x="8254" y="3657"/>
                    </a:cubicBezTo>
                    <a:cubicBezTo>
                      <a:pt x="8618" y="3657"/>
                      <a:pt x="8989" y="3471"/>
                      <a:pt x="9084" y="3244"/>
                    </a:cubicBezTo>
                    <a:cubicBezTo>
                      <a:pt x="9178" y="3018"/>
                      <a:pt x="8963" y="2837"/>
                      <a:pt x="8604" y="2837"/>
                    </a:cubicBezTo>
                    <a:close/>
                    <a:moveTo>
                      <a:pt x="10180" y="2837"/>
                    </a:moveTo>
                    <a:cubicBezTo>
                      <a:pt x="9822" y="2837"/>
                      <a:pt x="9456" y="3018"/>
                      <a:pt x="9362" y="3244"/>
                    </a:cubicBezTo>
                    <a:cubicBezTo>
                      <a:pt x="9269" y="3471"/>
                      <a:pt x="9487" y="3657"/>
                      <a:pt x="9850" y="3657"/>
                    </a:cubicBezTo>
                    <a:cubicBezTo>
                      <a:pt x="10214" y="3657"/>
                      <a:pt x="10582" y="3471"/>
                      <a:pt x="10671" y="3244"/>
                    </a:cubicBezTo>
                    <a:cubicBezTo>
                      <a:pt x="10760" y="3018"/>
                      <a:pt x="10540" y="2837"/>
                      <a:pt x="10180" y="2837"/>
                    </a:cubicBezTo>
                    <a:close/>
                    <a:moveTo>
                      <a:pt x="11778" y="2837"/>
                    </a:moveTo>
                    <a:cubicBezTo>
                      <a:pt x="11419" y="2837"/>
                      <a:pt x="11057" y="3018"/>
                      <a:pt x="10969" y="3244"/>
                    </a:cubicBezTo>
                    <a:cubicBezTo>
                      <a:pt x="10881" y="3471"/>
                      <a:pt x="11103" y="3657"/>
                      <a:pt x="11467" y="3657"/>
                    </a:cubicBezTo>
                    <a:cubicBezTo>
                      <a:pt x="11830" y="3657"/>
                      <a:pt x="12193" y="3471"/>
                      <a:pt x="12277" y="3244"/>
                    </a:cubicBezTo>
                    <a:cubicBezTo>
                      <a:pt x="12361" y="3018"/>
                      <a:pt x="12138" y="2837"/>
                      <a:pt x="11778" y="2837"/>
                    </a:cubicBezTo>
                    <a:close/>
                    <a:moveTo>
                      <a:pt x="13376" y="2837"/>
                    </a:moveTo>
                    <a:cubicBezTo>
                      <a:pt x="13018" y="2837"/>
                      <a:pt x="12660" y="3018"/>
                      <a:pt x="12577" y="3244"/>
                    </a:cubicBezTo>
                    <a:cubicBezTo>
                      <a:pt x="12494" y="3471"/>
                      <a:pt x="12721" y="3657"/>
                      <a:pt x="13084" y="3657"/>
                    </a:cubicBezTo>
                    <a:cubicBezTo>
                      <a:pt x="13448" y="3657"/>
                      <a:pt x="13807" y="3471"/>
                      <a:pt x="13885" y="3244"/>
                    </a:cubicBezTo>
                    <a:cubicBezTo>
                      <a:pt x="13964" y="3018"/>
                      <a:pt x="13735" y="2837"/>
                      <a:pt x="13376" y="2837"/>
                    </a:cubicBezTo>
                    <a:close/>
                    <a:moveTo>
                      <a:pt x="14975" y="2837"/>
                    </a:moveTo>
                    <a:cubicBezTo>
                      <a:pt x="14615" y="2837"/>
                      <a:pt x="14262" y="3018"/>
                      <a:pt x="14185" y="3244"/>
                    </a:cubicBezTo>
                    <a:cubicBezTo>
                      <a:pt x="14107" y="3471"/>
                      <a:pt x="14338" y="3657"/>
                      <a:pt x="14702" y="3657"/>
                    </a:cubicBezTo>
                    <a:cubicBezTo>
                      <a:pt x="15065" y="3657"/>
                      <a:pt x="15419" y="3471"/>
                      <a:pt x="15492" y="3244"/>
                    </a:cubicBezTo>
                    <a:cubicBezTo>
                      <a:pt x="15565" y="3018"/>
                      <a:pt x="15333" y="2837"/>
                      <a:pt x="14975" y="2837"/>
                    </a:cubicBezTo>
                    <a:close/>
                    <a:moveTo>
                      <a:pt x="16551" y="2837"/>
                    </a:moveTo>
                    <a:cubicBezTo>
                      <a:pt x="16192" y="2837"/>
                      <a:pt x="15843" y="3018"/>
                      <a:pt x="15772" y="3244"/>
                    </a:cubicBezTo>
                    <a:cubicBezTo>
                      <a:pt x="15699" y="3471"/>
                      <a:pt x="15935" y="3657"/>
                      <a:pt x="16298" y="3657"/>
                    </a:cubicBezTo>
                    <a:cubicBezTo>
                      <a:pt x="16662" y="3657"/>
                      <a:pt x="17012" y="3471"/>
                      <a:pt x="17080" y="3244"/>
                    </a:cubicBezTo>
                    <a:cubicBezTo>
                      <a:pt x="17148" y="3018"/>
                      <a:pt x="16910" y="2837"/>
                      <a:pt x="16551" y="2837"/>
                    </a:cubicBezTo>
                    <a:close/>
                    <a:moveTo>
                      <a:pt x="4940" y="3852"/>
                    </a:moveTo>
                    <a:cubicBezTo>
                      <a:pt x="4575" y="3852"/>
                      <a:pt x="4189" y="4040"/>
                      <a:pt x="4076" y="4273"/>
                    </a:cubicBezTo>
                    <a:cubicBezTo>
                      <a:pt x="3963" y="4507"/>
                      <a:pt x="4170" y="4698"/>
                      <a:pt x="4539" y="4698"/>
                    </a:cubicBezTo>
                    <a:cubicBezTo>
                      <a:pt x="4908" y="4698"/>
                      <a:pt x="5295" y="4507"/>
                      <a:pt x="5404" y="4273"/>
                    </a:cubicBezTo>
                    <a:cubicBezTo>
                      <a:pt x="5512" y="4040"/>
                      <a:pt x="5304" y="3852"/>
                      <a:pt x="4940" y="3852"/>
                    </a:cubicBezTo>
                    <a:close/>
                    <a:moveTo>
                      <a:pt x="6557" y="3852"/>
                    </a:moveTo>
                    <a:cubicBezTo>
                      <a:pt x="6193" y="3852"/>
                      <a:pt x="5812" y="4040"/>
                      <a:pt x="5705" y="4273"/>
                    </a:cubicBezTo>
                    <a:cubicBezTo>
                      <a:pt x="5597" y="4507"/>
                      <a:pt x="5808" y="4698"/>
                      <a:pt x="6177" y="4698"/>
                    </a:cubicBezTo>
                    <a:cubicBezTo>
                      <a:pt x="6546" y="4698"/>
                      <a:pt x="6929" y="4507"/>
                      <a:pt x="7032" y="4273"/>
                    </a:cubicBezTo>
                    <a:cubicBezTo>
                      <a:pt x="7135" y="4040"/>
                      <a:pt x="6922" y="3852"/>
                      <a:pt x="6557" y="3852"/>
                    </a:cubicBezTo>
                    <a:close/>
                    <a:moveTo>
                      <a:pt x="8176" y="3852"/>
                    </a:moveTo>
                    <a:cubicBezTo>
                      <a:pt x="7812" y="3852"/>
                      <a:pt x="7434" y="4040"/>
                      <a:pt x="7332" y="4273"/>
                    </a:cubicBezTo>
                    <a:cubicBezTo>
                      <a:pt x="7230" y="4507"/>
                      <a:pt x="7446" y="4698"/>
                      <a:pt x="7815" y="4698"/>
                    </a:cubicBezTo>
                    <a:cubicBezTo>
                      <a:pt x="8184" y="4698"/>
                      <a:pt x="8562" y="4507"/>
                      <a:pt x="8660" y="4273"/>
                    </a:cubicBezTo>
                    <a:cubicBezTo>
                      <a:pt x="8757" y="4040"/>
                      <a:pt x="8540" y="3852"/>
                      <a:pt x="8176" y="3852"/>
                    </a:cubicBezTo>
                    <a:close/>
                    <a:moveTo>
                      <a:pt x="9773" y="3852"/>
                    </a:moveTo>
                    <a:cubicBezTo>
                      <a:pt x="9409" y="3852"/>
                      <a:pt x="9036" y="4040"/>
                      <a:pt x="8939" y="4273"/>
                    </a:cubicBezTo>
                    <a:cubicBezTo>
                      <a:pt x="8843" y="4507"/>
                      <a:pt x="9063" y="4698"/>
                      <a:pt x="9432" y="4698"/>
                    </a:cubicBezTo>
                    <a:cubicBezTo>
                      <a:pt x="9801" y="4698"/>
                      <a:pt x="10176" y="4507"/>
                      <a:pt x="10268" y="4273"/>
                    </a:cubicBezTo>
                    <a:cubicBezTo>
                      <a:pt x="10359" y="4040"/>
                      <a:pt x="10137" y="3852"/>
                      <a:pt x="9773" y="3852"/>
                    </a:cubicBezTo>
                    <a:close/>
                    <a:moveTo>
                      <a:pt x="11392" y="3852"/>
                    </a:moveTo>
                    <a:cubicBezTo>
                      <a:pt x="11027" y="3852"/>
                      <a:pt x="10659" y="4040"/>
                      <a:pt x="10568" y="4273"/>
                    </a:cubicBezTo>
                    <a:cubicBezTo>
                      <a:pt x="10477" y="4507"/>
                      <a:pt x="10702" y="4698"/>
                      <a:pt x="11071" y="4698"/>
                    </a:cubicBezTo>
                    <a:cubicBezTo>
                      <a:pt x="11440" y="4698"/>
                      <a:pt x="11809" y="4507"/>
                      <a:pt x="11895" y="4273"/>
                    </a:cubicBezTo>
                    <a:cubicBezTo>
                      <a:pt x="11982" y="4040"/>
                      <a:pt x="11756" y="3852"/>
                      <a:pt x="11392" y="3852"/>
                    </a:cubicBezTo>
                    <a:close/>
                    <a:moveTo>
                      <a:pt x="13010" y="3852"/>
                    </a:moveTo>
                    <a:cubicBezTo>
                      <a:pt x="12646" y="3852"/>
                      <a:pt x="12282" y="4040"/>
                      <a:pt x="12197" y="4273"/>
                    </a:cubicBezTo>
                    <a:cubicBezTo>
                      <a:pt x="12111" y="4507"/>
                      <a:pt x="12341" y="4698"/>
                      <a:pt x="12710" y="4698"/>
                    </a:cubicBezTo>
                    <a:cubicBezTo>
                      <a:pt x="13078" y="4698"/>
                      <a:pt x="13444" y="4507"/>
                      <a:pt x="13525" y="4273"/>
                    </a:cubicBezTo>
                    <a:cubicBezTo>
                      <a:pt x="13605" y="4040"/>
                      <a:pt x="13374" y="3852"/>
                      <a:pt x="13010" y="3852"/>
                    </a:cubicBezTo>
                    <a:close/>
                    <a:moveTo>
                      <a:pt x="14629" y="3852"/>
                    </a:moveTo>
                    <a:cubicBezTo>
                      <a:pt x="14264" y="3852"/>
                      <a:pt x="13905" y="4040"/>
                      <a:pt x="13826" y="4273"/>
                    </a:cubicBezTo>
                    <a:cubicBezTo>
                      <a:pt x="13745" y="4507"/>
                      <a:pt x="13979" y="4698"/>
                      <a:pt x="14348" y="4698"/>
                    </a:cubicBezTo>
                    <a:cubicBezTo>
                      <a:pt x="14716" y="4698"/>
                      <a:pt x="15077" y="4507"/>
                      <a:pt x="15153" y="4273"/>
                    </a:cubicBezTo>
                    <a:cubicBezTo>
                      <a:pt x="15228" y="4040"/>
                      <a:pt x="14993" y="3852"/>
                      <a:pt x="14629" y="3852"/>
                    </a:cubicBezTo>
                    <a:close/>
                    <a:moveTo>
                      <a:pt x="16248" y="3852"/>
                    </a:moveTo>
                    <a:cubicBezTo>
                      <a:pt x="15884" y="3852"/>
                      <a:pt x="15529" y="4040"/>
                      <a:pt x="15454" y="4273"/>
                    </a:cubicBezTo>
                    <a:cubicBezTo>
                      <a:pt x="15380" y="4507"/>
                      <a:pt x="15618" y="4698"/>
                      <a:pt x="15987" y="4698"/>
                    </a:cubicBezTo>
                    <a:cubicBezTo>
                      <a:pt x="16356" y="4698"/>
                      <a:pt x="16712" y="4507"/>
                      <a:pt x="16782" y="4273"/>
                    </a:cubicBezTo>
                    <a:cubicBezTo>
                      <a:pt x="16852" y="4040"/>
                      <a:pt x="16612" y="3852"/>
                      <a:pt x="16248" y="3852"/>
                    </a:cubicBezTo>
                    <a:close/>
                    <a:moveTo>
                      <a:pt x="17867" y="3852"/>
                    </a:moveTo>
                    <a:cubicBezTo>
                      <a:pt x="17503" y="3852"/>
                      <a:pt x="17152" y="4040"/>
                      <a:pt x="17083" y="4273"/>
                    </a:cubicBezTo>
                    <a:cubicBezTo>
                      <a:pt x="17014" y="4507"/>
                      <a:pt x="17258" y="4698"/>
                      <a:pt x="17626" y="4698"/>
                    </a:cubicBezTo>
                    <a:cubicBezTo>
                      <a:pt x="17995" y="4698"/>
                      <a:pt x="18347" y="4507"/>
                      <a:pt x="18411" y="4273"/>
                    </a:cubicBezTo>
                    <a:cubicBezTo>
                      <a:pt x="18475" y="4040"/>
                      <a:pt x="18231" y="3852"/>
                      <a:pt x="17867" y="3852"/>
                    </a:cubicBezTo>
                    <a:close/>
                    <a:moveTo>
                      <a:pt x="19486" y="3852"/>
                    </a:moveTo>
                    <a:cubicBezTo>
                      <a:pt x="19121" y="3852"/>
                      <a:pt x="18775" y="4040"/>
                      <a:pt x="18712" y="4273"/>
                    </a:cubicBezTo>
                    <a:cubicBezTo>
                      <a:pt x="18649" y="4507"/>
                      <a:pt x="18896" y="4698"/>
                      <a:pt x="19265" y="4698"/>
                    </a:cubicBezTo>
                    <a:cubicBezTo>
                      <a:pt x="19634" y="4698"/>
                      <a:pt x="19981" y="4507"/>
                      <a:pt x="20040" y="4273"/>
                    </a:cubicBezTo>
                    <a:cubicBezTo>
                      <a:pt x="20099" y="4040"/>
                      <a:pt x="19851" y="3852"/>
                      <a:pt x="19486" y="3852"/>
                    </a:cubicBezTo>
                    <a:close/>
                    <a:moveTo>
                      <a:pt x="6087" y="4885"/>
                    </a:moveTo>
                    <a:cubicBezTo>
                      <a:pt x="5718" y="4885"/>
                      <a:pt x="5328" y="5080"/>
                      <a:pt x="5218" y="5319"/>
                    </a:cubicBezTo>
                    <a:cubicBezTo>
                      <a:pt x="5107" y="5561"/>
                      <a:pt x="5320" y="5758"/>
                      <a:pt x="5695" y="5758"/>
                    </a:cubicBezTo>
                    <a:cubicBezTo>
                      <a:pt x="6069" y="5758"/>
                      <a:pt x="6460" y="5561"/>
                      <a:pt x="6567" y="5319"/>
                    </a:cubicBezTo>
                    <a:cubicBezTo>
                      <a:pt x="6672" y="5080"/>
                      <a:pt x="6457" y="4885"/>
                      <a:pt x="6087" y="4885"/>
                    </a:cubicBezTo>
                    <a:close/>
                    <a:moveTo>
                      <a:pt x="7727" y="4885"/>
                    </a:moveTo>
                    <a:cubicBezTo>
                      <a:pt x="7357" y="4885"/>
                      <a:pt x="6972" y="5080"/>
                      <a:pt x="6868" y="5319"/>
                    </a:cubicBezTo>
                    <a:cubicBezTo>
                      <a:pt x="6762" y="5561"/>
                      <a:pt x="6980" y="5758"/>
                      <a:pt x="7354" y="5758"/>
                    </a:cubicBezTo>
                    <a:cubicBezTo>
                      <a:pt x="7729" y="5758"/>
                      <a:pt x="8115" y="5561"/>
                      <a:pt x="8215" y="5319"/>
                    </a:cubicBezTo>
                    <a:cubicBezTo>
                      <a:pt x="8315" y="5080"/>
                      <a:pt x="8097" y="4885"/>
                      <a:pt x="7727" y="4885"/>
                    </a:cubicBezTo>
                    <a:close/>
                    <a:moveTo>
                      <a:pt x="9366" y="4885"/>
                    </a:moveTo>
                    <a:cubicBezTo>
                      <a:pt x="8996" y="4885"/>
                      <a:pt x="8616" y="5080"/>
                      <a:pt x="8517" y="5319"/>
                    </a:cubicBezTo>
                    <a:cubicBezTo>
                      <a:pt x="8418" y="5561"/>
                      <a:pt x="8640" y="5758"/>
                      <a:pt x="9014" y="5758"/>
                    </a:cubicBezTo>
                    <a:cubicBezTo>
                      <a:pt x="9389" y="5758"/>
                      <a:pt x="9770" y="5561"/>
                      <a:pt x="9865" y="5319"/>
                    </a:cubicBezTo>
                    <a:cubicBezTo>
                      <a:pt x="9960" y="5080"/>
                      <a:pt x="9736" y="4885"/>
                      <a:pt x="9366" y="4885"/>
                    </a:cubicBezTo>
                    <a:close/>
                    <a:moveTo>
                      <a:pt x="11005" y="4885"/>
                    </a:moveTo>
                    <a:cubicBezTo>
                      <a:pt x="10635" y="4885"/>
                      <a:pt x="10260" y="5080"/>
                      <a:pt x="10167" y="5319"/>
                    </a:cubicBezTo>
                    <a:cubicBezTo>
                      <a:pt x="10073" y="5561"/>
                      <a:pt x="10299" y="5758"/>
                      <a:pt x="10674" y="5758"/>
                    </a:cubicBezTo>
                    <a:cubicBezTo>
                      <a:pt x="11048" y="5758"/>
                      <a:pt x="11425" y="5561"/>
                      <a:pt x="11514" y="5319"/>
                    </a:cubicBezTo>
                    <a:cubicBezTo>
                      <a:pt x="11603" y="5080"/>
                      <a:pt x="11375" y="4885"/>
                      <a:pt x="11005" y="4885"/>
                    </a:cubicBezTo>
                    <a:close/>
                    <a:moveTo>
                      <a:pt x="12645" y="4885"/>
                    </a:moveTo>
                    <a:cubicBezTo>
                      <a:pt x="12275" y="4885"/>
                      <a:pt x="11903" y="5080"/>
                      <a:pt x="11816" y="5319"/>
                    </a:cubicBezTo>
                    <a:cubicBezTo>
                      <a:pt x="11728" y="5561"/>
                      <a:pt x="11960" y="5758"/>
                      <a:pt x="12334" y="5758"/>
                    </a:cubicBezTo>
                    <a:cubicBezTo>
                      <a:pt x="12709" y="5758"/>
                      <a:pt x="13081" y="5561"/>
                      <a:pt x="13164" y="5319"/>
                    </a:cubicBezTo>
                    <a:cubicBezTo>
                      <a:pt x="13247" y="5080"/>
                      <a:pt x="13014" y="4885"/>
                      <a:pt x="12645" y="4885"/>
                    </a:cubicBezTo>
                    <a:close/>
                    <a:moveTo>
                      <a:pt x="14284" y="4885"/>
                    </a:moveTo>
                    <a:cubicBezTo>
                      <a:pt x="13914" y="4885"/>
                      <a:pt x="13548" y="5080"/>
                      <a:pt x="13466" y="5319"/>
                    </a:cubicBezTo>
                    <a:cubicBezTo>
                      <a:pt x="13384" y="5561"/>
                      <a:pt x="13619" y="5758"/>
                      <a:pt x="13994" y="5758"/>
                    </a:cubicBezTo>
                    <a:cubicBezTo>
                      <a:pt x="14369" y="5758"/>
                      <a:pt x="14736" y="5561"/>
                      <a:pt x="14814" y="5319"/>
                    </a:cubicBezTo>
                    <a:cubicBezTo>
                      <a:pt x="14891" y="5080"/>
                      <a:pt x="14654" y="4885"/>
                      <a:pt x="14284" y="4885"/>
                    </a:cubicBezTo>
                    <a:close/>
                    <a:moveTo>
                      <a:pt x="15924" y="4885"/>
                    </a:moveTo>
                    <a:cubicBezTo>
                      <a:pt x="15554" y="4885"/>
                      <a:pt x="15193" y="5080"/>
                      <a:pt x="15116" y="5319"/>
                    </a:cubicBezTo>
                    <a:cubicBezTo>
                      <a:pt x="15039" y="5561"/>
                      <a:pt x="15281" y="5758"/>
                      <a:pt x="15655" y="5758"/>
                    </a:cubicBezTo>
                    <a:cubicBezTo>
                      <a:pt x="16029" y="5758"/>
                      <a:pt x="16392" y="5561"/>
                      <a:pt x="16465" y="5319"/>
                    </a:cubicBezTo>
                    <a:cubicBezTo>
                      <a:pt x="16536" y="5080"/>
                      <a:pt x="16293" y="4885"/>
                      <a:pt x="15924" y="4885"/>
                    </a:cubicBezTo>
                    <a:close/>
                    <a:moveTo>
                      <a:pt x="17564" y="4885"/>
                    </a:moveTo>
                    <a:cubicBezTo>
                      <a:pt x="17194" y="4885"/>
                      <a:pt x="16837" y="5080"/>
                      <a:pt x="16766" y="5319"/>
                    </a:cubicBezTo>
                    <a:cubicBezTo>
                      <a:pt x="16695" y="5561"/>
                      <a:pt x="16941" y="5758"/>
                      <a:pt x="17315" y="5758"/>
                    </a:cubicBezTo>
                    <a:cubicBezTo>
                      <a:pt x="17690" y="5758"/>
                      <a:pt x="18047" y="5561"/>
                      <a:pt x="18114" y="5319"/>
                    </a:cubicBezTo>
                    <a:cubicBezTo>
                      <a:pt x="18180" y="5080"/>
                      <a:pt x="17934" y="4885"/>
                      <a:pt x="17564" y="4885"/>
                    </a:cubicBezTo>
                    <a:close/>
                    <a:moveTo>
                      <a:pt x="19203" y="4885"/>
                    </a:moveTo>
                    <a:cubicBezTo>
                      <a:pt x="18833" y="4885"/>
                      <a:pt x="18481" y="5080"/>
                      <a:pt x="18416" y="5319"/>
                    </a:cubicBezTo>
                    <a:cubicBezTo>
                      <a:pt x="18351" y="5561"/>
                      <a:pt x="18601" y="5758"/>
                      <a:pt x="18976" y="5758"/>
                    </a:cubicBezTo>
                    <a:cubicBezTo>
                      <a:pt x="19350" y="5758"/>
                      <a:pt x="19703" y="5561"/>
                      <a:pt x="19764" y="5319"/>
                    </a:cubicBezTo>
                    <a:cubicBezTo>
                      <a:pt x="19824" y="5080"/>
                      <a:pt x="19573" y="4885"/>
                      <a:pt x="19203" y="4885"/>
                    </a:cubicBezTo>
                    <a:close/>
                    <a:moveTo>
                      <a:pt x="20865" y="4885"/>
                    </a:moveTo>
                    <a:cubicBezTo>
                      <a:pt x="20495" y="4885"/>
                      <a:pt x="20147" y="5080"/>
                      <a:pt x="20088" y="5319"/>
                    </a:cubicBezTo>
                    <a:cubicBezTo>
                      <a:pt x="20028" y="5561"/>
                      <a:pt x="20283" y="5758"/>
                      <a:pt x="20658" y="5758"/>
                    </a:cubicBezTo>
                    <a:cubicBezTo>
                      <a:pt x="21032" y="5758"/>
                      <a:pt x="21380" y="5561"/>
                      <a:pt x="21435" y="5319"/>
                    </a:cubicBezTo>
                    <a:cubicBezTo>
                      <a:pt x="21490" y="5080"/>
                      <a:pt x="21235" y="4885"/>
                      <a:pt x="20865" y="4885"/>
                    </a:cubicBezTo>
                    <a:close/>
                    <a:moveTo>
                      <a:pt x="5597" y="5954"/>
                    </a:moveTo>
                    <a:cubicBezTo>
                      <a:pt x="5221" y="5954"/>
                      <a:pt x="4825" y="6153"/>
                      <a:pt x="4711" y="6401"/>
                    </a:cubicBezTo>
                    <a:cubicBezTo>
                      <a:pt x="4597" y="6650"/>
                      <a:pt x="4812" y="6853"/>
                      <a:pt x="5192" y="6853"/>
                    </a:cubicBezTo>
                    <a:cubicBezTo>
                      <a:pt x="5572" y="6853"/>
                      <a:pt x="5971" y="6650"/>
                      <a:pt x="6081" y="6401"/>
                    </a:cubicBezTo>
                    <a:cubicBezTo>
                      <a:pt x="6190" y="6153"/>
                      <a:pt x="5972" y="5954"/>
                      <a:pt x="5597" y="5954"/>
                    </a:cubicBezTo>
                    <a:close/>
                    <a:moveTo>
                      <a:pt x="7278" y="5954"/>
                    </a:moveTo>
                    <a:cubicBezTo>
                      <a:pt x="6903" y="5954"/>
                      <a:pt x="6511" y="6153"/>
                      <a:pt x="6403" y="6401"/>
                    </a:cubicBezTo>
                    <a:cubicBezTo>
                      <a:pt x="6295" y="6650"/>
                      <a:pt x="6514" y="6853"/>
                      <a:pt x="6894" y="6853"/>
                    </a:cubicBezTo>
                    <a:cubicBezTo>
                      <a:pt x="7275" y="6853"/>
                      <a:pt x="7667" y="6650"/>
                      <a:pt x="7771" y="6401"/>
                    </a:cubicBezTo>
                    <a:cubicBezTo>
                      <a:pt x="7874" y="6153"/>
                      <a:pt x="7654" y="5954"/>
                      <a:pt x="7278" y="5954"/>
                    </a:cubicBezTo>
                    <a:close/>
                    <a:moveTo>
                      <a:pt x="8938" y="5954"/>
                    </a:moveTo>
                    <a:cubicBezTo>
                      <a:pt x="8563" y="5954"/>
                      <a:pt x="8176" y="6153"/>
                      <a:pt x="8074" y="6401"/>
                    </a:cubicBezTo>
                    <a:cubicBezTo>
                      <a:pt x="7971" y="6650"/>
                      <a:pt x="8195" y="6853"/>
                      <a:pt x="8575" y="6853"/>
                    </a:cubicBezTo>
                    <a:cubicBezTo>
                      <a:pt x="8956" y="6853"/>
                      <a:pt x="9345" y="6650"/>
                      <a:pt x="9442" y="6401"/>
                    </a:cubicBezTo>
                    <a:cubicBezTo>
                      <a:pt x="9540" y="6153"/>
                      <a:pt x="9314" y="5954"/>
                      <a:pt x="8938" y="5954"/>
                    </a:cubicBezTo>
                    <a:close/>
                    <a:moveTo>
                      <a:pt x="10597" y="5954"/>
                    </a:moveTo>
                    <a:cubicBezTo>
                      <a:pt x="10222" y="5954"/>
                      <a:pt x="9841" y="6153"/>
                      <a:pt x="9744" y="6401"/>
                    </a:cubicBezTo>
                    <a:cubicBezTo>
                      <a:pt x="9647" y="6650"/>
                      <a:pt x="9876" y="6853"/>
                      <a:pt x="10257" y="6853"/>
                    </a:cubicBezTo>
                    <a:cubicBezTo>
                      <a:pt x="10637" y="6853"/>
                      <a:pt x="11021" y="6650"/>
                      <a:pt x="11112" y="6401"/>
                    </a:cubicBezTo>
                    <a:cubicBezTo>
                      <a:pt x="11204" y="6153"/>
                      <a:pt x="10973" y="5954"/>
                      <a:pt x="10597" y="5954"/>
                    </a:cubicBezTo>
                    <a:close/>
                    <a:moveTo>
                      <a:pt x="12258" y="5954"/>
                    </a:moveTo>
                    <a:cubicBezTo>
                      <a:pt x="11883" y="5954"/>
                      <a:pt x="11505" y="6153"/>
                      <a:pt x="11415" y="6401"/>
                    </a:cubicBezTo>
                    <a:cubicBezTo>
                      <a:pt x="11324" y="6650"/>
                      <a:pt x="11559" y="6853"/>
                      <a:pt x="11938" y="6853"/>
                    </a:cubicBezTo>
                    <a:cubicBezTo>
                      <a:pt x="12319" y="6853"/>
                      <a:pt x="12698" y="6650"/>
                      <a:pt x="12784" y="6401"/>
                    </a:cubicBezTo>
                    <a:cubicBezTo>
                      <a:pt x="12870" y="6153"/>
                      <a:pt x="12633" y="5954"/>
                      <a:pt x="12258" y="5954"/>
                    </a:cubicBezTo>
                    <a:close/>
                    <a:moveTo>
                      <a:pt x="13939" y="5954"/>
                    </a:moveTo>
                    <a:cubicBezTo>
                      <a:pt x="13563" y="5954"/>
                      <a:pt x="13191" y="6153"/>
                      <a:pt x="13107" y="6401"/>
                    </a:cubicBezTo>
                    <a:cubicBezTo>
                      <a:pt x="13022" y="6650"/>
                      <a:pt x="13260" y="6853"/>
                      <a:pt x="13641" y="6853"/>
                    </a:cubicBezTo>
                    <a:cubicBezTo>
                      <a:pt x="14021" y="6853"/>
                      <a:pt x="14395" y="6650"/>
                      <a:pt x="14476" y="6401"/>
                    </a:cubicBezTo>
                    <a:cubicBezTo>
                      <a:pt x="14555" y="6153"/>
                      <a:pt x="14315" y="5954"/>
                      <a:pt x="13939" y="5954"/>
                    </a:cubicBezTo>
                    <a:close/>
                    <a:moveTo>
                      <a:pt x="15600" y="5954"/>
                    </a:moveTo>
                    <a:cubicBezTo>
                      <a:pt x="15225" y="5954"/>
                      <a:pt x="14857" y="6153"/>
                      <a:pt x="14778" y="6401"/>
                    </a:cubicBezTo>
                    <a:cubicBezTo>
                      <a:pt x="14699" y="6650"/>
                      <a:pt x="14942" y="6853"/>
                      <a:pt x="15323" y="6853"/>
                    </a:cubicBezTo>
                    <a:cubicBezTo>
                      <a:pt x="15703" y="6853"/>
                      <a:pt x="16072" y="6650"/>
                      <a:pt x="16147" y="6401"/>
                    </a:cubicBezTo>
                    <a:cubicBezTo>
                      <a:pt x="16221" y="6153"/>
                      <a:pt x="15975" y="5954"/>
                      <a:pt x="15600" y="5954"/>
                    </a:cubicBezTo>
                    <a:close/>
                    <a:moveTo>
                      <a:pt x="17261" y="5954"/>
                    </a:moveTo>
                    <a:cubicBezTo>
                      <a:pt x="16886" y="5954"/>
                      <a:pt x="16522" y="6153"/>
                      <a:pt x="16449" y="6401"/>
                    </a:cubicBezTo>
                    <a:cubicBezTo>
                      <a:pt x="16375" y="6650"/>
                      <a:pt x="16625" y="6853"/>
                      <a:pt x="17005" y="6853"/>
                    </a:cubicBezTo>
                    <a:cubicBezTo>
                      <a:pt x="17385" y="6853"/>
                      <a:pt x="17749" y="6650"/>
                      <a:pt x="17817" y="6401"/>
                    </a:cubicBezTo>
                    <a:cubicBezTo>
                      <a:pt x="17886" y="6153"/>
                      <a:pt x="17636" y="5954"/>
                      <a:pt x="17261" y="5954"/>
                    </a:cubicBezTo>
                    <a:close/>
                    <a:moveTo>
                      <a:pt x="18943" y="5954"/>
                    </a:moveTo>
                    <a:cubicBezTo>
                      <a:pt x="18567" y="5954"/>
                      <a:pt x="18208" y="6153"/>
                      <a:pt x="18141" y="6401"/>
                    </a:cubicBezTo>
                    <a:cubicBezTo>
                      <a:pt x="18074" y="6650"/>
                      <a:pt x="18327" y="6853"/>
                      <a:pt x="18708" y="6853"/>
                    </a:cubicBezTo>
                    <a:cubicBezTo>
                      <a:pt x="19088" y="6853"/>
                      <a:pt x="19447" y="6650"/>
                      <a:pt x="19510" y="6401"/>
                    </a:cubicBezTo>
                    <a:cubicBezTo>
                      <a:pt x="19572" y="6153"/>
                      <a:pt x="19318" y="5954"/>
                      <a:pt x="18943" y="5954"/>
                    </a:cubicBezTo>
                    <a:close/>
                    <a:moveTo>
                      <a:pt x="6809" y="7057"/>
                    </a:moveTo>
                    <a:cubicBezTo>
                      <a:pt x="6428" y="7057"/>
                      <a:pt x="6029" y="7263"/>
                      <a:pt x="5917" y="7518"/>
                    </a:cubicBezTo>
                    <a:cubicBezTo>
                      <a:pt x="5805" y="7775"/>
                      <a:pt x="6027" y="7984"/>
                      <a:pt x="6414" y="7984"/>
                    </a:cubicBezTo>
                    <a:cubicBezTo>
                      <a:pt x="6800" y="7984"/>
                      <a:pt x="7200" y="7775"/>
                      <a:pt x="7307" y="7518"/>
                    </a:cubicBezTo>
                    <a:cubicBezTo>
                      <a:pt x="7414" y="7263"/>
                      <a:pt x="7190" y="7057"/>
                      <a:pt x="6809" y="7057"/>
                    </a:cubicBezTo>
                    <a:close/>
                    <a:moveTo>
                      <a:pt x="8489" y="7057"/>
                    </a:moveTo>
                    <a:cubicBezTo>
                      <a:pt x="8108" y="7057"/>
                      <a:pt x="7714" y="7263"/>
                      <a:pt x="7608" y="7518"/>
                    </a:cubicBezTo>
                    <a:cubicBezTo>
                      <a:pt x="7502" y="7775"/>
                      <a:pt x="7730" y="7984"/>
                      <a:pt x="8116" y="7984"/>
                    </a:cubicBezTo>
                    <a:cubicBezTo>
                      <a:pt x="8502" y="7984"/>
                      <a:pt x="8898" y="7775"/>
                      <a:pt x="8999" y="7518"/>
                    </a:cubicBezTo>
                    <a:cubicBezTo>
                      <a:pt x="9099" y="7263"/>
                      <a:pt x="8871" y="7057"/>
                      <a:pt x="8489" y="7057"/>
                    </a:cubicBezTo>
                    <a:close/>
                    <a:moveTo>
                      <a:pt x="10191" y="7057"/>
                    </a:moveTo>
                    <a:cubicBezTo>
                      <a:pt x="9810" y="7057"/>
                      <a:pt x="9421" y="7263"/>
                      <a:pt x="9321" y="7518"/>
                    </a:cubicBezTo>
                    <a:cubicBezTo>
                      <a:pt x="9221" y="7775"/>
                      <a:pt x="9453" y="7984"/>
                      <a:pt x="9840" y="7984"/>
                    </a:cubicBezTo>
                    <a:cubicBezTo>
                      <a:pt x="10226" y="7984"/>
                      <a:pt x="10616" y="7775"/>
                      <a:pt x="10711" y="7518"/>
                    </a:cubicBezTo>
                    <a:cubicBezTo>
                      <a:pt x="10806" y="7263"/>
                      <a:pt x="10573" y="7057"/>
                      <a:pt x="10191" y="7057"/>
                    </a:cubicBezTo>
                    <a:close/>
                    <a:moveTo>
                      <a:pt x="11872" y="7057"/>
                    </a:moveTo>
                    <a:cubicBezTo>
                      <a:pt x="11491" y="7057"/>
                      <a:pt x="11106" y="7263"/>
                      <a:pt x="11013" y="7518"/>
                    </a:cubicBezTo>
                    <a:cubicBezTo>
                      <a:pt x="10919" y="7775"/>
                      <a:pt x="11157" y="7984"/>
                      <a:pt x="11543" y="7984"/>
                    </a:cubicBezTo>
                    <a:cubicBezTo>
                      <a:pt x="11929" y="7984"/>
                      <a:pt x="12315" y="7775"/>
                      <a:pt x="12404" y="7518"/>
                    </a:cubicBezTo>
                    <a:cubicBezTo>
                      <a:pt x="12492" y="7263"/>
                      <a:pt x="12254" y="7057"/>
                      <a:pt x="11872" y="7057"/>
                    </a:cubicBezTo>
                    <a:close/>
                    <a:moveTo>
                      <a:pt x="13575" y="7057"/>
                    </a:moveTo>
                    <a:cubicBezTo>
                      <a:pt x="13193" y="7057"/>
                      <a:pt x="12813" y="7263"/>
                      <a:pt x="12726" y="7518"/>
                    </a:cubicBezTo>
                    <a:cubicBezTo>
                      <a:pt x="12638" y="7775"/>
                      <a:pt x="12880" y="7984"/>
                      <a:pt x="13266" y="7984"/>
                    </a:cubicBezTo>
                    <a:cubicBezTo>
                      <a:pt x="13652" y="7984"/>
                      <a:pt x="14033" y="7775"/>
                      <a:pt x="14116" y="7518"/>
                    </a:cubicBezTo>
                    <a:cubicBezTo>
                      <a:pt x="14198" y="7263"/>
                      <a:pt x="13956" y="7057"/>
                      <a:pt x="13575" y="7057"/>
                    </a:cubicBezTo>
                    <a:close/>
                    <a:moveTo>
                      <a:pt x="15256" y="7057"/>
                    </a:moveTo>
                    <a:cubicBezTo>
                      <a:pt x="14875" y="7057"/>
                      <a:pt x="14500" y="7263"/>
                      <a:pt x="14419" y="7518"/>
                    </a:cubicBezTo>
                    <a:cubicBezTo>
                      <a:pt x="14337" y="7775"/>
                      <a:pt x="14584" y="7984"/>
                      <a:pt x="14970" y="7984"/>
                    </a:cubicBezTo>
                    <a:cubicBezTo>
                      <a:pt x="15356" y="7984"/>
                      <a:pt x="15732" y="7775"/>
                      <a:pt x="15809" y="7518"/>
                    </a:cubicBezTo>
                    <a:cubicBezTo>
                      <a:pt x="15886" y="7263"/>
                      <a:pt x="15637" y="7057"/>
                      <a:pt x="15256" y="7057"/>
                    </a:cubicBezTo>
                    <a:close/>
                    <a:moveTo>
                      <a:pt x="16958" y="7057"/>
                    </a:moveTo>
                    <a:cubicBezTo>
                      <a:pt x="16577" y="7057"/>
                      <a:pt x="16207" y="7263"/>
                      <a:pt x="16132" y="7518"/>
                    </a:cubicBezTo>
                    <a:cubicBezTo>
                      <a:pt x="16056" y="7775"/>
                      <a:pt x="16308" y="7984"/>
                      <a:pt x="16694" y="7984"/>
                    </a:cubicBezTo>
                    <a:cubicBezTo>
                      <a:pt x="17081" y="7984"/>
                      <a:pt x="17451" y="7775"/>
                      <a:pt x="17522" y="7518"/>
                    </a:cubicBezTo>
                    <a:cubicBezTo>
                      <a:pt x="17592" y="7263"/>
                      <a:pt x="17340" y="7057"/>
                      <a:pt x="16958" y="7057"/>
                    </a:cubicBezTo>
                    <a:close/>
                    <a:moveTo>
                      <a:pt x="18640" y="7057"/>
                    </a:moveTo>
                    <a:cubicBezTo>
                      <a:pt x="18258" y="7057"/>
                      <a:pt x="17893" y="7263"/>
                      <a:pt x="17824" y="7518"/>
                    </a:cubicBezTo>
                    <a:cubicBezTo>
                      <a:pt x="17754" y="7775"/>
                      <a:pt x="18011" y="7984"/>
                      <a:pt x="18397" y="7984"/>
                    </a:cubicBezTo>
                    <a:cubicBezTo>
                      <a:pt x="18784" y="7984"/>
                      <a:pt x="19150" y="7775"/>
                      <a:pt x="19215" y="7518"/>
                    </a:cubicBezTo>
                    <a:cubicBezTo>
                      <a:pt x="19279" y="7263"/>
                      <a:pt x="19021" y="7057"/>
                      <a:pt x="18640" y="7057"/>
                    </a:cubicBezTo>
                    <a:close/>
                    <a:moveTo>
                      <a:pt x="8042" y="8195"/>
                    </a:moveTo>
                    <a:cubicBezTo>
                      <a:pt x="7655" y="8195"/>
                      <a:pt x="7253" y="8407"/>
                      <a:pt x="7144" y="8671"/>
                    </a:cubicBezTo>
                    <a:cubicBezTo>
                      <a:pt x="7034" y="8936"/>
                      <a:pt x="7264" y="9152"/>
                      <a:pt x="7656" y="9152"/>
                    </a:cubicBezTo>
                    <a:cubicBezTo>
                      <a:pt x="8049" y="9152"/>
                      <a:pt x="8453" y="8936"/>
                      <a:pt x="8557" y="8671"/>
                    </a:cubicBezTo>
                    <a:cubicBezTo>
                      <a:pt x="8661" y="8407"/>
                      <a:pt x="8429" y="8195"/>
                      <a:pt x="8042" y="8195"/>
                    </a:cubicBezTo>
                    <a:close/>
                    <a:moveTo>
                      <a:pt x="9743" y="8195"/>
                    </a:moveTo>
                    <a:cubicBezTo>
                      <a:pt x="9355" y="8195"/>
                      <a:pt x="8959" y="8407"/>
                      <a:pt x="8857" y="8671"/>
                    </a:cubicBezTo>
                    <a:cubicBezTo>
                      <a:pt x="8753" y="8936"/>
                      <a:pt x="8988" y="9152"/>
                      <a:pt x="9380" y="9152"/>
                    </a:cubicBezTo>
                    <a:cubicBezTo>
                      <a:pt x="9773" y="9152"/>
                      <a:pt x="10170" y="8936"/>
                      <a:pt x="10269" y="8671"/>
                    </a:cubicBezTo>
                    <a:cubicBezTo>
                      <a:pt x="10366" y="8407"/>
                      <a:pt x="10131" y="8195"/>
                      <a:pt x="9743" y="8195"/>
                    </a:cubicBezTo>
                    <a:close/>
                    <a:moveTo>
                      <a:pt x="11466" y="8195"/>
                    </a:moveTo>
                    <a:cubicBezTo>
                      <a:pt x="11079" y="8195"/>
                      <a:pt x="10687" y="8407"/>
                      <a:pt x="10591" y="8671"/>
                    </a:cubicBezTo>
                    <a:cubicBezTo>
                      <a:pt x="10494" y="8936"/>
                      <a:pt x="10734" y="9152"/>
                      <a:pt x="11126" y="9152"/>
                    </a:cubicBezTo>
                    <a:cubicBezTo>
                      <a:pt x="11518" y="9152"/>
                      <a:pt x="11912" y="8936"/>
                      <a:pt x="12003" y="8671"/>
                    </a:cubicBezTo>
                    <a:cubicBezTo>
                      <a:pt x="12095" y="8407"/>
                      <a:pt x="11853" y="8195"/>
                      <a:pt x="11466" y="8195"/>
                    </a:cubicBezTo>
                    <a:close/>
                    <a:moveTo>
                      <a:pt x="13189" y="8195"/>
                    </a:moveTo>
                    <a:cubicBezTo>
                      <a:pt x="12801" y="8195"/>
                      <a:pt x="12415" y="8407"/>
                      <a:pt x="12325" y="8671"/>
                    </a:cubicBezTo>
                    <a:cubicBezTo>
                      <a:pt x="12234" y="8936"/>
                      <a:pt x="12478" y="9152"/>
                      <a:pt x="12871" y="9152"/>
                    </a:cubicBezTo>
                    <a:cubicBezTo>
                      <a:pt x="13263" y="9152"/>
                      <a:pt x="13651" y="8936"/>
                      <a:pt x="13737" y="8671"/>
                    </a:cubicBezTo>
                    <a:cubicBezTo>
                      <a:pt x="13822" y="8407"/>
                      <a:pt x="13576" y="8195"/>
                      <a:pt x="13189" y="8195"/>
                    </a:cubicBezTo>
                    <a:close/>
                    <a:moveTo>
                      <a:pt x="14912" y="8195"/>
                    </a:moveTo>
                    <a:cubicBezTo>
                      <a:pt x="14525" y="8195"/>
                      <a:pt x="14143" y="8407"/>
                      <a:pt x="14059" y="8671"/>
                    </a:cubicBezTo>
                    <a:cubicBezTo>
                      <a:pt x="13975" y="8936"/>
                      <a:pt x="14225" y="9152"/>
                      <a:pt x="14617" y="9152"/>
                    </a:cubicBezTo>
                    <a:cubicBezTo>
                      <a:pt x="15010" y="9152"/>
                      <a:pt x="15393" y="8936"/>
                      <a:pt x="15472" y="8671"/>
                    </a:cubicBezTo>
                    <a:cubicBezTo>
                      <a:pt x="15551" y="8407"/>
                      <a:pt x="15300" y="8195"/>
                      <a:pt x="14912" y="8195"/>
                    </a:cubicBezTo>
                    <a:close/>
                    <a:moveTo>
                      <a:pt x="16635" y="8195"/>
                    </a:moveTo>
                    <a:cubicBezTo>
                      <a:pt x="16248" y="8195"/>
                      <a:pt x="15871" y="8407"/>
                      <a:pt x="15793" y="8671"/>
                    </a:cubicBezTo>
                    <a:cubicBezTo>
                      <a:pt x="15715" y="8936"/>
                      <a:pt x="15970" y="9152"/>
                      <a:pt x="16363" y="9152"/>
                    </a:cubicBezTo>
                    <a:cubicBezTo>
                      <a:pt x="16755" y="9152"/>
                      <a:pt x="17133" y="8936"/>
                      <a:pt x="17206" y="8671"/>
                    </a:cubicBezTo>
                    <a:cubicBezTo>
                      <a:pt x="17279" y="8407"/>
                      <a:pt x="17023" y="8195"/>
                      <a:pt x="16635" y="8195"/>
                    </a:cubicBezTo>
                    <a:close/>
                    <a:moveTo>
                      <a:pt x="18359" y="8195"/>
                    </a:moveTo>
                    <a:cubicBezTo>
                      <a:pt x="17971" y="8195"/>
                      <a:pt x="17600" y="8407"/>
                      <a:pt x="17528" y="8671"/>
                    </a:cubicBezTo>
                    <a:cubicBezTo>
                      <a:pt x="17456" y="8936"/>
                      <a:pt x="17716" y="9152"/>
                      <a:pt x="18109" y="9152"/>
                    </a:cubicBezTo>
                    <a:cubicBezTo>
                      <a:pt x="18501" y="9152"/>
                      <a:pt x="18874" y="8936"/>
                      <a:pt x="18941" y="8671"/>
                    </a:cubicBezTo>
                    <a:cubicBezTo>
                      <a:pt x="19007" y="8407"/>
                      <a:pt x="18747" y="8195"/>
                      <a:pt x="18359" y="8195"/>
                    </a:cubicBezTo>
                    <a:close/>
                    <a:moveTo>
                      <a:pt x="7553" y="9351"/>
                    </a:moveTo>
                    <a:cubicBezTo>
                      <a:pt x="7159" y="9351"/>
                      <a:pt x="6749" y="9570"/>
                      <a:pt x="6637" y="9842"/>
                    </a:cubicBezTo>
                    <a:cubicBezTo>
                      <a:pt x="6524" y="10116"/>
                      <a:pt x="6756" y="10339"/>
                      <a:pt x="7154" y="10339"/>
                    </a:cubicBezTo>
                    <a:cubicBezTo>
                      <a:pt x="7553" y="10339"/>
                      <a:pt x="7965" y="10116"/>
                      <a:pt x="8072" y="9842"/>
                    </a:cubicBezTo>
                    <a:cubicBezTo>
                      <a:pt x="8179" y="9570"/>
                      <a:pt x="7946" y="9351"/>
                      <a:pt x="7553" y="9351"/>
                    </a:cubicBezTo>
                    <a:close/>
                    <a:moveTo>
                      <a:pt x="9317" y="9351"/>
                    </a:moveTo>
                    <a:cubicBezTo>
                      <a:pt x="8923" y="9351"/>
                      <a:pt x="8519" y="9570"/>
                      <a:pt x="8413" y="9842"/>
                    </a:cubicBezTo>
                    <a:cubicBezTo>
                      <a:pt x="8307" y="10116"/>
                      <a:pt x="8543" y="10339"/>
                      <a:pt x="8942" y="10339"/>
                    </a:cubicBezTo>
                    <a:cubicBezTo>
                      <a:pt x="9341" y="10339"/>
                      <a:pt x="9747" y="10116"/>
                      <a:pt x="9848" y="9842"/>
                    </a:cubicBezTo>
                    <a:cubicBezTo>
                      <a:pt x="9949" y="9570"/>
                      <a:pt x="9711" y="9351"/>
                      <a:pt x="9317" y="9351"/>
                    </a:cubicBezTo>
                    <a:close/>
                    <a:moveTo>
                      <a:pt x="11061" y="9351"/>
                    </a:moveTo>
                    <a:cubicBezTo>
                      <a:pt x="10668" y="9351"/>
                      <a:pt x="10267" y="9570"/>
                      <a:pt x="10168" y="9842"/>
                    </a:cubicBezTo>
                    <a:cubicBezTo>
                      <a:pt x="10068" y="10116"/>
                      <a:pt x="10310" y="10339"/>
                      <a:pt x="10709" y="10339"/>
                    </a:cubicBezTo>
                    <a:cubicBezTo>
                      <a:pt x="11107" y="10339"/>
                      <a:pt x="11509" y="10116"/>
                      <a:pt x="11604" y="9842"/>
                    </a:cubicBezTo>
                    <a:cubicBezTo>
                      <a:pt x="11698" y="9570"/>
                      <a:pt x="11454" y="9351"/>
                      <a:pt x="11061" y="9351"/>
                    </a:cubicBezTo>
                    <a:close/>
                    <a:moveTo>
                      <a:pt x="12804" y="9351"/>
                    </a:moveTo>
                    <a:cubicBezTo>
                      <a:pt x="12410" y="9351"/>
                      <a:pt x="12016" y="9570"/>
                      <a:pt x="11923" y="9842"/>
                    </a:cubicBezTo>
                    <a:cubicBezTo>
                      <a:pt x="11830" y="10116"/>
                      <a:pt x="12076" y="10339"/>
                      <a:pt x="12476" y="10339"/>
                    </a:cubicBezTo>
                    <a:cubicBezTo>
                      <a:pt x="12875" y="10339"/>
                      <a:pt x="13270" y="10116"/>
                      <a:pt x="13358" y="9842"/>
                    </a:cubicBezTo>
                    <a:cubicBezTo>
                      <a:pt x="13446" y="9570"/>
                      <a:pt x="13198" y="9351"/>
                      <a:pt x="12804" y="9351"/>
                    </a:cubicBezTo>
                    <a:close/>
                    <a:moveTo>
                      <a:pt x="14548" y="9351"/>
                    </a:moveTo>
                    <a:cubicBezTo>
                      <a:pt x="14155" y="9351"/>
                      <a:pt x="13765" y="9570"/>
                      <a:pt x="13679" y="9842"/>
                    </a:cubicBezTo>
                    <a:cubicBezTo>
                      <a:pt x="13591" y="10116"/>
                      <a:pt x="13844" y="10339"/>
                      <a:pt x="14243" y="10339"/>
                    </a:cubicBezTo>
                    <a:cubicBezTo>
                      <a:pt x="14642" y="10339"/>
                      <a:pt x="15032" y="10116"/>
                      <a:pt x="15114" y="9842"/>
                    </a:cubicBezTo>
                    <a:cubicBezTo>
                      <a:pt x="15196" y="9570"/>
                      <a:pt x="14942" y="9351"/>
                      <a:pt x="14548" y="9351"/>
                    </a:cubicBezTo>
                    <a:close/>
                    <a:moveTo>
                      <a:pt x="16292" y="9351"/>
                    </a:moveTo>
                    <a:cubicBezTo>
                      <a:pt x="15898" y="9351"/>
                      <a:pt x="15514" y="9570"/>
                      <a:pt x="15434" y="9842"/>
                    </a:cubicBezTo>
                    <a:cubicBezTo>
                      <a:pt x="15353" y="10116"/>
                      <a:pt x="15612" y="10339"/>
                      <a:pt x="16010" y="10339"/>
                    </a:cubicBezTo>
                    <a:cubicBezTo>
                      <a:pt x="16409" y="10339"/>
                      <a:pt x="16794" y="10116"/>
                      <a:pt x="16870" y="9842"/>
                    </a:cubicBezTo>
                    <a:cubicBezTo>
                      <a:pt x="16945" y="9570"/>
                      <a:pt x="16686" y="9351"/>
                      <a:pt x="16292" y="9351"/>
                    </a:cubicBezTo>
                    <a:close/>
                    <a:moveTo>
                      <a:pt x="7064" y="10576"/>
                    </a:moveTo>
                    <a:cubicBezTo>
                      <a:pt x="6664" y="10576"/>
                      <a:pt x="6246" y="10802"/>
                      <a:pt x="6130" y="11084"/>
                    </a:cubicBezTo>
                    <a:cubicBezTo>
                      <a:pt x="6013" y="11367"/>
                      <a:pt x="6247" y="11598"/>
                      <a:pt x="6653" y="11598"/>
                    </a:cubicBezTo>
                    <a:cubicBezTo>
                      <a:pt x="7058" y="11598"/>
                      <a:pt x="7478" y="11367"/>
                      <a:pt x="7589" y="11084"/>
                    </a:cubicBezTo>
                    <a:cubicBezTo>
                      <a:pt x="7700" y="10802"/>
                      <a:pt x="7464" y="10576"/>
                      <a:pt x="7064" y="10576"/>
                    </a:cubicBezTo>
                    <a:close/>
                    <a:moveTo>
                      <a:pt x="8849" y="10576"/>
                    </a:moveTo>
                    <a:cubicBezTo>
                      <a:pt x="8449" y="10576"/>
                      <a:pt x="8037" y="10802"/>
                      <a:pt x="7927" y="11084"/>
                    </a:cubicBezTo>
                    <a:cubicBezTo>
                      <a:pt x="7817" y="11367"/>
                      <a:pt x="8055" y="11598"/>
                      <a:pt x="8461" y="11598"/>
                    </a:cubicBezTo>
                    <a:cubicBezTo>
                      <a:pt x="8867" y="11598"/>
                      <a:pt x="9281" y="11367"/>
                      <a:pt x="9386" y="11084"/>
                    </a:cubicBezTo>
                    <a:cubicBezTo>
                      <a:pt x="9490" y="10802"/>
                      <a:pt x="9249" y="10576"/>
                      <a:pt x="8849" y="10576"/>
                    </a:cubicBezTo>
                    <a:close/>
                    <a:moveTo>
                      <a:pt x="10635" y="10576"/>
                    </a:moveTo>
                    <a:cubicBezTo>
                      <a:pt x="10235" y="10576"/>
                      <a:pt x="9827" y="10802"/>
                      <a:pt x="9724" y="11084"/>
                    </a:cubicBezTo>
                    <a:cubicBezTo>
                      <a:pt x="9621" y="11367"/>
                      <a:pt x="9866" y="11598"/>
                      <a:pt x="10271" y="11598"/>
                    </a:cubicBezTo>
                    <a:cubicBezTo>
                      <a:pt x="10677" y="11598"/>
                      <a:pt x="11086" y="11367"/>
                      <a:pt x="11184" y="11084"/>
                    </a:cubicBezTo>
                    <a:cubicBezTo>
                      <a:pt x="11281" y="10802"/>
                      <a:pt x="11034" y="10576"/>
                      <a:pt x="10635" y="10576"/>
                    </a:cubicBezTo>
                    <a:close/>
                    <a:moveTo>
                      <a:pt x="12398" y="10576"/>
                    </a:moveTo>
                    <a:cubicBezTo>
                      <a:pt x="11998" y="10576"/>
                      <a:pt x="11597" y="10802"/>
                      <a:pt x="11500" y="11084"/>
                    </a:cubicBezTo>
                    <a:cubicBezTo>
                      <a:pt x="11404" y="11367"/>
                      <a:pt x="11654" y="11598"/>
                      <a:pt x="12060" y="11598"/>
                    </a:cubicBezTo>
                    <a:cubicBezTo>
                      <a:pt x="12465" y="11598"/>
                      <a:pt x="12868" y="11367"/>
                      <a:pt x="12959" y="11084"/>
                    </a:cubicBezTo>
                    <a:cubicBezTo>
                      <a:pt x="13050" y="10802"/>
                      <a:pt x="12798" y="10576"/>
                      <a:pt x="12398" y="10576"/>
                    </a:cubicBezTo>
                    <a:close/>
                    <a:moveTo>
                      <a:pt x="14184" y="10576"/>
                    </a:moveTo>
                    <a:cubicBezTo>
                      <a:pt x="13784" y="10576"/>
                      <a:pt x="13388" y="10802"/>
                      <a:pt x="13298" y="11084"/>
                    </a:cubicBezTo>
                    <a:cubicBezTo>
                      <a:pt x="13208" y="11367"/>
                      <a:pt x="13464" y="11598"/>
                      <a:pt x="13869" y="11598"/>
                    </a:cubicBezTo>
                    <a:cubicBezTo>
                      <a:pt x="14275" y="11598"/>
                      <a:pt x="14673" y="11367"/>
                      <a:pt x="14758" y="11084"/>
                    </a:cubicBezTo>
                    <a:cubicBezTo>
                      <a:pt x="14842" y="10802"/>
                      <a:pt x="14584" y="10576"/>
                      <a:pt x="14184" y="10576"/>
                    </a:cubicBezTo>
                    <a:close/>
                    <a:moveTo>
                      <a:pt x="6576" y="11820"/>
                    </a:moveTo>
                    <a:cubicBezTo>
                      <a:pt x="6170" y="11820"/>
                      <a:pt x="5743" y="12054"/>
                      <a:pt x="5623" y="12344"/>
                    </a:cubicBezTo>
                    <a:cubicBezTo>
                      <a:pt x="5503" y="12637"/>
                      <a:pt x="5739" y="12876"/>
                      <a:pt x="6151" y="12876"/>
                    </a:cubicBezTo>
                    <a:cubicBezTo>
                      <a:pt x="6563" y="12876"/>
                      <a:pt x="6992" y="12637"/>
                      <a:pt x="7107" y="12344"/>
                    </a:cubicBezTo>
                    <a:cubicBezTo>
                      <a:pt x="7222" y="12054"/>
                      <a:pt x="6983" y="11820"/>
                      <a:pt x="6576" y="11820"/>
                    </a:cubicBezTo>
                    <a:close/>
                    <a:moveTo>
                      <a:pt x="8382" y="11820"/>
                    </a:moveTo>
                    <a:cubicBezTo>
                      <a:pt x="7975" y="11820"/>
                      <a:pt x="7555" y="12054"/>
                      <a:pt x="7442" y="12344"/>
                    </a:cubicBezTo>
                    <a:cubicBezTo>
                      <a:pt x="7328" y="12637"/>
                      <a:pt x="7569" y="12876"/>
                      <a:pt x="7981" y="12876"/>
                    </a:cubicBezTo>
                    <a:cubicBezTo>
                      <a:pt x="8394" y="12876"/>
                      <a:pt x="8816" y="12637"/>
                      <a:pt x="8925" y="12344"/>
                    </a:cubicBezTo>
                    <a:cubicBezTo>
                      <a:pt x="9032" y="12054"/>
                      <a:pt x="8789" y="11820"/>
                      <a:pt x="8382" y="11820"/>
                    </a:cubicBezTo>
                    <a:close/>
                    <a:moveTo>
                      <a:pt x="10188" y="11820"/>
                    </a:moveTo>
                    <a:cubicBezTo>
                      <a:pt x="9782" y="11820"/>
                      <a:pt x="9366" y="12054"/>
                      <a:pt x="9260" y="12344"/>
                    </a:cubicBezTo>
                    <a:cubicBezTo>
                      <a:pt x="9153" y="12637"/>
                      <a:pt x="9400" y="12876"/>
                      <a:pt x="9812" y="12876"/>
                    </a:cubicBezTo>
                    <a:cubicBezTo>
                      <a:pt x="10225" y="12876"/>
                      <a:pt x="10642" y="12637"/>
                      <a:pt x="10743" y="12344"/>
                    </a:cubicBezTo>
                    <a:cubicBezTo>
                      <a:pt x="10844" y="12054"/>
                      <a:pt x="10595" y="11820"/>
                      <a:pt x="10188" y="11820"/>
                    </a:cubicBezTo>
                    <a:close/>
                    <a:moveTo>
                      <a:pt x="11994" y="11820"/>
                    </a:moveTo>
                    <a:cubicBezTo>
                      <a:pt x="11587" y="11820"/>
                      <a:pt x="11177" y="12054"/>
                      <a:pt x="11078" y="12344"/>
                    </a:cubicBezTo>
                    <a:cubicBezTo>
                      <a:pt x="10978" y="12637"/>
                      <a:pt x="11230" y="12876"/>
                      <a:pt x="11643" y="12876"/>
                    </a:cubicBezTo>
                    <a:cubicBezTo>
                      <a:pt x="12055" y="12876"/>
                      <a:pt x="12467" y="12637"/>
                      <a:pt x="12561" y="12344"/>
                    </a:cubicBezTo>
                    <a:cubicBezTo>
                      <a:pt x="12655" y="12054"/>
                      <a:pt x="12401" y="11820"/>
                      <a:pt x="11994" y="11820"/>
                    </a:cubicBezTo>
                    <a:close/>
                    <a:moveTo>
                      <a:pt x="4221" y="13116"/>
                    </a:moveTo>
                    <a:cubicBezTo>
                      <a:pt x="3807" y="13116"/>
                      <a:pt x="3366" y="13358"/>
                      <a:pt x="3235" y="13657"/>
                    </a:cubicBezTo>
                    <a:cubicBezTo>
                      <a:pt x="3103" y="13961"/>
                      <a:pt x="3335" y="14208"/>
                      <a:pt x="3754" y="14208"/>
                    </a:cubicBezTo>
                    <a:cubicBezTo>
                      <a:pt x="4174" y="14208"/>
                      <a:pt x="4617" y="13961"/>
                      <a:pt x="4744" y="13657"/>
                    </a:cubicBezTo>
                    <a:cubicBezTo>
                      <a:pt x="4869" y="13358"/>
                      <a:pt x="4634" y="13116"/>
                      <a:pt x="4221" y="13116"/>
                    </a:cubicBezTo>
                    <a:close/>
                    <a:moveTo>
                      <a:pt x="6047" y="13116"/>
                    </a:moveTo>
                    <a:cubicBezTo>
                      <a:pt x="5634" y="13116"/>
                      <a:pt x="5197" y="13358"/>
                      <a:pt x="5074" y="13657"/>
                    </a:cubicBezTo>
                    <a:cubicBezTo>
                      <a:pt x="4949" y="13961"/>
                      <a:pt x="5188" y="14208"/>
                      <a:pt x="5607" y="14208"/>
                    </a:cubicBezTo>
                    <a:cubicBezTo>
                      <a:pt x="6026" y="14208"/>
                      <a:pt x="6464" y="13961"/>
                      <a:pt x="6583" y="13657"/>
                    </a:cubicBezTo>
                    <a:cubicBezTo>
                      <a:pt x="6701" y="13358"/>
                      <a:pt x="6461" y="13116"/>
                      <a:pt x="6047" y="13116"/>
                    </a:cubicBezTo>
                    <a:close/>
                    <a:moveTo>
                      <a:pt x="7894" y="13116"/>
                    </a:moveTo>
                    <a:cubicBezTo>
                      <a:pt x="7481" y="13116"/>
                      <a:pt x="7051" y="13358"/>
                      <a:pt x="6935" y="13657"/>
                    </a:cubicBezTo>
                    <a:cubicBezTo>
                      <a:pt x="6816" y="13961"/>
                      <a:pt x="7060" y="14208"/>
                      <a:pt x="7479" y="14208"/>
                    </a:cubicBezTo>
                    <a:cubicBezTo>
                      <a:pt x="7899" y="14208"/>
                      <a:pt x="8331" y="13961"/>
                      <a:pt x="8443" y="13657"/>
                    </a:cubicBezTo>
                    <a:cubicBezTo>
                      <a:pt x="8554" y="13358"/>
                      <a:pt x="8308" y="13116"/>
                      <a:pt x="7894" y="13116"/>
                    </a:cubicBezTo>
                    <a:close/>
                    <a:moveTo>
                      <a:pt x="9721" y="13116"/>
                    </a:moveTo>
                    <a:cubicBezTo>
                      <a:pt x="9308" y="13116"/>
                      <a:pt x="8883" y="13358"/>
                      <a:pt x="8774" y="13657"/>
                    </a:cubicBezTo>
                    <a:cubicBezTo>
                      <a:pt x="8663" y="13961"/>
                      <a:pt x="8913" y="14208"/>
                      <a:pt x="9332" y="14208"/>
                    </a:cubicBezTo>
                    <a:cubicBezTo>
                      <a:pt x="9751" y="14208"/>
                      <a:pt x="10178" y="13961"/>
                      <a:pt x="10283" y="13657"/>
                    </a:cubicBezTo>
                    <a:cubicBezTo>
                      <a:pt x="10387" y="13358"/>
                      <a:pt x="10135" y="13116"/>
                      <a:pt x="9721" y="13116"/>
                    </a:cubicBezTo>
                    <a:close/>
                    <a:moveTo>
                      <a:pt x="3651" y="14446"/>
                    </a:moveTo>
                    <a:cubicBezTo>
                      <a:pt x="3230" y="14446"/>
                      <a:pt x="2780" y="14696"/>
                      <a:pt x="2644" y="15008"/>
                    </a:cubicBezTo>
                    <a:cubicBezTo>
                      <a:pt x="2507" y="15321"/>
                      <a:pt x="2742" y="15577"/>
                      <a:pt x="3168" y="15577"/>
                    </a:cubicBezTo>
                    <a:cubicBezTo>
                      <a:pt x="3595" y="15577"/>
                      <a:pt x="4048" y="15321"/>
                      <a:pt x="4178" y="15008"/>
                    </a:cubicBezTo>
                    <a:cubicBezTo>
                      <a:pt x="4308" y="14696"/>
                      <a:pt x="4072" y="14446"/>
                      <a:pt x="3651" y="14446"/>
                    </a:cubicBezTo>
                    <a:close/>
                    <a:moveTo>
                      <a:pt x="5519" y="14446"/>
                    </a:moveTo>
                    <a:cubicBezTo>
                      <a:pt x="5098" y="14446"/>
                      <a:pt x="4654" y="14696"/>
                      <a:pt x="4525" y="15008"/>
                    </a:cubicBezTo>
                    <a:cubicBezTo>
                      <a:pt x="4396" y="15321"/>
                      <a:pt x="4637" y="15577"/>
                      <a:pt x="5063" y="15577"/>
                    </a:cubicBezTo>
                    <a:cubicBezTo>
                      <a:pt x="5490" y="15577"/>
                      <a:pt x="5937" y="15321"/>
                      <a:pt x="6060" y="15008"/>
                    </a:cubicBezTo>
                    <a:cubicBezTo>
                      <a:pt x="6183" y="14696"/>
                      <a:pt x="5940" y="14446"/>
                      <a:pt x="5519" y="14446"/>
                    </a:cubicBezTo>
                    <a:close/>
                    <a:moveTo>
                      <a:pt x="7387" y="14446"/>
                    </a:moveTo>
                    <a:cubicBezTo>
                      <a:pt x="6966" y="14446"/>
                      <a:pt x="6528" y="14696"/>
                      <a:pt x="6406" y="15008"/>
                    </a:cubicBezTo>
                    <a:cubicBezTo>
                      <a:pt x="6284" y="15321"/>
                      <a:pt x="6531" y="15577"/>
                      <a:pt x="6958" y="15577"/>
                    </a:cubicBezTo>
                    <a:cubicBezTo>
                      <a:pt x="7385" y="15577"/>
                      <a:pt x="7825" y="15321"/>
                      <a:pt x="7941" y="15008"/>
                    </a:cubicBezTo>
                    <a:cubicBezTo>
                      <a:pt x="8056" y="14696"/>
                      <a:pt x="7808" y="14446"/>
                      <a:pt x="7387" y="14446"/>
                    </a:cubicBezTo>
                    <a:close/>
                    <a:moveTo>
                      <a:pt x="3060" y="15830"/>
                    </a:moveTo>
                    <a:cubicBezTo>
                      <a:pt x="2633" y="15830"/>
                      <a:pt x="2172" y="16088"/>
                      <a:pt x="2032" y="16410"/>
                    </a:cubicBezTo>
                    <a:cubicBezTo>
                      <a:pt x="1890" y="16736"/>
                      <a:pt x="2127" y="17000"/>
                      <a:pt x="2561" y="17000"/>
                    </a:cubicBezTo>
                    <a:cubicBezTo>
                      <a:pt x="2996" y="17000"/>
                      <a:pt x="3457" y="16736"/>
                      <a:pt x="3593" y="16410"/>
                    </a:cubicBezTo>
                    <a:cubicBezTo>
                      <a:pt x="3727" y="16088"/>
                      <a:pt x="3489" y="15830"/>
                      <a:pt x="3060" y="15830"/>
                    </a:cubicBezTo>
                    <a:close/>
                    <a:moveTo>
                      <a:pt x="4949" y="15830"/>
                    </a:moveTo>
                    <a:cubicBezTo>
                      <a:pt x="4521" y="15830"/>
                      <a:pt x="4067" y="16088"/>
                      <a:pt x="3934" y="16410"/>
                    </a:cubicBezTo>
                    <a:cubicBezTo>
                      <a:pt x="3800" y="16736"/>
                      <a:pt x="4044" y="17000"/>
                      <a:pt x="4478" y="17000"/>
                    </a:cubicBezTo>
                    <a:cubicBezTo>
                      <a:pt x="4912" y="17000"/>
                      <a:pt x="5368" y="16736"/>
                      <a:pt x="5496" y="16410"/>
                    </a:cubicBezTo>
                    <a:cubicBezTo>
                      <a:pt x="5623" y="16088"/>
                      <a:pt x="5377" y="15830"/>
                      <a:pt x="4949" y="15830"/>
                    </a:cubicBezTo>
                    <a:close/>
                    <a:moveTo>
                      <a:pt x="2450" y="17266"/>
                    </a:moveTo>
                    <a:cubicBezTo>
                      <a:pt x="2015" y="17266"/>
                      <a:pt x="1544" y="17534"/>
                      <a:pt x="1398" y="17867"/>
                    </a:cubicBezTo>
                    <a:cubicBezTo>
                      <a:pt x="1252" y="18204"/>
                      <a:pt x="1491" y="18479"/>
                      <a:pt x="1933" y="18479"/>
                    </a:cubicBezTo>
                    <a:cubicBezTo>
                      <a:pt x="2375" y="18479"/>
                      <a:pt x="2848" y="18204"/>
                      <a:pt x="2988" y="17867"/>
                    </a:cubicBezTo>
                    <a:cubicBezTo>
                      <a:pt x="3128" y="17534"/>
                      <a:pt x="2886" y="17266"/>
                      <a:pt x="2450" y="17266"/>
                    </a:cubicBezTo>
                    <a:close/>
                    <a:moveTo>
                      <a:pt x="4380" y="17266"/>
                    </a:moveTo>
                    <a:cubicBezTo>
                      <a:pt x="3945" y="17266"/>
                      <a:pt x="3481" y="17534"/>
                      <a:pt x="3343" y="17867"/>
                    </a:cubicBezTo>
                    <a:cubicBezTo>
                      <a:pt x="3204" y="18204"/>
                      <a:pt x="3449" y="18479"/>
                      <a:pt x="3891" y="18479"/>
                    </a:cubicBezTo>
                    <a:cubicBezTo>
                      <a:pt x="4333" y="18479"/>
                      <a:pt x="4801" y="18204"/>
                      <a:pt x="4934" y="17867"/>
                    </a:cubicBezTo>
                    <a:cubicBezTo>
                      <a:pt x="5065" y="17534"/>
                      <a:pt x="4816" y="17266"/>
                      <a:pt x="4380" y="17266"/>
                    </a:cubicBezTo>
                    <a:close/>
                    <a:moveTo>
                      <a:pt x="1799" y="18754"/>
                    </a:moveTo>
                    <a:cubicBezTo>
                      <a:pt x="1355" y="18754"/>
                      <a:pt x="874" y="19032"/>
                      <a:pt x="723" y="19378"/>
                    </a:cubicBezTo>
                    <a:cubicBezTo>
                      <a:pt x="571" y="19727"/>
                      <a:pt x="812" y="20012"/>
                      <a:pt x="1262" y="20012"/>
                    </a:cubicBezTo>
                    <a:cubicBezTo>
                      <a:pt x="1712" y="20012"/>
                      <a:pt x="2196" y="19727"/>
                      <a:pt x="2342" y="19378"/>
                    </a:cubicBezTo>
                    <a:cubicBezTo>
                      <a:pt x="2486" y="19032"/>
                      <a:pt x="2243" y="18754"/>
                      <a:pt x="1799" y="18754"/>
                    </a:cubicBezTo>
                    <a:close/>
                    <a:moveTo>
                      <a:pt x="3771" y="18754"/>
                    </a:moveTo>
                    <a:cubicBezTo>
                      <a:pt x="3327" y="18754"/>
                      <a:pt x="2852" y="19032"/>
                      <a:pt x="2710" y="19378"/>
                    </a:cubicBezTo>
                    <a:cubicBezTo>
                      <a:pt x="2566" y="19727"/>
                      <a:pt x="2813" y="20012"/>
                      <a:pt x="3263" y="20012"/>
                    </a:cubicBezTo>
                    <a:cubicBezTo>
                      <a:pt x="3713" y="20012"/>
                      <a:pt x="4192" y="19727"/>
                      <a:pt x="4329" y="19378"/>
                    </a:cubicBezTo>
                    <a:cubicBezTo>
                      <a:pt x="4465" y="19032"/>
                      <a:pt x="4214" y="18754"/>
                      <a:pt x="3771" y="18754"/>
                    </a:cubicBezTo>
                    <a:close/>
                    <a:moveTo>
                      <a:pt x="1148" y="20295"/>
                    </a:moveTo>
                    <a:cubicBezTo>
                      <a:pt x="697" y="20295"/>
                      <a:pt x="204" y="20583"/>
                      <a:pt x="48" y="20942"/>
                    </a:cubicBezTo>
                    <a:cubicBezTo>
                      <a:pt x="-110" y="21304"/>
                      <a:pt x="133" y="21600"/>
                      <a:pt x="592" y="21600"/>
                    </a:cubicBezTo>
                    <a:cubicBezTo>
                      <a:pt x="1050" y="21600"/>
                      <a:pt x="1546" y="21304"/>
                      <a:pt x="1697" y="20942"/>
                    </a:cubicBezTo>
                    <a:cubicBezTo>
                      <a:pt x="1846" y="20583"/>
                      <a:pt x="1600" y="20295"/>
                      <a:pt x="1148" y="20295"/>
                    </a:cubicBezTo>
                    <a:close/>
                    <a:moveTo>
                      <a:pt x="3162" y="20295"/>
                    </a:moveTo>
                    <a:cubicBezTo>
                      <a:pt x="2710" y="20295"/>
                      <a:pt x="2224" y="20583"/>
                      <a:pt x="2076" y="20942"/>
                    </a:cubicBezTo>
                    <a:cubicBezTo>
                      <a:pt x="1927" y="21304"/>
                      <a:pt x="2177" y="21600"/>
                      <a:pt x="2635" y="21600"/>
                    </a:cubicBezTo>
                    <a:cubicBezTo>
                      <a:pt x="3094" y="21600"/>
                      <a:pt x="3584" y="21304"/>
                      <a:pt x="3726" y="20942"/>
                    </a:cubicBezTo>
                    <a:cubicBezTo>
                      <a:pt x="3867" y="20583"/>
                      <a:pt x="3614" y="20295"/>
                      <a:pt x="3162" y="20295"/>
                    </a:cubicBezTo>
                    <a:close/>
                    <a:moveTo>
                      <a:pt x="5154" y="20295"/>
                    </a:moveTo>
                    <a:cubicBezTo>
                      <a:pt x="4702" y="20295"/>
                      <a:pt x="4223" y="20583"/>
                      <a:pt x="4084" y="20942"/>
                    </a:cubicBezTo>
                    <a:cubicBezTo>
                      <a:pt x="3943" y="21304"/>
                      <a:pt x="4199" y="21600"/>
                      <a:pt x="4658" y="21600"/>
                    </a:cubicBezTo>
                    <a:cubicBezTo>
                      <a:pt x="5117" y="21600"/>
                      <a:pt x="5599" y="21304"/>
                      <a:pt x="5733" y="20942"/>
                    </a:cubicBezTo>
                    <a:cubicBezTo>
                      <a:pt x="5865" y="20583"/>
                      <a:pt x="5606" y="20295"/>
                      <a:pt x="5154" y="20295"/>
                    </a:cubicBezTo>
                    <a:close/>
                  </a:path>
                </a:pathLst>
              </a:custGeom>
              <a:solidFill>
                <a:srgbClr val="3E7FBF"/>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defRPr sz="1400">
                    <a:solidFill>
                      <a:srgbClr val="FFFFFF"/>
                    </a:solidFill>
                    <a:effectLst>
                      <a:outerShdw blurRad="38100" dist="12700" dir="5400000" rotWithShape="0">
                        <a:srgbClr val="000000">
                          <a:alpha val="50000"/>
                        </a:srgbClr>
                      </a:outerShdw>
                    </a:effectLst>
                  </a:defRPr>
                </a:pPr>
                <a:endParaRPr sz="637" dirty="0">
                  <a:solidFill>
                    <a:srgbClr val="FFFFFF"/>
                  </a:solidFill>
                  <a:effectLst>
                    <a:outerShdw blurRad="38100" dist="12700" dir="5400000" rotWithShape="0">
                      <a:srgbClr val="000000">
                        <a:alpha val="50000"/>
                      </a:srgbClr>
                    </a:outerShdw>
                  </a:effectLst>
                  <a:latin typeface="Calibri"/>
                </a:endParaRPr>
              </a:p>
            </p:txBody>
          </p:sp>
        </p:grpSp>
        <p:sp>
          <p:nvSpPr>
            <p:cNvPr id="25" name="Teardrop 24">
              <a:extLst>
                <a:ext uri="{FF2B5EF4-FFF2-40B4-BE49-F238E27FC236}">
                  <a16:creationId xmlns:a16="http://schemas.microsoft.com/office/drawing/2014/main" id="{93F7AF4F-2424-8D34-79F2-9997464518D2}"/>
                </a:ext>
              </a:extLst>
            </p:cNvPr>
            <p:cNvSpPr/>
            <p:nvPr/>
          </p:nvSpPr>
          <p:spPr>
            <a:xfrm rot="8079188">
              <a:off x="5814606" y="1324127"/>
              <a:ext cx="676787" cy="679234"/>
            </a:xfrm>
            <a:prstGeom prst="teardrop">
              <a:avLst>
                <a:gd name="adj" fmla="val 200000"/>
              </a:avLst>
            </a:prstGeom>
            <a:solidFill>
              <a:srgbClr val="8EB8E1"/>
            </a:solidFill>
            <a:ln>
              <a:solidFill>
                <a:srgbClr val="8EB8E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algn="ctr" defTabSz="554492"/>
              <a:endParaRPr lang="en-US" sz="819" kern="0">
                <a:solidFill>
                  <a:prstClr val="white"/>
                </a:solidFill>
                <a:latin typeface="Calibri"/>
              </a:endParaRPr>
            </a:p>
          </p:txBody>
        </p:sp>
        <p:sp>
          <p:nvSpPr>
            <p:cNvPr id="26" name="Oval 25">
              <a:extLst>
                <a:ext uri="{FF2B5EF4-FFF2-40B4-BE49-F238E27FC236}">
                  <a16:creationId xmlns:a16="http://schemas.microsoft.com/office/drawing/2014/main" id="{DCA1FF0B-8529-44AB-7D70-4E46A4CB0187}"/>
                </a:ext>
              </a:extLst>
            </p:cNvPr>
            <p:cNvSpPr/>
            <p:nvPr/>
          </p:nvSpPr>
          <p:spPr>
            <a:xfrm>
              <a:off x="5999907" y="8051184"/>
              <a:ext cx="306191" cy="305088"/>
            </a:xfrm>
            <a:prstGeom prst="ellipse">
              <a:avLst/>
            </a:prstGeom>
            <a:solidFill>
              <a:srgbClr val="8EB8E1"/>
            </a:solidFill>
            <a:ln>
              <a:solidFill>
                <a:srgbClr val="8EB8E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algn="ctr" defTabSz="554492"/>
              <a:endParaRPr lang="en-US" sz="819" kern="0">
                <a:solidFill>
                  <a:prstClr val="white"/>
                </a:solidFill>
                <a:latin typeface="Calibri"/>
              </a:endParaRPr>
            </a:p>
          </p:txBody>
        </p:sp>
        <p:cxnSp>
          <p:nvCxnSpPr>
            <p:cNvPr id="27" name="Straight Connector 26">
              <a:extLst>
                <a:ext uri="{FF2B5EF4-FFF2-40B4-BE49-F238E27FC236}">
                  <a16:creationId xmlns:a16="http://schemas.microsoft.com/office/drawing/2014/main" id="{50FFF3E2-CE27-EE6D-56A4-C1363C6E9BC6}"/>
                </a:ext>
              </a:extLst>
            </p:cNvPr>
            <p:cNvCxnSpPr>
              <a:cxnSpLocks/>
            </p:cNvCxnSpPr>
            <p:nvPr/>
          </p:nvCxnSpPr>
          <p:spPr>
            <a:xfrm flipV="1">
              <a:off x="6159345" y="2485142"/>
              <a:ext cx="0" cy="5566041"/>
            </a:xfrm>
            <a:prstGeom prst="line">
              <a:avLst/>
            </a:prstGeom>
            <a:ln w="28575">
              <a:solidFill>
                <a:srgbClr val="8EB8E1"/>
              </a:solidFill>
            </a:ln>
          </p:spPr>
          <p:style>
            <a:lnRef idx="1">
              <a:schemeClr val="accent1"/>
            </a:lnRef>
            <a:fillRef idx="0">
              <a:schemeClr val="accent1"/>
            </a:fillRef>
            <a:effectRef idx="0">
              <a:schemeClr val="accent1"/>
            </a:effectRef>
            <a:fontRef idx="minor">
              <a:schemeClr val="tx1"/>
            </a:fontRef>
          </p:style>
        </p:cxnSp>
        <p:sp>
          <p:nvSpPr>
            <p:cNvPr id="31" name="Teardrop 30">
              <a:extLst>
                <a:ext uri="{FF2B5EF4-FFF2-40B4-BE49-F238E27FC236}">
                  <a16:creationId xmlns:a16="http://schemas.microsoft.com/office/drawing/2014/main" id="{03814788-7EB8-ABF2-D075-8FB698DA6A3D}"/>
                </a:ext>
              </a:extLst>
            </p:cNvPr>
            <p:cNvSpPr/>
            <p:nvPr/>
          </p:nvSpPr>
          <p:spPr>
            <a:xfrm rot="8079188">
              <a:off x="9694694" y="1711446"/>
              <a:ext cx="676787" cy="679234"/>
            </a:xfrm>
            <a:prstGeom prst="teardrop">
              <a:avLst>
                <a:gd name="adj" fmla="val 200000"/>
              </a:avLst>
            </a:prstGeom>
            <a:solidFill>
              <a:srgbClr val="2A9A85"/>
            </a:solidFill>
            <a:ln>
              <a:solidFill>
                <a:srgbClr val="2A9A8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algn="ctr" defTabSz="554492"/>
              <a:endParaRPr lang="en-US" sz="819" kern="0">
                <a:solidFill>
                  <a:prstClr val="white"/>
                </a:solidFill>
                <a:latin typeface="Calibri"/>
              </a:endParaRPr>
            </a:p>
          </p:txBody>
        </p:sp>
        <p:sp>
          <p:nvSpPr>
            <p:cNvPr id="32" name="Oval 31">
              <a:extLst>
                <a:ext uri="{FF2B5EF4-FFF2-40B4-BE49-F238E27FC236}">
                  <a16:creationId xmlns:a16="http://schemas.microsoft.com/office/drawing/2014/main" id="{AF4ACF45-F908-9D11-F2AC-B4F8A8971A78}"/>
                </a:ext>
              </a:extLst>
            </p:cNvPr>
            <p:cNvSpPr/>
            <p:nvPr/>
          </p:nvSpPr>
          <p:spPr>
            <a:xfrm>
              <a:off x="9890741" y="8710130"/>
              <a:ext cx="306191" cy="305088"/>
            </a:xfrm>
            <a:prstGeom prst="ellipse">
              <a:avLst/>
            </a:prstGeom>
            <a:solidFill>
              <a:srgbClr val="2A9A8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algn="ctr" defTabSz="554492"/>
              <a:endParaRPr lang="en-US" sz="819" kern="0">
                <a:solidFill>
                  <a:prstClr val="white"/>
                </a:solidFill>
                <a:latin typeface="Calibri"/>
              </a:endParaRPr>
            </a:p>
          </p:txBody>
        </p:sp>
        <p:cxnSp>
          <p:nvCxnSpPr>
            <p:cNvPr id="33" name="Straight Connector 32">
              <a:extLst>
                <a:ext uri="{FF2B5EF4-FFF2-40B4-BE49-F238E27FC236}">
                  <a16:creationId xmlns:a16="http://schemas.microsoft.com/office/drawing/2014/main" id="{FF8092FC-3735-9499-F32F-2BFC2B104BEF}"/>
                </a:ext>
              </a:extLst>
            </p:cNvPr>
            <p:cNvCxnSpPr>
              <a:cxnSpLocks/>
            </p:cNvCxnSpPr>
            <p:nvPr/>
          </p:nvCxnSpPr>
          <p:spPr>
            <a:xfrm flipH="1" flipV="1">
              <a:off x="10042808" y="1791296"/>
              <a:ext cx="2057" cy="6918832"/>
            </a:xfrm>
            <a:prstGeom prst="line">
              <a:avLst/>
            </a:prstGeom>
            <a:ln w="28575">
              <a:solidFill>
                <a:srgbClr val="2A9A85"/>
              </a:solidFill>
            </a:ln>
          </p:spPr>
          <p:style>
            <a:lnRef idx="1">
              <a:schemeClr val="accent1"/>
            </a:lnRef>
            <a:fillRef idx="0">
              <a:schemeClr val="accent1"/>
            </a:fillRef>
            <a:effectRef idx="0">
              <a:schemeClr val="accent1"/>
            </a:effectRef>
            <a:fontRef idx="minor">
              <a:schemeClr val="tx1"/>
            </a:fontRef>
          </p:style>
        </p:cxnSp>
        <p:sp>
          <p:nvSpPr>
            <p:cNvPr id="34" name="Teardrop 33">
              <a:extLst>
                <a:ext uri="{FF2B5EF4-FFF2-40B4-BE49-F238E27FC236}">
                  <a16:creationId xmlns:a16="http://schemas.microsoft.com/office/drawing/2014/main" id="{DF4CA23C-DF1A-6FE0-7800-F0DBA33CFE83}"/>
                </a:ext>
              </a:extLst>
            </p:cNvPr>
            <p:cNvSpPr/>
            <p:nvPr/>
          </p:nvSpPr>
          <p:spPr>
            <a:xfrm rot="8079188">
              <a:off x="15863634" y="2768431"/>
              <a:ext cx="676787" cy="679234"/>
            </a:xfrm>
            <a:prstGeom prst="teardrop">
              <a:avLst>
                <a:gd name="adj" fmla="val 200000"/>
              </a:avLst>
            </a:prstGeom>
            <a:solidFill>
              <a:srgbClr val="407E87"/>
            </a:solidFill>
            <a:ln>
              <a:solidFill>
                <a:srgbClr val="407E8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algn="ctr" defTabSz="554492"/>
              <a:endParaRPr lang="en-US" sz="819" kern="0">
                <a:solidFill>
                  <a:prstClr val="white"/>
                </a:solidFill>
                <a:latin typeface="Calibri"/>
              </a:endParaRPr>
            </a:p>
          </p:txBody>
        </p:sp>
        <p:sp>
          <p:nvSpPr>
            <p:cNvPr id="35" name="Oval 34">
              <a:extLst>
                <a:ext uri="{FF2B5EF4-FFF2-40B4-BE49-F238E27FC236}">
                  <a16:creationId xmlns:a16="http://schemas.microsoft.com/office/drawing/2014/main" id="{B81CCCDD-7261-4D34-4FC8-83537675E384}"/>
                </a:ext>
              </a:extLst>
            </p:cNvPr>
            <p:cNvSpPr/>
            <p:nvPr/>
          </p:nvSpPr>
          <p:spPr>
            <a:xfrm>
              <a:off x="16048933" y="8473787"/>
              <a:ext cx="306191" cy="305088"/>
            </a:xfrm>
            <a:prstGeom prst="ellipse">
              <a:avLst/>
            </a:prstGeom>
            <a:solidFill>
              <a:srgbClr val="407E87"/>
            </a:solidFill>
            <a:ln>
              <a:solidFill>
                <a:srgbClr val="407E8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algn="ctr" defTabSz="554492"/>
              <a:endParaRPr lang="en-US" sz="819" kern="0">
                <a:solidFill>
                  <a:prstClr val="white"/>
                </a:solidFill>
                <a:latin typeface="Calibri"/>
              </a:endParaRPr>
            </a:p>
          </p:txBody>
        </p:sp>
        <p:cxnSp>
          <p:nvCxnSpPr>
            <p:cNvPr id="36" name="Straight Connector 35">
              <a:extLst>
                <a:ext uri="{FF2B5EF4-FFF2-40B4-BE49-F238E27FC236}">
                  <a16:creationId xmlns:a16="http://schemas.microsoft.com/office/drawing/2014/main" id="{63BD5CB0-4BF1-86AE-C4E8-0D1F0C2C9B6F}"/>
                </a:ext>
              </a:extLst>
            </p:cNvPr>
            <p:cNvCxnSpPr>
              <a:cxnSpLocks/>
            </p:cNvCxnSpPr>
            <p:nvPr/>
          </p:nvCxnSpPr>
          <p:spPr>
            <a:xfrm flipV="1">
              <a:off x="16193004" y="3587461"/>
              <a:ext cx="0" cy="4886323"/>
            </a:xfrm>
            <a:prstGeom prst="line">
              <a:avLst/>
            </a:prstGeom>
            <a:ln w="28575">
              <a:solidFill>
                <a:srgbClr val="407E87"/>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62917ED-3583-80A9-B864-5613E820A4A6}"/>
                </a:ext>
              </a:extLst>
            </p:cNvPr>
            <p:cNvSpPr txBox="1"/>
            <p:nvPr/>
          </p:nvSpPr>
          <p:spPr>
            <a:xfrm>
              <a:off x="2189909" y="1385455"/>
              <a:ext cx="3200953" cy="1477806"/>
            </a:xfrm>
            <a:prstGeom prst="rect">
              <a:avLst/>
            </a:prstGeom>
            <a:noFill/>
          </p:spPr>
          <p:txBody>
            <a:bodyPr wrap="square" lIns="0" rIns="0" rtlCol="0" anchor="b">
              <a:spAutoFit/>
            </a:bodyPr>
            <a:lstStyle/>
            <a:p>
              <a:pPr algn="r" defTabSz="554492">
                <a:lnSpc>
                  <a:spcPct val="150000"/>
                </a:lnSpc>
              </a:pPr>
              <a:r>
                <a:rPr lang="ar-EG" sz="1213" b="1" kern="0" dirty="0">
                  <a:solidFill>
                    <a:srgbClr val="8EB8E1"/>
                  </a:solidFill>
                  <a:latin typeface="Neo Sans Arabic Bold" panose="020B0804030504040204" pitchFamily="34" charset="-78"/>
                  <a:cs typeface="Neo Sans Arabic Bold" panose="020B0804030504040204" pitchFamily="34" charset="-78"/>
                </a:rPr>
                <a:t>المحور الثالث</a:t>
              </a:r>
              <a:endParaRPr lang="en-GB" sz="1213" b="1" kern="0" dirty="0">
                <a:solidFill>
                  <a:srgbClr val="8EB8E1"/>
                </a:solidFill>
                <a:latin typeface="Neo Sans Arabic Bold" panose="020B0804030504040204" pitchFamily="34" charset="-78"/>
                <a:cs typeface="Neo Sans Arabic Bold" panose="020B0804030504040204" pitchFamily="34" charset="-78"/>
              </a:endParaRPr>
            </a:p>
            <a:p>
              <a:pPr algn="r" defTabSz="554492">
                <a:lnSpc>
                  <a:spcPct val="150000"/>
                </a:lnSpc>
              </a:pPr>
              <a:r>
                <a:rPr lang="ar-EG" sz="1213" kern="0" dirty="0">
                  <a:solidFill>
                    <a:srgbClr val="8EB8E1"/>
                  </a:solidFill>
                  <a:latin typeface="Neo Sans Arabic" panose="020B0504030504040204" pitchFamily="34" charset="-78"/>
                  <a:cs typeface="Neo Sans Arabic" panose="020B0504030504040204" pitchFamily="34" charset="-78"/>
                </a:rPr>
                <a:t>مكافحة المعلومات المضللة والتحيز الإعلامي</a:t>
              </a:r>
            </a:p>
          </p:txBody>
        </p:sp>
        <p:grpSp>
          <p:nvGrpSpPr>
            <p:cNvPr id="46" name="Group 45">
              <a:extLst>
                <a:ext uri="{FF2B5EF4-FFF2-40B4-BE49-F238E27FC236}">
                  <a16:creationId xmlns:a16="http://schemas.microsoft.com/office/drawing/2014/main" id="{F199E8D0-F8A0-2218-B258-018D6080F794}"/>
                </a:ext>
              </a:extLst>
            </p:cNvPr>
            <p:cNvGrpSpPr/>
            <p:nvPr/>
          </p:nvGrpSpPr>
          <p:grpSpPr>
            <a:xfrm>
              <a:off x="6508477" y="2698772"/>
              <a:ext cx="3934349" cy="1477807"/>
              <a:chOff x="-347798" y="2742317"/>
              <a:chExt cx="3610027" cy="817039"/>
            </a:xfrm>
          </p:grpSpPr>
          <p:sp>
            <p:nvSpPr>
              <p:cNvPr id="47" name="TextBox 46">
                <a:extLst>
                  <a:ext uri="{FF2B5EF4-FFF2-40B4-BE49-F238E27FC236}">
                    <a16:creationId xmlns:a16="http://schemas.microsoft.com/office/drawing/2014/main" id="{6737AB9D-D0E9-1386-10CA-098608563CF0}"/>
                  </a:ext>
                </a:extLst>
              </p:cNvPr>
              <p:cNvSpPr txBox="1"/>
              <p:nvPr/>
            </p:nvSpPr>
            <p:spPr>
              <a:xfrm>
                <a:off x="-347798" y="2742317"/>
                <a:ext cx="2937087" cy="817039"/>
              </a:xfrm>
              <a:prstGeom prst="rect">
                <a:avLst/>
              </a:prstGeom>
              <a:noFill/>
            </p:spPr>
            <p:txBody>
              <a:bodyPr wrap="square" lIns="0" rIns="0" rtlCol="0" anchor="b">
                <a:spAutoFit/>
              </a:bodyPr>
              <a:lstStyle/>
              <a:p>
                <a:pPr algn="r" defTabSz="554492">
                  <a:lnSpc>
                    <a:spcPct val="150000"/>
                  </a:lnSpc>
                </a:pPr>
                <a:r>
                  <a:rPr lang="ar-EG" sz="1213" b="1" kern="0" dirty="0">
                    <a:solidFill>
                      <a:srgbClr val="33B9A0"/>
                    </a:solidFill>
                    <a:latin typeface="Neo Sans Arabic Bold" panose="020B0804030504040204" pitchFamily="34" charset="-78"/>
                    <a:cs typeface="Neo Sans Arabic Bold" panose="020B0804030504040204" pitchFamily="34" charset="-78"/>
                  </a:rPr>
                  <a:t>المحور الثاني</a:t>
                </a:r>
                <a:endParaRPr lang="en-GB" sz="1213" b="1" kern="0" dirty="0">
                  <a:solidFill>
                    <a:srgbClr val="33B9A0"/>
                  </a:solidFill>
                  <a:latin typeface="Neo Sans Arabic Bold" panose="020B0804030504040204" pitchFamily="34" charset="-78"/>
                  <a:cs typeface="Neo Sans Arabic Bold" panose="020B0804030504040204" pitchFamily="34" charset="-78"/>
                </a:endParaRPr>
              </a:p>
              <a:p>
                <a:pPr algn="r" defTabSz="554492">
                  <a:lnSpc>
                    <a:spcPct val="150000"/>
                  </a:lnSpc>
                </a:pPr>
                <a:r>
                  <a:rPr lang="ar-EG" sz="1213" kern="0" dirty="0">
                    <a:solidFill>
                      <a:srgbClr val="33B9A0"/>
                    </a:solidFill>
                    <a:latin typeface="Neo Sans Arabic" panose="020B0504030504040204" pitchFamily="34" charset="-78"/>
                    <a:cs typeface="Neo Sans Arabic" panose="020B0504030504040204" pitchFamily="34" charset="-78"/>
                  </a:rPr>
                  <a:t>توظيف وسائل التواصل الاجتماعي للتمثيل الوطني</a:t>
                </a:r>
              </a:p>
            </p:txBody>
          </p:sp>
          <p:sp>
            <p:nvSpPr>
              <p:cNvPr id="48" name="TextBox 47">
                <a:extLst>
                  <a:ext uri="{FF2B5EF4-FFF2-40B4-BE49-F238E27FC236}">
                    <a16:creationId xmlns:a16="http://schemas.microsoft.com/office/drawing/2014/main" id="{F14CA7BC-00E6-B479-B522-98FCBC7C3F44}"/>
                  </a:ext>
                </a:extLst>
              </p:cNvPr>
              <p:cNvSpPr txBox="1"/>
              <p:nvPr/>
            </p:nvSpPr>
            <p:spPr>
              <a:xfrm>
                <a:off x="332936" y="3086922"/>
                <a:ext cx="2929293" cy="152230"/>
              </a:xfrm>
              <a:prstGeom prst="rect">
                <a:avLst/>
              </a:prstGeom>
              <a:noFill/>
            </p:spPr>
            <p:txBody>
              <a:bodyPr wrap="square" lIns="0" rIns="0" rtlCol="0" anchor="t">
                <a:spAutoFit/>
              </a:bodyPr>
              <a:lstStyle/>
              <a:p>
                <a:pPr algn="just" defTabSz="554492"/>
                <a:endParaRPr lang="en-US" sz="485" kern="0" dirty="0">
                  <a:solidFill>
                    <a:prstClr val="white">
                      <a:lumMod val="75000"/>
                    </a:prstClr>
                  </a:solidFill>
                </a:endParaRPr>
              </a:p>
            </p:txBody>
          </p:sp>
        </p:grpSp>
        <p:sp>
          <p:nvSpPr>
            <p:cNvPr id="50" name="TextBox 49">
              <a:extLst>
                <a:ext uri="{FF2B5EF4-FFF2-40B4-BE49-F238E27FC236}">
                  <a16:creationId xmlns:a16="http://schemas.microsoft.com/office/drawing/2014/main" id="{788D2885-CE08-460D-56EE-0C2821186B0D}"/>
                </a:ext>
              </a:extLst>
            </p:cNvPr>
            <p:cNvSpPr txBox="1"/>
            <p:nvPr/>
          </p:nvSpPr>
          <p:spPr>
            <a:xfrm>
              <a:off x="12391536" y="3419666"/>
              <a:ext cx="3200953" cy="862090"/>
            </a:xfrm>
            <a:prstGeom prst="rect">
              <a:avLst/>
            </a:prstGeom>
            <a:noFill/>
          </p:spPr>
          <p:txBody>
            <a:bodyPr wrap="square" lIns="0" rIns="0" rtlCol="0" anchor="b">
              <a:spAutoFit/>
            </a:bodyPr>
            <a:lstStyle/>
            <a:p>
              <a:pPr algn="r" defTabSz="554492"/>
              <a:r>
                <a:rPr lang="ar-EG" sz="1213" b="1" kern="0" dirty="0">
                  <a:solidFill>
                    <a:srgbClr val="407E87"/>
                  </a:solidFill>
                  <a:latin typeface="Neo Sans Arabic Bold" panose="020B0804030504040204" pitchFamily="34" charset="-78"/>
                  <a:cs typeface="Neo Sans Arabic Bold" panose="020B0804030504040204" pitchFamily="34" charset="-78"/>
                </a:rPr>
                <a:t>المحور الأول</a:t>
              </a:r>
              <a:endParaRPr lang="en-GB" sz="1213" b="1" kern="0" dirty="0">
                <a:solidFill>
                  <a:srgbClr val="407E87"/>
                </a:solidFill>
                <a:latin typeface="Neo Sans Arabic Bold" panose="020B0804030504040204" pitchFamily="34" charset="-78"/>
                <a:cs typeface="Neo Sans Arabic Bold" panose="020B0804030504040204" pitchFamily="34" charset="-78"/>
              </a:endParaRPr>
            </a:p>
            <a:p>
              <a:pPr algn="r" defTabSz="554492">
                <a:lnSpc>
                  <a:spcPct val="150000"/>
                </a:lnSpc>
              </a:pPr>
              <a:r>
                <a:rPr lang="ar-EG" sz="1213" kern="0" dirty="0">
                  <a:solidFill>
                    <a:srgbClr val="407E87"/>
                  </a:solidFill>
                  <a:latin typeface="Neo Sans Arabic" panose="020B0504030504040204" pitchFamily="34" charset="-78"/>
                  <a:cs typeface="Neo Sans Arabic" panose="020B0504030504040204" pitchFamily="34" charset="-78"/>
                </a:rPr>
                <a:t>إدارة السمعة الرقمية</a:t>
              </a:r>
            </a:p>
          </p:txBody>
        </p:sp>
      </p:grpSp>
      <p:pic>
        <p:nvPicPr>
          <p:cNvPr id="76" name="Graphic 75">
            <a:extLst>
              <a:ext uri="{FF2B5EF4-FFF2-40B4-BE49-F238E27FC236}">
                <a16:creationId xmlns:a16="http://schemas.microsoft.com/office/drawing/2014/main" id="{4CBD3317-0B07-AC03-E37D-FD87D4460C88}"/>
              </a:ext>
            </a:extLst>
          </p:cNvPr>
          <p:cNvPicPr>
            <a:picLocks noChangeAspect="1"/>
          </p:cNvPicPr>
          <p:nvPr/>
        </p:nvPicPr>
        <p:blipFill>
          <a:blip r:embed="rId2">
            <a:biLevel thresh="50000"/>
            <a:extLst>
              <a:ext uri="{28A0092B-C50C-407E-A947-70E740481C1C}">
                <a14:useLocalDpi xmlns:a14="http://schemas.microsoft.com/office/drawing/2010/main" val="0"/>
              </a:ext>
            </a:extLst>
          </a:blip>
          <a:srcRect/>
          <a:stretch/>
        </p:blipFill>
        <p:spPr>
          <a:xfrm>
            <a:off x="6143100" y="1105525"/>
            <a:ext cx="244767" cy="302681"/>
          </a:xfrm>
          <a:prstGeom prst="rect">
            <a:avLst/>
          </a:prstGeom>
        </p:spPr>
      </p:pic>
      <p:pic>
        <p:nvPicPr>
          <p:cNvPr id="12" name="Graphic 76">
            <a:extLst>
              <a:ext uri="{FF2B5EF4-FFF2-40B4-BE49-F238E27FC236}">
                <a16:creationId xmlns:a16="http://schemas.microsoft.com/office/drawing/2014/main" id="{E94ECC66-D50B-E89D-FA25-B507A93D50FE}"/>
              </a:ext>
            </a:extLst>
          </p:cNvPr>
          <p:cNvPicPr>
            <a:picLocks noChangeAspect="1"/>
          </p:cNvPicPr>
          <p:nvPr/>
        </p:nvPicPr>
        <p:blipFill>
          <a:blip r:embed="rId3">
            <a:biLevel thresh="25000"/>
            <a:extLst>
              <a:ext uri="{28A0092B-C50C-407E-A947-70E740481C1C}">
                <a14:useLocalDpi xmlns:a14="http://schemas.microsoft.com/office/drawing/2010/main" val="0"/>
              </a:ext>
            </a:extLst>
          </a:blip>
          <a:srcRect/>
          <a:stretch/>
        </p:blipFill>
        <p:spPr>
          <a:xfrm>
            <a:off x="3805924" y="875515"/>
            <a:ext cx="222526" cy="346024"/>
          </a:xfrm>
          <a:prstGeom prst="rect">
            <a:avLst/>
          </a:prstGeom>
        </p:spPr>
      </p:pic>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765BD8DE-2F6B-A9CC-61E7-CFD11F52EADB}"/>
                  </a:ext>
                </a:extLst>
              </p:cNvPr>
              <p:cNvGraphicFramePr>
                <a:graphicFrameLocks noChangeAspect="1"/>
              </p:cNvGraphicFramePr>
              <p:nvPr>
                <p:extLst>
                  <p:ext uri="{D42A27DB-BD31-4B8C-83A1-F6EECF244321}">
                    <p14:modId xmlns:p14="http://schemas.microsoft.com/office/powerpoint/2010/main" val="2177734413"/>
                  </p:ext>
                </p:extLst>
              </p:nvPr>
            </p:nvGraphicFramePr>
            <p:xfrm>
              <a:off x="9838828" y="1756691"/>
              <a:ext cx="332899" cy="331671"/>
            </p:xfrm>
            <a:graphic>
              <a:graphicData uri="http://schemas.microsoft.com/office/powerpoint/2016/slidezoom">
                <pslz:sldZm>
                  <pslz:sldZmObj sldId="292" cId="2348647158">
                    <pslz:zmPr id="{89DDC43E-D619-4190-AB4B-2B0B4D3FF9E7}" returnToParent="0" imageType="cover" transitionDur="1000">
                      <p166:blipFill xmlns:p166="http://schemas.microsoft.com/office/powerpoint/2016/6/main">
                        <a:blip r:embed="rId4">
                          <a:extLst>
                            <a:ext uri="{28A0092B-C50C-407E-A947-70E740481C1C}">
                              <a14:useLocalDpi xmlns:a14="http://schemas.microsoft.com/office/drawing/2010/main" val="0"/>
                            </a:ext>
                          </a:extLst>
                        </a:blip>
                        <a:stretch>
                          <a:fillRect/>
                        </a:stretch>
                      </p166:blipFill>
                      <p166:spPr xmlns:p166="http://schemas.microsoft.com/office/powerpoint/2016/6/main">
                        <a:xfrm>
                          <a:off x="0" y="0"/>
                          <a:ext cx="332899" cy="331671"/>
                        </a:xfrm>
                        <a:prstGeom prst="rect">
                          <a:avLst/>
                        </a:prstGeom>
                        <a:ln w="3175">
                          <a:noFill/>
                        </a:ln>
                      </p166:spPr>
                    </pslz:zmPr>
                  </pslz:sldZmObj>
                </pslz:sldZm>
              </a:graphicData>
            </a:graphic>
          </p:graphicFrame>
        </mc:Choice>
        <mc:Fallback xmlns="">
          <p:pic>
            <p:nvPicPr>
              <p:cNvPr id="14" name="Slide Zoom 13">
                <a:hlinkClick r:id="rId5" action="ppaction://hlinksldjump"/>
                <a:extLst>
                  <a:ext uri="{FF2B5EF4-FFF2-40B4-BE49-F238E27FC236}">
                    <a16:creationId xmlns:a16="http://schemas.microsoft.com/office/drawing/2014/main" id="{765BD8DE-2F6B-A9CC-61E7-CFD11F52EADB}"/>
                  </a:ext>
                </a:extLst>
              </p:cNvPr>
              <p:cNvPicPr>
                <a:picLocks noGrp="1" noRot="1" noChangeAspect="1" noMove="1" noResize="1" noEditPoints="1" noAdjustHandles="1" noChangeArrowheads="1" noChangeShapeType="1"/>
              </p:cNvPicPr>
              <p:nvPr/>
            </p:nvPicPr>
            <p:blipFill>
              <a:blip r:embed="rId6">
                <a:extLst>
                  <a:ext uri="{28A0092B-C50C-407E-A947-70E740481C1C}">
                    <a14:useLocalDpi xmlns:a14="http://schemas.microsoft.com/office/drawing/2010/main" val="0"/>
                  </a:ext>
                </a:extLst>
              </a:blip>
              <a:stretch>
                <a:fillRect/>
              </a:stretch>
            </p:blipFill>
            <p:spPr>
              <a:xfrm>
                <a:off x="9838828" y="1756691"/>
                <a:ext cx="332899" cy="331671"/>
              </a:xfrm>
              <a:prstGeom prst="rect">
                <a:avLst/>
              </a:prstGeom>
              <a:ln w="3175">
                <a:noFill/>
              </a:ln>
            </p:spPr>
          </p:pic>
        </mc:Fallback>
      </mc:AlternateContent>
    </p:spTree>
    <p:extLst>
      <p:ext uri="{BB962C8B-B14F-4D97-AF65-F5344CB8AC3E}">
        <p14:creationId xmlns:p14="http://schemas.microsoft.com/office/powerpoint/2010/main" val="63413891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43E22DD-3666-2238-5645-44C9FAD6F7D4}"/>
            </a:ext>
          </a:extLst>
        </p:cNvPr>
        <p:cNvGrpSpPr/>
        <p:nvPr/>
      </p:nvGrpSpPr>
      <p:grpSpPr>
        <a:xfrm>
          <a:off x="0" y="0"/>
          <a:ext cx="0" cy="0"/>
          <a:chOff x="0" y="0"/>
          <a:chExt cx="0" cy="0"/>
        </a:xfrm>
      </p:grpSpPr>
      <p:grpSp>
        <p:nvGrpSpPr>
          <p:cNvPr id="3" name="Google Shape;171;p8">
            <a:extLst>
              <a:ext uri="{FF2B5EF4-FFF2-40B4-BE49-F238E27FC236}">
                <a16:creationId xmlns:a16="http://schemas.microsoft.com/office/drawing/2014/main" id="{B0C6F1AA-3D05-35D9-D2BA-C519F2858FEB}"/>
              </a:ext>
            </a:extLst>
          </p:cNvPr>
          <p:cNvGrpSpPr>
            <a:grpSpLocks noGrp="1" noUngrp="1" noRot="1" noMove="1" noResize="1"/>
          </p:cNvGrpSpPr>
          <p:nvPr/>
        </p:nvGrpSpPr>
        <p:grpSpPr>
          <a:xfrm>
            <a:off x="428" y="0"/>
            <a:ext cx="12191345" cy="6857790"/>
            <a:chOff x="0" y="0"/>
            <a:chExt cx="20104431" cy="11309004"/>
          </a:xfrm>
        </p:grpSpPr>
        <p:pic>
          <p:nvPicPr>
            <p:cNvPr id="8" name="Google Shape;172;p8">
              <a:extLst>
                <a:ext uri="{FF2B5EF4-FFF2-40B4-BE49-F238E27FC236}">
                  <a16:creationId xmlns:a16="http://schemas.microsoft.com/office/drawing/2014/main" id="{BB00323D-7084-DC79-0A3D-346EDA88F8B2}"/>
                </a:ext>
              </a:extLst>
            </p:cNvPr>
            <p:cNvPicPr preferRelativeResize="0">
              <a:picLocks noGrp="1" noRot="1" noMove="1" noResize="1" noEditPoints="1" noAdjustHandles="1" noChangeArrowheads="1" noChangeShapeType="1" noCrop="1"/>
            </p:cNvPicPr>
            <p:nvPr/>
          </p:nvPicPr>
          <p:blipFill rotWithShape="1">
            <a:blip r:embed="rId2">
              <a:alphaModFix/>
            </a:blip>
            <a:srcRect/>
            <a:stretch/>
          </p:blipFill>
          <p:spPr>
            <a:xfrm>
              <a:off x="19381" y="0"/>
              <a:ext cx="20050625" cy="11263772"/>
            </a:xfrm>
            <a:prstGeom prst="rect">
              <a:avLst/>
            </a:prstGeom>
            <a:noFill/>
            <a:ln>
              <a:noFill/>
            </a:ln>
          </p:spPr>
        </p:pic>
        <p:sp>
          <p:nvSpPr>
            <p:cNvPr id="12" name="Google Shape;173;p8">
              <a:extLst>
                <a:ext uri="{FF2B5EF4-FFF2-40B4-BE49-F238E27FC236}">
                  <a16:creationId xmlns:a16="http://schemas.microsoft.com/office/drawing/2014/main" id="{C0A3397E-30E2-CA5F-6545-59820FBD720B}"/>
                </a:ext>
              </a:extLst>
            </p:cNvPr>
            <p:cNvSpPr>
              <a:spLocks noGrp="1" noRot="1" noMove="1" noResize="1" noEditPoints="1" noAdjustHandles="1" noChangeArrowheads="1" noChangeShapeType="1"/>
            </p:cNvSpPr>
            <p:nvPr/>
          </p:nvSpPr>
          <p:spPr>
            <a:xfrm>
              <a:off x="19381" y="0"/>
              <a:ext cx="20085050" cy="11308715"/>
            </a:xfrm>
            <a:custGeom>
              <a:avLst/>
              <a:gdLst/>
              <a:ahLst/>
              <a:cxnLst/>
              <a:rect l="l" t="t" r="r" b="b"/>
              <a:pathLst>
                <a:path w="20085050" h="11308715" extrusionOk="0">
                  <a:moveTo>
                    <a:pt x="20084718" y="0"/>
                  </a:moveTo>
                  <a:lnTo>
                    <a:pt x="0" y="0"/>
                  </a:lnTo>
                  <a:lnTo>
                    <a:pt x="0" y="11308556"/>
                  </a:lnTo>
                  <a:lnTo>
                    <a:pt x="20084718" y="11308556"/>
                  </a:lnTo>
                  <a:lnTo>
                    <a:pt x="20084718" y="0"/>
                  </a:lnTo>
                  <a:close/>
                </a:path>
              </a:pathLst>
            </a:custGeom>
            <a:solidFill>
              <a:srgbClr val="FFFFFF">
                <a:alpha val="30980"/>
              </a:srgbClr>
            </a:solidFill>
            <a:ln>
              <a:noFill/>
            </a:ln>
          </p:spPr>
          <p:txBody>
            <a:bodyPr spcFirstLastPara="1" wrap="square" lIns="0" tIns="0" rIns="0" bIns="0" anchor="t" anchorCtr="0">
              <a:noAutofit/>
            </a:bodyPr>
            <a:lstStyle/>
            <a:p>
              <a:pPr defTabSz="554492">
                <a:buClr>
                  <a:srgbClr val="000000"/>
                </a:buClr>
              </a:pPr>
              <a:endParaRPr sz="1092" kern="0">
                <a:solidFill>
                  <a:srgbClr val="000000"/>
                </a:solidFill>
                <a:latin typeface="Arial"/>
                <a:cs typeface="Arial"/>
                <a:sym typeface="Arial"/>
              </a:endParaRPr>
            </a:p>
          </p:txBody>
        </p:sp>
        <p:sp>
          <p:nvSpPr>
            <p:cNvPr id="13" name="Google Shape;174;p8">
              <a:extLst>
                <a:ext uri="{FF2B5EF4-FFF2-40B4-BE49-F238E27FC236}">
                  <a16:creationId xmlns:a16="http://schemas.microsoft.com/office/drawing/2014/main" id="{0B02A889-7666-095F-FB0E-19A9D55AEAF3}"/>
                </a:ext>
              </a:extLst>
            </p:cNvPr>
            <p:cNvSpPr>
              <a:spLocks noGrp="1" noRot="1" noMove="1" noResize="1" noEditPoints="1" noAdjustHandles="1" noChangeArrowheads="1" noChangeShapeType="1"/>
            </p:cNvSpPr>
            <p:nvPr/>
          </p:nvSpPr>
          <p:spPr>
            <a:xfrm>
              <a:off x="19142226" y="524067"/>
              <a:ext cx="962025" cy="10784840"/>
            </a:xfrm>
            <a:custGeom>
              <a:avLst/>
              <a:gdLst/>
              <a:ahLst/>
              <a:cxnLst/>
              <a:rect l="l" t="t" r="r" b="b"/>
              <a:pathLst>
                <a:path w="962025" h="10784840" extrusionOk="0">
                  <a:moveTo>
                    <a:pt x="961863" y="0"/>
                  </a:moveTo>
                  <a:lnTo>
                    <a:pt x="648833" y="18513"/>
                  </a:lnTo>
                  <a:lnTo>
                    <a:pt x="601798" y="22889"/>
                  </a:lnTo>
                  <a:lnTo>
                    <a:pt x="555800" y="30321"/>
                  </a:lnTo>
                  <a:lnTo>
                    <a:pt x="510934" y="40702"/>
                  </a:lnTo>
                  <a:lnTo>
                    <a:pt x="467297" y="53924"/>
                  </a:lnTo>
                  <a:lnTo>
                    <a:pt x="424985" y="69877"/>
                  </a:lnTo>
                  <a:lnTo>
                    <a:pt x="384096" y="88453"/>
                  </a:lnTo>
                  <a:lnTo>
                    <a:pt x="344725" y="109544"/>
                  </a:lnTo>
                  <a:lnTo>
                    <a:pt x="306969" y="133041"/>
                  </a:lnTo>
                  <a:lnTo>
                    <a:pt x="270925" y="158835"/>
                  </a:lnTo>
                  <a:lnTo>
                    <a:pt x="236688" y="186818"/>
                  </a:lnTo>
                  <a:lnTo>
                    <a:pt x="204355" y="216880"/>
                  </a:lnTo>
                  <a:lnTo>
                    <a:pt x="174023" y="248915"/>
                  </a:lnTo>
                  <a:lnTo>
                    <a:pt x="145788" y="282812"/>
                  </a:lnTo>
                  <a:lnTo>
                    <a:pt x="119747" y="318464"/>
                  </a:lnTo>
                  <a:lnTo>
                    <a:pt x="95996" y="355761"/>
                  </a:lnTo>
                  <a:lnTo>
                    <a:pt x="74631" y="394596"/>
                  </a:lnTo>
                  <a:lnTo>
                    <a:pt x="55749" y="434859"/>
                  </a:lnTo>
                  <a:lnTo>
                    <a:pt x="39446" y="476442"/>
                  </a:lnTo>
                  <a:lnTo>
                    <a:pt x="25820" y="519237"/>
                  </a:lnTo>
                  <a:lnTo>
                    <a:pt x="14965" y="563134"/>
                  </a:lnTo>
                  <a:lnTo>
                    <a:pt x="6979" y="608026"/>
                  </a:lnTo>
                  <a:lnTo>
                    <a:pt x="1959" y="653803"/>
                  </a:lnTo>
                  <a:lnTo>
                    <a:pt x="0" y="700358"/>
                  </a:lnTo>
                  <a:lnTo>
                    <a:pt x="1198" y="747580"/>
                  </a:lnTo>
                  <a:lnTo>
                    <a:pt x="594831" y="10784488"/>
                  </a:lnTo>
                  <a:lnTo>
                    <a:pt x="961863" y="10784488"/>
                  </a:lnTo>
                  <a:lnTo>
                    <a:pt x="961863" y="0"/>
                  </a:lnTo>
                  <a:close/>
                </a:path>
              </a:pathLst>
            </a:custGeom>
            <a:solidFill>
              <a:srgbClr val="33B9A0"/>
            </a:solidFill>
            <a:ln>
              <a:noFill/>
            </a:ln>
          </p:spPr>
          <p:txBody>
            <a:bodyPr spcFirstLastPara="1" wrap="square" lIns="0" tIns="0" rIns="0" bIns="0" anchor="t" anchorCtr="0">
              <a:noAutofit/>
            </a:bodyPr>
            <a:lstStyle/>
            <a:p>
              <a:pPr defTabSz="554492">
                <a:buClr>
                  <a:srgbClr val="000000"/>
                </a:buClr>
              </a:pPr>
              <a:endParaRPr sz="1092" kern="0">
                <a:solidFill>
                  <a:srgbClr val="000000"/>
                </a:solidFill>
                <a:latin typeface="Arial"/>
                <a:cs typeface="Arial"/>
                <a:sym typeface="Arial"/>
              </a:endParaRPr>
            </a:p>
          </p:txBody>
        </p:sp>
        <p:sp>
          <p:nvSpPr>
            <p:cNvPr id="22" name="Google Shape;175;p8">
              <a:extLst>
                <a:ext uri="{FF2B5EF4-FFF2-40B4-BE49-F238E27FC236}">
                  <a16:creationId xmlns:a16="http://schemas.microsoft.com/office/drawing/2014/main" id="{860874CB-14FE-81EA-0EC4-EA6487E2826B}"/>
                </a:ext>
              </a:extLst>
            </p:cNvPr>
            <p:cNvSpPr>
              <a:spLocks noGrp="1" noRot="1" noMove="1" noResize="1" noEditPoints="1" noAdjustHandles="1" noChangeArrowheads="1" noChangeShapeType="1"/>
            </p:cNvSpPr>
            <p:nvPr/>
          </p:nvSpPr>
          <p:spPr>
            <a:xfrm>
              <a:off x="0" y="1320454"/>
              <a:ext cx="11541125" cy="9988550"/>
            </a:xfrm>
            <a:custGeom>
              <a:avLst/>
              <a:gdLst/>
              <a:ahLst/>
              <a:cxnLst/>
              <a:rect l="l" t="t" r="r" b="b"/>
              <a:pathLst>
                <a:path w="11541125" h="9988550" extrusionOk="0">
                  <a:moveTo>
                    <a:pt x="9533117" y="0"/>
                  </a:moveTo>
                  <a:lnTo>
                    <a:pt x="9486556" y="1802"/>
                  </a:lnTo>
                  <a:lnTo>
                    <a:pt x="9439583" y="6807"/>
                  </a:lnTo>
                  <a:lnTo>
                    <a:pt x="0" y="1335350"/>
                  </a:lnTo>
                  <a:lnTo>
                    <a:pt x="0" y="9988101"/>
                  </a:lnTo>
                  <a:lnTo>
                    <a:pt x="11540719" y="9988101"/>
                  </a:lnTo>
                  <a:lnTo>
                    <a:pt x="10218513" y="593522"/>
                  </a:lnTo>
                  <a:lnTo>
                    <a:pt x="10210357" y="546994"/>
                  </a:lnTo>
                  <a:lnTo>
                    <a:pt x="10199238" y="501745"/>
                  </a:lnTo>
                  <a:lnTo>
                    <a:pt x="10185272" y="457863"/>
                  </a:lnTo>
                  <a:lnTo>
                    <a:pt x="10168573" y="415435"/>
                  </a:lnTo>
                  <a:lnTo>
                    <a:pt x="10149259" y="374549"/>
                  </a:lnTo>
                  <a:lnTo>
                    <a:pt x="10127445" y="335291"/>
                  </a:lnTo>
                  <a:lnTo>
                    <a:pt x="10103248" y="297750"/>
                  </a:lnTo>
                  <a:lnTo>
                    <a:pt x="10076782" y="262012"/>
                  </a:lnTo>
                  <a:lnTo>
                    <a:pt x="10048165" y="228165"/>
                  </a:lnTo>
                  <a:lnTo>
                    <a:pt x="10017513" y="196297"/>
                  </a:lnTo>
                  <a:lnTo>
                    <a:pt x="9984940" y="166494"/>
                  </a:lnTo>
                  <a:lnTo>
                    <a:pt x="9950564" y="138845"/>
                  </a:lnTo>
                  <a:lnTo>
                    <a:pt x="9914500" y="113436"/>
                  </a:lnTo>
                  <a:lnTo>
                    <a:pt x="9876864" y="90355"/>
                  </a:lnTo>
                  <a:lnTo>
                    <a:pt x="9837773" y="69689"/>
                  </a:lnTo>
                  <a:lnTo>
                    <a:pt x="9797342" y="51527"/>
                  </a:lnTo>
                  <a:lnTo>
                    <a:pt x="9755687" y="35954"/>
                  </a:lnTo>
                  <a:lnTo>
                    <a:pt x="9712924" y="23058"/>
                  </a:lnTo>
                  <a:lnTo>
                    <a:pt x="9669170" y="12928"/>
                  </a:lnTo>
                  <a:lnTo>
                    <a:pt x="9624540" y="5650"/>
                  </a:lnTo>
                  <a:lnTo>
                    <a:pt x="9579150" y="1311"/>
                  </a:lnTo>
                  <a:lnTo>
                    <a:pt x="9533117" y="0"/>
                  </a:lnTo>
                  <a:close/>
                </a:path>
              </a:pathLst>
            </a:custGeom>
            <a:solidFill>
              <a:srgbClr val="065363"/>
            </a:solidFill>
            <a:ln>
              <a:noFill/>
            </a:ln>
          </p:spPr>
          <p:txBody>
            <a:bodyPr spcFirstLastPara="1" wrap="square" lIns="0" tIns="0" rIns="0" bIns="0" anchor="t" anchorCtr="0">
              <a:noAutofit/>
            </a:bodyPr>
            <a:lstStyle/>
            <a:p>
              <a:pPr defTabSz="554492">
                <a:buClr>
                  <a:srgbClr val="000000"/>
                </a:buClr>
              </a:pPr>
              <a:endParaRPr sz="1092" kern="0">
                <a:solidFill>
                  <a:srgbClr val="000000"/>
                </a:solidFill>
                <a:latin typeface="Arial"/>
                <a:cs typeface="Arial"/>
                <a:sym typeface="Arial"/>
              </a:endParaRPr>
            </a:p>
          </p:txBody>
        </p:sp>
        <p:sp>
          <p:nvSpPr>
            <p:cNvPr id="23" name="Google Shape;176;p8">
              <a:extLst>
                <a:ext uri="{FF2B5EF4-FFF2-40B4-BE49-F238E27FC236}">
                  <a16:creationId xmlns:a16="http://schemas.microsoft.com/office/drawing/2014/main" id="{2ABD1453-3854-472A-DEAF-378029AA52AD}"/>
                </a:ext>
              </a:extLst>
            </p:cNvPr>
            <p:cNvSpPr>
              <a:spLocks noGrp="1" noRot="1" noMove="1" noResize="1" noEditPoints="1" noAdjustHandles="1" noChangeArrowheads="1" noChangeShapeType="1"/>
            </p:cNvSpPr>
            <p:nvPr/>
          </p:nvSpPr>
          <p:spPr>
            <a:xfrm>
              <a:off x="0" y="1001648"/>
              <a:ext cx="11817350" cy="10307320"/>
            </a:xfrm>
            <a:custGeom>
              <a:avLst/>
              <a:gdLst/>
              <a:ahLst/>
              <a:cxnLst/>
              <a:rect l="l" t="t" r="r" b="b"/>
              <a:pathLst>
                <a:path w="11817350" h="10307320" extrusionOk="0">
                  <a:moveTo>
                    <a:pt x="11816958" y="10306908"/>
                  </a:moveTo>
                  <a:lnTo>
                    <a:pt x="10449885" y="593530"/>
                  </a:lnTo>
                  <a:lnTo>
                    <a:pt x="10441729" y="547002"/>
                  </a:lnTo>
                  <a:lnTo>
                    <a:pt x="10430610" y="501753"/>
                  </a:lnTo>
                  <a:lnTo>
                    <a:pt x="10416643" y="457871"/>
                  </a:lnTo>
                  <a:lnTo>
                    <a:pt x="10399945" y="415443"/>
                  </a:lnTo>
                  <a:lnTo>
                    <a:pt x="10380630" y="374557"/>
                  </a:lnTo>
                  <a:lnTo>
                    <a:pt x="10358816" y="335299"/>
                  </a:lnTo>
                  <a:lnTo>
                    <a:pt x="10334618" y="297757"/>
                  </a:lnTo>
                  <a:lnTo>
                    <a:pt x="10308152" y="262020"/>
                  </a:lnTo>
                  <a:lnTo>
                    <a:pt x="10279535" y="228173"/>
                  </a:lnTo>
                  <a:lnTo>
                    <a:pt x="10248881" y="196304"/>
                  </a:lnTo>
                  <a:lnTo>
                    <a:pt x="10216309" y="166501"/>
                  </a:lnTo>
                  <a:lnTo>
                    <a:pt x="10181932" y="138852"/>
                  </a:lnTo>
                  <a:lnTo>
                    <a:pt x="10145868" y="113442"/>
                  </a:lnTo>
                  <a:lnTo>
                    <a:pt x="10108232" y="90361"/>
                  </a:lnTo>
                  <a:lnTo>
                    <a:pt x="10069140" y="69695"/>
                  </a:lnTo>
                  <a:lnTo>
                    <a:pt x="10028709" y="51531"/>
                  </a:lnTo>
                  <a:lnTo>
                    <a:pt x="9987054" y="35958"/>
                  </a:lnTo>
                  <a:lnTo>
                    <a:pt x="9944292" y="23062"/>
                  </a:lnTo>
                  <a:lnTo>
                    <a:pt x="9900538" y="12931"/>
                  </a:lnTo>
                  <a:lnTo>
                    <a:pt x="9855909" y="5652"/>
                  </a:lnTo>
                  <a:lnTo>
                    <a:pt x="9810519" y="1312"/>
                  </a:lnTo>
                  <a:lnTo>
                    <a:pt x="9764487" y="0"/>
                  </a:lnTo>
                  <a:lnTo>
                    <a:pt x="9717927" y="1801"/>
                  </a:lnTo>
                  <a:lnTo>
                    <a:pt x="9670955" y="6805"/>
                  </a:lnTo>
                  <a:lnTo>
                    <a:pt x="0" y="1367911"/>
                  </a:lnTo>
                </a:path>
              </a:pathLst>
            </a:custGeom>
            <a:noFill/>
            <a:ln w="31400" cap="flat" cmpd="sng">
              <a:solidFill>
                <a:srgbClr val="77A3AC"/>
              </a:solidFill>
              <a:prstDash val="solid"/>
              <a:round/>
              <a:headEnd type="none" w="sm" len="sm"/>
              <a:tailEnd type="none" w="sm" len="sm"/>
            </a:ln>
          </p:spPr>
          <p:txBody>
            <a:bodyPr spcFirstLastPara="1" wrap="square" lIns="0" tIns="0" rIns="0" bIns="0" anchor="t" anchorCtr="0">
              <a:noAutofit/>
            </a:bodyPr>
            <a:lstStyle/>
            <a:p>
              <a:pPr defTabSz="554492">
                <a:buClr>
                  <a:srgbClr val="000000"/>
                </a:buClr>
              </a:pPr>
              <a:endParaRPr sz="1092" kern="0">
                <a:solidFill>
                  <a:srgbClr val="000000"/>
                </a:solidFill>
                <a:latin typeface="Arial"/>
                <a:cs typeface="Arial"/>
                <a:sym typeface="Arial"/>
              </a:endParaRPr>
            </a:p>
          </p:txBody>
        </p:sp>
        <p:sp>
          <p:nvSpPr>
            <p:cNvPr id="24" name="Google Shape;177;p8">
              <a:extLst>
                <a:ext uri="{FF2B5EF4-FFF2-40B4-BE49-F238E27FC236}">
                  <a16:creationId xmlns:a16="http://schemas.microsoft.com/office/drawing/2014/main" id="{3BAB2146-95FB-E47C-EED2-023030B06DA3}"/>
                </a:ext>
              </a:extLst>
            </p:cNvPr>
            <p:cNvSpPr>
              <a:spLocks noGrp="1" noRot="1" noMove="1" noResize="1" noEditPoints="1" noAdjustHandles="1" noChangeArrowheads="1" noChangeShapeType="1"/>
            </p:cNvSpPr>
            <p:nvPr/>
          </p:nvSpPr>
          <p:spPr>
            <a:xfrm>
              <a:off x="0" y="1320454"/>
              <a:ext cx="11541125" cy="9988550"/>
            </a:xfrm>
            <a:custGeom>
              <a:avLst/>
              <a:gdLst/>
              <a:ahLst/>
              <a:cxnLst/>
              <a:rect l="l" t="t" r="r" b="b"/>
              <a:pathLst>
                <a:path w="11541125" h="9988550" extrusionOk="0">
                  <a:moveTo>
                    <a:pt x="9533117" y="0"/>
                  </a:moveTo>
                  <a:lnTo>
                    <a:pt x="9486556" y="1802"/>
                  </a:lnTo>
                  <a:lnTo>
                    <a:pt x="9439583" y="6807"/>
                  </a:lnTo>
                  <a:lnTo>
                    <a:pt x="0" y="1335350"/>
                  </a:lnTo>
                  <a:lnTo>
                    <a:pt x="0" y="9988101"/>
                  </a:lnTo>
                  <a:lnTo>
                    <a:pt x="11540719" y="9988101"/>
                  </a:lnTo>
                  <a:lnTo>
                    <a:pt x="10218513" y="593522"/>
                  </a:lnTo>
                  <a:lnTo>
                    <a:pt x="10210357" y="546994"/>
                  </a:lnTo>
                  <a:lnTo>
                    <a:pt x="10199238" y="501745"/>
                  </a:lnTo>
                  <a:lnTo>
                    <a:pt x="10185272" y="457863"/>
                  </a:lnTo>
                  <a:lnTo>
                    <a:pt x="10168573" y="415435"/>
                  </a:lnTo>
                  <a:lnTo>
                    <a:pt x="10149259" y="374549"/>
                  </a:lnTo>
                  <a:lnTo>
                    <a:pt x="10127445" y="335291"/>
                  </a:lnTo>
                  <a:lnTo>
                    <a:pt x="10103248" y="297750"/>
                  </a:lnTo>
                  <a:lnTo>
                    <a:pt x="10076782" y="262012"/>
                  </a:lnTo>
                  <a:lnTo>
                    <a:pt x="10048165" y="228165"/>
                  </a:lnTo>
                  <a:lnTo>
                    <a:pt x="10017513" y="196297"/>
                  </a:lnTo>
                  <a:lnTo>
                    <a:pt x="9984940" y="166494"/>
                  </a:lnTo>
                  <a:lnTo>
                    <a:pt x="9950564" y="138845"/>
                  </a:lnTo>
                  <a:lnTo>
                    <a:pt x="9914500" y="113436"/>
                  </a:lnTo>
                  <a:lnTo>
                    <a:pt x="9876864" y="90355"/>
                  </a:lnTo>
                  <a:lnTo>
                    <a:pt x="9837773" y="69689"/>
                  </a:lnTo>
                  <a:lnTo>
                    <a:pt x="9797342" y="51527"/>
                  </a:lnTo>
                  <a:lnTo>
                    <a:pt x="9755687" y="35954"/>
                  </a:lnTo>
                  <a:lnTo>
                    <a:pt x="9712924" y="23058"/>
                  </a:lnTo>
                  <a:lnTo>
                    <a:pt x="9669170" y="12928"/>
                  </a:lnTo>
                  <a:lnTo>
                    <a:pt x="9624540" y="5650"/>
                  </a:lnTo>
                  <a:lnTo>
                    <a:pt x="9579150" y="1311"/>
                  </a:lnTo>
                  <a:lnTo>
                    <a:pt x="9533117" y="0"/>
                  </a:lnTo>
                  <a:close/>
                </a:path>
              </a:pathLst>
            </a:custGeom>
            <a:solidFill>
              <a:srgbClr val="065363"/>
            </a:solidFill>
            <a:ln>
              <a:noFill/>
            </a:ln>
          </p:spPr>
          <p:txBody>
            <a:bodyPr spcFirstLastPara="1" wrap="square" lIns="0" tIns="0" rIns="0" bIns="0" anchor="t" anchorCtr="0">
              <a:noAutofit/>
            </a:bodyPr>
            <a:lstStyle/>
            <a:p>
              <a:pPr defTabSz="554492">
                <a:buClr>
                  <a:srgbClr val="000000"/>
                </a:buClr>
              </a:pPr>
              <a:endParaRPr sz="1092" kern="0">
                <a:solidFill>
                  <a:srgbClr val="000000"/>
                </a:solidFill>
                <a:latin typeface="Arial"/>
                <a:cs typeface="Arial"/>
                <a:sym typeface="Arial"/>
              </a:endParaRPr>
            </a:p>
          </p:txBody>
        </p:sp>
      </p:grpSp>
      <p:sp>
        <p:nvSpPr>
          <p:cNvPr id="7" name="object 7">
            <a:extLst>
              <a:ext uri="{FF2B5EF4-FFF2-40B4-BE49-F238E27FC236}">
                <a16:creationId xmlns:a16="http://schemas.microsoft.com/office/drawing/2014/main" id="{D17147A2-C28A-8058-4E93-7CEAF5EFDF49}"/>
              </a:ext>
            </a:extLst>
          </p:cNvPr>
          <p:cNvSpPr txBox="1">
            <a:spLocks noGrp="1"/>
          </p:cNvSpPr>
          <p:nvPr>
            <p:ph type="body" idx="1"/>
          </p:nvPr>
        </p:nvSpPr>
        <p:spPr>
          <a:xfrm>
            <a:off x="-3467497" y="2994246"/>
            <a:ext cx="9269280" cy="2297207"/>
          </a:xfrm>
          <a:prstGeom prst="rect">
            <a:avLst/>
          </a:prstGeom>
        </p:spPr>
        <p:txBody>
          <a:bodyPr vert="horz" wrap="square" lIns="0" tIns="9627" rIns="0" bIns="0" rtlCol="0">
            <a:spAutoFit/>
          </a:bodyPr>
          <a:lstStyle/>
          <a:p>
            <a:pPr marL="3537701" marR="41973" algn="r" rtl="0">
              <a:lnSpc>
                <a:spcPct val="300000"/>
              </a:lnSpc>
              <a:spcBef>
                <a:spcPts val="364"/>
              </a:spcBef>
            </a:pPr>
            <a:r>
              <a:rPr lang="ar-EG" sz="1213" dirty="0">
                <a:solidFill>
                  <a:schemeClr val="bg1"/>
                </a:solidFill>
                <a:latin typeface="Neo Sans Arabic" panose="020B0504030504040204" pitchFamily="34" charset="-78"/>
                <a:cs typeface="Neo Sans Arabic" panose="020B0504030504040204" pitchFamily="34" charset="-78"/>
              </a:rPr>
              <a:t>	توضيح مفهوم إدارة السمعة الرَّقْمية.</a:t>
            </a:r>
          </a:p>
          <a:p>
            <a:pPr marL="3537701" marR="41973" algn="r" rtl="0">
              <a:lnSpc>
                <a:spcPct val="300000"/>
              </a:lnSpc>
              <a:spcBef>
                <a:spcPts val="364"/>
              </a:spcBef>
            </a:pPr>
            <a:r>
              <a:rPr lang="ar-EG" sz="1213" dirty="0">
                <a:solidFill>
                  <a:schemeClr val="bg1"/>
                </a:solidFill>
                <a:latin typeface="Neo Sans Arabic" panose="020B0504030504040204" pitchFamily="34" charset="-78"/>
                <a:cs typeface="Neo Sans Arabic" panose="020B0504030504040204" pitchFamily="34" charset="-78"/>
              </a:rPr>
              <a:t>مناقشة أهمية السمعة الرَّقْمية للأفراد والمؤسسات.</a:t>
            </a:r>
          </a:p>
          <a:p>
            <a:pPr marL="3537701" marR="41973" algn="r" rtl="0">
              <a:lnSpc>
                <a:spcPct val="300000"/>
              </a:lnSpc>
              <a:spcBef>
                <a:spcPts val="364"/>
              </a:spcBef>
            </a:pPr>
            <a:r>
              <a:rPr lang="ar-EG" sz="1213" dirty="0">
                <a:solidFill>
                  <a:schemeClr val="bg1"/>
                </a:solidFill>
                <a:latin typeface="Neo Sans Arabic" panose="020B0504030504040204" pitchFamily="34" charset="-78"/>
                <a:cs typeface="Neo Sans Arabic" panose="020B0504030504040204" pitchFamily="34" charset="-78"/>
              </a:rPr>
              <a:t>تطبيق خطوات نموذج تطبيقي لإدارة السمعة الرَّقْمية.</a:t>
            </a:r>
            <a:endParaRPr lang="en-GB" sz="1213" dirty="0">
              <a:solidFill>
                <a:schemeClr val="bg1"/>
              </a:solidFill>
              <a:latin typeface="Neo Sans Arabic" panose="020B0504030504040204" pitchFamily="34" charset="-78"/>
              <a:cs typeface="Neo Sans Arabic" panose="020B0504030504040204" pitchFamily="34" charset="-78"/>
            </a:endParaRPr>
          </a:p>
          <a:p>
            <a:pPr marL="3537701" marR="41973" algn="r" rtl="0">
              <a:lnSpc>
                <a:spcPct val="300000"/>
              </a:lnSpc>
              <a:spcBef>
                <a:spcPts val="364"/>
              </a:spcBef>
            </a:pPr>
            <a:r>
              <a:rPr lang="ar-EG" sz="1213" dirty="0">
                <a:solidFill>
                  <a:schemeClr val="bg1"/>
                </a:solidFill>
                <a:latin typeface="Neo Sans Arabic" panose="020B0504030504040204" pitchFamily="34" charset="-78"/>
                <a:cs typeface="Neo Sans Arabic" panose="020B0504030504040204" pitchFamily="34" charset="-78"/>
              </a:rPr>
              <a:t>استخدام تِقْنيات تحسين السمعة الرَّقْمية من خلال نشر محتوى إيجابي وإدارتها بكفاءة.</a:t>
            </a:r>
            <a:r>
              <a:rPr lang="en-GB" sz="1213" dirty="0">
                <a:solidFill>
                  <a:schemeClr val="bg1"/>
                </a:solidFill>
                <a:latin typeface="Neo Sans Arabic" panose="020B0504030504040204" pitchFamily="34" charset="-78"/>
                <a:cs typeface="Neo Sans Arabic" panose="020B0504030504040204" pitchFamily="34" charset="-78"/>
              </a:rPr>
              <a:t> </a:t>
            </a:r>
            <a:endParaRPr lang="ar-EG" sz="1213" dirty="0">
              <a:solidFill>
                <a:schemeClr val="bg1"/>
              </a:solidFill>
              <a:latin typeface="Neo Sans Arabic" panose="020B0504030504040204" pitchFamily="34" charset="-78"/>
              <a:cs typeface="Neo Sans Arabic" panose="020B0504030504040204" pitchFamily="34" charset="-78"/>
            </a:endParaRPr>
          </a:p>
        </p:txBody>
      </p:sp>
      <p:sp>
        <p:nvSpPr>
          <p:cNvPr id="11" name="TextBox 10">
            <a:extLst>
              <a:ext uri="{FF2B5EF4-FFF2-40B4-BE49-F238E27FC236}">
                <a16:creationId xmlns:a16="http://schemas.microsoft.com/office/drawing/2014/main" id="{6C8CD403-D401-9D7A-AFF4-C9560EB20B0C}"/>
              </a:ext>
            </a:extLst>
          </p:cNvPr>
          <p:cNvSpPr txBox="1"/>
          <p:nvPr/>
        </p:nvSpPr>
        <p:spPr>
          <a:xfrm>
            <a:off x="1831049" y="1475919"/>
            <a:ext cx="3082481" cy="782394"/>
          </a:xfrm>
          <a:prstGeom prst="rect">
            <a:avLst/>
          </a:prstGeom>
          <a:noFill/>
        </p:spPr>
        <p:txBody>
          <a:bodyPr wrap="square" lIns="0" rIns="0" rtlCol="0" anchor="b">
            <a:spAutoFit/>
          </a:bodyPr>
          <a:lstStyle/>
          <a:p>
            <a:pPr algn="r" defTabSz="554492">
              <a:lnSpc>
                <a:spcPct val="200000"/>
              </a:lnSpc>
            </a:pPr>
            <a:r>
              <a:rPr lang="ar-EG" sz="2668" b="1" kern="0" dirty="0">
                <a:solidFill>
                  <a:prstClr val="white"/>
                </a:solidFill>
                <a:latin typeface="Neo Sans Arabic Bold" panose="020B0804030504040204" pitchFamily="34" charset="-78"/>
                <a:cs typeface="Neo Sans Arabic Bold" panose="020B0804030504040204" pitchFamily="34" charset="-78"/>
              </a:rPr>
              <a:t>المحور الأول</a:t>
            </a:r>
            <a:endParaRPr lang="en-GB" sz="2668" b="1" kern="0" dirty="0">
              <a:solidFill>
                <a:prstClr val="white"/>
              </a:solidFill>
              <a:latin typeface="Neo Sans Arabic Bold" panose="020B0804030504040204" pitchFamily="34" charset="-78"/>
              <a:cs typeface="Neo Sans Arabic Bold" panose="020B0804030504040204" pitchFamily="34" charset="-78"/>
            </a:endParaRPr>
          </a:p>
        </p:txBody>
      </p:sp>
      <p:pic>
        <p:nvPicPr>
          <p:cNvPr id="14" name="Picture 13">
            <a:extLst>
              <a:ext uri="{FF2B5EF4-FFF2-40B4-BE49-F238E27FC236}">
                <a16:creationId xmlns:a16="http://schemas.microsoft.com/office/drawing/2014/main" id="{3FF8F634-19DA-8B56-2122-36FD809589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7105" y="3254637"/>
            <a:ext cx="138623" cy="175814"/>
          </a:xfrm>
          <a:prstGeom prst="rect">
            <a:avLst/>
          </a:prstGeom>
        </p:spPr>
      </p:pic>
      <p:pic>
        <p:nvPicPr>
          <p:cNvPr id="15" name="Picture 14">
            <a:extLst>
              <a:ext uri="{FF2B5EF4-FFF2-40B4-BE49-F238E27FC236}">
                <a16:creationId xmlns:a16="http://schemas.microsoft.com/office/drawing/2014/main" id="{2554E513-4E97-DD29-6DDF-901BCE2A2E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7105" y="3892239"/>
            <a:ext cx="138623" cy="175814"/>
          </a:xfrm>
          <a:prstGeom prst="rect">
            <a:avLst/>
          </a:prstGeom>
        </p:spPr>
      </p:pic>
      <p:pic>
        <p:nvPicPr>
          <p:cNvPr id="16" name="Picture 15">
            <a:extLst>
              <a:ext uri="{FF2B5EF4-FFF2-40B4-BE49-F238E27FC236}">
                <a16:creationId xmlns:a16="http://schemas.microsoft.com/office/drawing/2014/main" id="{A4FEBB90-3A96-3618-FBD2-54D6BB6139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7105" y="4477120"/>
            <a:ext cx="138623" cy="175814"/>
          </a:xfrm>
          <a:prstGeom prst="rect">
            <a:avLst/>
          </a:prstGeom>
        </p:spPr>
      </p:pic>
      <p:pic>
        <p:nvPicPr>
          <p:cNvPr id="17" name="Picture 16">
            <a:extLst>
              <a:ext uri="{FF2B5EF4-FFF2-40B4-BE49-F238E27FC236}">
                <a16:creationId xmlns:a16="http://schemas.microsoft.com/office/drawing/2014/main" id="{C90527B0-AA42-27BF-184D-893098023A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7105" y="5083196"/>
            <a:ext cx="138623" cy="175814"/>
          </a:xfrm>
          <a:prstGeom prst="rect">
            <a:avLst/>
          </a:prstGeom>
        </p:spPr>
      </p:pic>
      <p:grpSp>
        <p:nvGrpSpPr>
          <p:cNvPr id="33" name="Group 32">
            <a:extLst>
              <a:ext uri="{FF2B5EF4-FFF2-40B4-BE49-F238E27FC236}">
                <a16:creationId xmlns:a16="http://schemas.microsoft.com/office/drawing/2014/main" id="{E1394C60-D474-237C-20FD-A174C1223C39}"/>
              </a:ext>
            </a:extLst>
          </p:cNvPr>
          <p:cNvGrpSpPr/>
          <p:nvPr/>
        </p:nvGrpSpPr>
        <p:grpSpPr>
          <a:xfrm>
            <a:off x="5207959" y="1652696"/>
            <a:ext cx="587035" cy="824982"/>
            <a:chOff x="8587604" y="2725417"/>
            <a:chExt cx="968064" cy="1360457"/>
          </a:xfrm>
        </p:grpSpPr>
        <p:sp>
          <p:nvSpPr>
            <p:cNvPr id="26" name="Google Shape;180;p8">
              <a:extLst>
                <a:ext uri="{FF2B5EF4-FFF2-40B4-BE49-F238E27FC236}">
                  <a16:creationId xmlns:a16="http://schemas.microsoft.com/office/drawing/2014/main" id="{4F1B63BC-F9E1-D79D-2C19-DB6FAB1F262F}"/>
                </a:ext>
              </a:extLst>
            </p:cNvPr>
            <p:cNvSpPr/>
            <p:nvPr/>
          </p:nvSpPr>
          <p:spPr>
            <a:xfrm>
              <a:off x="9074893" y="3381024"/>
              <a:ext cx="462915" cy="704850"/>
            </a:xfrm>
            <a:custGeom>
              <a:avLst/>
              <a:gdLst/>
              <a:ahLst/>
              <a:cxnLst/>
              <a:rect l="l" t="t" r="r" b="b"/>
              <a:pathLst>
                <a:path w="462915" h="704850" extrusionOk="0">
                  <a:moveTo>
                    <a:pt x="62959" y="0"/>
                  </a:moveTo>
                  <a:lnTo>
                    <a:pt x="32212" y="8931"/>
                  </a:lnTo>
                  <a:lnTo>
                    <a:pt x="9984" y="31899"/>
                  </a:lnTo>
                  <a:lnTo>
                    <a:pt x="251" y="66502"/>
                  </a:lnTo>
                  <a:lnTo>
                    <a:pt x="0" y="71151"/>
                  </a:lnTo>
                  <a:lnTo>
                    <a:pt x="178" y="75821"/>
                  </a:lnTo>
                  <a:lnTo>
                    <a:pt x="753" y="657458"/>
                  </a:lnTo>
                  <a:lnTo>
                    <a:pt x="4361" y="676412"/>
                  </a:lnTo>
                  <a:lnTo>
                    <a:pt x="13313" y="691114"/>
                  </a:lnTo>
                  <a:lnTo>
                    <a:pt x="26922" y="700825"/>
                  </a:lnTo>
                  <a:lnTo>
                    <a:pt x="44501" y="704807"/>
                  </a:lnTo>
                  <a:lnTo>
                    <a:pt x="62302" y="702402"/>
                  </a:lnTo>
                  <a:lnTo>
                    <a:pt x="91871" y="661343"/>
                  </a:lnTo>
                  <a:lnTo>
                    <a:pt x="131482" y="254224"/>
                  </a:lnTo>
                  <a:lnTo>
                    <a:pt x="137985" y="191776"/>
                  </a:lnTo>
                  <a:lnTo>
                    <a:pt x="147231" y="190833"/>
                  </a:lnTo>
                  <a:lnTo>
                    <a:pt x="153052" y="194687"/>
                  </a:lnTo>
                  <a:lnTo>
                    <a:pt x="400029" y="290904"/>
                  </a:lnTo>
                  <a:lnTo>
                    <a:pt x="406448" y="292422"/>
                  </a:lnTo>
                  <a:lnTo>
                    <a:pt x="422182" y="293429"/>
                  </a:lnTo>
                  <a:lnTo>
                    <a:pt x="436799" y="289321"/>
                  </a:lnTo>
                  <a:lnTo>
                    <a:pt x="449157" y="280688"/>
                  </a:lnTo>
                  <a:lnTo>
                    <a:pt x="458111" y="268119"/>
                  </a:lnTo>
                  <a:lnTo>
                    <a:pt x="462447" y="253128"/>
                  </a:lnTo>
                  <a:lnTo>
                    <a:pt x="461586" y="238112"/>
                  </a:lnTo>
                  <a:lnTo>
                    <a:pt x="455745" y="224183"/>
                  </a:lnTo>
                  <a:lnTo>
                    <a:pt x="445138" y="212456"/>
                  </a:lnTo>
                  <a:lnTo>
                    <a:pt x="440489" y="208760"/>
                  </a:lnTo>
                  <a:lnTo>
                    <a:pt x="435159" y="205880"/>
                  </a:lnTo>
                  <a:lnTo>
                    <a:pt x="103672" y="9980"/>
                  </a:lnTo>
                  <a:lnTo>
                    <a:pt x="98248" y="7509"/>
                  </a:lnTo>
                  <a:lnTo>
                    <a:pt x="62959" y="0"/>
                  </a:lnTo>
                  <a:close/>
                </a:path>
              </a:pathLst>
            </a:custGeom>
            <a:solidFill>
              <a:srgbClr val="33B9A0"/>
            </a:solidFill>
            <a:ln>
              <a:noFill/>
            </a:ln>
          </p:spPr>
          <p:txBody>
            <a:bodyPr spcFirstLastPara="1" wrap="square" lIns="0" tIns="0" rIns="0" bIns="0" anchor="t" anchorCtr="0">
              <a:noAutofit/>
            </a:bodyPr>
            <a:lstStyle/>
            <a:p>
              <a:pPr defTabSz="554492">
                <a:buClr>
                  <a:srgbClr val="000000"/>
                </a:buClr>
              </a:pPr>
              <a:endParaRPr sz="1092" kern="0">
                <a:solidFill>
                  <a:srgbClr val="000000"/>
                </a:solidFill>
                <a:latin typeface="Arial"/>
                <a:cs typeface="Arial"/>
                <a:sym typeface="Arial"/>
              </a:endParaRPr>
            </a:p>
          </p:txBody>
        </p:sp>
        <p:sp>
          <p:nvSpPr>
            <p:cNvPr id="27" name="Google Shape;181;p8">
              <a:extLst>
                <a:ext uri="{FF2B5EF4-FFF2-40B4-BE49-F238E27FC236}">
                  <a16:creationId xmlns:a16="http://schemas.microsoft.com/office/drawing/2014/main" id="{AB5E305C-0AF9-AEB4-E053-C346714013EB}"/>
                </a:ext>
              </a:extLst>
            </p:cNvPr>
            <p:cNvSpPr/>
            <p:nvPr/>
          </p:nvSpPr>
          <p:spPr>
            <a:xfrm>
              <a:off x="9075609" y="2725417"/>
              <a:ext cx="480059" cy="546735"/>
            </a:xfrm>
            <a:custGeom>
              <a:avLst/>
              <a:gdLst/>
              <a:ahLst/>
              <a:cxnLst/>
              <a:rect l="l" t="t" r="r" b="b"/>
              <a:pathLst>
                <a:path w="480059" h="546735" extrusionOk="0">
                  <a:moveTo>
                    <a:pt x="48260" y="0"/>
                  </a:moveTo>
                  <a:lnTo>
                    <a:pt x="8696" y="18688"/>
                  </a:lnTo>
                  <a:lnTo>
                    <a:pt x="0" y="40962"/>
                  </a:lnTo>
                  <a:lnTo>
                    <a:pt x="198" y="107707"/>
                  </a:lnTo>
                  <a:lnTo>
                    <a:pt x="660" y="158039"/>
                  </a:lnTo>
                  <a:lnTo>
                    <a:pt x="834" y="207417"/>
                  </a:lnTo>
                  <a:lnTo>
                    <a:pt x="94" y="255363"/>
                  </a:lnTo>
                  <a:lnTo>
                    <a:pt x="94" y="462059"/>
                  </a:lnTo>
                  <a:lnTo>
                    <a:pt x="7343" y="507388"/>
                  </a:lnTo>
                  <a:lnTo>
                    <a:pt x="50040" y="543177"/>
                  </a:lnTo>
                  <a:lnTo>
                    <a:pt x="64470" y="546206"/>
                  </a:lnTo>
                  <a:lnTo>
                    <a:pt x="78510" y="545779"/>
                  </a:lnTo>
                  <a:lnTo>
                    <a:pt x="427714" y="389398"/>
                  </a:lnTo>
                  <a:lnTo>
                    <a:pt x="466822" y="367398"/>
                  </a:lnTo>
                  <a:lnTo>
                    <a:pt x="479564" y="338121"/>
                  </a:lnTo>
                  <a:lnTo>
                    <a:pt x="477053" y="321183"/>
                  </a:lnTo>
                  <a:lnTo>
                    <a:pt x="441997" y="292074"/>
                  </a:lnTo>
                  <a:lnTo>
                    <a:pt x="415254" y="294221"/>
                  </a:lnTo>
                  <a:lnTo>
                    <a:pt x="155178" y="365884"/>
                  </a:lnTo>
                  <a:lnTo>
                    <a:pt x="144009" y="368632"/>
                  </a:lnTo>
                  <a:lnTo>
                    <a:pt x="137841" y="368109"/>
                  </a:lnTo>
                  <a:lnTo>
                    <a:pt x="134755" y="362992"/>
                  </a:lnTo>
                  <a:lnTo>
                    <a:pt x="132833" y="351957"/>
                  </a:lnTo>
                  <a:lnTo>
                    <a:pt x="126655" y="306528"/>
                  </a:lnTo>
                  <a:lnTo>
                    <a:pt x="93573" y="58039"/>
                  </a:lnTo>
                  <a:lnTo>
                    <a:pt x="90217" y="35873"/>
                  </a:lnTo>
                  <a:lnTo>
                    <a:pt x="85151" y="21595"/>
                  </a:lnTo>
                  <a:lnTo>
                    <a:pt x="75741" y="10405"/>
                  </a:lnTo>
                  <a:lnTo>
                    <a:pt x="63079" y="2981"/>
                  </a:lnTo>
                  <a:lnTo>
                    <a:pt x="48260" y="0"/>
                  </a:lnTo>
                  <a:close/>
                </a:path>
              </a:pathLst>
            </a:custGeom>
            <a:solidFill>
              <a:srgbClr val="33B9A0"/>
            </a:solidFill>
            <a:ln>
              <a:noFill/>
            </a:ln>
          </p:spPr>
          <p:txBody>
            <a:bodyPr spcFirstLastPara="1" wrap="square" lIns="0" tIns="0" rIns="0" bIns="0" anchor="t" anchorCtr="0">
              <a:noAutofit/>
            </a:bodyPr>
            <a:lstStyle/>
            <a:p>
              <a:pPr defTabSz="554492">
                <a:buClr>
                  <a:srgbClr val="000000"/>
                </a:buClr>
              </a:pPr>
              <a:endParaRPr sz="1092" kern="0">
                <a:solidFill>
                  <a:srgbClr val="000000"/>
                </a:solidFill>
                <a:latin typeface="Arial"/>
                <a:cs typeface="Arial"/>
                <a:sym typeface="Arial"/>
              </a:endParaRPr>
            </a:p>
          </p:txBody>
        </p:sp>
        <p:sp>
          <p:nvSpPr>
            <p:cNvPr id="28" name="Google Shape;182;p8">
              <a:extLst>
                <a:ext uri="{FF2B5EF4-FFF2-40B4-BE49-F238E27FC236}">
                  <a16:creationId xmlns:a16="http://schemas.microsoft.com/office/drawing/2014/main" id="{9AFD07F7-BC12-78EA-23BB-2524ED63615A}"/>
                </a:ext>
              </a:extLst>
            </p:cNvPr>
            <p:cNvSpPr/>
            <p:nvPr/>
          </p:nvSpPr>
          <p:spPr>
            <a:xfrm>
              <a:off x="8587604" y="3027208"/>
              <a:ext cx="436880" cy="562610"/>
            </a:xfrm>
            <a:custGeom>
              <a:avLst/>
              <a:gdLst/>
              <a:ahLst/>
              <a:cxnLst/>
              <a:rect l="l" t="t" r="r" b="b"/>
              <a:pathLst>
                <a:path w="436880" h="562609" extrusionOk="0">
                  <a:moveTo>
                    <a:pt x="48172" y="0"/>
                  </a:moveTo>
                  <a:lnTo>
                    <a:pt x="33702" y="4943"/>
                  </a:lnTo>
                  <a:lnTo>
                    <a:pt x="21202" y="15178"/>
                  </a:lnTo>
                  <a:lnTo>
                    <a:pt x="12969" y="28783"/>
                  </a:lnTo>
                  <a:lnTo>
                    <a:pt x="10092" y="43901"/>
                  </a:lnTo>
                  <a:lnTo>
                    <a:pt x="12626" y="59304"/>
                  </a:lnTo>
                  <a:lnTo>
                    <a:pt x="20626" y="73763"/>
                  </a:lnTo>
                  <a:lnTo>
                    <a:pt x="24741" y="78957"/>
                  </a:lnTo>
                  <a:lnTo>
                    <a:pt x="29631" y="83564"/>
                  </a:lnTo>
                  <a:lnTo>
                    <a:pt x="225845" y="278029"/>
                  </a:lnTo>
                  <a:lnTo>
                    <a:pt x="241153" y="293704"/>
                  </a:lnTo>
                  <a:lnTo>
                    <a:pt x="240462" y="297630"/>
                  </a:lnTo>
                  <a:lnTo>
                    <a:pt x="229290" y="307588"/>
                  </a:lnTo>
                  <a:lnTo>
                    <a:pt x="56315" y="450347"/>
                  </a:lnTo>
                  <a:lnTo>
                    <a:pt x="34892" y="468296"/>
                  </a:lnTo>
                  <a:lnTo>
                    <a:pt x="13799" y="486619"/>
                  </a:lnTo>
                  <a:lnTo>
                    <a:pt x="4096" y="499263"/>
                  </a:lnTo>
                  <a:lnTo>
                    <a:pt x="0" y="513849"/>
                  </a:lnTo>
                  <a:lnTo>
                    <a:pt x="1331" y="528906"/>
                  </a:lnTo>
                  <a:lnTo>
                    <a:pt x="7914" y="542963"/>
                  </a:lnTo>
                  <a:lnTo>
                    <a:pt x="18900" y="554220"/>
                  </a:lnTo>
                  <a:lnTo>
                    <a:pt x="32366" y="560874"/>
                  </a:lnTo>
                  <a:lnTo>
                    <a:pt x="47273" y="562541"/>
                  </a:lnTo>
                  <a:lnTo>
                    <a:pt x="62583" y="558837"/>
                  </a:lnTo>
                  <a:lnTo>
                    <a:pt x="396080" y="365974"/>
                  </a:lnTo>
                  <a:lnTo>
                    <a:pt x="425010" y="339061"/>
                  </a:lnTo>
                  <a:lnTo>
                    <a:pt x="436278" y="301295"/>
                  </a:lnTo>
                  <a:lnTo>
                    <a:pt x="433457" y="283755"/>
                  </a:lnTo>
                  <a:lnTo>
                    <a:pt x="404646" y="241821"/>
                  </a:lnTo>
                  <a:lnTo>
                    <a:pt x="112520" y="30788"/>
                  </a:lnTo>
                  <a:lnTo>
                    <a:pt x="78928" y="7430"/>
                  </a:lnTo>
                  <a:lnTo>
                    <a:pt x="63588" y="708"/>
                  </a:lnTo>
                  <a:lnTo>
                    <a:pt x="48172" y="0"/>
                  </a:lnTo>
                  <a:close/>
                </a:path>
              </a:pathLst>
            </a:custGeom>
            <a:solidFill>
              <a:srgbClr val="33B9A0"/>
            </a:solidFill>
            <a:ln>
              <a:noFill/>
            </a:ln>
          </p:spPr>
          <p:txBody>
            <a:bodyPr spcFirstLastPara="1" wrap="square" lIns="0" tIns="0" rIns="0" bIns="0" anchor="t" anchorCtr="0">
              <a:noAutofit/>
            </a:bodyPr>
            <a:lstStyle/>
            <a:p>
              <a:pPr defTabSz="554492">
                <a:buClr>
                  <a:srgbClr val="000000"/>
                </a:buClr>
              </a:pPr>
              <a:endParaRPr sz="1092" kern="0">
                <a:solidFill>
                  <a:srgbClr val="000000"/>
                </a:solidFill>
                <a:latin typeface="Arial"/>
                <a:cs typeface="Arial"/>
                <a:sym typeface="Arial"/>
              </a:endParaRPr>
            </a:p>
          </p:txBody>
        </p:sp>
      </p:grpSp>
      <p:sp>
        <p:nvSpPr>
          <p:cNvPr id="32" name="TextBox 31">
            <a:extLst>
              <a:ext uri="{FF2B5EF4-FFF2-40B4-BE49-F238E27FC236}">
                <a16:creationId xmlns:a16="http://schemas.microsoft.com/office/drawing/2014/main" id="{B32C0004-7369-E0A1-F8BE-B531FC34FCAE}"/>
              </a:ext>
            </a:extLst>
          </p:cNvPr>
          <p:cNvSpPr txBox="1"/>
          <p:nvPr/>
        </p:nvSpPr>
        <p:spPr>
          <a:xfrm>
            <a:off x="-274894" y="2551053"/>
            <a:ext cx="6325327" cy="531492"/>
          </a:xfrm>
          <a:prstGeom prst="rect">
            <a:avLst/>
          </a:prstGeom>
          <a:noFill/>
        </p:spPr>
        <p:txBody>
          <a:bodyPr wrap="square">
            <a:spAutoFit/>
          </a:bodyPr>
          <a:lstStyle/>
          <a:p>
            <a:pPr algn="r" defTabSz="554492">
              <a:lnSpc>
                <a:spcPct val="200000"/>
              </a:lnSpc>
              <a:defRPr/>
            </a:pPr>
            <a:r>
              <a:rPr lang="ar-EG" sz="1698" kern="0" dirty="0">
                <a:solidFill>
                  <a:srgbClr val="33B9A0"/>
                </a:solidFill>
                <a:latin typeface="Neo Sans Arabic" panose="020B0504030504040204" pitchFamily="34" charset="-78"/>
                <a:cs typeface="Neo Sans Arabic" panose="020B0504030504040204" pitchFamily="34" charset="-78"/>
              </a:rPr>
              <a:t>إدارة السمعة الرقمية</a:t>
            </a:r>
          </a:p>
        </p:txBody>
      </p:sp>
    </p:spTree>
    <p:extLst>
      <p:ext uri="{BB962C8B-B14F-4D97-AF65-F5344CB8AC3E}">
        <p14:creationId xmlns:p14="http://schemas.microsoft.com/office/powerpoint/2010/main" val="234864715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5753C1-90C2-8715-7804-1B32DBFBD6E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2950502-6006-AE35-4263-D4548C7F69F4}"/>
              </a:ext>
            </a:extLst>
          </p:cNvPr>
          <p:cNvSpPr/>
          <p:nvPr/>
        </p:nvSpPr>
        <p:spPr>
          <a:xfrm>
            <a:off x="429" y="0"/>
            <a:ext cx="12191145" cy="6854919"/>
          </a:xfrm>
          <a:custGeom>
            <a:avLst/>
            <a:gdLst/>
            <a:ahLst/>
            <a:cxnLst/>
            <a:rect l="l" t="t" r="r" b="b"/>
            <a:pathLst>
              <a:path w="20104100" h="11304270">
                <a:moveTo>
                  <a:pt x="20104099" y="0"/>
                </a:moveTo>
                <a:lnTo>
                  <a:pt x="0" y="0"/>
                </a:lnTo>
                <a:lnTo>
                  <a:pt x="0" y="11303886"/>
                </a:lnTo>
                <a:lnTo>
                  <a:pt x="20104099" y="11303886"/>
                </a:lnTo>
                <a:lnTo>
                  <a:pt x="20104099" y="0"/>
                </a:lnTo>
                <a:close/>
              </a:path>
            </a:pathLst>
          </a:custGeom>
          <a:solidFill>
            <a:srgbClr val="165161"/>
          </a:solidFill>
        </p:spPr>
        <p:txBody>
          <a:bodyPr wrap="square" lIns="0" tIns="0" rIns="0" bIns="0" rtlCol="0"/>
          <a:lstStyle/>
          <a:p>
            <a:pPr defTabSz="554492">
              <a:defRPr/>
            </a:pPr>
            <a:endParaRPr sz="1092" kern="0">
              <a:solidFill>
                <a:sysClr val="windowText" lastClr="000000"/>
              </a:solidFill>
            </a:endParaRPr>
          </a:p>
        </p:txBody>
      </p:sp>
      <p:grpSp>
        <p:nvGrpSpPr>
          <p:cNvPr id="4" name="object 4">
            <a:extLst>
              <a:ext uri="{FF2B5EF4-FFF2-40B4-BE49-F238E27FC236}">
                <a16:creationId xmlns:a16="http://schemas.microsoft.com/office/drawing/2014/main" id="{9F16755E-0CE3-2424-6C9E-4B82C182EDBF}"/>
              </a:ext>
            </a:extLst>
          </p:cNvPr>
          <p:cNvGrpSpPr/>
          <p:nvPr/>
        </p:nvGrpSpPr>
        <p:grpSpPr>
          <a:xfrm>
            <a:off x="6546" y="0"/>
            <a:ext cx="11541968" cy="6865468"/>
            <a:chOff x="9061" y="-18974"/>
            <a:chExt cx="19033560" cy="11321666"/>
          </a:xfrm>
        </p:grpSpPr>
        <p:pic>
          <p:nvPicPr>
            <p:cNvPr id="6" name="object 6">
              <a:extLst>
                <a:ext uri="{FF2B5EF4-FFF2-40B4-BE49-F238E27FC236}">
                  <a16:creationId xmlns:a16="http://schemas.microsoft.com/office/drawing/2014/main" id="{9124E636-2FE2-33DE-3612-2A6065EA28C9}"/>
                </a:ext>
              </a:extLst>
            </p:cNvPr>
            <p:cNvPicPr/>
            <p:nvPr/>
          </p:nvPicPr>
          <p:blipFill>
            <a:blip r:embed="rId2">
              <a:extLst>
                <a:ext uri="{28A0092B-C50C-407E-A947-70E740481C1C}">
                  <a14:useLocalDpi xmlns:a14="http://schemas.microsoft.com/office/drawing/2010/main" val="0"/>
                </a:ext>
              </a:extLst>
            </a:blip>
            <a:srcRect/>
            <a:stretch/>
          </p:blipFill>
          <p:spPr>
            <a:xfrm>
              <a:off x="9061" y="-18974"/>
              <a:ext cx="18729789" cy="11321666"/>
            </a:xfrm>
            <a:prstGeom prst="rect">
              <a:avLst/>
            </a:prstGeom>
          </p:spPr>
        </p:pic>
        <p:sp>
          <p:nvSpPr>
            <p:cNvPr id="5" name="object 5">
              <a:extLst>
                <a:ext uri="{FF2B5EF4-FFF2-40B4-BE49-F238E27FC236}">
                  <a16:creationId xmlns:a16="http://schemas.microsoft.com/office/drawing/2014/main" id="{6B277793-57B8-D9C2-2B54-68CBE6775D43}"/>
                </a:ext>
              </a:extLst>
            </p:cNvPr>
            <p:cNvSpPr/>
            <p:nvPr/>
          </p:nvSpPr>
          <p:spPr>
            <a:xfrm>
              <a:off x="18499696" y="786999"/>
              <a:ext cx="542925" cy="763270"/>
            </a:xfrm>
            <a:custGeom>
              <a:avLst/>
              <a:gdLst/>
              <a:ahLst/>
              <a:cxnLst/>
              <a:rect l="l" t="t" r="r" b="b"/>
              <a:pathLst>
                <a:path w="542925" h="763269">
                  <a:moveTo>
                    <a:pt x="244665" y="338226"/>
                  </a:moveTo>
                  <a:lnTo>
                    <a:pt x="53746" y="179857"/>
                  </a:lnTo>
                  <a:lnTo>
                    <a:pt x="27012" y="169252"/>
                  </a:lnTo>
                  <a:lnTo>
                    <a:pt x="18897" y="172021"/>
                  </a:lnTo>
                  <a:lnTo>
                    <a:pt x="11887" y="177761"/>
                  </a:lnTo>
                  <a:lnTo>
                    <a:pt x="7264" y="185394"/>
                  </a:lnTo>
                  <a:lnTo>
                    <a:pt x="5651" y="193865"/>
                  </a:lnTo>
                  <a:lnTo>
                    <a:pt x="7073" y="202501"/>
                  </a:lnTo>
                  <a:lnTo>
                    <a:pt x="11557" y="210616"/>
                  </a:lnTo>
                  <a:lnTo>
                    <a:pt x="13881" y="213537"/>
                  </a:lnTo>
                  <a:lnTo>
                    <a:pt x="126644" y="325170"/>
                  </a:lnTo>
                  <a:lnTo>
                    <a:pt x="135242" y="333971"/>
                  </a:lnTo>
                  <a:lnTo>
                    <a:pt x="134848" y="336169"/>
                  </a:lnTo>
                  <a:lnTo>
                    <a:pt x="128587" y="341744"/>
                  </a:lnTo>
                  <a:lnTo>
                    <a:pt x="19570" y="431876"/>
                  </a:lnTo>
                  <a:lnTo>
                    <a:pt x="7734" y="442137"/>
                  </a:lnTo>
                  <a:lnTo>
                    <a:pt x="2298" y="449237"/>
                  </a:lnTo>
                  <a:lnTo>
                    <a:pt x="0" y="457415"/>
                  </a:lnTo>
                  <a:lnTo>
                    <a:pt x="736" y="465861"/>
                  </a:lnTo>
                  <a:lnTo>
                    <a:pt x="4432" y="473748"/>
                  </a:lnTo>
                  <a:lnTo>
                    <a:pt x="10591" y="480060"/>
                  </a:lnTo>
                  <a:lnTo>
                    <a:pt x="18148" y="483793"/>
                  </a:lnTo>
                  <a:lnTo>
                    <a:pt x="26504" y="484733"/>
                  </a:lnTo>
                  <a:lnTo>
                    <a:pt x="35090" y="482650"/>
                  </a:lnTo>
                  <a:lnTo>
                    <a:pt x="39865" y="480593"/>
                  </a:lnTo>
                  <a:lnTo>
                    <a:pt x="44348" y="477799"/>
                  </a:lnTo>
                  <a:lnTo>
                    <a:pt x="222123" y="374497"/>
                  </a:lnTo>
                  <a:lnTo>
                    <a:pt x="231444" y="367677"/>
                  </a:lnTo>
                  <a:lnTo>
                    <a:pt x="238340" y="359397"/>
                  </a:lnTo>
                  <a:lnTo>
                    <a:pt x="242773" y="349592"/>
                  </a:lnTo>
                  <a:lnTo>
                    <a:pt x="244665" y="338226"/>
                  </a:lnTo>
                  <a:close/>
                </a:path>
                <a:path w="542925" h="763269">
                  <a:moveTo>
                    <a:pt x="532612" y="509638"/>
                  </a:moveTo>
                  <a:lnTo>
                    <a:pt x="517309" y="483133"/>
                  </a:lnTo>
                  <a:lnTo>
                    <a:pt x="331406" y="373265"/>
                  </a:lnTo>
                  <a:lnTo>
                    <a:pt x="328371" y="371881"/>
                  </a:lnTo>
                  <a:lnTo>
                    <a:pt x="308584" y="367677"/>
                  </a:lnTo>
                  <a:lnTo>
                    <a:pt x="291338" y="372681"/>
                  </a:lnTo>
                  <a:lnTo>
                    <a:pt x="278866" y="385572"/>
                  </a:lnTo>
                  <a:lnTo>
                    <a:pt x="273405" y="404977"/>
                  </a:lnTo>
                  <a:lnTo>
                    <a:pt x="273278" y="407568"/>
                  </a:lnTo>
                  <a:lnTo>
                    <a:pt x="273697" y="736384"/>
                  </a:lnTo>
                  <a:lnTo>
                    <a:pt x="275717" y="747014"/>
                  </a:lnTo>
                  <a:lnTo>
                    <a:pt x="280733" y="755256"/>
                  </a:lnTo>
                  <a:lnTo>
                    <a:pt x="288366" y="760704"/>
                  </a:lnTo>
                  <a:lnTo>
                    <a:pt x="298221" y="762927"/>
                  </a:lnTo>
                  <a:lnTo>
                    <a:pt x="308216" y="761593"/>
                  </a:lnTo>
                  <a:lnTo>
                    <a:pt x="316293" y="756831"/>
                  </a:lnTo>
                  <a:lnTo>
                    <a:pt x="321970" y="749033"/>
                  </a:lnTo>
                  <a:lnTo>
                    <a:pt x="324789" y="738568"/>
                  </a:lnTo>
                  <a:lnTo>
                    <a:pt x="347014" y="510247"/>
                  </a:lnTo>
                  <a:lnTo>
                    <a:pt x="350659" y="475221"/>
                  </a:lnTo>
                  <a:lnTo>
                    <a:pt x="355841" y="474700"/>
                  </a:lnTo>
                  <a:lnTo>
                    <a:pt x="359105" y="476859"/>
                  </a:lnTo>
                  <a:lnTo>
                    <a:pt x="497611" y="530809"/>
                  </a:lnTo>
                  <a:lnTo>
                    <a:pt x="501218" y="531672"/>
                  </a:lnTo>
                  <a:lnTo>
                    <a:pt x="510044" y="532231"/>
                  </a:lnTo>
                  <a:lnTo>
                    <a:pt x="518236" y="529932"/>
                  </a:lnTo>
                  <a:lnTo>
                    <a:pt x="525170" y="525094"/>
                  </a:lnTo>
                  <a:lnTo>
                    <a:pt x="530186" y="518045"/>
                  </a:lnTo>
                  <a:lnTo>
                    <a:pt x="532612" y="509638"/>
                  </a:lnTo>
                  <a:close/>
                </a:path>
                <a:path w="542925" h="763269">
                  <a:moveTo>
                    <a:pt x="542620" y="189623"/>
                  </a:moveTo>
                  <a:lnTo>
                    <a:pt x="511619" y="163791"/>
                  </a:lnTo>
                  <a:lnTo>
                    <a:pt x="509054" y="164172"/>
                  </a:lnTo>
                  <a:lnTo>
                    <a:pt x="506552" y="164998"/>
                  </a:lnTo>
                  <a:lnTo>
                    <a:pt x="349643" y="208178"/>
                  </a:lnTo>
                  <a:lnTo>
                    <a:pt x="327850" y="45021"/>
                  </a:lnTo>
                  <a:lnTo>
                    <a:pt x="316153" y="5842"/>
                  </a:lnTo>
                  <a:lnTo>
                    <a:pt x="300736" y="0"/>
                  </a:lnTo>
                  <a:lnTo>
                    <a:pt x="291706" y="1016"/>
                  </a:lnTo>
                  <a:lnTo>
                    <a:pt x="284226" y="4572"/>
                  </a:lnTo>
                  <a:lnTo>
                    <a:pt x="278549" y="10490"/>
                  </a:lnTo>
                  <a:lnTo>
                    <a:pt x="274904" y="18592"/>
                  </a:lnTo>
                  <a:lnTo>
                    <a:pt x="273672" y="22974"/>
                  </a:lnTo>
                  <a:lnTo>
                    <a:pt x="274142" y="116332"/>
                  </a:lnTo>
                  <a:lnTo>
                    <a:pt x="273723" y="143217"/>
                  </a:lnTo>
                  <a:lnTo>
                    <a:pt x="273837" y="268795"/>
                  </a:lnTo>
                  <a:lnTo>
                    <a:pt x="301739" y="304622"/>
                  </a:lnTo>
                  <a:lnTo>
                    <a:pt x="309829" y="306324"/>
                  </a:lnTo>
                  <a:lnTo>
                    <a:pt x="317703" y="306082"/>
                  </a:lnTo>
                  <a:lnTo>
                    <a:pt x="499833" y="224726"/>
                  </a:lnTo>
                  <a:lnTo>
                    <a:pt x="535470" y="206044"/>
                  </a:lnTo>
                  <a:lnTo>
                    <a:pt x="540664" y="198450"/>
                  </a:lnTo>
                  <a:lnTo>
                    <a:pt x="542620" y="189623"/>
                  </a:lnTo>
                  <a:close/>
                </a:path>
              </a:pathLst>
            </a:custGeom>
            <a:solidFill>
              <a:srgbClr val="34B9A0"/>
            </a:solidFill>
          </p:spPr>
          <p:txBody>
            <a:bodyPr wrap="square" lIns="0" tIns="0" rIns="0" bIns="0" rtlCol="0"/>
            <a:lstStyle/>
            <a:p>
              <a:pPr defTabSz="554492">
                <a:defRPr/>
              </a:pPr>
              <a:endParaRPr sz="1092" kern="0">
                <a:solidFill>
                  <a:sysClr val="windowText" lastClr="000000"/>
                </a:solidFill>
              </a:endParaRPr>
            </a:p>
          </p:txBody>
        </p:sp>
      </p:grpSp>
      <p:sp>
        <p:nvSpPr>
          <p:cNvPr id="7" name="Rectangle 6">
            <a:extLst>
              <a:ext uri="{FF2B5EF4-FFF2-40B4-BE49-F238E27FC236}">
                <a16:creationId xmlns:a16="http://schemas.microsoft.com/office/drawing/2014/main" id="{6CF6EFFC-3D65-0CB0-5915-04DAF876E93F}"/>
              </a:ext>
            </a:extLst>
          </p:cNvPr>
          <p:cNvSpPr/>
          <p:nvPr/>
        </p:nvSpPr>
        <p:spPr>
          <a:xfrm>
            <a:off x="9977377" y="170177"/>
            <a:ext cx="2118167" cy="781414"/>
          </a:xfrm>
          <a:prstGeom prst="rect">
            <a:avLst/>
          </a:prstGeom>
          <a:solidFill>
            <a:srgbClr val="1651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Picture 23">
            <a:extLst>
              <a:ext uri="{FF2B5EF4-FFF2-40B4-BE49-F238E27FC236}">
                <a16:creationId xmlns:a16="http://schemas.microsoft.com/office/drawing/2014/main" id="{F1CAB2F1-F40A-E6CB-0BAF-6F090942A07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rot="21051633">
            <a:off x="2299684" y="383192"/>
            <a:ext cx="3181461" cy="6247014"/>
          </a:xfrm>
          <a:prstGeom prst="rect">
            <a:avLst/>
          </a:prstGeom>
        </p:spPr>
      </p:pic>
      <p:sp>
        <p:nvSpPr>
          <p:cNvPr id="25" name="Title 30">
            <a:extLst>
              <a:ext uri="{FF2B5EF4-FFF2-40B4-BE49-F238E27FC236}">
                <a16:creationId xmlns:a16="http://schemas.microsoft.com/office/drawing/2014/main" id="{D0C326C8-F2C4-DA14-2CC8-0EB3338A4A9B}"/>
              </a:ext>
            </a:extLst>
          </p:cNvPr>
          <p:cNvSpPr>
            <a:spLocks noGrp="1"/>
          </p:cNvSpPr>
          <p:nvPr>
            <p:ph type="title"/>
          </p:nvPr>
        </p:nvSpPr>
        <p:spPr>
          <a:xfrm rot="21080800">
            <a:off x="2324938" y="2299943"/>
            <a:ext cx="3444052" cy="2915350"/>
          </a:xfrm>
        </p:spPr>
        <p:txBody>
          <a:bodyPr/>
          <a:lstStyle/>
          <a:p>
            <a:pPr algn="ctr">
              <a:lnSpc>
                <a:spcPct val="150000"/>
              </a:lnSpc>
            </a:pPr>
            <a:r>
              <a:rPr lang="ar-EG" sz="4400" b="1" dirty="0">
                <a:solidFill>
                  <a:schemeClr val="bg1"/>
                </a:solidFill>
                <a:latin typeface="Neo Sans Arabic Bold" panose="020B0804030504040204" pitchFamily="34" charset="-78"/>
                <a:cs typeface="Neo Sans Arabic Bold" panose="020B0804030504040204" pitchFamily="34" charset="-78"/>
              </a:rPr>
              <a:t>جواز سفر </a:t>
            </a:r>
            <a:br>
              <a:rPr lang="ar-EG" sz="4400" b="1" dirty="0">
                <a:solidFill>
                  <a:schemeClr val="bg1"/>
                </a:solidFill>
                <a:latin typeface="Neo Sans Arabic Bold" panose="020B0804030504040204" pitchFamily="34" charset="-78"/>
                <a:cs typeface="Neo Sans Arabic Bold" panose="020B0804030504040204" pitchFamily="34" charset="-78"/>
              </a:rPr>
            </a:br>
            <a:r>
              <a:rPr lang="ar-EG" sz="4400" b="1" dirty="0">
                <a:solidFill>
                  <a:schemeClr val="bg1"/>
                </a:solidFill>
                <a:latin typeface="Neo Sans Arabic Bold" panose="020B0804030504040204" pitchFamily="34" charset="-78"/>
                <a:cs typeface="Neo Sans Arabic Bold" panose="020B0804030504040204" pitchFamily="34" charset="-78"/>
              </a:rPr>
              <a:t>سفير العمل الخيري</a:t>
            </a:r>
            <a:endParaRPr lang="en-GB" sz="4400" b="1" dirty="0">
              <a:solidFill>
                <a:schemeClr val="bg1"/>
              </a:solidFill>
              <a:latin typeface="Neo Sans Arabic Bold" panose="020B0804030504040204" pitchFamily="34" charset="-78"/>
              <a:cs typeface="Neo Sans Arabic Bold" panose="020B0804030504040204" pitchFamily="34" charset="-78"/>
            </a:endParaRPr>
          </a:p>
        </p:txBody>
      </p:sp>
      <p:sp>
        <p:nvSpPr>
          <p:cNvPr id="26" name="TextBox 25">
            <a:extLst>
              <a:ext uri="{FF2B5EF4-FFF2-40B4-BE49-F238E27FC236}">
                <a16:creationId xmlns:a16="http://schemas.microsoft.com/office/drawing/2014/main" id="{7B5FC747-80B7-5765-6792-853CA7E6B4E7}"/>
              </a:ext>
            </a:extLst>
          </p:cNvPr>
          <p:cNvSpPr txBox="1"/>
          <p:nvPr/>
        </p:nvSpPr>
        <p:spPr>
          <a:xfrm>
            <a:off x="6089959" y="2635828"/>
            <a:ext cx="4524026" cy="2236510"/>
          </a:xfrm>
          <a:prstGeom prst="rect">
            <a:avLst/>
          </a:prstGeom>
          <a:noFill/>
        </p:spPr>
        <p:txBody>
          <a:bodyPr wrap="square">
            <a:spAutoFit/>
          </a:bodyPr>
          <a:lstStyle/>
          <a:p>
            <a:pPr algn="just" defTabSz="277246" rtl="1">
              <a:lnSpc>
                <a:spcPct val="150000"/>
              </a:lnSpc>
              <a:defRPr/>
            </a:pPr>
            <a:r>
              <a:rPr lang="ar-EG" sz="2400" b="1" dirty="0">
                <a:solidFill>
                  <a:srgbClr val="065363"/>
                </a:solidFill>
                <a:latin typeface="Neo Sans Arabic Bold" panose="020B0804030504040204" pitchFamily="34" charset="-78"/>
                <a:cs typeface="Neo Sans Arabic Bold" panose="020B0804030504040204" pitchFamily="34" charset="-78"/>
              </a:rPr>
              <a:t>إذا كنت تمتلك منصة إعلامية تصل إلى العالم كله، فما القصة التي سترويها عن وطنك؟</a:t>
            </a:r>
          </a:p>
          <a:p>
            <a:pPr algn="just" defTabSz="277246" rtl="1">
              <a:lnSpc>
                <a:spcPct val="150000"/>
              </a:lnSpc>
              <a:defRPr/>
            </a:pPr>
            <a:r>
              <a:rPr lang="ar-EG" sz="2400" b="1" dirty="0">
                <a:solidFill>
                  <a:srgbClr val="065363"/>
                </a:solidFill>
                <a:latin typeface="Neo Sans Arabic Bold" panose="020B0804030504040204" pitchFamily="34" charset="-78"/>
                <a:cs typeface="Neo Sans Arabic Bold" panose="020B0804030504040204" pitchFamily="34" charset="-78"/>
              </a:rPr>
              <a:t>وكيف ستجعلها تنتشر وتؤثر؟</a:t>
            </a:r>
          </a:p>
        </p:txBody>
      </p:sp>
      <p:pic>
        <p:nvPicPr>
          <p:cNvPr id="3" name="object 6">
            <a:extLst>
              <a:ext uri="{FF2B5EF4-FFF2-40B4-BE49-F238E27FC236}">
                <a16:creationId xmlns:a16="http://schemas.microsoft.com/office/drawing/2014/main" id="{E46AA6E0-2F2E-F134-2F43-6F70593FA17B}"/>
              </a:ext>
            </a:extLst>
          </p:cNvPr>
          <p:cNvPicPr/>
          <p:nvPr/>
        </p:nvPicPr>
        <p:blipFill>
          <a:blip r:embed="rId4" cstate="print"/>
          <a:stretch>
            <a:fillRect/>
          </a:stretch>
        </p:blipFill>
        <p:spPr>
          <a:xfrm>
            <a:off x="10289897" y="154911"/>
            <a:ext cx="1633614" cy="944684"/>
          </a:xfrm>
          <a:prstGeom prst="rect">
            <a:avLst/>
          </a:prstGeom>
        </p:spPr>
      </p:pic>
    </p:spTree>
    <p:extLst>
      <p:ext uri="{BB962C8B-B14F-4D97-AF65-F5344CB8AC3E}">
        <p14:creationId xmlns:p14="http://schemas.microsoft.com/office/powerpoint/2010/main" val="394965920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 y="3"/>
            <a:ext cx="12191145"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3C8087"/>
          </a:solidFill>
        </p:spPr>
        <p:txBody>
          <a:bodyPr wrap="square" lIns="0" tIns="0" rIns="0" bIns="0" rtlCol="0"/>
          <a:lstStyle/>
          <a:p>
            <a:pPr defTabSz="554492"/>
            <a:endParaRPr sz="1092" kern="0">
              <a:solidFill>
                <a:sysClr val="windowText" lastClr="000000"/>
              </a:solidFill>
            </a:endParaRPr>
          </a:p>
        </p:txBody>
      </p:sp>
      <p:pic>
        <p:nvPicPr>
          <p:cNvPr id="3" name="object 3"/>
          <p:cNvPicPr/>
          <p:nvPr/>
        </p:nvPicPr>
        <p:blipFill>
          <a:blip r:embed="rId3" cstate="print"/>
          <a:stretch>
            <a:fillRect/>
          </a:stretch>
        </p:blipFill>
        <p:spPr>
          <a:xfrm>
            <a:off x="429" y="-9523"/>
            <a:ext cx="12191144" cy="6876567"/>
          </a:xfrm>
          <a:prstGeom prst="rect">
            <a:avLst/>
          </a:prstGeom>
        </p:spPr>
      </p:pic>
      <p:sp>
        <p:nvSpPr>
          <p:cNvPr id="15" name="Rectangle: Rounded Corners 14">
            <a:extLst>
              <a:ext uri="{FF2B5EF4-FFF2-40B4-BE49-F238E27FC236}">
                <a16:creationId xmlns:a16="http://schemas.microsoft.com/office/drawing/2014/main" id="{4C225124-5BA9-00A3-432E-1DDE6D3F9A49}"/>
              </a:ext>
            </a:extLst>
          </p:cNvPr>
          <p:cNvSpPr/>
          <p:nvPr/>
        </p:nvSpPr>
        <p:spPr>
          <a:xfrm>
            <a:off x="655880" y="1774748"/>
            <a:ext cx="9749758" cy="3216087"/>
          </a:xfrm>
          <a:prstGeom prst="roundRect">
            <a:avLst/>
          </a:prstGeom>
          <a:solidFill>
            <a:srgbClr val="0053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4492"/>
            <a:endParaRPr lang="en-GB" sz="2400" kern="0" dirty="0">
              <a:solidFill>
                <a:schemeClr val="bg1"/>
              </a:solidFill>
              <a:latin typeface="Calibri"/>
            </a:endParaRPr>
          </a:p>
        </p:txBody>
      </p:sp>
      <p:pic>
        <p:nvPicPr>
          <p:cNvPr id="5" name="Picture 4" descr="A black background with white text and a question mark&#10;&#10;AI-generated content may be incorrect.">
            <a:extLst>
              <a:ext uri="{FF2B5EF4-FFF2-40B4-BE49-F238E27FC236}">
                <a16:creationId xmlns:a16="http://schemas.microsoft.com/office/drawing/2014/main" id="{97FCF137-493F-295B-DD02-6A1CC9D402B9}"/>
              </a:ext>
            </a:extLst>
          </p:cNvPr>
          <p:cNvPicPr>
            <a:picLocks noChangeAspect="1"/>
          </p:cNvPicPr>
          <p:nvPr/>
        </p:nvPicPr>
        <p:blipFill>
          <a:blip r:embed="rId4">
            <a:extLst>
              <a:ext uri="{28A0092B-C50C-407E-A947-70E740481C1C}">
                <a14:useLocalDpi xmlns:a14="http://schemas.microsoft.com/office/drawing/2010/main" val="0"/>
              </a:ext>
            </a:extLst>
          </a:blip>
          <a:srcRect l="68262" r="2979"/>
          <a:stretch/>
        </p:blipFill>
        <p:spPr>
          <a:xfrm>
            <a:off x="7118427" y="-46208"/>
            <a:ext cx="3287211" cy="6858000"/>
          </a:xfrm>
          <a:prstGeom prst="rect">
            <a:avLst/>
          </a:prstGeom>
        </p:spPr>
      </p:pic>
      <p:sp>
        <p:nvSpPr>
          <p:cNvPr id="6" name="TextBox 5">
            <a:extLst>
              <a:ext uri="{FF2B5EF4-FFF2-40B4-BE49-F238E27FC236}">
                <a16:creationId xmlns:a16="http://schemas.microsoft.com/office/drawing/2014/main" id="{02CF18D1-A0D0-B831-8F04-1839A88A4007}"/>
              </a:ext>
            </a:extLst>
          </p:cNvPr>
          <p:cNvSpPr txBox="1"/>
          <p:nvPr/>
        </p:nvSpPr>
        <p:spPr>
          <a:xfrm>
            <a:off x="208154" y="2582315"/>
            <a:ext cx="7357999" cy="1600951"/>
          </a:xfrm>
          <a:prstGeom prst="rect">
            <a:avLst/>
          </a:prstGeom>
          <a:noFill/>
        </p:spPr>
        <p:txBody>
          <a:bodyPr wrap="square">
            <a:spAutoFit/>
          </a:bodyPr>
          <a:lstStyle/>
          <a:p>
            <a:pPr algn="ctr" defTabSz="554492">
              <a:lnSpc>
                <a:spcPct val="150000"/>
              </a:lnSpc>
            </a:pPr>
            <a:r>
              <a:rPr lang="en-GB" sz="3500" b="1" dirty="0">
                <a:solidFill>
                  <a:schemeClr val="bg1"/>
                </a:solidFill>
                <a:latin typeface="Neo Sans Arabic Bold" panose="020B0804030504040204" pitchFamily="34" charset="-78"/>
                <a:cs typeface="Neo Sans Arabic Bold" panose="020B0804030504040204" pitchFamily="34" charset="-78"/>
              </a:rPr>
              <a:t> </a:t>
            </a:r>
            <a:r>
              <a:rPr lang="ar-EG" sz="3500" b="1" dirty="0">
                <a:solidFill>
                  <a:schemeClr val="bg1"/>
                </a:solidFill>
                <a:latin typeface="Neo Sans Arabic Bold" panose="020B0804030504040204" pitchFamily="34" charset="-78"/>
                <a:cs typeface="Neo Sans Arabic Bold" panose="020B0804030504040204" pitchFamily="34" charset="-78"/>
              </a:rPr>
              <a:t>ما أول شيء تفعلونه عندما تريدون معرفة معلومات عن شخص أو شركة؟ </a:t>
            </a:r>
            <a:endParaRPr lang="en-GB" sz="3500" kern="0" dirty="0">
              <a:solidFill>
                <a:schemeClr val="bg1"/>
              </a:solidFill>
              <a:latin typeface="Neo Sans Arabic Bold" panose="020B0804030504040204" pitchFamily="34" charset="-78"/>
              <a:cs typeface="Neo Sans Arabic Bold" panose="020B0804030504040204" pitchFamily="34" charset="-78"/>
            </a:endParaRPr>
          </a:p>
        </p:txBody>
      </p:sp>
      <p:pic>
        <p:nvPicPr>
          <p:cNvPr id="4" name="object 6">
            <a:extLst>
              <a:ext uri="{FF2B5EF4-FFF2-40B4-BE49-F238E27FC236}">
                <a16:creationId xmlns:a16="http://schemas.microsoft.com/office/drawing/2014/main" id="{DEFEE56C-235D-3067-B2A6-DF33FD645785}"/>
              </a:ext>
            </a:extLst>
          </p:cNvPr>
          <p:cNvPicPr/>
          <p:nvPr/>
        </p:nvPicPr>
        <p:blipFill>
          <a:blip r:embed="rId5" cstate="print"/>
          <a:stretch>
            <a:fillRect/>
          </a:stretch>
        </p:blipFill>
        <p:spPr>
          <a:xfrm>
            <a:off x="10289897" y="154911"/>
            <a:ext cx="1633614" cy="944684"/>
          </a:xfrm>
          <a:prstGeom prst="rect">
            <a:avLst/>
          </a:prstGeom>
        </p:spPr>
      </p:pic>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57064-95AB-1D69-BE59-D9B77276A5C7}"/>
            </a:ext>
          </a:extLst>
        </p:cNvPr>
        <p:cNvGrpSpPr/>
        <p:nvPr/>
      </p:nvGrpSpPr>
      <p:grpSpPr>
        <a:xfrm>
          <a:off x="0" y="0"/>
          <a:ext cx="0" cy="0"/>
          <a:chOff x="0" y="0"/>
          <a:chExt cx="0" cy="0"/>
        </a:xfrm>
      </p:grpSpPr>
      <p:sp>
        <p:nvSpPr>
          <p:cNvPr id="4" name="Google Shape;189;p9">
            <a:extLst>
              <a:ext uri="{FF2B5EF4-FFF2-40B4-BE49-F238E27FC236}">
                <a16:creationId xmlns:a16="http://schemas.microsoft.com/office/drawing/2014/main" id="{A09D98A2-04D0-90D1-FDF6-204583EE8BCC}"/>
              </a:ext>
            </a:extLst>
          </p:cNvPr>
          <p:cNvSpPr/>
          <p:nvPr/>
        </p:nvSpPr>
        <p:spPr>
          <a:xfrm flipH="1">
            <a:off x="7344419" y="-137274"/>
            <a:ext cx="4661207" cy="4350074"/>
          </a:xfrm>
          <a:custGeom>
            <a:avLst/>
            <a:gdLst/>
            <a:ahLst/>
            <a:cxnLst/>
            <a:rect l="l" t="t" r="r" b="b"/>
            <a:pathLst>
              <a:path w="7686675" h="7173595" extrusionOk="0">
                <a:moveTo>
                  <a:pt x="7234135" y="0"/>
                </a:moveTo>
                <a:lnTo>
                  <a:pt x="0" y="0"/>
                </a:lnTo>
                <a:lnTo>
                  <a:pt x="0" y="7173466"/>
                </a:lnTo>
                <a:lnTo>
                  <a:pt x="4148125" y="7173466"/>
                </a:lnTo>
                <a:lnTo>
                  <a:pt x="5827403" y="4331856"/>
                </a:lnTo>
                <a:lnTo>
                  <a:pt x="7604752" y="1253468"/>
                </a:lnTo>
                <a:lnTo>
                  <a:pt x="7628007" y="1209064"/>
                </a:lnTo>
                <a:lnTo>
                  <a:pt x="7647386" y="1163345"/>
                </a:lnTo>
                <a:lnTo>
                  <a:pt x="7662890" y="1116549"/>
                </a:lnTo>
                <a:lnTo>
                  <a:pt x="7674517" y="1068916"/>
                </a:lnTo>
                <a:lnTo>
                  <a:pt x="7682269" y="1020685"/>
                </a:lnTo>
                <a:lnTo>
                  <a:pt x="7686145" y="972095"/>
                </a:lnTo>
                <a:lnTo>
                  <a:pt x="7686145" y="923386"/>
                </a:lnTo>
                <a:lnTo>
                  <a:pt x="7682269" y="874797"/>
                </a:lnTo>
                <a:lnTo>
                  <a:pt x="7674517" y="826566"/>
                </a:lnTo>
                <a:lnTo>
                  <a:pt x="7662890" y="778934"/>
                </a:lnTo>
                <a:lnTo>
                  <a:pt x="7647386" y="732140"/>
                </a:lnTo>
                <a:lnTo>
                  <a:pt x="7628007" y="686422"/>
                </a:lnTo>
                <a:lnTo>
                  <a:pt x="7604752" y="642021"/>
                </a:lnTo>
                <a:lnTo>
                  <a:pt x="7234135" y="0"/>
                </a:lnTo>
                <a:close/>
              </a:path>
            </a:pathLst>
          </a:custGeom>
          <a:solidFill>
            <a:srgbClr val="005363"/>
          </a:solidFill>
          <a:ln>
            <a:noFill/>
          </a:ln>
        </p:spPr>
        <p:txBody>
          <a:bodyPr spcFirstLastPara="1" wrap="square" lIns="0" tIns="0" rIns="0" bIns="0" anchor="t" anchorCtr="0">
            <a:noAutofit/>
          </a:bodyPr>
          <a:lstStyle/>
          <a:p>
            <a:pPr defTabSz="554492">
              <a:buClr>
                <a:srgbClr val="000000"/>
              </a:buClr>
              <a:defRPr/>
            </a:pPr>
            <a:endParaRPr sz="1092" kern="0">
              <a:solidFill>
                <a:srgbClr val="000000"/>
              </a:solidFill>
              <a:latin typeface="Arial"/>
              <a:cs typeface="Arial"/>
              <a:sym typeface="Arial"/>
            </a:endParaRPr>
          </a:p>
        </p:txBody>
      </p:sp>
      <p:sp>
        <p:nvSpPr>
          <p:cNvPr id="14" name="Google Shape;190;p9">
            <a:extLst>
              <a:ext uri="{FF2B5EF4-FFF2-40B4-BE49-F238E27FC236}">
                <a16:creationId xmlns:a16="http://schemas.microsoft.com/office/drawing/2014/main" id="{E4C873A9-BAF6-A393-E845-2A630CFF3C6E}"/>
              </a:ext>
            </a:extLst>
          </p:cNvPr>
          <p:cNvSpPr/>
          <p:nvPr/>
        </p:nvSpPr>
        <p:spPr>
          <a:xfrm flipH="1">
            <a:off x="7585299" y="145"/>
            <a:ext cx="4802525" cy="6857615"/>
          </a:xfrm>
          <a:custGeom>
            <a:avLst/>
            <a:gdLst/>
            <a:ahLst/>
            <a:cxnLst/>
            <a:rect l="l" t="t" r="r" b="b"/>
            <a:pathLst>
              <a:path w="7919720" h="11308715" extrusionOk="0">
                <a:moveTo>
                  <a:pt x="5107896" y="0"/>
                </a:moveTo>
                <a:lnTo>
                  <a:pt x="0" y="0"/>
                </a:lnTo>
                <a:lnTo>
                  <a:pt x="0" y="11308556"/>
                </a:lnTo>
                <a:lnTo>
                  <a:pt x="4359451" y="11308556"/>
                </a:lnTo>
                <a:lnTo>
                  <a:pt x="6004047" y="8525645"/>
                </a:lnTo>
                <a:lnTo>
                  <a:pt x="7835457" y="5354003"/>
                </a:lnTo>
                <a:lnTo>
                  <a:pt x="7857805" y="5311584"/>
                </a:lnTo>
                <a:lnTo>
                  <a:pt x="7876714" y="5267978"/>
                </a:lnTo>
                <a:lnTo>
                  <a:pt x="7892186" y="5223380"/>
                </a:lnTo>
                <a:lnTo>
                  <a:pt x="7904219" y="5177990"/>
                </a:lnTo>
                <a:lnTo>
                  <a:pt x="7912814" y="5132003"/>
                </a:lnTo>
                <a:lnTo>
                  <a:pt x="7917971" y="5085619"/>
                </a:lnTo>
                <a:lnTo>
                  <a:pt x="7919696" y="5039034"/>
                </a:lnTo>
                <a:lnTo>
                  <a:pt x="7917971" y="4992445"/>
                </a:lnTo>
                <a:lnTo>
                  <a:pt x="7912814" y="4946051"/>
                </a:lnTo>
                <a:lnTo>
                  <a:pt x="7904219" y="4900049"/>
                </a:lnTo>
                <a:lnTo>
                  <a:pt x="7892186" y="4854636"/>
                </a:lnTo>
                <a:lnTo>
                  <a:pt x="7876714" y="4810009"/>
                </a:lnTo>
                <a:lnTo>
                  <a:pt x="7857805" y="4766367"/>
                </a:lnTo>
                <a:lnTo>
                  <a:pt x="7835457" y="4723907"/>
                </a:lnTo>
                <a:lnTo>
                  <a:pt x="5107896" y="0"/>
                </a:lnTo>
                <a:close/>
              </a:path>
            </a:pathLst>
          </a:custGeom>
          <a:solidFill>
            <a:srgbClr val="8DB7E0">
              <a:alpha val="49803"/>
            </a:srgbClr>
          </a:solidFill>
          <a:ln>
            <a:noFill/>
          </a:ln>
        </p:spPr>
        <p:txBody>
          <a:bodyPr spcFirstLastPara="1" wrap="square" lIns="0" tIns="0" rIns="0" bIns="0" anchor="t" anchorCtr="0">
            <a:noAutofit/>
          </a:bodyPr>
          <a:lstStyle/>
          <a:p>
            <a:pPr defTabSz="554492">
              <a:buClr>
                <a:srgbClr val="000000"/>
              </a:buClr>
              <a:defRPr/>
            </a:pPr>
            <a:endParaRPr sz="1092" kern="0">
              <a:solidFill>
                <a:srgbClr val="000000"/>
              </a:solidFill>
              <a:latin typeface="Arial"/>
              <a:cs typeface="Arial"/>
              <a:sym typeface="Arial"/>
            </a:endParaRPr>
          </a:p>
        </p:txBody>
      </p:sp>
      <p:pic>
        <p:nvPicPr>
          <p:cNvPr id="15" name="Google Shape;198;p9">
            <a:extLst>
              <a:ext uri="{FF2B5EF4-FFF2-40B4-BE49-F238E27FC236}">
                <a16:creationId xmlns:a16="http://schemas.microsoft.com/office/drawing/2014/main" id="{6322E4E5-33BB-3A10-CAD8-C99366F57EE7}"/>
              </a:ext>
            </a:extLst>
          </p:cNvPr>
          <p:cNvPicPr preferRelativeResize="0"/>
          <p:nvPr/>
        </p:nvPicPr>
        <p:blipFill>
          <a:blip r:embed="rId2">
            <a:extLst>
              <a:ext uri="{28A0092B-C50C-407E-A947-70E740481C1C}">
                <a14:useLocalDpi xmlns:a14="http://schemas.microsoft.com/office/drawing/2010/main" val="0"/>
              </a:ext>
            </a:extLst>
          </a:blip>
          <a:srcRect t="14178" b="14178"/>
          <a:stretch/>
        </p:blipFill>
        <p:spPr>
          <a:xfrm flipH="1">
            <a:off x="7925564" y="0"/>
            <a:ext cx="4785852" cy="6857519"/>
          </a:xfrm>
          <a:custGeom>
            <a:avLst/>
            <a:gdLst/>
            <a:ahLst/>
            <a:cxnLst/>
            <a:rect l="l" t="t" r="r" b="b"/>
            <a:pathLst>
              <a:path w="7892225" h="11308556" extrusionOk="0">
                <a:moveTo>
                  <a:pt x="0" y="0"/>
                </a:moveTo>
                <a:lnTo>
                  <a:pt x="5080425" y="0"/>
                </a:lnTo>
                <a:lnTo>
                  <a:pt x="7807986" y="4723907"/>
                </a:lnTo>
                <a:lnTo>
                  <a:pt x="7830334" y="4766367"/>
                </a:lnTo>
                <a:lnTo>
                  <a:pt x="7849243" y="4810009"/>
                </a:lnTo>
                <a:lnTo>
                  <a:pt x="7864715" y="4854636"/>
                </a:lnTo>
                <a:lnTo>
                  <a:pt x="7876748" y="4900049"/>
                </a:lnTo>
                <a:lnTo>
                  <a:pt x="7885343" y="4946051"/>
                </a:lnTo>
                <a:lnTo>
                  <a:pt x="7890500" y="4992445"/>
                </a:lnTo>
                <a:lnTo>
                  <a:pt x="7892225" y="5039034"/>
                </a:lnTo>
                <a:lnTo>
                  <a:pt x="7890500" y="5085619"/>
                </a:lnTo>
                <a:lnTo>
                  <a:pt x="7885343" y="5132003"/>
                </a:lnTo>
                <a:lnTo>
                  <a:pt x="7876748" y="5177990"/>
                </a:lnTo>
                <a:lnTo>
                  <a:pt x="7864715" y="5223380"/>
                </a:lnTo>
                <a:lnTo>
                  <a:pt x="7849243" y="5267978"/>
                </a:lnTo>
                <a:lnTo>
                  <a:pt x="7830334" y="5311584"/>
                </a:lnTo>
                <a:lnTo>
                  <a:pt x="7807986" y="5354003"/>
                </a:lnTo>
                <a:lnTo>
                  <a:pt x="5976576" y="8525645"/>
                </a:lnTo>
                <a:lnTo>
                  <a:pt x="4331980" y="11308556"/>
                </a:lnTo>
                <a:lnTo>
                  <a:pt x="0" y="11308556"/>
                </a:lnTo>
                <a:close/>
              </a:path>
            </a:pathLst>
          </a:custGeom>
          <a:noFill/>
          <a:ln>
            <a:noFill/>
          </a:ln>
        </p:spPr>
      </p:pic>
      <p:grpSp>
        <p:nvGrpSpPr>
          <p:cNvPr id="9" name="object 8">
            <a:extLst>
              <a:ext uri="{FF2B5EF4-FFF2-40B4-BE49-F238E27FC236}">
                <a16:creationId xmlns:a16="http://schemas.microsoft.com/office/drawing/2014/main" id="{9C1A3D40-56FC-FAC9-85ED-B912EEAE9E6B}"/>
              </a:ext>
            </a:extLst>
          </p:cNvPr>
          <p:cNvGrpSpPr/>
          <p:nvPr/>
        </p:nvGrpSpPr>
        <p:grpSpPr>
          <a:xfrm rot="836155">
            <a:off x="-868610" y="-273327"/>
            <a:ext cx="5276699" cy="4294625"/>
            <a:chOff x="0" y="0"/>
            <a:chExt cx="8701667" cy="7082154"/>
          </a:xfrm>
        </p:grpSpPr>
        <p:sp>
          <p:nvSpPr>
            <p:cNvPr id="11" name="object 10">
              <a:extLst>
                <a:ext uri="{FF2B5EF4-FFF2-40B4-BE49-F238E27FC236}">
                  <a16:creationId xmlns:a16="http://schemas.microsoft.com/office/drawing/2014/main" id="{CF618C58-7098-1803-A18E-7CE57CA26DC7}"/>
                </a:ext>
              </a:extLst>
            </p:cNvPr>
            <p:cNvSpPr/>
            <p:nvPr/>
          </p:nvSpPr>
          <p:spPr>
            <a:xfrm>
              <a:off x="0" y="0"/>
              <a:ext cx="6506209" cy="5866765"/>
            </a:xfrm>
            <a:custGeom>
              <a:avLst/>
              <a:gdLst/>
              <a:ahLst/>
              <a:cxnLst/>
              <a:rect l="l" t="t" r="r" b="b"/>
              <a:pathLst>
                <a:path w="6506209" h="5866765">
                  <a:moveTo>
                    <a:pt x="0" y="5862801"/>
                  </a:moveTo>
                  <a:lnTo>
                    <a:pt x="868" y="5862792"/>
                  </a:lnTo>
                  <a:lnTo>
                    <a:pt x="30900" y="5862574"/>
                  </a:lnTo>
                  <a:lnTo>
                    <a:pt x="81643" y="5862606"/>
                  </a:lnTo>
                  <a:lnTo>
                    <a:pt x="132385" y="5862637"/>
                  </a:lnTo>
                  <a:lnTo>
                    <a:pt x="183127" y="5862669"/>
                  </a:lnTo>
                  <a:lnTo>
                    <a:pt x="233870" y="5862701"/>
                  </a:lnTo>
                  <a:lnTo>
                    <a:pt x="284612" y="5862732"/>
                  </a:lnTo>
                  <a:lnTo>
                    <a:pt x="335354" y="5862764"/>
                  </a:lnTo>
                  <a:lnTo>
                    <a:pt x="386097" y="5862796"/>
                  </a:lnTo>
                  <a:lnTo>
                    <a:pt x="436839" y="5862827"/>
                  </a:lnTo>
                  <a:lnTo>
                    <a:pt x="487581" y="5862859"/>
                  </a:lnTo>
                  <a:lnTo>
                    <a:pt x="538324" y="5862891"/>
                  </a:lnTo>
                  <a:lnTo>
                    <a:pt x="589066" y="5862922"/>
                  </a:lnTo>
                  <a:lnTo>
                    <a:pt x="639808" y="5862954"/>
                  </a:lnTo>
                  <a:lnTo>
                    <a:pt x="690551" y="5862985"/>
                  </a:lnTo>
                  <a:lnTo>
                    <a:pt x="741293" y="5863017"/>
                  </a:lnTo>
                  <a:lnTo>
                    <a:pt x="792035" y="5863049"/>
                  </a:lnTo>
                  <a:lnTo>
                    <a:pt x="842778" y="5863080"/>
                  </a:lnTo>
                  <a:lnTo>
                    <a:pt x="893520" y="5863112"/>
                  </a:lnTo>
                  <a:lnTo>
                    <a:pt x="944262" y="5863143"/>
                  </a:lnTo>
                  <a:lnTo>
                    <a:pt x="995005" y="5863175"/>
                  </a:lnTo>
                  <a:lnTo>
                    <a:pt x="1045747" y="5863207"/>
                  </a:lnTo>
                  <a:lnTo>
                    <a:pt x="1096489" y="5863238"/>
                  </a:lnTo>
                  <a:lnTo>
                    <a:pt x="1147231" y="5863270"/>
                  </a:lnTo>
                  <a:lnTo>
                    <a:pt x="1197974" y="5863301"/>
                  </a:lnTo>
                  <a:lnTo>
                    <a:pt x="1248716" y="5863333"/>
                  </a:lnTo>
                  <a:lnTo>
                    <a:pt x="1299458" y="5863364"/>
                  </a:lnTo>
                  <a:lnTo>
                    <a:pt x="1350201" y="5863396"/>
                  </a:lnTo>
                  <a:lnTo>
                    <a:pt x="1400943" y="5863428"/>
                  </a:lnTo>
                  <a:lnTo>
                    <a:pt x="1451685" y="5863459"/>
                  </a:lnTo>
                  <a:lnTo>
                    <a:pt x="1502427" y="5863491"/>
                  </a:lnTo>
                  <a:lnTo>
                    <a:pt x="1553170" y="5863522"/>
                  </a:lnTo>
                  <a:lnTo>
                    <a:pt x="1603912" y="5863554"/>
                  </a:lnTo>
                  <a:lnTo>
                    <a:pt x="1654654" y="5863585"/>
                  </a:lnTo>
                  <a:lnTo>
                    <a:pt x="1705396" y="5863617"/>
                  </a:lnTo>
                  <a:lnTo>
                    <a:pt x="1756139" y="5863648"/>
                  </a:lnTo>
                  <a:lnTo>
                    <a:pt x="1806881" y="5863680"/>
                  </a:lnTo>
                  <a:lnTo>
                    <a:pt x="1857623" y="5863711"/>
                  </a:lnTo>
                  <a:lnTo>
                    <a:pt x="1908365" y="5863743"/>
                  </a:lnTo>
                  <a:lnTo>
                    <a:pt x="1959108" y="5863774"/>
                  </a:lnTo>
                  <a:lnTo>
                    <a:pt x="2009850" y="5863806"/>
                  </a:lnTo>
                  <a:lnTo>
                    <a:pt x="2060592" y="5863837"/>
                  </a:lnTo>
                  <a:lnTo>
                    <a:pt x="2111334" y="5863869"/>
                  </a:lnTo>
                  <a:lnTo>
                    <a:pt x="2162077" y="5863900"/>
                  </a:lnTo>
                  <a:lnTo>
                    <a:pt x="2212819" y="5863931"/>
                  </a:lnTo>
                  <a:lnTo>
                    <a:pt x="2263561" y="5863963"/>
                  </a:lnTo>
                  <a:lnTo>
                    <a:pt x="2314303" y="5863994"/>
                  </a:lnTo>
                  <a:lnTo>
                    <a:pt x="2365046" y="5864026"/>
                  </a:lnTo>
                  <a:lnTo>
                    <a:pt x="2415788" y="5864057"/>
                  </a:lnTo>
                  <a:lnTo>
                    <a:pt x="2466530" y="5864089"/>
                  </a:lnTo>
                  <a:lnTo>
                    <a:pt x="2517272" y="5864120"/>
                  </a:lnTo>
                  <a:lnTo>
                    <a:pt x="2568015" y="5864151"/>
                  </a:lnTo>
                  <a:lnTo>
                    <a:pt x="2618757" y="5864183"/>
                  </a:lnTo>
                  <a:lnTo>
                    <a:pt x="2669499" y="5864214"/>
                  </a:lnTo>
                  <a:lnTo>
                    <a:pt x="2720241" y="5864245"/>
                  </a:lnTo>
                  <a:lnTo>
                    <a:pt x="2770984" y="5864277"/>
                  </a:lnTo>
                  <a:lnTo>
                    <a:pt x="2821726" y="5864308"/>
                  </a:lnTo>
                  <a:lnTo>
                    <a:pt x="2872468" y="5864340"/>
                  </a:lnTo>
                  <a:lnTo>
                    <a:pt x="2923210" y="5864371"/>
                  </a:lnTo>
                  <a:lnTo>
                    <a:pt x="2973953" y="5864402"/>
                  </a:lnTo>
                  <a:lnTo>
                    <a:pt x="3024695" y="5864433"/>
                  </a:lnTo>
                  <a:lnTo>
                    <a:pt x="3075437" y="5864465"/>
                  </a:lnTo>
                  <a:lnTo>
                    <a:pt x="3126179" y="5864496"/>
                  </a:lnTo>
                  <a:lnTo>
                    <a:pt x="3176921" y="5864527"/>
                  </a:lnTo>
                  <a:lnTo>
                    <a:pt x="3227664" y="5864559"/>
                  </a:lnTo>
                  <a:lnTo>
                    <a:pt x="3278406" y="5864590"/>
                  </a:lnTo>
                  <a:lnTo>
                    <a:pt x="3329148" y="5864621"/>
                  </a:lnTo>
                  <a:lnTo>
                    <a:pt x="3379890" y="5864653"/>
                  </a:lnTo>
                  <a:lnTo>
                    <a:pt x="3430633" y="5864684"/>
                  </a:lnTo>
                  <a:lnTo>
                    <a:pt x="3481375" y="5864715"/>
                  </a:lnTo>
                  <a:lnTo>
                    <a:pt x="3532117" y="5864746"/>
                  </a:lnTo>
                  <a:lnTo>
                    <a:pt x="3582859" y="5864778"/>
                  </a:lnTo>
                  <a:lnTo>
                    <a:pt x="3633602" y="5864809"/>
                  </a:lnTo>
                  <a:lnTo>
                    <a:pt x="3684344" y="5864840"/>
                  </a:lnTo>
                  <a:lnTo>
                    <a:pt x="3735086" y="5864871"/>
                  </a:lnTo>
                  <a:lnTo>
                    <a:pt x="3785828" y="5864902"/>
                  </a:lnTo>
                  <a:lnTo>
                    <a:pt x="3836571" y="5864934"/>
                  </a:lnTo>
                  <a:lnTo>
                    <a:pt x="3887313" y="5864965"/>
                  </a:lnTo>
                  <a:lnTo>
                    <a:pt x="3938055" y="5864996"/>
                  </a:lnTo>
                  <a:lnTo>
                    <a:pt x="3988797" y="5865027"/>
                  </a:lnTo>
                  <a:lnTo>
                    <a:pt x="4039540" y="5865058"/>
                  </a:lnTo>
                  <a:lnTo>
                    <a:pt x="4090282" y="5865089"/>
                  </a:lnTo>
                  <a:lnTo>
                    <a:pt x="4141024" y="5865121"/>
                  </a:lnTo>
                  <a:lnTo>
                    <a:pt x="4191767" y="5865152"/>
                  </a:lnTo>
                  <a:lnTo>
                    <a:pt x="4242509" y="5865183"/>
                  </a:lnTo>
                  <a:lnTo>
                    <a:pt x="4293251" y="5865214"/>
                  </a:lnTo>
                  <a:lnTo>
                    <a:pt x="4343993" y="5865245"/>
                  </a:lnTo>
                  <a:lnTo>
                    <a:pt x="4394736" y="5865276"/>
                  </a:lnTo>
                  <a:lnTo>
                    <a:pt x="4445478" y="5865307"/>
                  </a:lnTo>
                  <a:lnTo>
                    <a:pt x="4496220" y="5865338"/>
                  </a:lnTo>
                  <a:lnTo>
                    <a:pt x="4546962" y="5865369"/>
                  </a:lnTo>
                  <a:lnTo>
                    <a:pt x="4597705" y="5865401"/>
                  </a:lnTo>
                  <a:lnTo>
                    <a:pt x="4648447" y="5865432"/>
                  </a:lnTo>
                  <a:lnTo>
                    <a:pt x="4699189" y="5865463"/>
                  </a:lnTo>
                  <a:lnTo>
                    <a:pt x="4749932" y="5865494"/>
                  </a:lnTo>
                  <a:lnTo>
                    <a:pt x="4800674" y="5865525"/>
                  </a:lnTo>
                  <a:lnTo>
                    <a:pt x="4851416" y="5865556"/>
                  </a:lnTo>
                  <a:lnTo>
                    <a:pt x="4902159" y="5865587"/>
                  </a:lnTo>
                  <a:lnTo>
                    <a:pt x="4952901" y="5865618"/>
                  </a:lnTo>
                  <a:lnTo>
                    <a:pt x="5003643" y="5865649"/>
                  </a:lnTo>
                  <a:lnTo>
                    <a:pt x="5054385" y="5865680"/>
                  </a:lnTo>
                  <a:lnTo>
                    <a:pt x="5105128" y="5865711"/>
                  </a:lnTo>
                  <a:lnTo>
                    <a:pt x="5155870" y="5865742"/>
                  </a:lnTo>
                  <a:lnTo>
                    <a:pt x="5206612" y="5865773"/>
                  </a:lnTo>
                  <a:lnTo>
                    <a:pt x="5257355" y="5865804"/>
                  </a:lnTo>
                  <a:lnTo>
                    <a:pt x="5308097" y="5865834"/>
                  </a:lnTo>
                  <a:lnTo>
                    <a:pt x="5358839" y="5865865"/>
                  </a:lnTo>
                  <a:lnTo>
                    <a:pt x="5409582" y="5865896"/>
                  </a:lnTo>
                  <a:lnTo>
                    <a:pt x="5460324" y="5865927"/>
                  </a:lnTo>
                  <a:lnTo>
                    <a:pt x="5511067" y="5865958"/>
                  </a:lnTo>
                  <a:lnTo>
                    <a:pt x="5561809" y="5865989"/>
                  </a:lnTo>
                  <a:lnTo>
                    <a:pt x="5612551" y="5866020"/>
                  </a:lnTo>
                  <a:lnTo>
                    <a:pt x="5663294" y="5866051"/>
                  </a:lnTo>
                  <a:lnTo>
                    <a:pt x="5714036" y="5866082"/>
                  </a:lnTo>
                  <a:lnTo>
                    <a:pt x="5749061" y="5866251"/>
                  </a:lnTo>
                  <a:lnTo>
                    <a:pt x="5784090" y="5866481"/>
                  </a:lnTo>
                  <a:lnTo>
                    <a:pt x="5819110" y="5866398"/>
                  </a:lnTo>
                  <a:lnTo>
                    <a:pt x="5854105" y="5865631"/>
                  </a:lnTo>
                  <a:lnTo>
                    <a:pt x="5904153" y="5862458"/>
                  </a:lnTo>
                  <a:lnTo>
                    <a:pt x="5952623" y="5856572"/>
                  </a:lnTo>
                  <a:lnTo>
                    <a:pt x="5999458" y="5848053"/>
                  </a:lnTo>
                  <a:lnTo>
                    <a:pt x="6044602" y="5836979"/>
                  </a:lnTo>
                  <a:lnTo>
                    <a:pt x="6087997" y="5823429"/>
                  </a:lnTo>
                  <a:lnTo>
                    <a:pt x="6129588" y="5807481"/>
                  </a:lnTo>
                  <a:lnTo>
                    <a:pt x="6169318" y="5789215"/>
                  </a:lnTo>
                  <a:lnTo>
                    <a:pt x="6207131" y="5768708"/>
                  </a:lnTo>
                  <a:lnTo>
                    <a:pt x="6242971" y="5746040"/>
                  </a:lnTo>
                  <a:lnTo>
                    <a:pt x="6276780" y="5721288"/>
                  </a:lnTo>
                  <a:lnTo>
                    <a:pt x="6308502" y="5694533"/>
                  </a:lnTo>
                  <a:lnTo>
                    <a:pt x="6338082" y="5665851"/>
                  </a:lnTo>
                  <a:lnTo>
                    <a:pt x="6365462" y="5635323"/>
                  </a:lnTo>
                  <a:lnTo>
                    <a:pt x="6390586" y="5603025"/>
                  </a:lnTo>
                  <a:lnTo>
                    <a:pt x="6413398" y="5569038"/>
                  </a:lnTo>
                  <a:lnTo>
                    <a:pt x="6433841" y="5533440"/>
                  </a:lnTo>
                  <a:lnTo>
                    <a:pt x="6451859" y="5496309"/>
                  </a:lnTo>
                  <a:lnTo>
                    <a:pt x="6467395" y="5457724"/>
                  </a:lnTo>
                  <a:lnTo>
                    <a:pt x="6480393" y="5417763"/>
                  </a:lnTo>
                  <a:lnTo>
                    <a:pt x="6490796" y="5376506"/>
                  </a:lnTo>
                  <a:lnTo>
                    <a:pt x="6498548" y="5334031"/>
                  </a:lnTo>
                  <a:lnTo>
                    <a:pt x="6503593" y="5290415"/>
                  </a:lnTo>
                  <a:lnTo>
                    <a:pt x="6505874" y="5245739"/>
                  </a:lnTo>
                  <a:lnTo>
                    <a:pt x="6505335" y="5200081"/>
                  </a:lnTo>
                  <a:lnTo>
                    <a:pt x="6501919" y="5153519"/>
                  </a:lnTo>
                  <a:lnTo>
                    <a:pt x="6495570" y="5106132"/>
                  </a:lnTo>
                  <a:lnTo>
                    <a:pt x="6486230" y="5057998"/>
                  </a:lnTo>
                  <a:lnTo>
                    <a:pt x="6473845" y="5009197"/>
                  </a:lnTo>
                  <a:lnTo>
                    <a:pt x="6459160" y="4963284"/>
                  </a:lnTo>
                  <a:lnTo>
                    <a:pt x="6441765" y="4918713"/>
                  </a:lnTo>
                  <a:lnTo>
                    <a:pt x="6421959" y="4875273"/>
                  </a:lnTo>
                  <a:lnTo>
                    <a:pt x="6400041" y="4832753"/>
                  </a:lnTo>
                  <a:lnTo>
                    <a:pt x="6376309" y="4790942"/>
                  </a:lnTo>
                  <a:lnTo>
                    <a:pt x="6351355" y="4748743"/>
                  </a:lnTo>
                  <a:lnTo>
                    <a:pt x="6324330" y="4703114"/>
                  </a:lnTo>
                  <a:lnTo>
                    <a:pt x="6295288" y="4654145"/>
                  </a:lnTo>
                  <a:lnTo>
                    <a:pt x="6264282" y="4601922"/>
                  </a:lnTo>
                  <a:lnTo>
                    <a:pt x="6231364" y="4546535"/>
                  </a:lnTo>
                  <a:lnTo>
                    <a:pt x="6196588" y="4488070"/>
                  </a:lnTo>
                  <a:lnTo>
                    <a:pt x="6160005" y="4426616"/>
                  </a:lnTo>
                  <a:lnTo>
                    <a:pt x="6121669" y="4362262"/>
                  </a:lnTo>
                  <a:lnTo>
                    <a:pt x="6101860" y="4329024"/>
                  </a:lnTo>
                  <a:lnTo>
                    <a:pt x="6081633" y="4295095"/>
                  </a:lnTo>
                  <a:lnTo>
                    <a:pt x="6060994" y="4260484"/>
                  </a:lnTo>
                  <a:lnTo>
                    <a:pt x="6039949" y="4225203"/>
                  </a:lnTo>
                  <a:lnTo>
                    <a:pt x="6018506" y="4189263"/>
                  </a:lnTo>
                  <a:lnTo>
                    <a:pt x="5996671" y="4152675"/>
                  </a:lnTo>
                  <a:lnTo>
                    <a:pt x="5974450" y="4115449"/>
                  </a:lnTo>
                  <a:lnTo>
                    <a:pt x="5951850" y="4077598"/>
                  </a:lnTo>
                  <a:lnTo>
                    <a:pt x="5928879" y="4039131"/>
                  </a:lnTo>
                  <a:lnTo>
                    <a:pt x="5905541" y="4000061"/>
                  </a:lnTo>
                  <a:lnTo>
                    <a:pt x="5881844" y="3960397"/>
                  </a:lnTo>
                  <a:lnTo>
                    <a:pt x="5857795" y="3920152"/>
                  </a:lnTo>
                  <a:lnTo>
                    <a:pt x="5833400" y="3879335"/>
                  </a:lnTo>
                  <a:lnTo>
                    <a:pt x="5808665" y="3837958"/>
                  </a:lnTo>
                  <a:lnTo>
                    <a:pt x="5783598" y="3796033"/>
                  </a:lnTo>
                  <a:lnTo>
                    <a:pt x="5758205" y="3753569"/>
                  </a:lnTo>
                  <a:lnTo>
                    <a:pt x="5732493" y="3710578"/>
                  </a:lnTo>
                  <a:lnTo>
                    <a:pt x="5706467" y="3667072"/>
                  </a:lnTo>
                  <a:lnTo>
                    <a:pt x="5680135" y="3623060"/>
                  </a:lnTo>
                  <a:lnTo>
                    <a:pt x="5653504" y="3578555"/>
                  </a:lnTo>
                  <a:lnTo>
                    <a:pt x="5626579" y="3533566"/>
                  </a:lnTo>
                  <a:lnTo>
                    <a:pt x="5599368" y="3488106"/>
                  </a:lnTo>
                  <a:lnTo>
                    <a:pt x="5571877" y="3442185"/>
                  </a:lnTo>
                  <a:lnTo>
                    <a:pt x="5544113" y="3395813"/>
                  </a:lnTo>
                  <a:lnTo>
                    <a:pt x="5516082" y="3349003"/>
                  </a:lnTo>
                  <a:lnTo>
                    <a:pt x="5487791" y="3301765"/>
                  </a:lnTo>
                  <a:lnTo>
                    <a:pt x="5459247" y="3254111"/>
                  </a:lnTo>
                  <a:lnTo>
                    <a:pt x="5430456" y="3206050"/>
                  </a:lnTo>
                  <a:lnTo>
                    <a:pt x="5401424" y="3157594"/>
                  </a:lnTo>
                  <a:lnTo>
                    <a:pt x="5372159" y="3108755"/>
                  </a:lnTo>
                  <a:lnTo>
                    <a:pt x="5342667" y="3059543"/>
                  </a:lnTo>
                  <a:lnTo>
                    <a:pt x="5312954" y="3009969"/>
                  </a:lnTo>
                  <a:lnTo>
                    <a:pt x="5283027" y="2960044"/>
                  </a:lnTo>
                  <a:lnTo>
                    <a:pt x="5252894" y="2909780"/>
                  </a:lnTo>
                  <a:lnTo>
                    <a:pt x="5222559" y="2859187"/>
                  </a:lnTo>
                  <a:lnTo>
                    <a:pt x="5192030" y="2808275"/>
                  </a:lnTo>
                  <a:lnTo>
                    <a:pt x="5161314" y="2757058"/>
                  </a:lnTo>
                  <a:lnTo>
                    <a:pt x="5130417" y="2705544"/>
                  </a:lnTo>
                  <a:lnTo>
                    <a:pt x="5099346" y="2653746"/>
                  </a:lnTo>
                  <a:lnTo>
                    <a:pt x="5068107" y="2601674"/>
                  </a:lnTo>
                  <a:lnTo>
                    <a:pt x="5036707" y="2549340"/>
                  </a:lnTo>
                  <a:lnTo>
                    <a:pt x="5005153" y="2496753"/>
                  </a:lnTo>
                  <a:lnTo>
                    <a:pt x="4973451" y="2443926"/>
                  </a:lnTo>
                  <a:lnTo>
                    <a:pt x="4941607" y="2390870"/>
                  </a:lnTo>
                  <a:lnTo>
                    <a:pt x="4909629" y="2337594"/>
                  </a:lnTo>
                  <a:lnTo>
                    <a:pt x="4877523" y="2284112"/>
                  </a:lnTo>
                  <a:lnTo>
                    <a:pt x="4845295" y="2230432"/>
                  </a:lnTo>
                  <a:lnTo>
                    <a:pt x="4812953" y="2176567"/>
                  </a:lnTo>
                  <a:lnTo>
                    <a:pt x="4780502" y="2122527"/>
                  </a:lnTo>
                  <a:lnTo>
                    <a:pt x="4747950" y="2068324"/>
                  </a:lnTo>
                  <a:lnTo>
                    <a:pt x="4715302" y="2013968"/>
                  </a:lnTo>
                  <a:lnTo>
                    <a:pt x="4682566" y="1959471"/>
                  </a:lnTo>
                  <a:lnTo>
                    <a:pt x="4649749" y="1904843"/>
                  </a:lnTo>
                  <a:lnTo>
                    <a:pt x="4616856" y="1850095"/>
                  </a:lnTo>
                  <a:lnTo>
                    <a:pt x="4583894" y="1795239"/>
                  </a:lnTo>
                  <a:lnTo>
                    <a:pt x="4550870" y="1740285"/>
                  </a:lnTo>
                  <a:lnTo>
                    <a:pt x="4517791" y="1685245"/>
                  </a:lnTo>
                  <a:lnTo>
                    <a:pt x="4484663" y="1630130"/>
                  </a:lnTo>
                  <a:lnTo>
                    <a:pt x="4451493" y="1574950"/>
                  </a:lnTo>
                  <a:lnTo>
                    <a:pt x="4418287" y="1519716"/>
                  </a:lnTo>
                  <a:lnTo>
                    <a:pt x="4385052" y="1464440"/>
                  </a:lnTo>
                  <a:lnTo>
                    <a:pt x="4351795" y="1409133"/>
                  </a:lnTo>
                  <a:lnTo>
                    <a:pt x="4318522" y="1353805"/>
                  </a:lnTo>
                  <a:lnTo>
                    <a:pt x="4285239" y="1298468"/>
                  </a:lnTo>
                  <a:lnTo>
                    <a:pt x="4251954" y="1243132"/>
                  </a:lnTo>
                  <a:lnTo>
                    <a:pt x="4218673" y="1187809"/>
                  </a:lnTo>
                  <a:lnTo>
                    <a:pt x="4185402" y="1132510"/>
                  </a:lnTo>
                  <a:lnTo>
                    <a:pt x="4152149" y="1077245"/>
                  </a:lnTo>
                  <a:lnTo>
                    <a:pt x="4118919" y="1022026"/>
                  </a:lnTo>
                  <a:lnTo>
                    <a:pt x="4085720" y="966864"/>
                  </a:lnTo>
                  <a:lnTo>
                    <a:pt x="4052558" y="911769"/>
                  </a:lnTo>
                  <a:lnTo>
                    <a:pt x="4019439" y="856753"/>
                  </a:lnTo>
                  <a:lnTo>
                    <a:pt x="3986371" y="801826"/>
                  </a:lnTo>
                  <a:lnTo>
                    <a:pt x="3953359" y="747001"/>
                  </a:lnTo>
                  <a:lnTo>
                    <a:pt x="3920411" y="692287"/>
                  </a:lnTo>
                  <a:lnTo>
                    <a:pt x="3887532" y="637695"/>
                  </a:lnTo>
                  <a:lnTo>
                    <a:pt x="3854730" y="583238"/>
                  </a:lnTo>
                  <a:lnTo>
                    <a:pt x="3822012" y="528925"/>
                  </a:lnTo>
                  <a:lnTo>
                    <a:pt x="3789383" y="474768"/>
                  </a:lnTo>
                  <a:lnTo>
                    <a:pt x="3756850" y="420778"/>
                  </a:lnTo>
                  <a:lnTo>
                    <a:pt x="3724421" y="366965"/>
                  </a:lnTo>
                  <a:lnTo>
                    <a:pt x="3692101" y="313342"/>
                  </a:lnTo>
                  <a:lnTo>
                    <a:pt x="3659897" y="259918"/>
                  </a:lnTo>
                  <a:lnTo>
                    <a:pt x="3627816" y="206705"/>
                  </a:lnTo>
                  <a:lnTo>
                    <a:pt x="3595864" y="153714"/>
                  </a:lnTo>
                  <a:lnTo>
                    <a:pt x="3564048" y="100956"/>
                  </a:lnTo>
                  <a:lnTo>
                    <a:pt x="3532375" y="48441"/>
                  </a:lnTo>
                  <a:lnTo>
                    <a:pt x="350315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12" name="object 11">
              <a:extLst>
                <a:ext uri="{FF2B5EF4-FFF2-40B4-BE49-F238E27FC236}">
                  <a16:creationId xmlns:a16="http://schemas.microsoft.com/office/drawing/2014/main" id="{6C8F4306-DB58-FE72-6C18-7AB22ADEF57A}"/>
                </a:ext>
              </a:extLst>
            </p:cNvPr>
            <p:cNvSpPr/>
            <p:nvPr/>
          </p:nvSpPr>
          <p:spPr>
            <a:xfrm>
              <a:off x="0" y="0"/>
              <a:ext cx="4424045" cy="4857115"/>
            </a:xfrm>
            <a:custGeom>
              <a:avLst/>
              <a:gdLst/>
              <a:ahLst/>
              <a:cxnLst/>
              <a:rect l="l" t="t" r="r" b="b"/>
              <a:pathLst>
                <a:path w="4424045" h="4857115">
                  <a:moveTo>
                    <a:pt x="0" y="4854300"/>
                  </a:moveTo>
                  <a:lnTo>
                    <a:pt x="79877" y="4854350"/>
                  </a:lnTo>
                  <a:lnTo>
                    <a:pt x="130619" y="4854381"/>
                  </a:lnTo>
                  <a:lnTo>
                    <a:pt x="181362" y="4854412"/>
                  </a:lnTo>
                  <a:lnTo>
                    <a:pt x="232104" y="4854444"/>
                  </a:lnTo>
                  <a:lnTo>
                    <a:pt x="282846" y="4854475"/>
                  </a:lnTo>
                  <a:lnTo>
                    <a:pt x="333588" y="4854507"/>
                  </a:lnTo>
                  <a:lnTo>
                    <a:pt x="384331" y="4854538"/>
                  </a:lnTo>
                  <a:lnTo>
                    <a:pt x="435073" y="4854570"/>
                  </a:lnTo>
                  <a:lnTo>
                    <a:pt x="485815" y="4854601"/>
                  </a:lnTo>
                  <a:lnTo>
                    <a:pt x="536557" y="4854632"/>
                  </a:lnTo>
                  <a:lnTo>
                    <a:pt x="587300" y="4854664"/>
                  </a:lnTo>
                  <a:lnTo>
                    <a:pt x="638042" y="4854695"/>
                  </a:lnTo>
                  <a:lnTo>
                    <a:pt x="688784" y="4854726"/>
                  </a:lnTo>
                  <a:lnTo>
                    <a:pt x="739526" y="4854758"/>
                  </a:lnTo>
                  <a:lnTo>
                    <a:pt x="790269" y="4854789"/>
                  </a:lnTo>
                  <a:lnTo>
                    <a:pt x="841011" y="4854820"/>
                  </a:lnTo>
                  <a:lnTo>
                    <a:pt x="891753" y="4854852"/>
                  </a:lnTo>
                  <a:lnTo>
                    <a:pt x="942495" y="4854883"/>
                  </a:lnTo>
                  <a:lnTo>
                    <a:pt x="993238" y="4854914"/>
                  </a:lnTo>
                  <a:lnTo>
                    <a:pt x="1043980" y="4854946"/>
                  </a:lnTo>
                  <a:lnTo>
                    <a:pt x="1094722" y="4854977"/>
                  </a:lnTo>
                  <a:lnTo>
                    <a:pt x="1145464" y="4855008"/>
                  </a:lnTo>
                  <a:lnTo>
                    <a:pt x="1196207" y="4855040"/>
                  </a:lnTo>
                  <a:lnTo>
                    <a:pt x="1246949" y="4855071"/>
                  </a:lnTo>
                  <a:lnTo>
                    <a:pt x="1297691" y="4855102"/>
                  </a:lnTo>
                  <a:lnTo>
                    <a:pt x="1348433" y="4855133"/>
                  </a:lnTo>
                  <a:lnTo>
                    <a:pt x="1399175" y="4855165"/>
                  </a:lnTo>
                  <a:lnTo>
                    <a:pt x="1449918" y="4855196"/>
                  </a:lnTo>
                  <a:lnTo>
                    <a:pt x="1500660" y="4855227"/>
                  </a:lnTo>
                  <a:lnTo>
                    <a:pt x="1551402" y="4855258"/>
                  </a:lnTo>
                  <a:lnTo>
                    <a:pt x="1602144" y="4855290"/>
                  </a:lnTo>
                  <a:lnTo>
                    <a:pt x="1652887" y="4855321"/>
                  </a:lnTo>
                  <a:lnTo>
                    <a:pt x="1703629" y="4855352"/>
                  </a:lnTo>
                  <a:lnTo>
                    <a:pt x="1754371" y="4855383"/>
                  </a:lnTo>
                  <a:lnTo>
                    <a:pt x="1805113" y="4855414"/>
                  </a:lnTo>
                  <a:lnTo>
                    <a:pt x="1855856" y="4855446"/>
                  </a:lnTo>
                  <a:lnTo>
                    <a:pt x="1906598" y="4855477"/>
                  </a:lnTo>
                  <a:lnTo>
                    <a:pt x="1957340" y="4855508"/>
                  </a:lnTo>
                  <a:lnTo>
                    <a:pt x="2008083" y="4855539"/>
                  </a:lnTo>
                  <a:lnTo>
                    <a:pt x="2058825" y="4855570"/>
                  </a:lnTo>
                  <a:lnTo>
                    <a:pt x="2109567" y="4855601"/>
                  </a:lnTo>
                  <a:lnTo>
                    <a:pt x="2160309" y="4855632"/>
                  </a:lnTo>
                  <a:lnTo>
                    <a:pt x="2211052" y="4855664"/>
                  </a:lnTo>
                  <a:lnTo>
                    <a:pt x="2261794" y="4855695"/>
                  </a:lnTo>
                  <a:lnTo>
                    <a:pt x="2312536" y="4855726"/>
                  </a:lnTo>
                  <a:lnTo>
                    <a:pt x="2363278" y="4855757"/>
                  </a:lnTo>
                  <a:lnTo>
                    <a:pt x="2414021" y="4855788"/>
                  </a:lnTo>
                  <a:lnTo>
                    <a:pt x="2464763" y="4855819"/>
                  </a:lnTo>
                  <a:lnTo>
                    <a:pt x="2515505" y="4855850"/>
                  </a:lnTo>
                  <a:lnTo>
                    <a:pt x="2566248" y="4855881"/>
                  </a:lnTo>
                  <a:lnTo>
                    <a:pt x="2616990" y="4855912"/>
                  </a:lnTo>
                  <a:lnTo>
                    <a:pt x="2667732" y="4855943"/>
                  </a:lnTo>
                  <a:lnTo>
                    <a:pt x="2718474" y="4855974"/>
                  </a:lnTo>
                  <a:lnTo>
                    <a:pt x="2769217" y="4856005"/>
                  </a:lnTo>
                  <a:lnTo>
                    <a:pt x="2819959" y="4856036"/>
                  </a:lnTo>
                  <a:lnTo>
                    <a:pt x="2870701" y="4856067"/>
                  </a:lnTo>
                  <a:lnTo>
                    <a:pt x="2921444" y="4856098"/>
                  </a:lnTo>
                  <a:lnTo>
                    <a:pt x="2972186" y="4856129"/>
                  </a:lnTo>
                  <a:lnTo>
                    <a:pt x="3022928" y="4856160"/>
                  </a:lnTo>
                  <a:lnTo>
                    <a:pt x="3073671" y="4856191"/>
                  </a:lnTo>
                  <a:lnTo>
                    <a:pt x="3124413" y="4856222"/>
                  </a:lnTo>
                  <a:lnTo>
                    <a:pt x="3175155" y="4856253"/>
                  </a:lnTo>
                  <a:lnTo>
                    <a:pt x="3225898" y="4856284"/>
                  </a:lnTo>
                  <a:lnTo>
                    <a:pt x="3276640" y="4856315"/>
                  </a:lnTo>
                  <a:lnTo>
                    <a:pt x="3327382" y="4856346"/>
                  </a:lnTo>
                  <a:lnTo>
                    <a:pt x="3378125" y="4856377"/>
                  </a:lnTo>
                  <a:lnTo>
                    <a:pt x="3428867" y="4856408"/>
                  </a:lnTo>
                  <a:lnTo>
                    <a:pt x="3479609" y="4856439"/>
                  </a:lnTo>
                  <a:lnTo>
                    <a:pt x="3530352" y="4856469"/>
                  </a:lnTo>
                  <a:lnTo>
                    <a:pt x="3581094" y="4856500"/>
                  </a:lnTo>
                  <a:lnTo>
                    <a:pt x="3631837" y="4856531"/>
                  </a:lnTo>
                  <a:lnTo>
                    <a:pt x="3666861" y="4856701"/>
                  </a:lnTo>
                  <a:lnTo>
                    <a:pt x="3701891" y="4856930"/>
                  </a:lnTo>
                  <a:lnTo>
                    <a:pt x="3736910" y="4856848"/>
                  </a:lnTo>
                  <a:lnTo>
                    <a:pt x="3771906" y="4856081"/>
                  </a:lnTo>
                  <a:lnTo>
                    <a:pt x="3821954" y="4852907"/>
                  </a:lnTo>
                  <a:lnTo>
                    <a:pt x="3870424" y="4847021"/>
                  </a:lnTo>
                  <a:lnTo>
                    <a:pt x="3917259" y="4838502"/>
                  </a:lnTo>
                  <a:lnTo>
                    <a:pt x="3962402" y="4827428"/>
                  </a:lnTo>
                  <a:lnTo>
                    <a:pt x="4005798" y="4813878"/>
                  </a:lnTo>
                  <a:lnTo>
                    <a:pt x="4047389" y="4797931"/>
                  </a:lnTo>
                  <a:lnTo>
                    <a:pt x="4087119" y="4779664"/>
                  </a:lnTo>
                  <a:lnTo>
                    <a:pt x="4124932" y="4759158"/>
                  </a:lnTo>
                  <a:lnTo>
                    <a:pt x="4160771" y="4736489"/>
                  </a:lnTo>
                  <a:lnTo>
                    <a:pt x="4194580" y="4711738"/>
                  </a:lnTo>
                  <a:lnTo>
                    <a:pt x="4226303" y="4684982"/>
                  </a:lnTo>
                  <a:lnTo>
                    <a:pt x="4255882" y="4656301"/>
                  </a:lnTo>
                  <a:lnTo>
                    <a:pt x="4283262" y="4625772"/>
                  </a:lnTo>
                  <a:lnTo>
                    <a:pt x="4308387" y="4593475"/>
                  </a:lnTo>
                  <a:lnTo>
                    <a:pt x="4331198" y="4559488"/>
                  </a:lnTo>
                  <a:lnTo>
                    <a:pt x="4351641" y="4523890"/>
                  </a:lnTo>
                  <a:lnTo>
                    <a:pt x="4369659" y="4486759"/>
                  </a:lnTo>
                  <a:lnTo>
                    <a:pt x="4385195" y="4448173"/>
                  </a:lnTo>
                  <a:lnTo>
                    <a:pt x="4398193" y="4408213"/>
                  </a:lnTo>
                  <a:lnTo>
                    <a:pt x="4408597" y="4366956"/>
                  </a:lnTo>
                  <a:lnTo>
                    <a:pt x="4416349" y="4324480"/>
                  </a:lnTo>
                  <a:lnTo>
                    <a:pt x="4421394" y="4280865"/>
                  </a:lnTo>
                  <a:lnTo>
                    <a:pt x="4423675" y="4236189"/>
                  </a:lnTo>
                  <a:lnTo>
                    <a:pt x="4423136" y="4190531"/>
                  </a:lnTo>
                  <a:lnTo>
                    <a:pt x="4419719" y="4143969"/>
                  </a:lnTo>
                  <a:lnTo>
                    <a:pt x="4413370" y="4096581"/>
                  </a:lnTo>
                  <a:lnTo>
                    <a:pt x="4404031" y="4048448"/>
                  </a:lnTo>
                  <a:lnTo>
                    <a:pt x="4391646" y="3999646"/>
                  </a:lnTo>
                  <a:lnTo>
                    <a:pt x="4376961" y="3953734"/>
                  </a:lnTo>
                  <a:lnTo>
                    <a:pt x="4359566" y="3909163"/>
                  </a:lnTo>
                  <a:lnTo>
                    <a:pt x="4339760" y="3865723"/>
                  </a:lnTo>
                  <a:lnTo>
                    <a:pt x="4317842" y="3823203"/>
                  </a:lnTo>
                  <a:lnTo>
                    <a:pt x="4294110" y="3781391"/>
                  </a:lnTo>
                  <a:lnTo>
                    <a:pt x="4255289" y="3716001"/>
                  </a:lnTo>
                  <a:lnTo>
                    <a:pt x="4235177" y="3682348"/>
                  </a:lnTo>
                  <a:lnTo>
                    <a:pt x="4214609" y="3648074"/>
                  </a:lnTo>
                  <a:lnTo>
                    <a:pt x="4193595" y="3613191"/>
                  </a:lnTo>
                  <a:lnTo>
                    <a:pt x="4172145" y="3577714"/>
                  </a:lnTo>
                  <a:lnTo>
                    <a:pt x="4150268" y="3541654"/>
                  </a:lnTo>
                  <a:lnTo>
                    <a:pt x="4127974" y="3505026"/>
                  </a:lnTo>
                  <a:lnTo>
                    <a:pt x="4105272" y="3467842"/>
                  </a:lnTo>
                  <a:lnTo>
                    <a:pt x="4082173" y="3430115"/>
                  </a:lnTo>
                  <a:lnTo>
                    <a:pt x="4058685" y="3391858"/>
                  </a:lnTo>
                  <a:lnTo>
                    <a:pt x="4034818" y="3353085"/>
                  </a:lnTo>
                  <a:lnTo>
                    <a:pt x="4010583" y="3313808"/>
                  </a:lnTo>
                  <a:lnTo>
                    <a:pt x="3985988" y="3274041"/>
                  </a:lnTo>
                  <a:lnTo>
                    <a:pt x="3961043" y="3233796"/>
                  </a:lnTo>
                  <a:lnTo>
                    <a:pt x="3935758" y="3193087"/>
                  </a:lnTo>
                  <a:lnTo>
                    <a:pt x="3910142" y="3151927"/>
                  </a:lnTo>
                  <a:lnTo>
                    <a:pt x="3884205" y="3110328"/>
                  </a:lnTo>
                  <a:lnTo>
                    <a:pt x="3857957" y="3068304"/>
                  </a:lnTo>
                  <a:lnTo>
                    <a:pt x="3831406" y="3025868"/>
                  </a:lnTo>
                  <a:lnTo>
                    <a:pt x="3804564" y="2983034"/>
                  </a:lnTo>
                  <a:lnTo>
                    <a:pt x="3777438" y="2939813"/>
                  </a:lnTo>
                  <a:lnTo>
                    <a:pt x="3750040" y="2896219"/>
                  </a:lnTo>
                  <a:lnTo>
                    <a:pt x="3722378" y="2852266"/>
                  </a:lnTo>
                  <a:lnTo>
                    <a:pt x="3694462" y="2807966"/>
                  </a:lnTo>
                  <a:lnTo>
                    <a:pt x="3666302" y="2763332"/>
                  </a:lnTo>
                  <a:lnTo>
                    <a:pt x="3637908" y="2718378"/>
                  </a:lnTo>
                  <a:lnTo>
                    <a:pt x="3609288" y="2673116"/>
                  </a:lnTo>
                  <a:lnTo>
                    <a:pt x="3580453" y="2627560"/>
                  </a:lnTo>
                  <a:lnTo>
                    <a:pt x="3551411" y="2581723"/>
                  </a:lnTo>
                  <a:lnTo>
                    <a:pt x="3522174" y="2535617"/>
                  </a:lnTo>
                  <a:lnTo>
                    <a:pt x="3492750" y="2489256"/>
                  </a:lnTo>
                  <a:lnTo>
                    <a:pt x="3463149" y="2442653"/>
                  </a:lnTo>
                  <a:lnTo>
                    <a:pt x="3433380" y="2395820"/>
                  </a:lnTo>
                  <a:lnTo>
                    <a:pt x="3403454" y="2348772"/>
                  </a:lnTo>
                  <a:lnTo>
                    <a:pt x="3373379" y="2301521"/>
                  </a:lnTo>
                  <a:lnTo>
                    <a:pt x="3343166" y="2254080"/>
                  </a:lnTo>
                  <a:lnTo>
                    <a:pt x="3312823" y="2206462"/>
                  </a:lnTo>
                  <a:lnTo>
                    <a:pt x="3282361" y="2158681"/>
                  </a:lnTo>
                  <a:lnTo>
                    <a:pt x="3251789" y="2110748"/>
                  </a:lnTo>
                  <a:lnTo>
                    <a:pt x="3221117" y="2062679"/>
                  </a:lnTo>
                  <a:lnTo>
                    <a:pt x="3190354" y="2014484"/>
                  </a:lnTo>
                  <a:lnTo>
                    <a:pt x="3159511" y="1966179"/>
                  </a:lnTo>
                  <a:lnTo>
                    <a:pt x="3128595" y="1917775"/>
                  </a:lnTo>
                  <a:lnTo>
                    <a:pt x="3097618" y="1869285"/>
                  </a:lnTo>
                  <a:lnTo>
                    <a:pt x="3066589" y="1820724"/>
                  </a:lnTo>
                  <a:lnTo>
                    <a:pt x="3035517" y="1772103"/>
                  </a:lnTo>
                  <a:lnTo>
                    <a:pt x="3004412" y="1723437"/>
                  </a:lnTo>
                  <a:lnTo>
                    <a:pt x="2973283" y="1674737"/>
                  </a:lnTo>
                  <a:lnTo>
                    <a:pt x="2942141" y="1626017"/>
                  </a:lnTo>
                  <a:lnTo>
                    <a:pt x="2910994" y="1577291"/>
                  </a:lnTo>
                  <a:lnTo>
                    <a:pt x="2879853" y="1528570"/>
                  </a:lnTo>
                  <a:lnTo>
                    <a:pt x="2848727" y="1479869"/>
                  </a:lnTo>
                  <a:lnTo>
                    <a:pt x="2817625" y="1431200"/>
                  </a:lnTo>
                  <a:lnTo>
                    <a:pt x="2786557" y="1382577"/>
                  </a:lnTo>
                  <a:lnTo>
                    <a:pt x="2755533" y="1334012"/>
                  </a:lnTo>
                  <a:lnTo>
                    <a:pt x="2724563" y="1285519"/>
                  </a:lnTo>
                  <a:lnTo>
                    <a:pt x="2693655" y="1237111"/>
                  </a:lnTo>
                  <a:lnTo>
                    <a:pt x="2662820" y="1188800"/>
                  </a:lnTo>
                  <a:lnTo>
                    <a:pt x="2632067" y="1140600"/>
                  </a:lnTo>
                  <a:lnTo>
                    <a:pt x="2601406" y="1092523"/>
                  </a:lnTo>
                  <a:lnTo>
                    <a:pt x="2570846" y="1044584"/>
                  </a:lnTo>
                  <a:lnTo>
                    <a:pt x="2540398" y="996795"/>
                  </a:lnTo>
                  <a:lnTo>
                    <a:pt x="2510069" y="949168"/>
                  </a:lnTo>
                  <a:lnTo>
                    <a:pt x="2479871" y="901718"/>
                  </a:lnTo>
                  <a:lnTo>
                    <a:pt x="2449813" y="854457"/>
                  </a:lnTo>
                  <a:lnTo>
                    <a:pt x="2419904" y="807398"/>
                  </a:lnTo>
                  <a:lnTo>
                    <a:pt x="2390154" y="760555"/>
                  </a:lnTo>
                  <a:lnTo>
                    <a:pt x="2360573" y="713940"/>
                  </a:lnTo>
                  <a:lnTo>
                    <a:pt x="2331169" y="667567"/>
                  </a:lnTo>
                  <a:lnTo>
                    <a:pt x="2301954" y="621448"/>
                  </a:lnTo>
                  <a:lnTo>
                    <a:pt x="2272936" y="575597"/>
                  </a:lnTo>
                  <a:lnTo>
                    <a:pt x="2244125" y="530026"/>
                  </a:lnTo>
                  <a:lnTo>
                    <a:pt x="2215530" y="484749"/>
                  </a:lnTo>
                  <a:lnTo>
                    <a:pt x="2187162" y="439779"/>
                  </a:lnTo>
                  <a:lnTo>
                    <a:pt x="2159029" y="395129"/>
                  </a:lnTo>
                  <a:lnTo>
                    <a:pt x="2131142" y="350812"/>
                  </a:lnTo>
                  <a:lnTo>
                    <a:pt x="2103510" y="306841"/>
                  </a:lnTo>
                  <a:lnTo>
                    <a:pt x="2076142" y="263230"/>
                  </a:lnTo>
                  <a:lnTo>
                    <a:pt x="2049048" y="219990"/>
                  </a:lnTo>
                  <a:lnTo>
                    <a:pt x="2022239" y="177136"/>
                  </a:lnTo>
                  <a:lnTo>
                    <a:pt x="1995722" y="134680"/>
                  </a:lnTo>
                  <a:lnTo>
                    <a:pt x="1969509" y="92635"/>
                  </a:lnTo>
                  <a:lnTo>
                    <a:pt x="1943608" y="51015"/>
                  </a:lnTo>
                  <a:lnTo>
                    <a:pt x="1918029" y="9832"/>
                  </a:lnTo>
                  <a:lnTo>
                    <a:pt x="191193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13" name="object 12">
              <a:extLst>
                <a:ext uri="{FF2B5EF4-FFF2-40B4-BE49-F238E27FC236}">
                  <a16:creationId xmlns:a16="http://schemas.microsoft.com/office/drawing/2014/main" id="{60ADA1B9-F582-688F-5133-C98E2492EF98}"/>
                </a:ext>
              </a:extLst>
            </p:cNvPr>
            <p:cNvSpPr/>
            <p:nvPr/>
          </p:nvSpPr>
          <p:spPr>
            <a:xfrm>
              <a:off x="9787" y="0"/>
              <a:ext cx="8691880" cy="7082154"/>
            </a:xfrm>
            <a:custGeom>
              <a:avLst/>
              <a:gdLst/>
              <a:ahLst/>
              <a:cxnLst/>
              <a:rect l="l" t="t" r="r" b="b"/>
              <a:pathLst>
                <a:path w="8691880" h="7082155">
                  <a:moveTo>
                    <a:pt x="0" y="7077369"/>
                  </a:moveTo>
                  <a:lnTo>
                    <a:pt x="42823" y="7077396"/>
                  </a:lnTo>
                  <a:lnTo>
                    <a:pt x="85964" y="7077423"/>
                  </a:lnTo>
                  <a:lnTo>
                    <a:pt x="129418" y="7077449"/>
                  </a:lnTo>
                  <a:lnTo>
                    <a:pt x="173181" y="7077476"/>
                  </a:lnTo>
                  <a:lnTo>
                    <a:pt x="217248" y="7077503"/>
                  </a:lnTo>
                  <a:lnTo>
                    <a:pt x="261616" y="7077529"/>
                  </a:lnTo>
                  <a:lnTo>
                    <a:pt x="306281" y="7077556"/>
                  </a:lnTo>
                  <a:lnTo>
                    <a:pt x="351237" y="7077583"/>
                  </a:lnTo>
                  <a:lnTo>
                    <a:pt x="396481" y="7077609"/>
                  </a:lnTo>
                  <a:lnTo>
                    <a:pt x="442009" y="7077636"/>
                  </a:lnTo>
                  <a:lnTo>
                    <a:pt x="487817" y="7077663"/>
                  </a:lnTo>
                  <a:lnTo>
                    <a:pt x="533899" y="7077689"/>
                  </a:lnTo>
                  <a:lnTo>
                    <a:pt x="580253" y="7077716"/>
                  </a:lnTo>
                  <a:lnTo>
                    <a:pt x="626874" y="7077742"/>
                  </a:lnTo>
                  <a:lnTo>
                    <a:pt x="673757" y="7077769"/>
                  </a:lnTo>
                  <a:lnTo>
                    <a:pt x="720899" y="7077796"/>
                  </a:lnTo>
                  <a:lnTo>
                    <a:pt x="768295" y="7077822"/>
                  </a:lnTo>
                  <a:lnTo>
                    <a:pt x="815941" y="7077849"/>
                  </a:lnTo>
                  <a:lnTo>
                    <a:pt x="863833" y="7077875"/>
                  </a:lnTo>
                  <a:lnTo>
                    <a:pt x="911966" y="7077902"/>
                  </a:lnTo>
                  <a:lnTo>
                    <a:pt x="960337" y="7077929"/>
                  </a:lnTo>
                  <a:lnTo>
                    <a:pt x="1008941" y="7077955"/>
                  </a:lnTo>
                  <a:lnTo>
                    <a:pt x="1057775" y="7077982"/>
                  </a:lnTo>
                  <a:lnTo>
                    <a:pt x="1106833" y="7078008"/>
                  </a:lnTo>
                  <a:lnTo>
                    <a:pt x="1156112" y="7078035"/>
                  </a:lnTo>
                  <a:lnTo>
                    <a:pt x="1205607" y="7078061"/>
                  </a:lnTo>
                  <a:lnTo>
                    <a:pt x="1255314" y="7078088"/>
                  </a:lnTo>
                  <a:lnTo>
                    <a:pt x="1305230" y="7078115"/>
                  </a:lnTo>
                  <a:lnTo>
                    <a:pt x="1355349" y="7078141"/>
                  </a:lnTo>
                  <a:lnTo>
                    <a:pt x="1405668" y="7078168"/>
                  </a:lnTo>
                  <a:lnTo>
                    <a:pt x="1456182" y="7078194"/>
                  </a:lnTo>
                  <a:lnTo>
                    <a:pt x="1506888" y="7078221"/>
                  </a:lnTo>
                  <a:lnTo>
                    <a:pt x="1557780" y="7078247"/>
                  </a:lnTo>
                  <a:lnTo>
                    <a:pt x="1608856" y="7078274"/>
                  </a:lnTo>
                  <a:lnTo>
                    <a:pt x="1660110" y="7078300"/>
                  </a:lnTo>
                  <a:lnTo>
                    <a:pt x="1711538" y="7078327"/>
                  </a:lnTo>
                  <a:lnTo>
                    <a:pt x="1763137" y="7078353"/>
                  </a:lnTo>
                  <a:lnTo>
                    <a:pt x="1814901" y="7078380"/>
                  </a:lnTo>
                  <a:lnTo>
                    <a:pt x="1866828" y="7078406"/>
                  </a:lnTo>
                  <a:lnTo>
                    <a:pt x="1918912" y="7078433"/>
                  </a:lnTo>
                  <a:lnTo>
                    <a:pt x="1971149" y="7078459"/>
                  </a:lnTo>
                  <a:lnTo>
                    <a:pt x="2023536" y="7078486"/>
                  </a:lnTo>
                  <a:lnTo>
                    <a:pt x="2076067" y="7078512"/>
                  </a:lnTo>
                  <a:lnTo>
                    <a:pt x="2128740" y="7078539"/>
                  </a:lnTo>
                  <a:lnTo>
                    <a:pt x="2181549" y="7078565"/>
                  </a:lnTo>
                  <a:lnTo>
                    <a:pt x="2234490" y="7078591"/>
                  </a:lnTo>
                  <a:lnTo>
                    <a:pt x="2287559" y="7078618"/>
                  </a:lnTo>
                  <a:lnTo>
                    <a:pt x="2340753" y="7078644"/>
                  </a:lnTo>
                  <a:lnTo>
                    <a:pt x="2394066" y="7078671"/>
                  </a:lnTo>
                  <a:lnTo>
                    <a:pt x="2447495" y="7078697"/>
                  </a:lnTo>
                  <a:lnTo>
                    <a:pt x="2501035" y="7078724"/>
                  </a:lnTo>
                  <a:lnTo>
                    <a:pt x="2554683" y="7078750"/>
                  </a:lnTo>
                  <a:lnTo>
                    <a:pt x="2608433" y="7078776"/>
                  </a:lnTo>
                  <a:lnTo>
                    <a:pt x="2662282" y="7078803"/>
                  </a:lnTo>
                  <a:lnTo>
                    <a:pt x="2716226" y="7078829"/>
                  </a:lnTo>
                  <a:lnTo>
                    <a:pt x="2770260" y="7078856"/>
                  </a:lnTo>
                  <a:lnTo>
                    <a:pt x="2824380" y="7078882"/>
                  </a:lnTo>
                  <a:lnTo>
                    <a:pt x="2878582" y="7078908"/>
                  </a:lnTo>
                  <a:lnTo>
                    <a:pt x="2932862" y="7078935"/>
                  </a:lnTo>
                  <a:lnTo>
                    <a:pt x="2987215" y="7078961"/>
                  </a:lnTo>
                  <a:lnTo>
                    <a:pt x="3041638" y="7078987"/>
                  </a:lnTo>
                  <a:lnTo>
                    <a:pt x="3096126" y="7079014"/>
                  </a:lnTo>
                  <a:lnTo>
                    <a:pt x="3150675" y="7079040"/>
                  </a:lnTo>
                  <a:lnTo>
                    <a:pt x="3205280" y="7079067"/>
                  </a:lnTo>
                  <a:lnTo>
                    <a:pt x="3259938" y="7079093"/>
                  </a:lnTo>
                  <a:lnTo>
                    <a:pt x="3314645" y="7079119"/>
                  </a:lnTo>
                  <a:lnTo>
                    <a:pt x="3369395" y="7079146"/>
                  </a:lnTo>
                  <a:lnTo>
                    <a:pt x="3424186" y="7079172"/>
                  </a:lnTo>
                  <a:lnTo>
                    <a:pt x="3479012" y="7079198"/>
                  </a:lnTo>
                  <a:lnTo>
                    <a:pt x="3533870" y="7079225"/>
                  </a:lnTo>
                  <a:lnTo>
                    <a:pt x="3588755" y="7079251"/>
                  </a:lnTo>
                  <a:lnTo>
                    <a:pt x="3643663" y="7079277"/>
                  </a:lnTo>
                  <a:lnTo>
                    <a:pt x="3698590" y="7079303"/>
                  </a:lnTo>
                  <a:lnTo>
                    <a:pt x="3753532" y="7079330"/>
                  </a:lnTo>
                  <a:lnTo>
                    <a:pt x="3808484" y="7079356"/>
                  </a:lnTo>
                  <a:lnTo>
                    <a:pt x="3863443" y="7079382"/>
                  </a:lnTo>
                  <a:lnTo>
                    <a:pt x="3918403" y="7079409"/>
                  </a:lnTo>
                  <a:lnTo>
                    <a:pt x="3973362" y="7079435"/>
                  </a:lnTo>
                  <a:lnTo>
                    <a:pt x="4028314" y="7079461"/>
                  </a:lnTo>
                  <a:lnTo>
                    <a:pt x="4083256" y="7079487"/>
                  </a:lnTo>
                  <a:lnTo>
                    <a:pt x="4138183" y="7079514"/>
                  </a:lnTo>
                  <a:lnTo>
                    <a:pt x="4193091" y="7079540"/>
                  </a:lnTo>
                  <a:lnTo>
                    <a:pt x="4247976" y="7079566"/>
                  </a:lnTo>
                  <a:lnTo>
                    <a:pt x="4302834" y="7079592"/>
                  </a:lnTo>
                  <a:lnTo>
                    <a:pt x="4357660" y="7079619"/>
                  </a:lnTo>
                  <a:lnTo>
                    <a:pt x="4412451" y="7079645"/>
                  </a:lnTo>
                  <a:lnTo>
                    <a:pt x="4467201" y="7079671"/>
                  </a:lnTo>
                  <a:lnTo>
                    <a:pt x="4521907" y="7079697"/>
                  </a:lnTo>
                  <a:lnTo>
                    <a:pt x="4576566" y="7079724"/>
                  </a:lnTo>
                  <a:lnTo>
                    <a:pt x="4631171" y="7079750"/>
                  </a:lnTo>
                  <a:lnTo>
                    <a:pt x="4685720" y="7079776"/>
                  </a:lnTo>
                  <a:lnTo>
                    <a:pt x="4740208" y="7079802"/>
                  </a:lnTo>
                  <a:lnTo>
                    <a:pt x="4794631" y="7079828"/>
                  </a:lnTo>
                  <a:lnTo>
                    <a:pt x="4848984" y="7079855"/>
                  </a:lnTo>
                  <a:lnTo>
                    <a:pt x="4903264" y="7079881"/>
                  </a:lnTo>
                  <a:lnTo>
                    <a:pt x="4957466" y="7079907"/>
                  </a:lnTo>
                  <a:lnTo>
                    <a:pt x="5011586" y="7079933"/>
                  </a:lnTo>
                  <a:lnTo>
                    <a:pt x="5065620" y="7079959"/>
                  </a:lnTo>
                  <a:lnTo>
                    <a:pt x="5119564" y="7079985"/>
                  </a:lnTo>
                  <a:lnTo>
                    <a:pt x="5173413" y="7080012"/>
                  </a:lnTo>
                  <a:lnTo>
                    <a:pt x="5227163" y="7080038"/>
                  </a:lnTo>
                  <a:lnTo>
                    <a:pt x="5280811" y="7080064"/>
                  </a:lnTo>
                  <a:lnTo>
                    <a:pt x="5334351" y="7080090"/>
                  </a:lnTo>
                  <a:lnTo>
                    <a:pt x="5387780" y="7080116"/>
                  </a:lnTo>
                  <a:lnTo>
                    <a:pt x="5441093" y="7080142"/>
                  </a:lnTo>
                  <a:lnTo>
                    <a:pt x="5494286" y="7080168"/>
                  </a:lnTo>
                  <a:lnTo>
                    <a:pt x="5547356" y="7080194"/>
                  </a:lnTo>
                  <a:lnTo>
                    <a:pt x="5600297" y="7080221"/>
                  </a:lnTo>
                  <a:lnTo>
                    <a:pt x="5653106" y="7080247"/>
                  </a:lnTo>
                  <a:lnTo>
                    <a:pt x="5705779" y="7080273"/>
                  </a:lnTo>
                  <a:lnTo>
                    <a:pt x="5758310" y="7080299"/>
                  </a:lnTo>
                  <a:lnTo>
                    <a:pt x="5810697" y="7080325"/>
                  </a:lnTo>
                  <a:lnTo>
                    <a:pt x="5862934" y="7080351"/>
                  </a:lnTo>
                  <a:lnTo>
                    <a:pt x="5915018" y="7080377"/>
                  </a:lnTo>
                  <a:lnTo>
                    <a:pt x="5966944" y="7080403"/>
                  </a:lnTo>
                  <a:lnTo>
                    <a:pt x="6018709" y="7080429"/>
                  </a:lnTo>
                  <a:lnTo>
                    <a:pt x="6070308" y="7080455"/>
                  </a:lnTo>
                  <a:lnTo>
                    <a:pt x="6121736" y="7080481"/>
                  </a:lnTo>
                  <a:lnTo>
                    <a:pt x="6172990" y="7080507"/>
                  </a:lnTo>
                  <a:lnTo>
                    <a:pt x="6224065" y="7080534"/>
                  </a:lnTo>
                  <a:lnTo>
                    <a:pt x="6274958" y="7080560"/>
                  </a:lnTo>
                  <a:lnTo>
                    <a:pt x="6325664" y="7080586"/>
                  </a:lnTo>
                  <a:lnTo>
                    <a:pt x="6376178" y="7080612"/>
                  </a:lnTo>
                  <a:lnTo>
                    <a:pt x="6426497" y="7080638"/>
                  </a:lnTo>
                  <a:lnTo>
                    <a:pt x="6476616" y="7080664"/>
                  </a:lnTo>
                  <a:lnTo>
                    <a:pt x="6526532" y="7080690"/>
                  </a:lnTo>
                  <a:lnTo>
                    <a:pt x="6576239" y="7080716"/>
                  </a:lnTo>
                  <a:lnTo>
                    <a:pt x="6625734" y="7080742"/>
                  </a:lnTo>
                  <a:lnTo>
                    <a:pt x="6675013" y="7080768"/>
                  </a:lnTo>
                  <a:lnTo>
                    <a:pt x="6724071" y="7080794"/>
                  </a:lnTo>
                  <a:lnTo>
                    <a:pt x="6772904" y="7080820"/>
                  </a:lnTo>
                  <a:lnTo>
                    <a:pt x="6821509" y="7080846"/>
                  </a:lnTo>
                  <a:lnTo>
                    <a:pt x="6869880" y="7080872"/>
                  </a:lnTo>
                  <a:lnTo>
                    <a:pt x="6918013" y="7080898"/>
                  </a:lnTo>
                  <a:lnTo>
                    <a:pt x="6965905" y="7080924"/>
                  </a:lnTo>
                  <a:lnTo>
                    <a:pt x="7013551" y="7080950"/>
                  </a:lnTo>
                  <a:lnTo>
                    <a:pt x="7060947" y="7080976"/>
                  </a:lnTo>
                  <a:lnTo>
                    <a:pt x="7108089" y="7081002"/>
                  </a:lnTo>
                  <a:lnTo>
                    <a:pt x="7154972" y="7081027"/>
                  </a:lnTo>
                  <a:lnTo>
                    <a:pt x="7201593" y="7081053"/>
                  </a:lnTo>
                  <a:lnTo>
                    <a:pt x="7247947" y="7081079"/>
                  </a:lnTo>
                  <a:lnTo>
                    <a:pt x="7294029" y="7081105"/>
                  </a:lnTo>
                  <a:lnTo>
                    <a:pt x="7339837" y="7081131"/>
                  </a:lnTo>
                  <a:lnTo>
                    <a:pt x="7385365" y="7081157"/>
                  </a:lnTo>
                  <a:lnTo>
                    <a:pt x="7430609" y="7081183"/>
                  </a:lnTo>
                  <a:lnTo>
                    <a:pt x="7475565" y="7081209"/>
                  </a:lnTo>
                  <a:lnTo>
                    <a:pt x="7520230" y="7081235"/>
                  </a:lnTo>
                  <a:lnTo>
                    <a:pt x="7564598" y="7081261"/>
                  </a:lnTo>
                  <a:lnTo>
                    <a:pt x="7608665" y="7081287"/>
                  </a:lnTo>
                  <a:lnTo>
                    <a:pt x="7652428" y="7081313"/>
                  </a:lnTo>
                  <a:lnTo>
                    <a:pt x="7695882" y="7081338"/>
                  </a:lnTo>
                  <a:lnTo>
                    <a:pt x="7739023" y="7081364"/>
                  </a:lnTo>
                  <a:lnTo>
                    <a:pt x="7781846" y="7081390"/>
                  </a:lnTo>
                  <a:lnTo>
                    <a:pt x="7822077" y="7081590"/>
                  </a:lnTo>
                  <a:lnTo>
                    <a:pt x="7862311" y="7081856"/>
                  </a:lnTo>
                  <a:lnTo>
                    <a:pt x="7902531" y="7081761"/>
                  </a:lnTo>
                  <a:lnTo>
                    <a:pt x="7942721" y="7080877"/>
                  </a:lnTo>
                  <a:lnTo>
                    <a:pt x="7993119" y="7077859"/>
                  </a:lnTo>
                  <a:lnTo>
                    <a:pt x="8042134" y="7072447"/>
                  </a:lnTo>
                  <a:lnTo>
                    <a:pt x="8089724" y="7064703"/>
                  </a:lnTo>
                  <a:lnTo>
                    <a:pt x="8135845" y="7054686"/>
                  </a:lnTo>
                  <a:lnTo>
                    <a:pt x="8180454" y="7042457"/>
                  </a:lnTo>
                  <a:lnTo>
                    <a:pt x="8223507" y="7028077"/>
                  </a:lnTo>
                  <a:lnTo>
                    <a:pt x="8264961" y="7011606"/>
                  </a:lnTo>
                  <a:lnTo>
                    <a:pt x="8304772" y="6993104"/>
                  </a:lnTo>
                  <a:lnTo>
                    <a:pt x="8342897" y="6972633"/>
                  </a:lnTo>
                  <a:lnTo>
                    <a:pt x="8379293" y="6950252"/>
                  </a:lnTo>
                  <a:lnTo>
                    <a:pt x="8413916" y="6926022"/>
                  </a:lnTo>
                  <a:lnTo>
                    <a:pt x="8446723" y="6900003"/>
                  </a:lnTo>
                  <a:lnTo>
                    <a:pt x="8477669" y="6872257"/>
                  </a:lnTo>
                  <a:lnTo>
                    <a:pt x="8506713" y="6842843"/>
                  </a:lnTo>
                  <a:lnTo>
                    <a:pt x="8533810" y="6811822"/>
                  </a:lnTo>
                  <a:lnTo>
                    <a:pt x="8558917" y="6779254"/>
                  </a:lnTo>
                  <a:lnTo>
                    <a:pt x="8581990" y="6745200"/>
                  </a:lnTo>
                  <a:lnTo>
                    <a:pt x="8602987" y="6709721"/>
                  </a:lnTo>
                  <a:lnTo>
                    <a:pt x="8621863" y="6672877"/>
                  </a:lnTo>
                  <a:lnTo>
                    <a:pt x="8638576" y="6634728"/>
                  </a:lnTo>
                  <a:lnTo>
                    <a:pt x="8653081" y="6595335"/>
                  </a:lnTo>
                  <a:lnTo>
                    <a:pt x="8665335" y="6554758"/>
                  </a:lnTo>
                  <a:lnTo>
                    <a:pt x="8675296" y="6513058"/>
                  </a:lnTo>
                  <a:lnTo>
                    <a:pt x="8682919" y="6470296"/>
                  </a:lnTo>
                  <a:lnTo>
                    <a:pt x="8688161" y="6426531"/>
                  </a:lnTo>
                  <a:lnTo>
                    <a:pt x="8690979" y="6381825"/>
                  </a:lnTo>
                  <a:lnTo>
                    <a:pt x="8691329" y="6336238"/>
                  </a:lnTo>
                  <a:lnTo>
                    <a:pt x="8689168" y="6289830"/>
                  </a:lnTo>
                  <a:lnTo>
                    <a:pt x="8684452" y="6242661"/>
                  </a:lnTo>
                  <a:lnTo>
                    <a:pt x="8677138" y="6194793"/>
                  </a:lnTo>
                  <a:lnTo>
                    <a:pt x="8667183" y="6146286"/>
                  </a:lnTo>
                  <a:lnTo>
                    <a:pt x="8654542" y="6097200"/>
                  </a:lnTo>
                  <a:lnTo>
                    <a:pt x="8637675" y="6044467"/>
                  </a:lnTo>
                  <a:lnTo>
                    <a:pt x="8617698" y="5993274"/>
                  </a:lnTo>
                  <a:lnTo>
                    <a:pt x="8594952" y="5943379"/>
                  </a:lnTo>
                  <a:lnTo>
                    <a:pt x="8569780" y="5894541"/>
                  </a:lnTo>
                  <a:lnTo>
                    <a:pt x="8542525" y="5846517"/>
                  </a:lnTo>
                  <a:lnTo>
                    <a:pt x="8519611" y="5807779"/>
                  </a:lnTo>
                  <a:lnTo>
                    <a:pt x="8494820" y="5765954"/>
                  </a:lnTo>
                  <a:lnTo>
                    <a:pt x="8468191" y="5721104"/>
                  </a:lnTo>
                  <a:lnTo>
                    <a:pt x="8439762" y="5673292"/>
                  </a:lnTo>
                  <a:lnTo>
                    <a:pt x="8409570" y="5622581"/>
                  </a:lnTo>
                  <a:lnTo>
                    <a:pt x="8377656" y="5569035"/>
                  </a:lnTo>
                  <a:lnTo>
                    <a:pt x="8344056" y="5512716"/>
                  </a:lnTo>
                  <a:lnTo>
                    <a:pt x="8308809" y="5453686"/>
                  </a:lnTo>
                  <a:lnTo>
                    <a:pt x="8271954" y="5392011"/>
                  </a:lnTo>
                  <a:lnTo>
                    <a:pt x="8233528" y="5327751"/>
                  </a:lnTo>
                  <a:lnTo>
                    <a:pt x="8213738" y="5294672"/>
                  </a:lnTo>
                  <a:lnTo>
                    <a:pt x="8193571" y="5260970"/>
                  </a:lnTo>
                  <a:lnTo>
                    <a:pt x="8173029" y="5226655"/>
                  </a:lnTo>
                  <a:lnTo>
                    <a:pt x="8152119" y="5191732"/>
                  </a:lnTo>
                  <a:lnTo>
                    <a:pt x="8130846" y="5156211"/>
                  </a:lnTo>
                  <a:lnTo>
                    <a:pt x="8109213" y="5120099"/>
                  </a:lnTo>
                  <a:lnTo>
                    <a:pt x="8087226" y="5083405"/>
                  </a:lnTo>
                  <a:lnTo>
                    <a:pt x="8064889" y="5046135"/>
                  </a:lnTo>
                  <a:lnTo>
                    <a:pt x="8042208" y="5008298"/>
                  </a:lnTo>
                  <a:lnTo>
                    <a:pt x="8019187" y="4969901"/>
                  </a:lnTo>
                  <a:lnTo>
                    <a:pt x="7995831" y="4930954"/>
                  </a:lnTo>
                  <a:lnTo>
                    <a:pt x="7972145" y="4891462"/>
                  </a:lnTo>
                  <a:lnTo>
                    <a:pt x="7948133" y="4851435"/>
                  </a:lnTo>
                  <a:lnTo>
                    <a:pt x="7923800" y="4810881"/>
                  </a:lnTo>
                  <a:lnTo>
                    <a:pt x="7899151" y="4769806"/>
                  </a:lnTo>
                  <a:lnTo>
                    <a:pt x="7874192" y="4728219"/>
                  </a:lnTo>
                  <a:lnTo>
                    <a:pt x="7848926" y="4686128"/>
                  </a:lnTo>
                  <a:lnTo>
                    <a:pt x="7823358" y="4643541"/>
                  </a:lnTo>
                  <a:lnTo>
                    <a:pt x="7797494" y="4600465"/>
                  </a:lnTo>
                  <a:lnTo>
                    <a:pt x="7771337" y="4556909"/>
                  </a:lnTo>
                  <a:lnTo>
                    <a:pt x="7744893" y="4512880"/>
                  </a:lnTo>
                  <a:lnTo>
                    <a:pt x="7718167" y="4468387"/>
                  </a:lnTo>
                  <a:lnTo>
                    <a:pt x="7691164" y="4423436"/>
                  </a:lnTo>
                  <a:lnTo>
                    <a:pt x="7663887" y="4378037"/>
                  </a:lnTo>
                  <a:lnTo>
                    <a:pt x="7636343" y="4332196"/>
                  </a:lnTo>
                  <a:lnTo>
                    <a:pt x="7608535" y="4285922"/>
                  </a:lnTo>
                  <a:lnTo>
                    <a:pt x="7580469" y="4239222"/>
                  </a:lnTo>
                  <a:lnTo>
                    <a:pt x="7552149" y="4192105"/>
                  </a:lnTo>
                  <a:lnTo>
                    <a:pt x="7523580" y="4144579"/>
                  </a:lnTo>
                  <a:lnTo>
                    <a:pt x="7494767" y="4096650"/>
                  </a:lnTo>
                  <a:lnTo>
                    <a:pt x="7465715" y="4048328"/>
                  </a:lnTo>
                  <a:lnTo>
                    <a:pt x="7436428" y="3999620"/>
                  </a:lnTo>
                  <a:lnTo>
                    <a:pt x="7406912" y="3950533"/>
                  </a:lnTo>
                  <a:lnTo>
                    <a:pt x="7377170" y="3901076"/>
                  </a:lnTo>
                  <a:lnTo>
                    <a:pt x="7347209" y="3851257"/>
                  </a:lnTo>
                  <a:lnTo>
                    <a:pt x="7317032" y="3801084"/>
                  </a:lnTo>
                  <a:lnTo>
                    <a:pt x="7286644" y="3750563"/>
                  </a:lnTo>
                  <a:lnTo>
                    <a:pt x="7256051" y="3699704"/>
                  </a:lnTo>
                  <a:lnTo>
                    <a:pt x="7225257" y="3648514"/>
                  </a:lnTo>
                  <a:lnTo>
                    <a:pt x="7194266" y="3597001"/>
                  </a:lnTo>
                  <a:lnTo>
                    <a:pt x="7163085" y="3545173"/>
                  </a:lnTo>
                  <a:lnTo>
                    <a:pt x="7131716" y="3493038"/>
                  </a:lnTo>
                  <a:lnTo>
                    <a:pt x="7100166" y="3440603"/>
                  </a:lnTo>
                  <a:lnTo>
                    <a:pt x="7068438" y="3387876"/>
                  </a:lnTo>
                  <a:lnTo>
                    <a:pt x="7036539" y="3334866"/>
                  </a:lnTo>
                  <a:lnTo>
                    <a:pt x="7004472" y="3281581"/>
                  </a:lnTo>
                  <a:lnTo>
                    <a:pt x="6972242" y="3228027"/>
                  </a:lnTo>
                  <a:lnTo>
                    <a:pt x="6939854" y="3174213"/>
                  </a:lnTo>
                  <a:lnTo>
                    <a:pt x="6907314" y="3120148"/>
                  </a:lnTo>
                  <a:lnTo>
                    <a:pt x="6874625" y="3065838"/>
                  </a:lnTo>
                  <a:lnTo>
                    <a:pt x="6841792" y="3011291"/>
                  </a:lnTo>
                  <a:lnTo>
                    <a:pt x="6808821" y="2956516"/>
                  </a:lnTo>
                  <a:lnTo>
                    <a:pt x="6775716" y="2901521"/>
                  </a:lnTo>
                  <a:lnTo>
                    <a:pt x="6742481" y="2846313"/>
                  </a:lnTo>
                  <a:lnTo>
                    <a:pt x="6709122" y="2790899"/>
                  </a:lnTo>
                  <a:lnTo>
                    <a:pt x="6675644" y="2735289"/>
                  </a:lnTo>
                  <a:lnTo>
                    <a:pt x="6642051" y="2679490"/>
                  </a:lnTo>
                  <a:lnTo>
                    <a:pt x="6608348" y="2623509"/>
                  </a:lnTo>
                  <a:lnTo>
                    <a:pt x="6574540" y="2567356"/>
                  </a:lnTo>
                  <a:lnTo>
                    <a:pt x="6540631" y="2511036"/>
                  </a:lnTo>
                  <a:lnTo>
                    <a:pt x="6506627" y="2454559"/>
                  </a:lnTo>
                  <a:lnTo>
                    <a:pt x="6472532" y="2397932"/>
                  </a:lnTo>
                  <a:lnTo>
                    <a:pt x="6438350" y="2341164"/>
                  </a:lnTo>
                  <a:lnTo>
                    <a:pt x="6404088" y="2284261"/>
                  </a:lnTo>
                  <a:lnTo>
                    <a:pt x="6369749" y="2227232"/>
                  </a:lnTo>
                  <a:lnTo>
                    <a:pt x="6335338" y="2170085"/>
                  </a:lnTo>
                  <a:lnTo>
                    <a:pt x="6300861" y="2112828"/>
                  </a:lnTo>
                  <a:lnTo>
                    <a:pt x="6266321" y="2055468"/>
                  </a:lnTo>
                  <a:lnTo>
                    <a:pt x="6231724" y="1998014"/>
                  </a:lnTo>
                  <a:lnTo>
                    <a:pt x="6197075" y="1940473"/>
                  </a:lnTo>
                  <a:lnTo>
                    <a:pt x="6162378" y="1882853"/>
                  </a:lnTo>
                  <a:lnTo>
                    <a:pt x="6127638" y="1825162"/>
                  </a:lnTo>
                  <a:lnTo>
                    <a:pt x="6092859" y="1767408"/>
                  </a:lnTo>
                  <a:lnTo>
                    <a:pt x="6058048" y="1709598"/>
                  </a:lnTo>
                  <a:lnTo>
                    <a:pt x="6023207" y="1651742"/>
                  </a:lnTo>
                  <a:lnTo>
                    <a:pt x="5988343" y="1593846"/>
                  </a:lnTo>
                  <a:lnTo>
                    <a:pt x="5953461" y="1535918"/>
                  </a:lnTo>
                  <a:lnTo>
                    <a:pt x="5918563" y="1477966"/>
                  </a:lnTo>
                  <a:lnTo>
                    <a:pt x="5883657" y="1419999"/>
                  </a:lnTo>
                  <a:lnTo>
                    <a:pt x="5848745" y="1362024"/>
                  </a:lnTo>
                  <a:lnTo>
                    <a:pt x="5813834" y="1304048"/>
                  </a:lnTo>
                  <a:lnTo>
                    <a:pt x="5778928" y="1246081"/>
                  </a:lnTo>
                  <a:lnTo>
                    <a:pt x="5744032" y="1188129"/>
                  </a:lnTo>
                  <a:lnTo>
                    <a:pt x="5709150" y="1130200"/>
                  </a:lnTo>
                  <a:lnTo>
                    <a:pt x="5674288" y="1072303"/>
                  </a:lnTo>
                  <a:lnTo>
                    <a:pt x="5639449" y="1014446"/>
                  </a:lnTo>
                  <a:lnTo>
                    <a:pt x="5604640" y="956635"/>
                  </a:lnTo>
                  <a:lnTo>
                    <a:pt x="5569864" y="898880"/>
                  </a:lnTo>
                  <a:lnTo>
                    <a:pt x="5535126" y="841187"/>
                  </a:lnTo>
                  <a:lnTo>
                    <a:pt x="5500432" y="783565"/>
                  </a:lnTo>
                  <a:lnTo>
                    <a:pt x="5465786" y="726022"/>
                  </a:lnTo>
                  <a:lnTo>
                    <a:pt x="5431193" y="668565"/>
                  </a:lnTo>
                  <a:lnTo>
                    <a:pt x="5396658" y="611203"/>
                  </a:lnTo>
                  <a:lnTo>
                    <a:pt x="5362184" y="553943"/>
                  </a:lnTo>
                  <a:lnTo>
                    <a:pt x="5327778" y="496794"/>
                  </a:lnTo>
                  <a:lnTo>
                    <a:pt x="5293445" y="439762"/>
                  </a:lnTo>
                  <a:lnTo>
                    <a:pt x="5259187" y="382856"/>
                  </a:lnTo>
                  <a:lnTo>
                    <a:pt x="5225012" y="326084"/>
                  </a:lnTo>
                  <a:lnTo>
                    <a:pt x="5190923" y="269454"/>
                  </a:lnTo>
                  <a:lnTo>
                    <a:pt x="5156925" y="212973"/>
                  </a:lnTo>
                  <a:lnTo>
                    <a:pt x="5123023" y="156650"/>
                  </a:lnTo>
                  <a:lnTo>
                    <a:pt x="5089221" y="100492"/>
                  </a:lnTo>
                  <a:lnTo>
                    <a:pt x="5055525" y="44507"/>
                  </a:lnTo>
                  <a:lnTo>
                    <a:pt x="5028739"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grpSp>
      <p:sp>
        <p:nvSpPr>
          <p:cNvPr id="3" name="Title 2">
            <a:extLst>
              <a:ext uri="{FF2B5EF4-FFF2-40B4-BE49-F238E27FC236}">
                <a16:creationId xmlns:a16="http://schemas.microsoft.com/office/drawing/2014/main" id="{19A12F6C-4C95-0EE7-56E9-317BBCDBF6D6}"/>
              </a:ext>
            </a:extLst>
          </p:cNvPr>
          <p:cNvSpPr>
            <a:spLocks noGrp="1"/>
          </p:cNvSpPr>
          <p:nvPr>
            <p:ph type="title"/>
          </p:nvPr>
        </p:nvSpPr>
        <p:spPr>
          <a:xfrm>
            <a:off x="705821" y="4169743"/>
            <a:ext cx="6315006" cy="863313"/>
          </a:xfrm>
        </p:spPr>
        <p:txBody>
          <a:bodyPr/>
          <a:lstStyle/>
          <a:p>
            <a:pPr marL="0" marR="0" lvl="0" indent="0" algn="just" defTabSz="914400" rtl="1" eaLnBrk="0" fontAlgn="base" latinLnBrk="0" hangingPunct="0">
              <a:lnSpc>
                <a:spcPct val="150000"/>
              </a:lnSpc>
              <a:spcBef>
                <a:spcPct val="0"/>
              </a:spcBef>
              <a:spcAft>
                <a:spcPct val="0"/>
              </a:spcAft>
              <a:tabLst/>
              <a:defRPr/>
            </a:pPr>
            <a:r>
              <a:rPr kumimoji="0" lang="ar-SA" altLang="en-US" sz="2000" b="0" i="0" u="none" strike="noStrike" kern="1200" cap="none" spc="0" normalizeH="0" baseline="0" noProof="0" dirty="0">
                <a:ln>
                  <a:noFill/>
                </a:ln>
                <a:solidFill>
                  <a:srgbClr val="104C5D"/>
                </a:solidFill>
                <a:effectLst/>
                <a:uLnTx/>
                <a:uFillTx/>
                <a:latin typeface="Neo Sans Arabic" panose="020B0504030504040204" pitchFamily="34" charset="-78"/>
                <a:ea typeface="Neo Sans Arabic" panose="020B0504030504040204" pitchFamily="34" charset="-78"/>
                <a:cs typeface="Neo Sans Arabic" panose="020B0504030504040204" pitchFamily="34" charset="-78"/>
              </a:rPr>
              <a:t>الانطباع العام الذي يتشكل عن الأفراد أو المؤسسات بناءً على تواجدهم وسلوكهم في الفضاء الرقمي.</a:t>
            </a:r>
            <a:endParaRPr lang="en-GB" sz="2000" dirty="0"/>
          </a:p>
        </p:txBody>
      </p:sp>
      <p:grpSp>
        <p:nvGrpSpPr>
          <p:cNvPr id="6" name="Group 5">
            <a:extLst>
              <a:ext uri="{FF2B5EF4-FFF2-40B4-BE49-F238E27FC236}">
                <a16:creationId xmlns:a16="http://schemas.microsoft.com/office/drawing/2014/main" id="{C3D12485-E2FE-5303-6E85-B852FA944EFB}"/>
              </a:ext>
            </a:extLst>
          </p:cNvPr>
          <p:cNvGrpSpPr/>
          <p:nvPr/>
        </p:nvGrpSpPr>
        <p:grpSpPr>
          <a:xfrm>
            <a:off x="186374" y="1177529"/>
            <a:ext cx="6804212" cy="2103359"/>
            <a:chOff x="4442011" y="1255059"/>
            <a:chExt cx="6804212" cy="2103359"/>
          </a:xfrm>
        </p:grpSpPr>
        <p:pic>
          <p:nvPicPr>
            <p:cNvPr id="2" name="Picture 1" descr="A blue and black rectangle&#10;&#10;AI-generated content may be incorrect.">
              <a:extLst>
                <a:ext uri="{FF2B5EF4-FFF2-40B4-BE49-F238E27FC236}">
                  <a16:creationId xmlns:a16="http://schemas.microsoft.com/office/drawing/2014/main" id="{D0AD25B6-0EDC-C5E2-BF0F-91CCE77100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2349" y="1255059"/>
              <a:ext cx="4076965" cy="2103359"/>
            </a:xfrm>
            <a:prstGeom prst="rect">
              <a:avLst/>
            </a:prstGeom>
          </p:spPr>
        </p:pic>
        <p:sp>
          <p:nvSpPr>
            <p:cNvPr id="5" name="TextBox 4">
              <a:extLst>
                <a:ext uri="{FF2B5EF4-FFF2-40B4-BE49-F238E27FC236}">
                  <a16:creationId xmlns:a16="http://schemas.microsoft.com/office/drawing/2014/main" id="{9D4E0404-69E3-218A-CDA1-8E56B294EE42}"/>
                </a:ext>
              </a:extLst>
            </p:cNvPr>
            <p:cNvSpPr txBox="1"/>
            <p:nvPr/>
          </p:nvSpPr>
          <p:spPr>
            <a:xfrm>
              <a:off x="4442011" y="1718128"/>
              <a:ext cx="6804212" cy="758541"/>
            </a:xfrm>
            <a:prstGeom prst="rect">
              <a:avLst/>
            </a:prstGeom>
            <a:noFill/>
          </p:spPr>
          <p:txBody>
            <a:bodyPr wrap="square">
              <a:spAutoFit/>
            </a:bodyPr>
            <a:lstStyle/>
            <a:p>
              <a:pPr marL="0" marR="0" lvl="0" indent="0" algn="ctr" defTabSz="457200" rtl="0" eaLnBrk="1" fontAlgn="auto" latinLnBrk="0" hangingPunct="1">
                <a:lnSpc>
                  <a:spcPct val="115000"/>
                </a:lnSpc>
                <a:spcBef>
                  <a:spcPts val="0"/>
                </a:spcBef>
                <a:spcAft>
                  <a:spcPts val="800"/>
                </a:spcAft>
                <a:buClrTx/>
                <a:buSzTx/>
                <a:buFontTx/>
                <a:buNone/>
                <a:tabLst/>
                <a:defRPr/>
              </a:pPr>
              <a:r>
                <a:rPr kumimoji="0" lang="ar-EG" sz="4000" b="1" i="0" u="none" strike="noStrike" kern="120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rPr>
                <a:t>السمعة الرقمية</a:t>
              </a:r>
              <a:endParaRPr kumimoji="0" lang="en-GB" sz="4000" b="1" i="0" u="none" strike="noStrike" kern="100" cap="none" spc="0" normalizeH="0" baseline="0" noProof="0" dirty="0">
                <a:ln>
                  <a:noFill/>
                </a:ln>
                <a:solidFill>
                  <a:schemeClr val="bg1"/>
                </a:solidFill>
                <a:effectLst/>
                <a:uLnTx/>
                <a:uFillTx/>
                <a:latin typeface="Neo Sans Arabic Bold" panose="020B0804030504040204" pitchFamily="34" charset="-78"/>
                <a:ea typeface="Aptos" panose="020B0004020202020204" pitchFamily="34" charset="0"/>
                <a:cs typeface="Neo Sans Arabic Bold" panose="020B0804030504040204" pitchFamily="34" charset="-78"/>
              </a:endParaRPr>
            </a:p>
          </p:txBody>
        </p:sp>
      </p:grpSp>
    </p:spTree>
    <p:extLst>
      <p:ext uri="{BB962C8B-B14F-4D97-AF65-F5344CB8AC3E}">
        <p14:creationId xmlns:p14="http://schemas.microsoft.com/office/powerpoint/2010/main" val="254312616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06622-6E69-F457-C954-73F22958369B}"/>
            </a:ext>
          </a:extLst>
        </p:cNvPr>
        <p:cNvGrpSpPr/>
        <p:nvPr/>
      </p:nvGrpSpPr>
      <p:grpSpPr>
        <a:xfrm>
          <a:off x="0" y="0"/>
          <a:ext cx="0" cy="0"/>
          <a:chOff x="0" y="0"/>
          <a:chExt cx="0" cy="0"/>
        </a:xfrm>
      </p:grpSpPr>
      <p:grpSp>
        <p:nvGrpSpPr>
          <p:cNvPr id="94" name="Group 93">
            <a:extLst>
              <a:ext uri="{FF2B5EF4-FFF2-40B4-BE49-F238E27FC236}">
                <a16:creationId xmlns:a16="http://schemas.microsoft.com/office/drawing/2014/main" id="{50C1A42F-A03D-A6F4-2B34-7FD5C91D4BA1}"/>
              </a:ext>
            </a:extLst>
          </p:cNvPr>
          <p:cNvGrpSpPr/>
          <p:nvPr/>
        </p:nvGrpSpPr>
        <p:grpSpPr>
          <a:xfrm>
            <a:off x="309401" y="284483"/>
            <a:ext cx="11573197" cy="779273"/>
            <a:chOff x="323529" y="284483"/>
            <a:chExt cx="11573197" cy="779273"/>
          </a:xfrm>
        </p:grpSpPr>
        <p:pic>
          <p:nvPicPr>
            <p:cNvPr id="26" name="Picture 25">
              <a:extLst>
                <a:ext uri="{FF2B5EF4-FFF2-40B4-BE49-F238E27FC236}">
                  <a16:creationId xmlns:a16="http://schemas.microsoft.com/office/drawing/2014/main" id="{7B231DA2-76BA-848D-AF9F-703885635F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541" y="284483"/>
              <a:ext cx="7735824" cy="557434"/>
            </a:xfrm>
            <a:prstGeom prst="rect">
              <a:avLst/>
            </a:prstGeom>
          </p:spPr>
        </p:pic>
        <p:sp>
          <p:nvSpPr>
            <p:cNvPr id="27" name="Text Placeholder 1">
              <a:extLst>
                <a:ext uri="{FF2B5EF4-FFF2-40B4-BE49-F238E27FC236}">
                  <a16:creationId xmlns:a16="http://schemas.microsoft.com/office/drawing/2014/main" id="{7AD8A2C0-5794-4016-1791-C4F3F4B9C9C2}"/>
                </a:ext>
              </a:extLst>
            </p:cNvPr>
            <p:cNvSpPr txBox="1">
              <a:spLocks/>
            </p:cNvSpPr>
            <p:nvPr/>
          </p:nvSpPr>
          <p:spPr>
            <a:xfrm>
              <a:off x="323529" y="339509"/>
              <a:ext cx="11573197" cy="724247"/>
            </a:xfrm>
            <a:prstGeom prst="rect">
              <a:avLst/>
            </a:prstGeom>
          </p:spPr>
          <p:txBody>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algn="ctr" rtl="1"/>
              <a:r>
                <a:rPr lang="ar-EG" sz="2400" kern="0" dirty="0">
                  <a:solidFill>
                    <a:schemeClr val="bg1"/>
                  </a:solidFill>
                  <a:latin typeface="Neo Sans Arabic Bold" panose="020B0804030504040204" pitchFamily="34" charset="-78"/>
                  <a:cs typeface="Neo Sans Arabic Bold" panose="020B0804030504040204" pitchFamily="34" charset="-78"/>
                </a:rPr>
                <a:t>أهمية إدارة السمعة الرقمية </a:t>
              </a:r>
            </a:p>
          </p:txBody>
        </p:sp>
      </p:grpSp>
      <p:sp>
        <p:nvSpPr>
          <p:cNvPr id="30" name="Arc 29">
            <a:extLst>
              <a:ext uri="{FF2B5EF4-FFF2-40B4-BE49-F238E27FC236}">
                <a16:creationId xmlns:a16="http://schemas.microsoft.com/office/drawing/2014/main" id="{47DC7E7C-F9D2-08BC-1FFD-4A52393FE66E}"/>
              </a:ext>
            </a:extLst>
          </p:cNvPr>
          <p:cNvSpPr/>
          <p:nvPr/>
        </p:nvSpPr>
        <p:spPr>
          <a:xfrm flipH="1">
            <a:off x="7470647" y="1911491"/>
            <a:ext cx="3970151" cy="3970151"/>
          </a:xfrm>
          <a:prstGeom prst="arc">
            <a:avLst>
              <a:gd name="adj1" fmla="val 16200000"/>
              <a:gd name="adj2" fmla="val 5433205"/>
            </a:avLst>
          </a:prstGeom>
          <a:ln w="53975">
            <a:gradFill>
              <a:gsLst>
                <a:gs pos="82000">
                  <a:srgbClr val="D9D9D9"/>
                </a:gs>
                <a:gs pos="0">
                  <a:schemeClr val="bg1">
                    <a:lumMod val="85000"/>
                    <a:alpha val="0"/>
                  </a:schemeClr>
                </a:gs>
                <a:gs pos="20000">
                  <a:schemeClr val="bg1">
                    <a:lumMod val="85000"/>
                  </a:schemeClr>
                </a:gs>
                <a:gs pos="100000">
                  <a:schemeClr val="bg1">
                    <a:lumMod val="85000"/>
                    <a:alpha val="0"/>
                  </a:schemeClr>
                </a:gs>
              </a:gsLst>
              <a:lin ang="5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700"/>
          </a:p>
        </p:txBody>
      </p:sp>
      <p:sp>
        <p:nvSpPr>
          <p:cNvPr id="33" name="Oval 32">
            <a:extLst>
              <a:ext uri="{FF2B5EF4-FFF2-40B4-BE49-F238E27FC236}">
                <a16:creationId xmlns:a16="http://schemas.microsoft.com/office/drawing/2014/main" id="{C2223182-A9E8-89D5-B6EC-A4D791565692}"/>
              </a:ext>
            </a:extLst>
          </p:cNvPr>
          <p:cNvSpPr/>
          <p:nvPr/>
        </p:nvSpPr>
        <p:spPr>
          <a:xfrm flipH="1">
            <a:off x="8610310" y="1968456"/>
            <a:ext cx="216118" cy="216118"/>
          </a:xfrm>
          <a:prstGeom prst="ellipse">
            <a:avLst/>
          </a:prstGeom>
          <a:solidFill>
            <a:srgbClr val="1653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7" name="TextBox 36">
            <a:extLst>
              <a:ext uri="{FF2B5EF4-FFF2-40B4-BE49-F238E27FC236}">
                <a16:creationId xmlns:a16="http://schemas.microsoft.com/office/drawing/2014/main" id="{CFC4AAFE-3539-35E5-37B7-6908CC990DC3}"/>
              </a:ext>
            </a:extLst>
          </p:cNvPr>
          <p:cNvSpPr txBox="1"/>
          <p:nvPr/>
        </p:nvSpPr>
        <p:spPr>
          <a:xfrm flipH="1">
            <a:off x="1575032" y="1873361"/>
            <a:ext cx="4616539" cy="400110"/>
          </a:xfrm>
          <a:prstGeom prst="rect">
            <a:avLst/>
          </a:prstGeom>
          <a:noFill/>
        </p:spPr>
        <p:txBody>
          <a:bodyPr wrap="square" rtlCol="0">
            <a:spAutoFit/>
          </a:bodyPr>
          <a:lstStyle/>
          <a:p>
            <a:pPr algn="r" rtl="1"/>
            <a:r>
              <a:rPr lang="ar-EG" altLang="ko-KR" sz="2000" dirty="0">
                <a:solidFill>
                  <a:srgbClr val="165363"/>
                </a:solidFill>
                <a:latin typeface="Neo Sans Arabic" panose="020B0504030504040204" pitchFamily="34" charset="-78"/>
                <a:cs typeface="Neo Sans Arabic" panose="020B0504030504040204" pitchFamily="34" charset="-78"/>
              </a:rPr>
              <a:t>تعزيز الصورة المهنية والشخصية</a:t>
            </a:r>
            <a:r>
              <a:rPr lang="en-US" altLang="ko-KR" sz="2000" dirty="0">
                <a:solidFill>
                  <a:srgbClr val="165363"/>
                </a:solidFill>
                <a:latin typeface="Neo Sans Arabic" panose="020B0504030504040204" pitchFamily="34" charset="-78"/>
                <a:cs typeface="Neo Sans Arabic" panose="020B0504030504040204" pitchFamily="34" charset="-78"/>
              </a:rPr>
              <a:t>.</a:t>
            </a:r>
            <a:endParaRPr lang="ar-EG" altLang="ko-KR" sz="2000" dirty="0">
              <a:solidFill>
                <a:srgbClr val="165363"/>
              </a:solidFill>
              <a:latin typeface="Neo Sans Arabic" panose="020B0504030504040204" pitchFamily="34" charset="-78"/>
              <a:cs typeface="Neo Sans Arabic" panose="020B0504030504040204" pitchFamily="34" charset="-78"/>
            </a:endParaRPr>
          </a:p>
        </p:txBody>
      </p:sp>
      <p:sp>
        <p:nvSpPr>
          <p:cNvPr id="41" name="TextBox 40">
            <a:extLst>
              <a:ext uri="{FF2B5EF4-FFF2-40B4-BE49-F238E27FC236}">
                <a16:creationId xmlns:a16="http://schemas.microsoft.com/office/drawing/2014/main" id="{EB9A2896-5A38-FDB6-2731-88349BBC86D1}"/>
              </a:ext>
            </a:extLst>
          </p:cNvPr>
          <p:cNvSpPr txBox="1"/>
          <p:nvPr/>
        </p:nvSpPr>
        <p:spPr>
          <a:xfrm flipH="1">
            <a:off x="627960" y="3739831"/>
            <a:ext cx="4616539" cy="400110"/>
          </a:xfrm>
          <a:prstGeom prst="rect">
            <a:avLst/>
          </a:prstGeom>
          <a:noFill/>
        </p:spPr>
        <p:txBody>
          <a:bodyPr wrap="square" rtlCol="0">
            <a:spAutoFit/>
          </a:bodyPr>
          <a:lstStyle/>
          <a:p>
            <a:pPr algn="r" rtl="1"/>
            <a:r>
              <a:rPr lang="ar-EG" altLang="ko-KR" sz="2000" dirty="0">
                <a:solidFill>
                  <a:srgbClr val="165363"/>
                </a:solidFill>
                <a:latin typeface="Neo Sans Arabic" panose="020B0504030504040204" pitchFamily="34" charset="-78"/>
                <a:cs typeface="Neo Sans Arabic" panose="020B0504030504040204" pitchFamily="34" charset="-78"/>
              </a:rPr>
              <a:t>تأثير السمعة على النجاح المؤسسي</a:t>
            </a:r>
            <a:r>
              <a:rPr lang="en-US" altLang="ko-KR" sz="2000" dirty="0">
                <a:solidFill>
                  <a:srgbClr val="165363"/>
                </a:solidFill>
                <a:latin typeface="Neo Sans Arabic" panose="020B0504030504040204" pitchFamily="34" charset="-78"/>
                <a:cs typeface="Neo Sans Arabic" panose="020B0504030504040204" pitchFamily="34" charset="-78"/>
              </a:rPr>
              <a:t>.</a:t>
            </a:r>
            <a:endParaRPr lang="ar-EG" altLang="ko-KR" sz="2000" dirty="0">
              <a:solidFill>
                <a:srgbClr val="165363"/>
              </a:solidFill>
              <a:latin typeface="Neo Sans Arabic" panose="020B0504030504040204" pitchFamily="34" charset="-78"/>
              <a:cs typeface="Neo Sans Arabic" panose="020B0504030504040204" pitchFamily="34" charset="-78"/>
            </a:endParaRPr>
          </a:p>
        </p:txBody>
      </p:sp>
      <p:sp>
        <p:nvSpPr>
          <p:cNvPr id="45" name="TextBox 44">
            <a:extLst>
              <a:ext uri="{FF2B5EF4-FFF2-40B4-BE49-F238E27FC236}">
                <a16:creationId xmlns:a16="http://schemas.microsoft.com/office/drawing/2014/main" id="{1E86D8B0-3076-EC61-C5AA-9D15AA060B7D}"/>
              </a:ext>
            </a:extLst>
          </p:cNvPr>
          <p:cNvSpPr txBox="1"/>
          <p:nvPr/>
        </p:nvSpPr>
        <p:spPr>
          <a:xfrm flipH="1">
            <a:off x="1697414" y="5572608"/>
            <a:ext cx="4616539" cy="400110"/>
          </a:xfrm>
          <a:prstGeom prst="rect">
            <a:avLst/>
          </a:prstGeom>
          <a:noFill/>
        </p:spPr>
        <p:txBody>
          <a:bodyPr wrap="square" rtlCol="0">
            <a:spAutoFit/>
          </a:bodyPr>
          <a:lstStyle/>
          <a:p>
            <a:pPr algn="r" rtl="1"/>
            <a:r>
              <a:rPr lang="ar-EG" altLang="ko-KR" sz="2000" dirty="0">
                <a:solidFill>
                  <a:srgbClr val="165363"/>
                </a:solidFill>
                <a:latin typeface="Neo Sans Arabic" panose="020B0504030504040204" pitchFamily="34" charset="-78"/>
                <a:cs typeface="Neo Sans Arabic" panose="020B0504030504040204" pitchFamily="34" charset="-78"/>
              </a:rPr>
              <a:t>تحقيق التواصل الفعّال</a:t>
            </a:r>
            <a:r>
              <a:rPr lang="en-US" altLang="ko-KR" sz="2000" dirty="0">
                <a:solidFill>
                  <a:srgbClr val="165363"/>
                </a:solidFill>
                <a:latin typeface="Neo Sans Arabic" panose="020B0504030504040204" pitchFamily="34" charset="-78"/>
                <a:cs typeface="Neo Sans Arabic" panose="020B0504030504040204" pitchFamily="34" charset="-78"/>
              </a:rPr>
              <a:t>.</a:t>
            </a:r>
            <a:endParaRPr lang="ar-EG" altLang="ko-KR" sz="2000" dirty="0">
              <a:solidFill>
                <a:srgbClr val="165363"/>
              </a:solidFill>
              <a:latin typeface="Neo Sans Arabic" panose="020B0504030504040204" pitchFamily="34" charset="-78"/>
              <a:cs typeface="Neo Sans Arabic" panose="020B0504030504040204" pitchFamily="34" charset="-78"/>
            </a:endParaRPr>
          </a:p>
        </p:txBody>
      </p:sp>
      <p:sp>
        <p:nvSpPr>
          <p:cNvPr id="49" name="TextBox 48">
            <a:extLst>
              <a:ext uri="{FF2B5EF4-FFF2-40B4-BE49-F238E27FC236}">
                <a16:creationId xmlns:a16="http://schemas.microsoft.com/office/drawing/2014/main" id="{D480661F-147D-D417-67BB-7D0265B3CD14}"/>
              </a:ext>
            </a:extLst>
          </p:cNvPr>
          <p:cNvSpPr txBox="1"/>
          <p:nvPr/>
        </p:nvSpPr>
        <p:spPr>
          <a:xfrm flipH="1">
            <a:off x="883120" y="2788513"/>
            <a:ext cx="4616539" cy="400110"/>
          </a:xfrm>
          <a:prstGeom prst="rect">
            <a:avLst/>
          </a:prstGeom>
          <a:noFill/>
        </p:spPr>
        <p:txBody>
          <a:bodyPr wrap="square" rtlCol="0">
            <a:spAutoFit/>
          </a:bodyPr>
          <a:lstStyle/>
          <a:p>
            <a:pPr algn="r" rtl="1"/>
            <a:r>
              <a:rPr lang="ar-EG" altLang="ko-KR" sz="2000" dirty="0">
                <a:solidFill>
                  <a:srgbClr val="165363"/>
                </a:solidFill>
                <a:latin typeface="Neo Sans Arabic" panose="020B0504030504040204" pitchFamily="34" charset="-78"/>
                <a:cs typeface="Neo Sans Arabic" panose="020B0504030504040204" pitchFamily="34" charset="-78"/>
              </a:rPr>
              <a:t>تمثيل المملكة العربية السعودية</a:t>
            </a:r>
            <a:r>
              <a:rPr lang="en-US" altLang="ko-KR" sz="2000" dirty="0">
                <a:solidFill>
                  <a:srgbClr val="165363"/>
                </a:solidFill>
                <a:latin typeface="Neo Sans Arabic" panose="020B0504030504040204" pitchFamily="34" charset="-78"/>
                <a:cs typeface="Neo Sans Arabic" panose="020B0504030504040204" pitchFamily="34" charset="-78"/>
              </a:rPr>
              <a:t>.</a:t>
            </a:r>
            <a:endParaRPr lang="ar-EG" altLang="ko-KR" sz="2000" dirty="0">
              <a:solidFill>
                <a:srgbClr val="165363"/>
              </a:solidFill>
              <a:latin typeface="Neo Sans Arabic" panose="020B0504030504040204" pitchFamily="34" charset="-78"/>
              <a:cs typeface="Neo Sans Arabic" panose="020B0504030504040204" pitchFamily="34" charset="-78"/>
            </a:endParaRPr>
          </a:p>
        </p:txBody>
      </p:sp>
      <p:sp>
        <p:nvSpPr>
          <p:cNvPr id="53" name="TextBox 52">
            <a:extLst>
              <a:ext uri="{FF2B5EF4-FFF2-40B4-BE49-F238E27FC236}">
                <a16:creationId xmlns:a16="http://schemas.microsoft.com/office/drawing/2014/main" id="{722ABC34-886D-99CC-B3B8-C122EB3491B5}"/>
              </a:ext>
            </a:extLst>
          </p:cNvPr>
          <p:cNvSpPr txBox="1"/>
          <p:nvPr/>
        </p:nvSpPr>
        <p:spPr>
          <a:xfrm flipH="1">
            <a:off x="853509" y="4641112"/>
            <a:ext cx="4616539" cy="400110"/>
          </a:xfrm>
          <a:prstGeom prst="rect">
            <a:avLst/>
          </a:prstGeom>
          <a:noFill/>
        </p:spPr>
        <p:txBody>
          <a:bodyPr wrap="square" rtlCol="0">
            <a:spAutoFit/>
          </a:bodyPr>
          <a:lstStyle/>
          <a:p>
            <a:pPr algn="r" rtl="1"/>
            <a:r>
              <a:rPr lang="ar-EG" altLang="ko-KR" sz="2000" dirty="0">
                <a:solidFill>
                  <a:srgbClr val="165363"/>
                </a:solidFill>
                <a:latin typeface="Neo Sans Arabic" panose="020B0504030504040204" pitchFamily="34" charset="-78"/>
                <a:cs typeface="Neo Sans Arabic" panose="020B0504030504040204" pitchFamily="34" charset="-78"/>
              </a:rPr>
              <a:t>حماية الأفراد من الهجمات الرقمية</a:t>
            </a:r>
            <a:r>
              <a:rPr lang="en-US" altLang="ko-KR" sz="2000" dirty="0">
                <a:solidFill>
                  <a:srgbClr val="165363"/>
                </a:solidFill>
                <a:latin typeface="Neo Sans Arabic" panose="020B0504030504040204" pitchFamily="34" charset="-78"/>
                <a:cs typeface="Neo Sans Arabic" panose="020B0504030504040204" pitchFamily="34" charset="-78"/>
              </a:rPr>
              <a:t>.</a:t>
            </a:r>
            <a:endParaRPr lang="ar-EG" altLang="ko-KR" sz="2000" dirty="0">
              <a:solidFill>
                <a:srgbClr val="165363"/>
              </a:solidFill>
              <a:latin typeface="Neo Sans Arabic" panose="020B0504030504040204" pitchFamily="34" charset="-78"/>
              <a:cs typeface="Neo Sans Arabic" panose="020B0504030504040204" pitchFamily="34" charset="-78"/>
            </a:endParaRPr>
          </a:p>
        </p:txBody>
      </p:sp>
      <p:sp>
        <p:nvSpPr>
          <p:cNvPr id="55" name="Oval 54">
            <a:extLst>
              <a:ext uri="{FF2B5EF4-FFF2-40B4-BE49-F238E27FC236}">
                <a16:creationId xmlns:a16="http://schemas.microsoft.com/office/drawing/2014/main" id="{ED6F7D73-CB72-A79D-3730-4655FAEDA79E}"/>
              </a:ext>
            </a:extLst>
          </p:cNvPr>
          <p:cNvSpPr/>
          <p:nvPr/>
        </p:nvSpPr>
        <p:spPr>
          <a:xfrm flipH="1">
            <a:off x="7581254" y="2886580"/>
            <a:ext cx="216118" cy="216118"/>
          </a:xfrm>
          <a:prstGeom prst="ellipse">
            <a:avLst/>
          </a:prstGeom>
          <a:solidFill>
            <a:srgbClr val="2084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6" name="Oval 55">
            <a:extLst>
              <a:ext uri="{FF2B5EF4-FFF2-40B4-BE49-F238E27FC236}">
                <a16:creationId xmlns:a16="http://schemas.microsoft.com/office/drawing/2014/main" id="{E0AB06DF-7D38-81D9-58B5-A5DAA3E97DC7}"/>
              </a:ext>
            </a:extLst>
          </p:cNvPr>
          <p:cNvSpPr/>
          <p:nvPr/>
        </p:nvSpPr>
        <p:spPr>
          <a:xfrm flipH="1">
            <a:off x="7348378" y="3804702"/>
            <a:ext cx="216118" cy="216118"/>
          </a:xfrm>
          <a:prstGeom prst="ellipse">
            <a:avLst/>
          </a:prstGeom>
          <a:solidFill>
            <a:srgbClr val="59A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7" name="Oval 56">
            <a:extLst>
              <a:ext uri="{FF2B5EF4-FFF2-40B4-BE49-F238E27FC236}">
                <a16:creationId xmlns:a16="http://schemas.microsoft.com/office/drawing/2014/main" id="{19AE3CDB-823C-6BF7-C085-28552801E927}"/>
              </a:ext>
            </a:extLst>
          </p:cNvPr>
          <p:cNvSpPr/>
          <p:nvPr/>
        </p:nvSpPr>
        <p:spPr>
          <a:xfrm flipH="1">
            <a:off x="7601706" y="4722826"/>
            <a:ext cx="216118" cy="216118"/>
          </a:xfrm>
          <a:prstGeom prst="ellipse">
            <a:avLst/>
          </a:prstGeom>
          <a:solidFill>
            <a:srgbClr val="74B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8" name="Oval 57">
            <a:extLst>
              <a:ext uri="{FF2B5EF4-FFF2-40B4-BE49-F238E27FC236}">
                <a16:creationId xmlns:a16="http://schemas.microsoft.com/office/drawing/2014/main" id="{85DE834B-A36D-69B2-6ABA-FF9691ECC210}"/>
              </a:ext>
            </a:extLst>
          </p:cNvPr>
          <p:cNvSpPr/>
          <p:nvPr/>
        </p:nvSpPr>
        <p:spPr>
          <a:xfrm flipH="1">
            <a:off x="8610310" y="5640948"/>
            <a:ext cx="216118" cy="216118"/>
          </a:xfrm>
          <a:prstGeom prst="ellipse">
            <a:avLst/>
          </a:prstGeom>
          <a:solidFill>
            <a:srgbClr val="8DB7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59" name="Straight Connector 58">
            <a:extLst>
              <a:ext uri="{FF2B5EF4-FFF2-40B4-BE49-F238E27FC236}">
                <a16:creationId xmlns:a16="http://schemas.microsoft.com/office/drawing/2014/main" id="{3C804125-1B69-2363-9627-06DA02E1556E}"/>
              </a:ext>
            </a:extLst>
          </p:cNvPr>
          <p:cNvCxnSpPr>
            <a:cxnSpLocks/>
          </p:cNvCxnSpPr>
          <p:nvPr/>
        </p:nvCxnSpPr>
        <p:spPr>
          <a:xfrm flipH="1">
            <a:off x="7214446" y="2076563"/>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8CA1D3E-3A13-DBEE-8DB8-C800C94CFE33}"/>
              </a:ext>
            </a:extLst>
          </p:cNvPr>
          <p:cNvCxnSpPr>
            <a:cxnSpLocks/>
          </p:cNvCxnSpPr>
          <p:nvPr/>
        </p:nvCxnSpPr>
        <p:spPr>
          <a:xfrm flipH="1">
            <a:off x="6352070" y="2994686"/>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E786C03-E462-0209-7653-0A5FD7EA5DD1}"/>
              </a:ext>
            </a:extLst>
          </p:cNvPr>
          <p:cNvCxnSpPr>
            <a:cxnSpLocks/>
          </p:cNvCxnSpPr>
          <p:nvPr/>
        </p:nvCxnSpPr>
        <p:spPr>
          <a:xfrm flipH="1">
            <a:off x="6110666" y="3912809"/>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01536F-2424-EC26-57AA-C41F75AD5EEE}"/>
              </a:ext>
            </a:extLst>
          </p:cNvPr>
          <p:cNvCxnSpPr>
            <a:cxnSpLocks/>
          </p:cNvCxnSpPr>
          <p:nvPr/>
        </p:nvCxnSpPr>
        <p:spPr>
          <a:xfrm flipH="1">
            <a:off x="6350104" y="4830932"/>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11552EB-A44E-1534-246E-41A6474C0A80}"/>
              </a:ext>
            </a:extLst>
          </p:cNvPr>
          <p:cNvCxnSpPr>
            <a:cxnSpLocks/>
          </p:cNvCxnSpPr>
          <p:nvPr/>
        </p:nvCxnSpPr>
        <p:spPr>
          <a:xfrm flipH="1">
            <a:off x="7276360" y="5749055"/>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75" name="Google Shape;267;p14">
            <a:extLst>
              <a:ext uri="{FF2B5EF4-FFF2-40B4-BE49-F238E27FC236}">
                <a16:creationId xmlns:a16="http://schemas.microsoft.com/office/drawing/2014/main" id="{B2414823-E592-E345-E663-B8BB3948DB48}"/>
              </a:ext>
            </a:extLst>
          </p:cNvPr>
          <p:cNvSpPr/>
          <p:nvPr/>
        </p:nvSpPr>
        <p:spPr>
          <a:xfrm>
            <a:off x="11607907" y="318015"/>
            <a:ext cx="583332" cy="6539478"/>
          </a:xfrm>
          <a:custGeom>
            <a:avLst/>
            <a:gdLst/>
            <a:ahLst/>
            <a:cxnLst/>
            <a:rect l="l" t="t" r="r" b="b"/>
            <a:pathLst>
              <a:path w="962025" h="10784840" extrusionOk="0">
                <a:moveTo>
                  <a:pt x="961863" y="0"/>
                </a:moveTo>
                <a:lnTo>
                  <a:pt x="648833" y="18513"/>
                </a:lnTo>
                <a:lnTo>
                  <a:pt x="601798" y="22889"/>
                </a:lnTo>
                <a:lnTo>
                  <a:pt x="555800" y="30321"/>
                </a:lnTo>
                <a:lnTo>
                  <a:pt x="510934" y="40702"/>
                </a:lnTo>
                <a:lnTo>
                  <a:pt x="467297" y="53924"/>
                </a:lnTo>
                <a:lnTo>
                  <a:pt x="424985" y="69877"/>
                </a:lnTo>
                <a:lnTo>
                  <a:pt x="384096" y="88453"/>
                </a:lnTo>
                <a:lnTo>
                  <a:pt x="344725" y="109544"/>
                </a:lnTo>
                <a:lnTo>
                  <a:pt x="306969" y="133041"/>
                </a:lnTo>
                <a:lnTo>
                  <a:pt x="270925" y="158835"/>
                </a:lnTo>
                <a:lnTo>
                  <a:pt x="236688" y="186818"/>
                </a:lnTo>
                <a:lnTo>
                  <a:pt x="204355" y="216880"/>
                </a:lnTo>
                <a:lnTo>
                  <a:pt x="174023" y="248915"/>
                </a:lnTo>
                <a:lnTo>
                  <a:pt x="145788" y="282812"/>
                </a:lnTo>
                <a:lnTo>
                  <a:pt x="119747" y="318464"/>
                </a:lnTo>
                <a:lnTo>
                  <a:pt x="95996" y="355761"/>
                </a:lnTo>
                <a:lnTo>
                  <a:pt x="74631" y="394596"/>
                </a:lnTo>
                <a:lnTo>
                  <a:pt x="55749" y="434859"/>
                </a:lnTo>
                <a:lnTo>
                  <a:pt x="39446" y="476442"/>
                </a:lnTo>
                <a:lnTo>
                  <a:pt x="25820" y="519237"/>
                </a:lnTo>
                <a:lnTo>
                  <a:pt x="14965" y="563134"/>
                </a:lnTo>
                <a:lnTo>
                  <a:pt x="6979" y="608026"/>
                </a:lnTo>
                <a:lnTo>
                  <a:pt x="1959" y="653803"/>
                </a:lnTo>
                <a:lnTo>
                  <a:pt x="0" y="700358"/>
                </a:lnTo>
                <a:lnTo>
                  <a:pt x="1198" y="747580"/>
                </a:lnTo>
                <a:lnTo>
                  <a:pt x="594831" y="10784488"/>
                </a:lnTo>
                <a:lnTo>
                  <a:pt x="961863" y="10784488"/>
                </a:lnTo>
                <a:lnTo>
                  <a:pt x="961863" y="0"/>
                </a:lnTo>
                <a:close/>
              </a:path>
            </a:pathLst>
          </a:custGeom>
          <a:solidFill>
            <a:srgbClr val="33B9A0"/>
          </a:solidFill>
          <a:ln>
            <a:noFill/>
          </a:ln>
        </p:spPr>
        <p:txBody>
          <a:bodyPr spcFirstLastPara="1" wrap="square" lIns="0" tIns="0" rIns="0" bIns="0" anchor="t" anchorCtr="0">
            <a:noAutofit/>
          </a:bodyPr>
          <a:lstStyle/>
          <a:p>
            <a:pPr defTabSz="554492">
              <a:buClr>
                <a:srgbClr val="000000"/>
              </a:buClr>
              <a:defRPr/>
            </a:pPr>
            <a:endParaRPr sz="1092" kern="0">
              <a:solidFill>
                <a:srgbClr val="000000"/>
              </a:solidFill>
              <a:latin typeface="Arial"/>
              <a:cs typeface="Arial"/>
              <a:sym typeface="Arial"/>
            </a:endParaRPr>
          </a:p>
        </p:txBody>
      </p:sp>
      <p:sp>
        <p:nvSpPr>
          <p:cNvPr id="76" name="Google Shape;265;p14">
            <a:extLst>
              <a:ext uri="{FF2B5EF4-FFF2-40B4-BE49-F238E27FC236}">
                <a16:creationId xmlns:a16="http://schemas.microsoft.com/office/drawing/2014/main" id="{10B3DB55-D852-95D1-F32E-38A1CDB1F997}"/>
              </a:ext>
            </a:extLst>
          </p:cNvPr>
          <p:cNvSpPr/>
          <p:nvPr/>
        </p:nvSpPr>
        <p:spPr>
          <a:xfrm>
            <a:off x="599310" y="5026262"/>
            <a:ext cx="2529489" cy="1825206"/>
          </a:xfrm>
          <a:custGeom>
            <a:avLst/>
            <a:gdLst/>
            <a:ahLst/>
            <a:cxnLst/>
            <a:rect l="l" t="t" r="r" b="b"/>
            <a:pathLst>
              <a:path w="4171315" h="3009900" extrusionOk="0">
                <a:moveTo>
                  <a:pt x="1905030" y="0"/>
                </a:moveTo>
                <a:lnTo>
                  <a:pt x="1862858" y="1261"/>
                </a:lnTo>
                <a:lnTo>
                  <a:pt x="1820197" y="5841"/>
                </a:lnTo>
                <a:lnTo>
                  <a:pt x="1777088" y="13778"/>
                </a:lnTo>
                <a:lnTo>
                  <a:pt x="1733576" y="25083"/>
                </a:lnTo>
                <a:lnTo>
                  <a:pt x="1689704" y="39767"/>
                </a:lnTo>
                <a:lnTo>
                  <a:pt x="1645514" y="57840"/>
                </a:lnTo>
                <a:lnTo>
                  <a:pt x="1601051" y="79312"/>
                </a:lnTo>
                <a:lnTo>
                  <a:pt x="1556357" y="104194"/>
                </a:lnTo>
                <a:lnTo>
                  <a:pt x="1512775" y="132283"/>
                </a:lnTo>
                <a:lnTo>
                  <a:pt x="1472007" y="163030"/>
                </a:lnTo>
                <a:lnTo>
                  <a:pt x="1434094" y="196260"/>
                </a:lnTo>
                <a:lnTo>
                  <a:pt x="1399078" y="231794"/>
                </a:lnTo>
                <a:lnTo>
                  <a:pt x="1367001" y="269457"/>
                </a:lnTo>
                <a:lnTo>
                  <a:pt x="1337903" y="309072"/>
                </a:lnTo>
                <a:lnTo>
                  <a:pt x="1311828" y="350463"/>
                </a:lnTo>
                <a:lnTo>
                  <a:pt x="1288816" y="393453"/>
                </a:lnTo>
                <a:lnTo>
                  <a:pt x="0" y="3009405"/>
                </a:lnTo>
                <a:lnTo>
                  <a:pt x="1197771" y="3009405"/>
                </a:lnTo>
                <a:lnTo>
                  <a:pt x="1944984" y="1962358"/>
                </a:lnTo>
                <a:lnTo>
                  <a:pt x="3487397" y="1962358"/>
                </a:lnTo>
                <a:lnTo>
                  <a:pt x="2419734" y="328428"/>
                </a:lnTo>
                <a:lnTo>
                  <a:pt x="2388968" y="283890"/>
                </a:lnTo>
                <a:lnTo>
                  <a:pt x="2357107" y="242554"/>
                </a:lnTo>
                <a:lnTo>
                  <a:pt x="2324192" y="204430"/>
                </a:lnTo>
                <a:lnTo>
                  <a:pt x="2290268" y="169528"/>
                </a:lnTo>
                <a:lnTo>
                  <a:pt x="2255378" y="137858"/>
                </a:lnTo>
                <a:lnTo>
                  <a:pt x="2219565" y="109432"/>
                </a:lnTo>
                <a:lnTo>
                  <a:pt x="2182873" y="84260"/>
                </a:lnTo>
                <a:lnTo>
                  <a:pt x="2145344" y="62351"/>
                </a:lnTo>
                <a:lnTo>
                  <a:pt x="2107022" y="43718"/>
                </a:lnTo>
                <a:lnTo>
                  <a:pt x="2067950" y="28369"/>
                </a:lnTo>
                <a:lnTo>
                  <a:pt x="2028171" y="16315"/>
                </a:lnTo>
                <a:lnTo>
                  <a:pt x="1987730" y="7567"/>
                </a:lnTo>
                <a:lnTo>
                  <a:pt x="1946668" y="2135"/>
                </a:lnTo>
                <a:lnTo>
                  <a:pt x="1905030" y="0"/>
                </a:lnTo>
                <a:close/>
              </a:path>
              <a:path w="4171315" h="3009900" extrusionOk="0">
                <a:moveTo>
                  <a:pt x="3487397" y="1962358"/>
                </a:moveTo>
                <a:lnTo>
                  <a:pt x="1944984" y="1962358"/>
                </a:lnTo>
                <a:lnTo>
                  <a:pt x="2784584" y="3009405"/>
                </a:lnTo>
                <a:lnTo>
                  <a:pt x="4171260" y="3009405"/>
                </a:lnTo>
                <a:lnTo>
                  <a:pt x="3487397" y="1962358"/>
                </a:lnTo>
                <a:close/>
              </a:path>
            </a:pathLst>
          </a:custGeom>
          <a:solidFill>
            <a:srgbClr val="0070C0">
              <a:alpha val="19216"/>
            </a:srgbClr>
          </a:solidFill>
          <a:ln>
            <a:noFill/>
          </a:ln>
        </p:spPr>
        <p:txBody>
          <a:bodyPr spcFirstLastPara="1" wrap="square" lIns="0" tIns="0" rIns="0" bIns="0" anchor="t" anchorCtr="0">
            <a:noAutofit/>
          </a:bodyPr>
          <a:lstStyle/>
          <a:p>
            <a:pPr defTabSz="554492">
              <a:buClr>
                <a:srgbClr val="000000"/>
              </a:buClr>
              <a:defRPr/>
            </a:pPr>
            <a:endParaRPr sz="1092" kern="0">
              <a:solidFill>
                <a:srgbClr val="000000"/>
              </a:solidFill>
              <a:latin typeface="Arial"/>
              <a:cs typeface="Arial"/>
              <a:sym typeface="Arial"/>
            </a:endParaRPr>
          </a:p>
        </p:txBody>
      </p:sp>
      <p:pic>
        <p:nvPicPr>
          <p:cNvPr id="78" name="Picture 77" descr="A hand pointing at a graph&#10;&#10;AI-generated content may be incorrect.">
            <a:extLst>
              <a:ext uri="{FF2B5EF4-FFF2-40B4-BE49-F238E27FC236}">
                <a16:creationId xmlns:a16="http://schemas.microsoft.com/office/drawing/2014/main" id="{ED3027B5-59EF-E4B1-F2C3-1AE27DEEE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65806" y="2647468"/>
            <a:ext cx="2498196" cy="2498196"/>
          </a:xfrm>
          <a:prstGeom prst="rect">
            <a:avLst/>
          </a:prstGeom>
        </p:spPr>
      </p:pic>
      <p:grpSp>
        <p:nvGrpSpPr>
          <p:cNvPr id="81" name="Group 80">
            <a:extLst>
              <a:ext uri="{FF2B5EF4-FFF2-40B4-BE49-F238E27FC236}">
                <a16:creationId xmlns:a16="http://schemas.microsoft.com/office/drawing/2014/main" id="{C0800BFF-5591-50F7-A728-3D55680CFD5A}"/>
              </a:ext>
            </a:extLst>
          </p:cNvPr>
          <p:cNvGrpSpPr/>
          <p:nvPr/>
        </p:nvGrpSpPr>
        <p:grpSpPr>
          <a:xfrm>
            <a:off x="6349815" y="1825365"/>
            <a:ext cx="549613" cy="549613"/>
            <a:chOff x="6349815" y="1825365"/>
            <a:chExt cx="549613" cy="549613"/>
          </a:xfrm>
        </p:grpSpPr>
        <p:sp>
          <p:nvSpPr>
            <p:cNvPr id="35" name="Oval 34">
              <a:extLst>
                <a:ext uri="{FF2B5EF4-FFF2-40B4-BE49-F238E27FC236}">
                  <a16:creationId xmlns:a16="http://schemas.microsoft.com/office/drawing/2014/main" id="{ED8D659D-04D4-AF65-2421-6FC1B28B375C}"/>
                </a:ext>
              </a:extLst>
            </p:cNvPr>
            <p:cNvSpPr/>
            <p:nvPr/>
          </p:nvSpPr>
          <p:spPr>
            <a:xfrm flipH="1">
              <a:off x="6349815" y="1825365"/>
              <a:ext cx="549613" cy="549613"/>
            </a:xfrm>
            <a:prstGeom prst="ellipse">
              <a:avLst/>
            </a:prstGeom>
            <a:solidFill>
              <a:srgbClr val="1653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lumMod val="75000"/>
                    <a:lumOff val="25000"/>
                  </a:schemeClr>
                </a:solidFill>
              </a:endParaRPr>
            </a:p>
          </p:txBody>
        </p:sp>
        <p:pic>
          <p:nvPicPr>
            <p:cNvPr id="80" name="Picture 79" descr="A white icon of a person&#10;&#10;AI-generated content may be incorrect.">
              <a:extLst>
                <a:ext uri="{FF2B5EF4-FFF2-40B4-BE49-F238E27FC236}">
                  <a16:creationId xmlns:a16="http://schemas.microsoft.com/office/drawing/2014/main" id="{B89FDD9B-85C4-F9E3-28F0-EE39571C74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3207" y="1905478"/>
              <a:ext cx="401792" cy="401792"/>
            </a:xfrm>
            <a:prstGeom prst="rect">
              <a:avLst/>
            </a:prstGeom>
          </p:spPr>
        </p:pic>
      </p:grpSp>
      <p:grpSp>
        <p:nvGrpSpPr>
          <p:cNvPr id="84" name="Group 83">
            <a:extLst>
              <a:ext uri="{FF2B5EF4-FFF2-40B4-BE49-F238E27FC236}">
                <a16:creationId xmlns:a16="http://schemas.microsoft.com/office/drawing/2014/main" id="{7E7037BD-209A-65BB-31B1-29F011BB47D5}"/>
              </a:ext>
            </a:extLst>
          </p:cNvPr>
          <p:cNvGrpSpPr/>
          <p:nvPr/>
        </p:nvGrpSpPr>
        <p:grpSpPr>
          <a:xfrm>
            <a:off x="5654120" y="2743488"/>
            <a:ext cx="549613" cy="549613"/>
            <a:chOff x="5654120" y="2743488"/>
            <a:chExt cx="549613" cy="549613"/>
          </a:xfrm>
        </p:grpSpPr>
        <p:sp>
          <p:nvSpPr>
            <p:cNvPr id="47" name="Oval 46">
              <a:extLst>
                <a:ext uri="{FF2B5EF4-FFF2-40B4-BE49-F238E27FC236}">
                  <a16:creationId xmlns:a16="http://schemas.microsoft.com/office/drawing/2014/main" id="{1974BEE7-C195-DA07-7218-CA2CBE28CED7}"/>
                </a:ext>
              </a:extLst>
            </p:cNvPr>
            <p:cNvSpPr/>
            <p:nvPr/>
          </p:nvSpPr>
          <p:spPr>
            <a:xfrm flipH="1">
              <a:off x="5654120" y="2743488"/>
              <a:ext cx="549613" cy="549613"/>
            </a:xfrm>
            <a:prstGeom prst="ellipse">
              <a:avLst/>
            </a:prstGeom>
            <a:solidFill>
              <a:srgbClr val="2084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chemeClr val="tx1">
                    <a:lumMod val="75000"/>
                    <a:lumOff val="25000"/>
                  </a:schemeClr>
                </a:solidFill>
              </a:endParaRPr>
            </a:p>
          </p:txBody>
        </p:sp>
        <p:pic>
          <p:nvPicPr>
            <p:cNvPr id="83" name="Picture 82" descr="A white silhouette of a car&#10;&#10;AI-generated content may be incorrect.">
              <a:extLst>
                <a:ext uri="{FF2B5EF4-FFF2-40B4-BE49-F238E27FC236}">
                  <a16:creationId xmlns:a16="http://schemas.microsoft.com/office/drawing/2014/main" id="{8E48BC1D-75E0-C561-87A1-144E735CBE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30817" y="2814714"/>
              <a:ext cx="394564" cy="394564"/>
            </a:xfrm>
            <a:prstGeom prst="rect">
              <a:avLst/>
            </a:prstGeom>
          </p:spPr>
        </p:pic>
      </p:grpSp>
      <p:grpSp>
        <p:nvGrpSpPr>
          <p:cNvPr id="87" name="Group 86">
            <a:extLst>
              <a:ext uri="{FF2B5EF4-FFF2-40B4-BE49-F238E27FC236}">
                <a16:creationId xmlns:a16="http://schemas.microsoft.com/office/drawing/2014/main" id="{4C219921-33CC-9CB8-49E4-12CC83CA9903}"/>
              </a:ext>
            </a:extLst>
          </p:cNvPr>
          <p:cNvGrpSpPr/>
          <p:nvPr/>
        </p:nvGrpSpPr>
        <p:grpSpPr>
          <a:xfrm>
            <a:off x="5404188" y="3661611"/>
            <a:ext cx="549613" cy="549613"/>
            <a:chOff x="5404188" y="3661611"/>
            <a:chExt cx="549613" cy="549613"/>
          </a:xfrm>
        </p:grpSpPr>
        <p:sp>
          <p:nvSpPr>
            <p:cNvPr id="39" name="Oval 38">
              <a:extLst>
                <a:ext uri="{FF2B5EF4-FFF2-40B4-BE49-F238E27FC236}">
                  <a16:creationId xmlns:a16="http://schemas.microsoft.com/office/drawing/2014/main" id="{879B60BA-B284-2112-5071-ECCB4F9A4E0D}"/>
                </a:ext>
              </a:extLst>
            </p:cNvPr>
            <p:cNvSpPr/>
            <p:nvPr/>
          </p:nvSpPr>
          <p:spPr>
            <a:xfrm flipH="1">
              <a:off x="5404188" y="3661611"/>
              <a:ext cx="549613" cy="549613"/>
            </a:xfrm>
            <a:prstGeom prst="ellipse">
              <a:avLst/>
            </a:prstGeom>
            <a:solidFill>
              <a:srgbClr val="59A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lumMod val="75000"/>
                    <a:lumOff val="25000"/>
                  </a:schemeClr>
                </a:solidFill>
              </a:endParaRPr>
            </a:p>
          </p:txBody>
        </p:sp>
        <p:pic>
          <p:nvPicPr>
            <p:cNvPr id="86" name="Picture 85" descr="A white building with a globe and a flag&#10;&#10;AI-generated content may be incorrect.">
              <a:extLst>
                <a:ext uri="{FF2B5EF4-FFF2-40B4-BE49-F238E27FC236}">
                  <a16:creationId xmlns:a16="http://schemas.microsoft.com/office/drawing/2014/main" id="{26714B32-7F98-0E48-0B0C-9698AB75B5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99795" y="3747300"/>
              <a:ext cx="361537" cy="361537"/>
            </a:xfrm>
            <a:prstGeom prst="rect">
              <a:avLst/>
            </a:prstGeom>
          </p:spPr>
        </p:pic>
      </p:grpSp>
      <p:grpSp>
        <p:nvGrpSpPr>
          <p:cNvPr id="90" name="Group 89">
            <a:extLst>
              <a:ext uri="{FF2B5EF4-FFF2-40B4-BE49-F238E27FC236}">
                <a16:creationId xmlns:a16="http://schemas.microsoft.com/office/drawing/2014/main" id="{C1840469-C038-776D-C1FD-C2FF5D15C581}"/>
              </a:ext>
            </a:extLst>
          </p:cNvPr>
          <p:cNvGrpSpPr/>
          <p:nvPr/>
        </p:nvGrpSpPr>
        <p:grpSpPr>
          <a:xfrm>
            <a:off x="5629737" y="4579734"/>
            <a:ext cx="549613" cy="549613"/>
            <a:chOff x="5629737" y="4579734"/>
            <a:chExt cx="549613" cy="549613"/>
          </a:xfrm>
        </p:grpSpPr>
        <p:sp>
          <p:nvSpPr>
            <p:cNvPr id="51" name="Oval 50">
              <a:extLst>
                <a:ext uri="{FF2B5EF4-FFF2-40B4-BE49-F238E27FC236}">
                  <a16:creationId xmlns:a16="http://schemas.microsoft.com/office/drawing/2014/main" id="{A1D6D33A-92E3-BFC0-9A67-70F5DC151784}"/>
                </a:ext>
              </a:extLst>
            </p:cNvPr>
            <p:cNvSpPr/>
            <p:nvPr/>
          </p:nvSpPr>
          <p:spPr>
            <a:xfrm flipH="1">
              <a:off x="5629737" y="4579734"/>
              <a:ext cx="549613" cy="549613"/>
            </a:xfrm>
            <a:prstGeom prst="ellipse">
              <a:avLst/>
            </a:prstGeom>
            <a:solidFill>
              <a:srgbClr val="74B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lumMod val="75000"/>
                    <a:lumOff val="25000"/>
                  </a:schemeClr>
                </a:solidFill>
              </a:endParaRPr>
            </a:p>
          </p:txBody>
        </p:sp>
        <p:pic>
          <p:nvPicPr>
            <p:cNvPr id="89" name="Picture 88" descr="A computer with a bug on it&#10;&#10;AI-generated content may be incorrect.">
              <a:extLst>
                <a:ext uri="{FF2B5EF4-FFF2-40B4-BE49-F238E27FC236}">
                  <a16:creationId xmlns:a16="http://schemas.microsoft.com/office/drawing/2014/main" id="{0276B514-243C-C18A-2A33-46C7F17AB0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95682" y="4627905"/>
              <a:ext cx="418707" cy="418707"/>
            </a:xfrm>
            <a:prstGeom prst="rect">
              <a:avLst/>
            </a:prstGeom>
          </p:spPr>
        </p:pic>
      </p:grpSp>
      <p:grpSp>
        <p:nvGrpSpPr>
          <p:cNvPr id="93" name="Group 92">
            <a:extLst>
              <a:ext uri="{FF2B5EF4-FFF2-40B4-BE49-F238E27FC236}">
                <a16:creationId xmlns:a16="http://schemas.microsoft.com/office/drawing/2014/main" id="{94FE6EA0-F4A0-4A0D-AFD0-062F212D9ACD}"/>
              </a:ext>
            </a:extLst>
          </p:cNvPr>
          <p:cNvGrpSpPr/>
          <p:nvPr/>
        </p:nvGrpSpPr>
        <p:grpSpPr>
          <a:xfrm>
            <a:off x="6473642" y="5497857"/>
            <a:ext cx="549613" cy="549613"/>
            <a:chOff x="6473642" y="5497857"/>
            <a:chExt cx="549613" cy="549613"/>
          </a:xfrm>
        </p:grpSpPr>
        <p:sp>
          <p:nvSpPr>
            <p:cNvPr id="43" name="Oval 42">
              <a:extLst>
                <a:ext uri="{FF2B5EF4-FFF2-40B4-BE49-F238E27FC236}">
                  <a16:creationId xmlns:a16="http://schemas.microsoft.com/office/drawing/2014/main" id="{54437AE3-DEFE-87D2-9F2D-5703125D015B}"/>
                </a:ext>
              </a:extLst>
            </p:cNvPr>
            <p:cNvSpPr/>
            <p:nvPr/>
          </p:nvSpPr>
          <p:spPr>
            <a:xfrm flipH="1">
              <a:off x="6473642" y="5497857"/>
              <a:ext cx="549613" cy="549613"/>
            </a:xfrm>
            <a:prstGeom prst="ellipse">
              <a:avLst/>
            </a:prstGeom>
            <a:solidFill>
              <a:srgbClr val="8DB7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lumMod val="75000"/>
                    <a:lumOff val="25000"/>
                  </a:schemeClr>
                </a:solidFill>
              </a:endParaRPr>
            </a:p>
          </p:txBody>
        </p:sp>
        <p:pic>
          <p:nvPicPr>
            <p:cNvPr id="92" name="Picture 91" descr="A white icon of people with arrows and speech bubbles&#10;&#10;AI-generated content may be incorrect.">
              <a:extLst>
                <a:ext uri="{FF2B5EF4-FFF2-40B4-BE49-F238E27FC236}">
                  <a16:creationId xmlns:a16="http://schemas.microsoft.com/office/drawing/2014/main" id="{99EC83B9-6240-FFE1-E244-D30D67E1CF7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48973" y="5558031"/>
              <a:ext cx="403396" cy="403396"/>
            </a:xfrm>
            <a:prstGeom prst="rect">
              <a:avLst/>
            </a:prstGeom>
          </p:spPr>
        </p:pic>
      </p:grpSp>
    </p:spTree>
    <p:extLst>
      <p:ext uri="{BB962C8B-B14F-4D97-AF65-F5344CB8AC3E}">
        <p14:creationId xmlns:p14="http://schemas.microsoft.com/office/powerpoint/2010/main" val="6174312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p:cTn id="7" dur="500" fill="hold"/>
                                        <p:tgtEl>
                                          <p:spTgt spid="78"/>
                                        </p:tgtEl>
                                        <p:attrNameLst>
                                          <p:attrName>ppt_w</p:attrName>
                                        </p:attrNameLst>
                                      </p:cBhvr>
                                      <p:tavLst>
                                        <p:tav tm="0">
                                          <p:val>
                                            <p:fltVal val="0"/>
                                          </p:val>
                                        </p:tav>
                                        <p:tav tm="100000">
                                          <p:val>
                                            <p:strVal val="#ppt_w"/>
                                          </p:val>
                                        </p:tav>
                                      </p:tavLst>
                                    </p:anim>
                                    <p:anim calcmode="lin" valueType="num">
                                      <p:cBhvr>
                                        <p:cTn id="8" dur="500" fill="hold"/>
                                        <p:tgtEl>
                                          <p:spTgt spid="78"/>
                                        </p:tgtEl>
                                        <p:attrNameLst>
                                          <p:attrName>ppt_h</p:attrName>
                                        </p:attrNameLst>
                                      </p:cBhvr>
                                      <p:tavLst>
                                        <p:tav tm="0">
                                          <p:val>
                                            <p:fltVal val="0"/>
                                          </p:val>
                                        </p:tav>
                                        <p:tav tm="100000">
                                          <p:val>
                                            <p:strVal val="#ppt_h"/>
                                          </p:val>
                                        </p:tav>
                                      </p:tavLst>
                                    </p:anim>
                                    <p:animEffect transition="in" filter="fade">
                                      <p:cBhvr>
                                        <p:cTn id="9" dur="500"/>
                                        <p:tgtEl>
                                          <p:spTgt spid="78"/>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up)">
                                      <p:cBhvr>
                                        <p:cTn id="13" dur="500"/>
                                        <p:tgtEl>
                                          <p:spTgt spid="30"/>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 calcmode="lin" valueType="num">
                                      <p:cBhvr>
                                        <p:cTn id="16" dur="500" fill="hold"/>
                                        <p:tgtEl>
                                          <p:spTgt spid="33"/>
                                        </p:tgtEl>
                                        <p:attrNameLst>
                                          <p:attrName>ppt_w</p:attrName>
                                        </p:attrNameLst>
                                      </p:cBhvr>
                                      <p:tavLst>
                                        <p:tav tm="0">
                                          <p:val>
                                            <p:fltVal val="0"/>
                                          </p:val>
                                        </p:tav>
                                        <p:tav tm="100000">
                                          <p:val>
                                            <p:strVal val="#ppt_w"/>
                                          </p:val>
                                        </p:tav>
                                      </p:tavLst>
                                    </p:anim>
                                    <p:anim calcmode="lin" valueType="num">
                                      <p:cBhvr>
                                        <p:cTn id="17" dur="500" fill="hold"/>
                                        <p:tgtEl>
                                          <p:spTgt spid="33"/>
                                        </p:tgtEl>
                                        <p:attrNameLst>
                                          <p:attrName>ppt_h</p:attrName>
                                        </p:attrNameLst>
                                      </p:cBhvr>
                                      <p:tavLst>
                                        <p:tav tm="0">
                                          <p:val>
                                            <p:fltVal val="0"/>
                                          </p:val>
                                        </p:tav>
                                        <p:tav tm="100000">
                                          <p:val>
                                            <p:strVal val="#ppt_h"/>
                                          </p:val>
                                        </p:tav>
                                      </p:tavLst>
                                    </p:anim>
                                    <p:animEffect transition="in" filter="fade">
                                      <p:cBhvr>
                                        <p:cTn id="18" dur="500"/>
                                        <p:tgtEl>
                                          <p:spTgt spid="33"/>
                                        </p:tgtEl>
                                      </p:cBhvr>
                                    </p:animEffect>
                                  </p:childTnLst>
                                </p:cTn>
                              </p:par>
                            </p:childTnLst>
                          </p:cTn>
                        </p:par>
                        <p:par>
                          <p:cTn id="19" fill="hold">
                            <p:stCondLst>
                              <p:cond delay="1000"/>
                            </p:stCondLst>
                            <p:childTnLst>
                              <p:par>
                                <p:cTn id="20" presetID="22" presetClass="entr" presetSubtype="2" fill="hold" nodeType="after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wipe(right)">
                                      <p:cBhvr>
                                        <p:cTn id="22" dur="500"/>
                                        <p:tgtEl>
                                          <p:spTgt spid="59"/>
                                        </p:tgtEl>
                                      </p:cBhvr>
                                    </p:animEffect>
                                  </p:childTnLst>
                                </p:cTn>
                              </p:par>
                            </p:childTnLst>
                          </p:cTn>
                        </p:par>
                        <p:par>
                          <p:cTn id="23" fill="hold">
                            <p:stCondLst>
                              <p:cond delay="1500"/>
                            </p:stCondLst>
                            <p:childTnLst>
                              <p:par>
                                <p:cTn id="24" presetID="53" presetClass="entr" presetSubtype="16" fill="hold" nodeType="afterEffect">
                                  <p:stCondLst>
                                    <p:cond delay="0"/>
                                  </p:stCondLst>
                                  <p:childTnLst>
                                    <p:set>
                                      <p:cBhvr>
                                        <p:cTn id="25" dur="1" fill="hold">
                                          <p:stCondLst>
                                            <p:cond delay="0"/>
                                          </p:stCondLst>
                                        </p:cTn>
                                        <p:tgtEl>
                                          <p:spTgt spid="81"/>
                                        </p:tgtEl>
                                        <p:attrNameLst>
                                          <p:attrName>style.visibility</p:attrName>
                                        </p:attrNameLst>
                                      </p:cBhvr>
                                      <p:to>
                                        <p:strVal val="visible"/>
                                      </p:to>
                                    </p:set>
                                    <p:anim calcmode="lin" valueType="num">
                                      <p:cBhvr>
                                        <p:cTn id="26" dur="500" fill="hold"/>
                                        <p:tgtEl>
                                          <p:spTgt spid="81"/>
                                        </p:tgtEl>
                                        <p:attrNameLst>
                                          <p:attrName>ppt_w</p:attrName>
                                        </p:attrNameLst>
                                      </p:cBhvr>
                                      <p:tavLst>
                                        <p:tav tm="0">
                                          <p:val>
                                            <p:fltVal val="0"/>
                                          </p:val>
                                        </p:tav>
                                        <p:tav tm="100000">
                                          <p:val>
                                            <p:strVal val="#ppt_w"/>
                                          </p:val>
                                        </p:tav>
                                      </p:tavLst>
                                    </p:anim>
                                    <p:anim calcmode="lin" valueType="num">
                                      <p:cBhvr>
                                        <p:cTn id="27" dur="500" fill="hold"/>
                                        <p:tgtEl>
                                          <p:spTgt spid="81"/>
                                        </p:tgtEl>
                                        <p:attrNameLst>
                                          <p:attrName>ppt_h</p:attrName>
                                        </p:attrNameLst>
                                      </p:cBhvr>
                                      <p:tavLst>
                                        <p:tav tm="0">
                                          <p:val>
                                            <p:fltVal val="0"/>
                                          </p:val>
                                        </p:tav>
                                        <p:tav tm="100000">
                                          <p:val>
                                            <p:strVal val="#ppt_h"/>
                                          </p:val>
                                        </p:tav>
                                      </p:tavLst>
                                    </p:anim>
                                    <p:animEffect transition="in" filter="fade">
                                      <p:cBhvr>
                                        <p:cTn id="28" dur="500"/>
                                        <p:tgtEl>
                                          <p:spTgt spid="81"/>
                                        </p:tgtEl>
                                      </p:cBhvr>
                                    </p:animEffect>
                                  </p:childTnLst>
                                </p:cTn>
                              </p:par>
                              <p:par>
                                <p:cTn id="29" presetID="22" presetClass="entr" presetSubtype="2"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right)">
                                      <p:cBhvr>
                                        <p:cTn id="31" dur="5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55"/>
                                        </p:tgtEl>
                                        <p:attrNameLst>
                                          <p:attrName>style.visibility</p:attrName>
                                        </p:attrNameLst>
                                      </p:cBhvr>
                                      <p:to>
                                        <p:strVal val="visible"/>
                                      </p:to>
                                    </p:set>
                                    <p:anim calcmode="lin" valueType="num">
                                      <p:cBhvr>
                                        <p:cTn id="36" dur="500" fill="hold"/>
                                        <p:tgtEl>
                                          <p:spTgt spid="55"/>
                                        </p:tgtEl>
                                        <p:attrNameLst>
                                          <p:attrName>ppt_w</p:attrName>
                                        </p:attrNameLst>
                                      </p:cBhvr>
                                      <p:tavLst>
                                        <p:tav tm="0">
                                          <p:val>
                                            <p:fltVal val="0"/>
                                          </p:val>
                                        </p:tav>
                                        <p:tav tm="100000">
                                          <p:val>
                                            <p:strVal val="#ppt_w"/>
                                          </p:val>
                                        </p:tav>
                                      </p:tavLst>
                                    </p:anim>
                                    <p:anim calcmode="lin" valueType="num">
                                      <p:cBhvr>
                                        <p:cTn id="37" dur="500" fill="hold"/>
                                        <p:tgtEl>
                                          <p:spTgt spid="55"/>
                                        </p:tgtEl>
                                        <p:attrNameLst>
                                          <p:attrName>ppt_h</p:attrName>
                                        </p:attrNameLst>
                                      </p:cBhvr>
                                      <p:tavLst>
                                        <p:tav tm="0">
                                          <p:val>
                                            <p:fltVal val="0"/>
                                          </p:val>
                                        </p:tav>
                                        <p:tav tm="100000">
                                          <p:val>
                                            <p:strVal val="#ppt_h"/>
                                          </p:val>
                                        </p:tav>
                                      </p:tavLst>
                                    </p:anim>
                                    <p:animEffect transition="in" filter="fade">
                                      <p:cBhvr>
                                        <p:cTn id="38" dur="500"/>
                                        <p:tgtEl>
                                          <p:spTgt spid="55"/>
                                        </p:tgtEl>
                                      </p:cBhvr>
                                    </p:animEffect>
                                  </p:childTnLst>
                                </p:cTn>
                              </p:par>
                            </p:childTnLst>
                          </p:cTn>
                        </p:par>
                        <p:par>
                          <p:cTn id="39" fill="hold">
                            <p:stCondLst>
                              <p:cond delay="500"/>
                            </p:stCondLst>
                            <p:childTnLst>
                              <p:par>
                                <p:cTn id="40" presetID="22" presetClass="entr" presetSubtype="2" fill="hold" nodeType="after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wipe(right)">
                                      <p:cBhvr>
                                        <p:cTn id="42" dur="500"/>
                                        <p:tgtEl>
                                          <p:spTgt spid="60"/>
                                        </p:tgtEl>
                                      </p:cBhvr>
                                    </p:animEffect>
                                  </p:childTnLst>
                                </p:cTn>
                              </p:par>
                            </p:childTnLst>
                          </p:cTn>
                        </p:par>
                        <p:par>
                          <p:cTn id="43" fill="hold">
                            <p:stCondLst>
                              <p:cond delay="1000"/>
                            </p:stCondLst>
                            <p:childTnLst>
                              <p:par>
                                <p:cTn id="44" presetID="53" presetClass="entr" presetSubtype="16" fill="hold" nodeType="afterEffect">
                                  <p:stCondLst>
                                    <p:cond delay="0"/>
                                  </p:stCondLst>
                                  <p:childTnLst>
                                    <p:set>
                                      <p:cBhvr>
                                        <p:cTn id="45" dur="1" fill="hold">
                                          <p:stCondLst>
                                            <p:cond delay="0"/>
                                          </p:stCondLst>
                                        </p:cTn>
                                        <p:tgtEl>
                                          <p:spTgt spid="84"/>
                                        </p:tgtEl>
                                        <p:attrNameLst>
                                          <p:attrName>style.visibility</p:attrName>
                                        </p:attrNameLst>
                                      </p:cBhvr>
                                      <p:to>
                                        <p:strVal val="visible"/>
                                      </p:to>
                                    </p:set>
                                    <p:anim calcmode="lin" valueType="num">
                                      <p:cBhvr>
                                        <p:cTn id="46" dur="500" fill="hold"/>
                                        <p:tgtEl>
                                          <p:spTgt spid="84"/>
                                        </p:tgtEl>
                                        <p:attrNameLst>
                                          <p:attrName>ppt_w</p:attrName>
                                        </p:attrNameLst>
                                      </p:cBhvr>
                                      <p:tavLst>
                                        <p:tav tm="0">
                                          <p:val>
                                            <p:fltVal val="0"/>
                                          </p:val>
                                        </p:tav>
                                        <p:tav tm="100000">
                                          <p:val>
                                            <p:strVal val="#ppt_w"/>
                                          </p:val>
                                        </p:tav>
                                      </p:tavLst>
                                    </p:anim>
                                    <p:anim calcmode="lin" valueType="num">
                                      <p:cBhvr>
                                        <p:cTn id="47" dur="500" fill="hold"/>
                                        <p:tgtEl>
                                          <p:spTgt spid="84"/>
                                        </p:tgtEl>
                                        <p:attrNameLst>
                                          <p:attrName>ppt_h</p:attrName>
                                        </p:attrNameLst>
                                      </p:cBhvr>
                                      <p:tavLst>
                                        <p:tav tm="0">
                                          <p:val>
                                            <p:fltVal val="0"/>
                                          </p:val>
                                        </p:tav>
                                        <p:tav tm="100000">
                                          <p:val>
                                            <p:strVal val="#ppt_h"/>
                                          </p:val>
                                        </p:tav>
                                      </p:tavLst>
                                    </p:anim>
                                    <p:animEffect transition="in" filter="fade">
                                      <p:cBhvr>
                                        <p:cTn id="48" dur="500"/>
                                        <p:tgtEl>
                                          <p:spTgt spid="84"/>
                                        </p:tgtEl>
                                      </p:cBhvr>
                                    </p:animEffect>
                                  </p:childTnLst>
                                </p:cTn>
                              </p:par>
                              <p:par>
                                <p:cTn id="49" presetID="22" presetClass="entr" presetSubtype="2"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wipe(right)">
                                      <p:cBhvr>
                                        <p:cTn id="51" dur="500"/>
                                        <p:tgtEl>
                                          <p:spTgt spid="49"/>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56"/>
                                        </p:tgtEl>
                                        <p:attrNameLst>
                                          <p:attrName>style.visibility</p:attrName>
                                        </p:attrNameLst>
                                      </p:cBhvr>
                                      <p:to>
                                        <p:strVal val="visible"/>
                                      </p:to>
                                    </p:set>
                                    <p:anim calcmode="lin" valueType="num">
                                      <p:cBhvr>
                                        <p:cTn id="56" dur="500" fill="hold"/>
                                        <p:tgtEl>
                                          <p:spTgt spid="56"/>
                                        </p:tgtEl>
                                        <p:attrNameLst>
                                          <p:attrName>ppt_w</p:attrName>
                                        </p:attrNameLst>
                                      </p:cBhvr>
                                      <p:tavLst>
                                        <p:tav tm="0">
                                          <p:val>
                                            <p:fltVal val="0"/>
                                          </p:val>
                                        </p:tav>
                                        <p:tav tm="100000">
                                          <p:val>
                                            <p:strVal val="#ppt_w"/>
                                          </p:val>
                                        </p:tav>
                                      </p:tavLst>
                                    </p:anim>
                                    <p:anim calcmode="lin" valueType="num">
                                      <p:cBhvr>
                                        <p:cTn id="57" dur="500" fill="hold"/>
                                        <p:tgtEl>
                                          <p:spTgt spid="56"/>
                                        </p:tgtEl>
                                        <p:attrNameLst>
                                          <p:attrName>ppt_h</p:attrName>
                                        </p:attrNameLst>
                                      </p:cBhvr>
                                      <p:tavLst>
                                        <p:tav tm="0">
                                          <p:val>
                                            <p:fltVal val="0"/>
                                          </p:val>
                                        </p:tav>
                                        <p:tav tm="100000">
                                          <p:val>
                                            <p:strVal val="#ppt_h"/>
                                          </p:val>
                                        </p:tav>
                                      </p:tavLst>
                                    </p:anim>
                                    <p:animEffect transition="in" filter="fade">
                                      <p:cBhvr>
                                        <p:cTn id="58" dur="500"/>
                                        <p:tgtEl>
                                          <p:spTgt spid="56"/>
                                        </p:tgtEl>
                                      </p:cBhvr>
                                    </p:animEffect>
                                  </p:childTnLst>
                                </p:cTn>
                              </p:par>
                            </p:childTnLst>
                          </p:cTn>
                        </p:par>
                        <p:par>
                          <p:cTn id="59" fill="hold">
                            <p:stCondLst>
                              <p:cond delay="500"/>
                            </p:stCondLst>
                            <p:childTnLst>
                              <p:par>
                                <p:cTn id="60" presetID="22" presetClass="entr" presetSubtype="2" fill="hold" nodeType="after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wipe(right)">
                                      <p:cBhvr>
                                        <p:cTn id="62" dur="500"/>
                                        <p:tgtEl>
                                          <p:spTgt spid="61"/>
                                        </p:tgtEl>
                                      </p:cBhvr>
                                    </p:animEffect>
                                  </p:childTnLst>
                                </p:cTn>
                              </p:par>
                            </p:childTnLst>
                          </p:cTn>
                        </p:par>
                        <p:par>
                          <p:cTn id="63" fill="hold">
                            <p:stCondLst>
                              <p:cond delay="1000"/>
                            </p:stCondLst>
                            <p:childTnLst>
                              <p:par>
                                <p:cTn id="64" presetID="53" presetClass="entr" presetSubtype="16" fill="hold" nodeType="afterEffect">
                                  <p:stCondLst>
                                    <p:cond delay="0"/>
                                  </p:stCondLst>
                                  <p:childTnLst>
                                    <p:set>
                                      <p:cBhvr>
                                        <p:cTn id="65" dur="1" fill="hold">
                                          <p:stCondLst>
                                            <p:cond delay="0"/>
                                          </p:stCondLst>
                                        </p:cTn>
                                        <p:tgtEl>
                                          <p:spTgt spid="87"/>
                                        </p:tgtEl>
                                        <p:attrNameLst>
                                          <p:attrName>style.visibility</p:attrName>
                                        </p:attrNameLst>
                                      </p:cBhvr>
                                      <p:to>
                                        <p:strVal val="visible"/>
                                      </p:to>
                                    </p:set>
                                    <p:anim calcmode="lin" valueType="num">
                                      <p:cBhvr>
                                        <p:cTn id="66" dur="500" fill="hold"/>
                                        <p:tgtEl>
                                          <p:spTgt spid="87"/>
                                        </p:tgtEl>
                                        <p:attrNameLst>
                                          <p:attrName>ppt_w</p:attrName>
                                        </p:attrNameLst>
                                      </p:cBhvr>
                                      <p:tavLst>
                                        <p:tav tm="0">
                                          <p:val>
                                            <p:fltVal val="0"/>
                                          </p:val>
                                        </p:tav>
                                        <p:tav tm="100000">
                                          <p:val>
                                            <p:strVal val="#ppt_w"/>
                                          </p:val>
                                        </p:tav>
                                      </p:tavLst>
                                    </p:anim>
                                    <p:anim calcmode="lin" valueType="num">
                                      <p:cBhvr>
                                        <p:cTn id="67" dur="500" fill="hold"/>
                                        <p:tgtEl>
                                          <p:spTgt spid="87"/>
                                        </p:tgtEl>
                                        <p:attrNameLst>
                                          <p:attrName>ppt_h</p:attrName>
                                        </p:attrNameLst>
                                      </p:cBhvr>
                                      <p:tavLst>
                                        <p:tav tm="0">
                                          <p:val>
                                            <p:fltVal val="0"/>
                                          </p:val>
                                        </p:tav>
                                        <p:tav tm="100000">
                                          <p:val>
                                            <p:strVal val="#ppt_h"/>
                                          </p:val>
                                        </p:tav>
                                      </p:tavLst>
                                    </p:anim>
                                    <p:animEffect transition="in" filter="fade">
                                      <p:cBhvr>
                                        <p:cTn id="68" dur="500"/>
                                        <p:tgtEl>
                                          <p:spTgt spid="87"/>
                                        </p:tgtEl>
                                      </p:cBhvr>
                                    </p:animEffect>
                                  </p:childTnLst>
                                </p:cTn>
                              </p:par>
                              <p:par>
                                <p:cTn id="69" presetID="22" presetClass="entr" presetSubtype="2"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wipe(right)">
                                      <p:cBhvr>
                                        <p:cTn id="71" dur="500"/>
                                        <p:tgtEl>
                                          <p:spTgt spid="41"/>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57"/>
                                        </p:tgtEl>
                                        <p:attrNameLst>
                                          <p:attrName>style.visibility</p:attrName>
                                        </p:attrNameLst>
                                      </p:cBhvr>
                                      <p:to>
                                        <p:strVal val="visible"/>
                                      </p:to>
                                    </p:set>
                                    <p:anim calcmode="lin" valueType="num">
                                      <p:cBhvr>
                                        <p:cTn id="76" dur="500" fill="hold"/>
                                        <p:tgtEl>
                                          <p:spTgt spid="57"/>
                                        </p:tgtEl>
                                        <p:attrNameLst>
                                          <p:attrName>ppt_w</p:attrName>
                                        </p:attrNameLst>
                                      </p:cBhvr>
                                      <p:tavLst>
                                        <p:tav tm="0">
                                          <p:val>
                                            <p:fltVal val="0"/>
                                          </p:val>
                                        </p:tav>
                                        <p:tav tm="100000">
                                          <p:val>
                                            <p:strVal val="#ppt_w"/>
                                          </p:val>
                                        </p:tav>
                                      </p:tavLst>
                                    </p:anim>
                                    <p:anim calcmode="lin" valueType="num">
                                      <p:cBhvr>
                                        <p:cTn id="77" dur="500" fill="hold"/>
                                        <p:tgtEl>
                                          <p:spTgt spid="57"/>
                                        </p:tgtEl>
                                        <p:attrNameLst>
                                          <p:attrName>ppt_h</p:attrName>
                                        </p:attrNameLst>
                                      </p:cBhvr>
                                      <p:tavLst>
                                        <p:tav tm="0">
                                          <p:val>
                                            <p:fltVal val="0"/>
                                          </p:val>
                                        </p:tav>
                                        <p:tav tm="100000">
                                          <p:val>
                                            <p:strVal val="#ppt_h"/>
                                          </p:val>
                                        </p:tav>
                                      </p:tavLst>
                                    </p:anim>
                                    <p:animEffect transition="in" filter="fade">
                                      <p:cBhvr>
                                        <p:cTn id="78" dur="500"/>
                                        <p:tgtEl>
                                          <p:spTgt spid="57"/>
                                        </p:tgtEl>
                                      </p:cBhvr>
                                    </p:animEffect>
                                  </p:childTnLst>
                                </p:cTn>
                              </p:par>
                            </p:childTnLst>
                          </p:cTn>
                        </p:par>
                        <p:par>
                          <p:cTn id="79" fill="hold">
                            <p:stCondLst>
                              <p:cond delay="500"/>
                            </p:stCondLst>
                            <p:childTnLst>
                              <p:par>
                                <p:cTn id="80" presetID="22" presetClass="entr" presetSubtype="2" fill="hold" nodeType="afterEffect">
                                  <p:stCondLst>
                                    <p:cond delay="0"/>
                                  </p:stCondLst>
                                  <p:childTnLst>
                                    <p:set>
                                      <p:cBhvr>
                                        <p:cTn id="81" dur="1" fill="hold">
                                          <p:stCondLst>
                                            <p:cond delay="0"/>
                                          </p:stCondLst>
                                        </p:cTn>
                                        <p:tgtEl>
                                          <p:spTgt spid="62"/>
                                        </p:tgtEl>
                                        <p:attrNameLst>
                                          <p:attrName>style.visibility</p:attrName>
                                        </p:attrNameLst>
                                      </p:cBhvr>
                                      <p:to>
                                        <p:strVal val="visible"/>
                                      </p:to>
                                    </p:set>
                                    <p:animEffect transition="in" filter="wipe(right)">
                                      <p:cBhvr>
                                        <p:cTn id="82" dur="500"/>
                                        <p:tgtEl>
                                          <p:spTgt spid="62"/>
                                        </p:tgtEl>
                                      </p:cBhvr>
                                    </p:animEffect>
                                  </p:childTnLst>
                                </p:cTn>
                              </p:par>
                            </p:childTnLst>
                          </p:cTn>
                        </p:par>
                        <p:par>
                          <p:cTn id="83" fill="hold">
                            <p:stCondLst>
                              <p:cond delay="1000"/>
                            </p:stCondLst>
                            <p:childTnLst>
                              <p:par>
                                <p:cTn id="84" presetID="53" presetClass="entr" presetSubtype="16" fill="hold" nodeType="afterEffect">
                                  <p:stCondLst>
                                    <p:cond delay="0"/>
                                  </p:stCondLst>
                                  <p:childTnLst>
                                    <p:set>
                                      <p:cBhvr>
                                        <p:cTn id="85" dur="1" fill="hold">
                                          <p:stCondLst>
                                            <p:cond delay="0"/>
                                          </p:stCondLst>
                                        </p:cTn>
                                        <p:tgtEl>
                                          <p:spTgt spid="90"/>
                                        </p:tgtEl>
                                        <p:attrNameLst>
                                          <p:attrName>style.visibility</p:attrName>
                                        </p:attrNameLst>
                                      </p:cBhvr>
                                      <p:to>
                                        <p:strVal val="visible"/>
                                      </p:to>
                                    </p:set>
                                    <p:anim calcmode="lin" valueType="num">
                                      <p:cBhvr>
                                        <p:cTn id="86" dur="500" fill="hold"/>
                                        <p:tgtEl>
                                          <p:spTgt spid="90"/>
                                        </p:tgtEl>
                                        <p:attrNameLst>
                                          <p:attrName>ppt_w</p:attrName>
                                        </p:attrNameLst>
                                      </p:cBhvr>
                                      <p:tavLst>
                                        <p:tav tm="0">
                                          <p:val>
                                            <p:fltVal val="0"/>
                                          </p:val>
                                        </p:tav>
                                        <p:tav tm="100000">
                                          <p:val>
                                            <p:strVal val="#ppt_w"/>
                                          </p:val>
                                        </p:tav>
                                      </p:tavLst>
                                    </p:anim>
                                    <p:anim calcmode="lin" valueType="num">
                                      <p:cBhvr>
                                        <p:cTn id="87" dur="500" fill="hold"/>
                                        <p:tgtEl>
                                          <p:spTgt spid="90"/>
                                        </p:tgtEl>
                                        <p:attrNameLst>
                                          <p:attrName>ppt_h</p:attrName>
                                        </p:attrNameLst>
                                      </p:cBhvr>
                                      <p:tavLst>
                                        <p:tav tm="0">
                                          <p:val>
                                            <p:fltVal val="0"/>
                                          </p:val>
                                        </p:tav>
                                        <p:tav tm="100000">
                                          <p:val>
                                            <p:strVal val="#ppt_h"/>
                                          </p:val>
                                        </p:tav>
                                      </p:tavLst>
                                    </p:anim>
                                    <p:animEffect transition="in" filter="fade">
                                      <p:cBhvr>
                                        <p:cTn id="88" dur="500"/>
                                        <p:tgtEl>
                                          <p:spTgt spid="90"/>
                                        </p:tgtEl>
                                      </p:cBhvr>
                                    </p:animEffect>
                                  </p:childTnLst>
                                </p:cTn>
                              </p:par>
                              <p:par>
                                <p:cTn id="89" presetID="22" presetClass="entr" presetSubtype="2" fill="hold" grpId="0" nodeType="withEffect">
                                  <p:stCondLst>
                                    <p:cond delay="0"/>
                                  </p:stCondLst>
                                  <p:childTnLst>
                                    <p:set>
                                      <p:cBhvr>
                                        <p:cTn id="90" dur="1" fill="hold">
                                          <p:stCondLst>
                                            <p:cond delay="0"/>
                                          </p:stCondLst>
                                        </p:cTn>
                                        <p:tgtEl>
                                          <p:spTgt spid="53"/>
                                        </p:tgtEl>
                                        <p:attrNameLst>
                                          <p:attrName>style.visibility</p:attrName>
                                        </p:attrNameLst>
                                      </p:cBhvr>
                                      <p:to>
                                        <p:strVal val="visible"/>
                                      </p:to>
                                    </p:set>
                                    <p:animEffect transition="in" filter="wipe(right)">
                                      <p:cBhvr>
                                        <p:cTn id="91" dur="500"/>
                                        <p:tgtEl>
                                          <p:spTgt spid="53"/>
                                        </p:tgtEl>
                                      </p:cBhvr>
                                    </p:animEffect>
                                  </p:childTnLst>
                                </p:cTn>
                              </p:par>
                            </p:childTnLst>
                          </p:cTn>
                        </p:par>
                      </p:childTnLst>
                    </p:cTn>
                  </p:par>
                  <p:par>
                    <p:cTn id="92" fill="hold">
                      <p:stCondLst>
                        <p:cond delay="indefinite"/>
                      </p:stCondLst>
                      <p:childTnLst>
                        <p:par>
                          <p:cTn id="93" fill="hold">
                            <p:stCondLst>
                              <p:cond delay="0"/>
                            </p:stCondLst>
                            <p:childTnLst>
                              <p:par>
                                <p:cTn id="94" presetID="53" presetClass="entr" presetSubtype="16" fill="hold" grpId="0" nodeType="clickEffect">
                                  <p:stCondLst>
                                    <p:cond delay="0"/>
                                  </p:stCondLst>
                                  <p:childTnLst>
                                    <p:set>
                                      <p:cBhvr>
                                        <p:cTn id="95" dur="1" fill="hold">
                                          <p:stCondLst>
                                            <p:cond delay="0"/>
                                          </p:stCondLst>
                                        </p:cTn>
                                        <p:tgtEl>
                                          <p:spTgt spid="58"/>
                                        </p:tgtEl>
                                        <p:attrNameLst>
                                          <p:attrName>style.visibility</p:attrName>
                                        </p:attrNameLst>
                                      </p:cBhvr>
                                      <p:to>
                                        <p:strVal val="visible"/>
                                      </p:to>
                                    </p:set>
                                    <p:anim calcmode="lin" valueType="num">
                                      <p:cBhvr>
                                        <p:cTn id="96" dur="500" fill="hold"/>
                                        <p:tgtEl>
                                          <p:spTgt spid="58"/>
                                        </p:tgtEl>
                                        <p:attrNameLst>
                                          <p:attrName>ppt_w</p:attrName>
                                        </p:attrNameLst>
                                      </p:cBhvr>
                                      <p:tavLst>
                                        <p:tav tm="0">
                                          <p:val>
                                            <p:fltVal val="0"/>
                                          </p:val>
                                        </p:tav>
                                        <p:tav tm="100000">
                                          <p:val>
                                            <p:strVal val="#ppt_w"/>
                                          </p:val>
                                        </p:tav>
                                      </p:tavLst>
                                    </p:anim>
                                    <p:anim calcmode="lin" valueType="num">
                                      <p:cBhvr>
                                        <p:cTn id="97" dur="500" fill="hold"/>
                                        <p:tgtEl>
                                          <p:spTgt spid="58"/>
                                        </p:tgtEl>
                                        <p:attrNameLst>
                                          <p:attrName>ppt_h</p:attrName>
                                        </p:attrNameLst>
                                      </p:cBhvr>
                                      <p:tavLst>
                                        <p:tav tm="0">
                                          <p:val>
                                            <p:fltVal val="0"/>
                                          </p:val>
                                        </p:tav>
                                        <p:tav tm="100000">
                                          <p:val>
                                            <p:strVal val="#ppt_h"/>
                                          </p:val>
                                        </p:tav>
                                      </p:tavLst>
                                    </p:anim>
                                    <p:animEffect transition="in" filter="fade">
                                      <p:cBhvr>
                                        <p:cTn id="98" dur="500"/>
                                        <p:tgtEl>
                                          <p:spTgt spid="58"/>
                                        </p:tgtEl>
                                      </p:cBhvr>
                                    </p:animEffect>
                                  </p:childTnLst>
                                </p:cTn>
                              </p:par>
                            </p:childTnLst>
                          </p:cTn>
                        </p:par>
                        <p:par>
                          <p:cTn id="99" fill="hold">
                            <p:stCondLst>
                              <p:cond delay="500"/>
                            </p:stCondLst>
                            <p:childTnLst>
                              <p:par>
                                <p:cTn id="100" presetID="22" presetClass="entr" presetSubtype="2" fill="hold" nodeType="after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wipe(right)">
                                      <p:cBhvr>
                                        <p:cTn id="102" dur="500"/>
                                        <p:tgtEl>
                                          <p:spTgt spid="63"/>
                                        </p:tgtEl>
                                      </p:cBhvr>
                                    </p:animEffect>
                                  </p:childTnLst>
                                </p:cTn>
                              </p:par>
                            </p:childTnLst>
                          </p:cTn>
                        </p:par>
                        <p:par>
                          <p:cTn id="103" fill="hold">
                            <p:stCondLst>
                              <p:cond delay="1000"/>
                            </p:stCondLst>
                            <p:childTnLst>
                              <p:par>
                                <p:cTn id="104" presetID="53" presetClass="entr" presetSubtype="16" fill="hold" nodeType="afterEffect">
                                  <p:stCondLst>
                                    <p:cond delay="0"/>
                                  </p:stCondLst>
                                  <p:childTnLst>
                                    <p:set>
                                      <p:cBhvr>
                                        <p:cTn id="105" dur="1" fill="hold">
                                          <p:stCondLst>
                                            <p:cond delay="0"/>
                                          </p:stCondLst>
                                        </p:cTn>
                                        <p:tgtEl>
                                          <p:spTgt spid="93"/>
                                        </p:tgtEl>
                                        <p:attrNameLst>
                                          <p:attrName>style.visibility</p:attrName>
                                        </p:attrNameLst>
                                      </p:cBhvr>
                                      <p:to>
                                        <p:strVal val="visible"/>
                                      </p:to>
                                    </p:set>
                                    <p:anim calcmode="lin" valueType="num">
                                      <p:cBhvr>
                                        <p:cTn id="106" dur="500" fill="hold"/>
                                        <p:tgtEl>
                                          <p:spTgt spid="93"/>
                                        </p:tgtEl>
                                        <p:attrNameLst>
                                          <p:attrName>ppt_w</p:attrName>
                                        </p:attrNameLst>
                                      </p:cBhvr>
                                      <p:tavLst>
                                        <p:tav tm="0">
                                          <p:val>
                                            <p:fltVal val="0"/>
                                          </p:val>
                                        </p:tav>
                                        <p:tav tm="100000">
                                          <p:val>
                                            <p:strVal val="#ppt_w"/>
                                          </p:val>
                                        </p:tav>
                                      </p:tavLst>
                                    </p:anim>
                                    <p:anim calcmode="lin" valueType="num">
                                      <p:cBhvr>
                                        <p:cTn id="107" dur="500" fill="hold"/>
                                        <p:tgtEl>
                                          <p:spTgt spid="93"/>
                                        </p:tgtEl>
                                        <p:attrNameLst>
                                          <p:attrName>ppt_h</p:attrName>
                                        </p:attrNameLst>
                                      </p:cBhvr>
                                      <p:tavLst>
                                        <p:tav tm="0">
                                          <p:val>
                                            <p:fltVal val="0"/>
                                          </p:val>
                                        </p:tav>
                                        <p:tav tm="100000">
                                          <p:val>
                                            <p:strVal val="#ppt_h"/>
                                          </p:val>
                                        </p:tav>
                                      </p:tavLst>
                                    </p:anim>
                                    <p:animEffect transition="in" filter="fade">
                                      <p:cBhvr>
                                        <p:cTn id="108" dur="500"/>
                                        <p:tgtEl>
                                          <p:spTgt spid="93"/>
                                        </p:tgtEl>
                                      </p:cBhvr>
                                    </p:animEffect>
                                  </p:childTnLst>
                                </p:cTn>
                              </p:par>
                              <p:par>
                                <p:cTn id="109" presetID="22" presetClass="entr" presetSubtype="2" fill="hold" grpId="0" nodeType="withEffect">
                                  <p:stCondLst>
                                    <p:cond delay="0"/>
                                  </p:stCondLst>
                                  <p:childTnLst>
                                    <p:set>
                                      <p:cBhvr>
                                        <p:cTn id="110" dur="1" fill="hold">
                                          <p:stCondLst>
                                            <p:cond delay="0"/>
                                          </p:stCondLst>
                                        </p:cTn>
                                        <p:tgtEl>
                                          <p:spTgt spid="45"/>
                                        </p:tgtEl>
                                        <p:attrNameLst>
                                          <p:attrName>style.visibility</p:attrName>
                                        </p:attrNameLst>
                                      </p:cBhvr>
                                      <p:to>
                                        <p:strVal val="visible"/>
                                      </p:to>
                                    </p:set>
                                    <p:animEffect transition="in" filter="wipe(right)">
                                      <p:cBhvr>
                                        <p:cTn id="111"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animBg="1"/>
      <p:bldP spid="37" grpId="0"/>
      <p:bldP spid="41" grpId="0"/>
      <p:bldP spid="45" grpId="0"/>
      <p:bldP spid="49" grpId="0"/>
      <p:bldP spid="53" grpId="0"/>
      <p:bldP spid="55" grpId="0" animBg="1"/>
      <p:bldP spid="56" grpId="0" animBg="1"/>
      <p:bldP spid="57" grpId="0" animBg="1"/>
      <p:bldP spid="5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C6AB1-6CF7-EA06-D044-41FD2CA036C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A7E0F46-30D9-00FD-2A6D-0FBC465BB8BB}"/>
              </a:ext>
            </a:extLst>
          </p:cNvPr>
          <p:cNvSpPr/>
          <p:nvPr/>
        </p:nvSpPr>
        <p:spPr>
          <a:xfrm>
            <a:off x="429" y="3"/>
            <a:ext cx="12191145"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3C8087"/>
          </a:solidFill>
        </p:spPr>
        <p:txBody>
          <a:bodyPr wrap="square" lIns="0" tIns="0" rIns="0" bIns="0" rtlCol="0"/>
          <a:lstStyle/>
          <a:p>
            <a:pPr defTabSz="554492"/>
            <a:endParaRPr sz="1092" kern="0">
              <a:solidFill>
                <a:sysClr val="windowText" lastClr="000000"/>
              </a:solidFill>
            </a:endParaRPr>
          </a:p>
        </p:txBody>
      </p:sp>
      <p:pic>
        <p:nvPicPr>
          <p:cNvPr id="3" name="object 3">
            <a:extLst>
              <a:ext uri="{FF2B5EF4-FFF2-40B4-BE49-F238E27FC236}">
                <a16:creationId xmlns:a16="http://schemas.microsoft.com/office/drawing/2014/main" id="{58D92796-0041-6F9D-3B21-EDE5C10298B5}"/>
              </a:ext>
            </a:extLst>
          </p:cNvPr>
          <p:cNvPicPr/>
          <p:nvPr/>
        </p:nvPicPr>
        <p:blipFill>
          <a:blip r:embed="rId3" cstate="print"/>
          <a:stretch>
            <a:fillRect/>
          </a:stretch>
        </p:blipFill>
        <p:spPr>
          <a:xfrm>
            <a:off x="429" y="-9523"/>
            <a:ext cx="12191144" cy="6876567"/>
          </a:xfrm>
          <a:prstGeom prst="rect">
            <a:avLst/>
          </a:prstGeom>
        </p:spPr>
      </p:pic>
      <p:sp>
        <p:nvSpPr>
          <p:cNvPr id="15" name="Rectangle: Rounded Corners 14">
            <a:extLst>
              <a:ext uri="{FF2B5EF4-FFF2-40B4-BE49-F238E27FC236}">
                <a16:creationId xmlns:a16="http://schemas.microsoft.com/office/drawing/2014/main" id="{4F69F9AD-F45A-2DCF-AEB8-A4D0B62A3C00}"/>
              </a:ext>
            </a:extLst>
          </p:cNvPr>
          <p:cNvSpPr/>
          <p:nvPr/>
        </p:nvSpPr>
        <p:spPr>
          <a:xfrm>
            <a:off x="655880" y="1774748"/>
            <a:ext cx="9749758" cy="3216087"/>
          </a:xfrm>
          <a:prstGeom prst="roundRect">
            <a:avLst/>
          </a:prstGeom>
          <a:solidFill>
            <a:srgbClr val="0053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4492"/>
            <a:endParaRPr lang="en-GB" sz="2400" kern="0" dirty="0">
              <a:solidFill>
                <a:schemeClr val="bg1"/>
              </a:solidFill>
              <a:latin typeface="Calibri"/>
            </a:endParaRPr>
          </a:p>
        </p:txBody>
      </p:sp>
      <p:pic>
        <p:nvPicPr>
          <p:cNvPr id="5" name="Picture 4" descr="A black background with white text and a question mark&#10;&#10;AI-generated content may be incorrect.">
            <a:extLst>
              <a:ext uri="{FF2B5EF4-FFF2-40B4-BE49-F238E27FC236}">
                <a16:creationId xmlns:a16="http://schemas.microsoft.com/office/drawing/2014/main" id="{A8697555-E705-D2BE-77D6-45435FB9A515}"/>
              </a:ext>
            </a:extLst>
          </p:cNvPr>
          <p:cNvPicPr>
            <a:picLocks noChangeAspect="1"/>
          </p:cNvPicPr>
          <p:nvPr/>
        </p:nvPicPr>
        <p:blipFill>
          <a:blip r:embed="rId4">
            <a:extLst>
              <a:ext uri="{28A0092B-C50C-407E-A947-70E740481C1C}">
                <a14:useLocalDpi xmlns:a14="http://schemas.microsoft.com/office/drawing/2010/main" val="0"/>
              </a:ext>
            </a:extLst>
          </a:blip>
          <a:srcRect l="68262" r="2979"/>
          <a:stretch/>
        </p:blipFill>
        <p:spPr>
          <a:xfrm>
            <a:off x="7118427" y="-46208"/>
            <a:ext cx="3287211" cy="6858000"/>
          </a:xfrm>
          <a:prstGeom prst="rect">
            <a:avLst/>
          </a:prstGeom>
        </p:spPr>
      </p:pic>
      <p:sp>
        <p:nvSpPr>
          <p:cNvPr id="6" name="TextBox 5">
            <a:extLst>
              <a:ext uri="{FF2B5EF4-FFF2-40B4-BE49-F238E27FC236}">
                <a16:creationId xmlns:a16="http://schemas.microsoft.com/office/drawing/2014/main" id="{94E112E1-B32D-8CAF-2D56-41B75BAA2EA9}"/>
              </a:ext>
            </a:extLst>
          </p:cNvPr>
          <p:cNvSpPr txBox="1"/>
          <p:nvPr/>
        </p:nvSpPr>
        <p:spPr>
          <a:xfrm>
            <a:off x="246466" y="2681830"/>
            <a:ext cx="6544235" cy="1620187"/>
          </a:xfrm>
          <a:prstGeom prst="rect">
            <a:avLst/>
          </a:prstGeom>
          <a:noFill/>
        </p:spPr>
        <p:txBody>
          <a:bodyPr wrap="square">
            <a:spAutoFit/>
          </a:bodyPr>
          <a:lstStyle/>
          <a:p>
            <a:pPr algn="ctr" defTabSz="554492">
              <a:lnSpc>
                <a:spcPct val="150000"/>
              </a:lnSpc>
            </a:pPr>
            <a:r>
              <a:rPr lang="ar-EG" sz="3500" b="1" dirty="0">
                <a:solidFill>
                  <a:schemeClr val="bg1"/>
                </a:solidFill>
                <a:latin typeface="Neo Sans Arabic Bold" panose="020B0804030504040204" pitchFamily="34" charset="-78"/>
                <a:cs typeface="Neo Sans Arabic Bold" panose="020B0804030504040204" pitchFamily="34" charset="-78"/>
              </a:rPr>
              <a:t>في رأيك, ما هي عناصر السمعة الرقمية للحفاظ عليها؟</a:t>
            </a:r>
            <a:endParaRPr lang="en-GB" sz="3500" kern="0" dirty="0">
              <a:solidFill>
                <a:schemeClr val="bg1"/>
              </a:solidFill>
              <a:latin typeface="Neo Sans Arabic Bold" panose="020B0804030504040204" pitchFamily="34" charset="-78"/>
              <a:cs typeface="Neo Sans Arabic Bold" panose="020B0804030504040204" pitchFamily="34" charset="-78"/>
            </a:endParaRPr>
          </a:p>
        </p:txBody>
      </p:sp>
      <p:pic>
        <p:nvPicPr>
          <p:cNvPr id="4" name="object 6">
            <a:extLst>
              <a:ext uri="{FF2B5EF4-FFF2-40B4-BE49-F238E27FC236}">
                <a16:creationId xmlns:a16="http://schemas.microsoft.com/office/drawing/2014/main" id="{CBF968BA-2584-BDB0-CA8A-E11C4B3B95FB}"/>
              </a:ext>
            </a:extLst>
          </p:cNvPr>
          <p:cNvPicPr/>
          <p:nvPr/>
        </p:nvPicPr>
        <p:blipFill>
          <a:blip r:embed="rId5" cstate="print"/>
          <a:stretch>
            <a:fillRect/>
          </a:stretch>
        </p:blipFill>
        <p:spPr>
          <a:xfrm>
            <a:off x="10289897" y="154911"/>
            <a:ext cx="1633614" cy="944684"/>
          </a:xfrm>
          <a:prstGeom prst="rect">
            <a:avLst/>
          </a:prstGeom>
        </p:spPr>
      </p:pic>
    </p:spTree>
    <p:extLst>
      <p:ext uri="{BB962C8B-B14F-4D97-AF65-F5344CB8AC3E}">
        <p14:creationId xmlns:p14="http://schemas.microsoft.com/office/powerpoint/2010/main" val="2368285573"/>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A47F5-6366-F052-421D-438DC752058E}"/>
            </a:ext>
          </a:extLst>
        </p:cNvPr>
        <p:cNvGrpSpPr/>
        <p:nvPr/>
      </p:nvGrpSpPr>
      <p:grpSpPr>
        <a:xfrm>
          <a:off x="0" y="0"/>
          <a:ext cx="0" cy="0"/>
          <a:chOff x="0" y="0"/>
          <a:chExt cx="0" cy="0"/>
        </a:xfrm>
      </p:grpSpPr>
      <p:grpSp>
        <p:nvGrpSpPr>
          <p:cNvPr id="9" name="object 8">
            <a:extLst>
              <a:ext uri="{FF2B5EF4-FFF2-40B4-BE49-F238E27FC236}">
                <a16:creationId xmlns:a16="http://schemas.microsoft.com/office/drawing/2014/main" id="{6897A060-4F74-C110-85AE-CC3F7AF1BCE6}"/>
              </a:ext>
            </a:extLst>
          </p:cNvPr>
          <p:cNvGrpSpPr/>
          <p:nvPr/>
        </p:nvGrpSpPr>
        <p:grpSpPr>
          <a:xfrm rot="836155">
            <a:off x="-868610" y="-273327"/>
            <a:ext cx="5276699" cy="4294625"/>
            <a:chOff x="0" y="0"/>
            <a:chExt cx="8701667" cy="7082154"/>
          </a:xfrm>
        </p:grpSpPr>
        <p:sp>
          <p:nvSpPr>
            <p:cNvPr id="10" name="object 10">
              <a:extLst>
                <a:ext uri="{FF2B5EF4-FFF2-40B4-BE49-F238E27FC236}">
                  <a16:creationId xmlns:a16="http://schemas.microsoft.com/office/drawing/2014/main" id="{C9D649A1-A6AC-874D-ADD3-A374292C853B}"/>
                </a:ext>
              </a:extLst>
            </p:cNvPr>
            <p:cNvSpPr/>
            <p:nvPr/>
          </p:nvSpPr>
          <p:spPr>
            <a:xfrm>
              <a:off x="0" y="0"/>
              <a:ext cx="6506209" cy="5866765"/>
            </a:xfrm>
            <a:custGeom>
              <a:avLst/>
              <a:gdLst/>
              <a:ahLst/>
              <a:cxnLst/>
              <a:rect l="l" t="t" r="r" b="b"/>
              <a:pathLst>
                <a:path w="6506209" h="5866765">
                  <a:moveTo>
                    <a:pt x="0" y="5862801"/>
                  </a:moveTo>
                  <a:lnTo>
                    <a:pt x="868" y="5862792"/>
                  </a:lnTo>
                  <a:lnTo>
                    <a:pt x="30900" y="5862574"/>
                  </a:lnTo>
                  <a:lnTo>
                    <a:pt x="81643" y="5862606"/>
                  </a:lnTo>
                  <a:lnTo>
                    <a:pt x="132385" y="5862637"/>
                  </a:lnTo>
                  <a:lnTo>
                    <a:pt x="183127" y="5862669"/>
                  </a:lnTo>
                  <a:lnTo>
                    <a:pt x="233870" y="5862701"/>
                  </a:lnTo>
                  <a:lnTo>
                    <a:pt x="284612" y="5862732"/>
                  </a:lnTo>
                  <a:lnTo>
                    <a:pt x="335354" y="5862764"/>
                  </a:lnTo>
                  <a:lnTo>
                    <a:pt x="386097" y="5862796"/>
                  </a:lnTo>
                  <a:lnTo>
                    <a:pt x="436839" y="5862827"/>
                  </a:lnTo>
                  <a:lnTo>
                    <a:pt x="487581" y="5862859"/>
                  </a:lnTo>
                  <a:lnTo>
                    <a:pt x="538324" y="5862891"/>
                  </a:lnTo>
                  <a:lnTo>
                    <a:pt x="589066" y="5862922"/>
                  </a:lnTo>
                  <a:lnTo>
                    <a:pt x="639808" y="5862954"/>
                  </a:lnTo>
                  <a:lnTo>
                    <a:pt x="690551" y="5862985"/>
                  </a:lnTo>
                  <a:lnTo>
                    <a:pt x="741293" y="5863017"/>
                  </a:lnTo>
                  <a:lnTo>
                    <a:pt x="792035" y="5863049"/>
                  </a:lnTo>
                  <a:lnTo>
                    <a:pt x="842778" y="5863080"/>
                  </a:lnTo>
                  <a:lnTo>
                    <a:pt x="893520" y="5863112"/>
                  </a:lnTo>
                  <a:lnTo>
                    <a:pt x="944262" y="5863143"/>
                  </a:lnTo>
                  <a:lnTo>
                    <a:pt x="995005" y="5863175"/>
                  </a:lnTo>
                  <a:lnTo>
                    <a:pt x="1045747" y="5863207"/>
                  </a:lnTo>
                  <a:lnTo>
                    <a:pt x="1096489" y="5863238"/>
                  </a:lnTo>
                  <a:lnTo>
                    <a:pt x="1147231" y="5863270"/>
                  </a:lnTo>
                  <a:lnTo>
                    <a:pt x="1197974" y="5863301"/>
                  </a:lnTo>
                  <a:lnTo>
                    <a:pt x="1248716" y="5863333"/>
                  </a:lnTo>
                  <a:lnTo>
                    <a:pt x="1299458" y="5863364"/>
                  </a:lnTo>
                  <a:lnTo>
                    <a:pt x="1350201" y="5863396"/>
                  </a:lnTo>
                  <a:lnTo>
                    <a:pt x="1400943" y="5863428"/>
                  </a:lnTo>
                  <a:lnTo>
                    <a:pt x="1451685" y="5863459"/>
                  </a:lnTo>
                  <a:lnTo>
                    <a:pt x="1502427" y="5863491"/>
                  </a:lnTo>
                  <a:lnTo>
                    <a:pt x="1553170" y="5863522"/>
                  </a:lnTo>
                  <a:lnTo>
                    <a:pt x="1603912" y="5863554"/>
                  </a:lnTo>
                  <a:lnTo>
                    <a:pt x="1654654" y="5863585"/>
                  </a:lnTo>
                  <a:lnTo>
                    <a:pt x="1705396" y="5863617"/>
                  </a:lnTo>
                  <a:lnTo>
                    <a:pt x="1756139" y="5863648"/>
                  </a:lnTo>
                  <a:lnTo>
                    <a:pt x="1806881" y="5863680"/>
                  </a:lnTo>
                  <a:lnTo>
                    <a:pt x="1857623" y="5863711"/>
                  </a:lnTo>
                  <a:lnTo>
                    <a:pt x="1908365" y="5863743"/>
                  </a:lnTo>
                  <a:lnTo>
                    <a:pt x="1959108" y="5863774"/>
                  </a:lnTo>
                  <a:lnTo>
                    <a:pt x="2009850" y="5863806"/>
                  </a:lnTo>
                  <a:lnTo>
                    <a:pt x="2060592" y="5863837"/>
                  </a:lnTo>
                  <a:lnTo>
                    <a:pt x="2111334" y="5863869"/>
                  </a:lnTo>
                  <a:lnTo>
                    <a:pt x="2162077" y="5863900"/>
                  </a:lnTo>
                  <a:lnTo>
                    <a:pt x="2212819" y="5863931"/>
                  </a:lnTo>
                  <a:lnTo>
                    <a:pt x="2263561" y="5863963"/>
                  </a:lnTo>
                  <a:lnTo>
                    <a:pt x="2314303" y="5863994"/>
                  </a:lnTo>
                  <a:lnTo>
                    <a:pt x="2365046" y="5864026"/>
                  </a:lnTo>
                  <a:lnTo>
                    <a:pt x="2415788" y="5864057"/>
                  </a:lnTo>
                  <a:lnTo>
                    <a:pt x="2466530" y="5864089"/>
                  </a:lnTo>
                  <a:lnTo>
                    <a:pt x="2517272" y="5864120"/>
                  </a:lnTo>
                  <a:lnTo>
                    <a:pt x="2568015" y="5864151"/>
                  </a:lnTo>
                  <a:lnTo>
                    <a:pt x="2618757" y="5864183"/>
                  </a:lnTo>
                  <a:lnTo>
                    <a:pt x="2669499" y="5864214"/>
                  </a:lnTo>
                  <a:lnTo>
                    <a:pt x="2720241" y="5864245"/>
                  </a:lnTo>
                  <a:lnTo>
                    <a:pt x="2770984" y="5864277"/>
                  </a:lnTo>
                  <a:lnTo>
                    <a:pt x="2821726" y="5864308"/>
                  </a:lnTo>
                  <a:lnTo>
                    <a:pt x="2872468" y="5864340"/>
                  </a:lnTo>
                  <a:lnTo>
                    <a:pt x="2923210" y="5864371"/>
                  </a:lnTo>
                  <a:lnTo>
                    <a:pt x="2973953" y="5864402"/>
                  </a:lnTo>
                  <a:lnTo>
                    <a:pt x="3024695" y="5864433"/>
                  </a:lnTo>
                  <a:lnTo>
                    <a:pt x="3075437" y="5864465"/>
                  </a:lnTo>
                  <a:lnTo>
                    <a:pt x="3126179" y="5864496"/>
                  </a:lnTo>
                  <a:lnTo>
                    <a:pt x="3176921" y="5864527"/>
                  </a:lnTo>
                  <a:lnTo>
                    <a:pt x="3227664" y="5864559"/>
                  </a:lnTo>
                  <a:lnTo>
                    <a:pt x="3278406" y="5864590"/>
                  </a:lnTo>
                  <a:lnTo>
                    <a:pt x="3329148" y="5864621"/>
                  </a:lnTo>
                  <a:lnTo>
                    <a:pt x="3379890" y="5864653"/>
                  </a:lnTo>
                  <a:lnTo>
                    <a:pt x="3430633" y="5864684"/>
                  </a:lnTo>
                  <a:lnTo>
                    <a:pt x="3481375" y="5864715"/>
                  </a:lnTo>
                  <a:lnTo>
                    <a:pt x="3532117" y="5864746"/>
                  </a:lnTo>
                  <a:lnTo>
                    <a:pt x="3582859" y="5864778"/>
                  </a:lnTo>
                  <a:lnTo>
                    <a:pt x="3633602" y="5864809"/>
                  </a:lnTo>
                  <a:lnTo>
                    <a:pt x="3684344" y="5864840"/>
                  </a:lnTo>
                  <a:lnTo>
                    <a:pt x="3735086" y="5864871"/>
                  </a:lnTo>
                  <a:lnTo>
                    <a:pt x="3785828" y="5864902"/>
                  </a:lnTo>
                  <a:lnTo>
                    <a:pt x="3836571" y="5864934"/>
                  </a:lnTo>
                  <a:lnTo>
                    <a:pt x="3887313" y="5864965"/>
                  </a:lnTo>
                  <a:lnTo>
                    <a:pt x="3938055" y="5864996"/>
                  </a:lnTo>
                  <a:lnTo>
                    <a:pt x="3988797" y="5865027"/>
                  </a:lnTo>
                  <a:lnTo>
                    <a:pt x="4039540" y="5865058"/>
                  </a:lnTo>
                  <a:lnTo>
                    <a:pt x="4090282" y="5865089"/>
                  </a:lnTo>
                  <a:lnTo>
                    <a:pt x="4141024" y="5865121"/>
                  </a:lnTo>
                  <a:lnTo>
                    <a:pt x="4191767" y="5865152"/>
                  </a:lnTo>
                  <a:lnTo>
                    <a:pt x="4242509" y="5865183"/>
                  </a:lnTo>
                  <a:lnTo>
                    <a:pt x="4293251" y="5865214"/>
                  </a:lnTo>
                  <a:lnTo>
                    <a:pt x="4343993" y="5865245"/>
                  </a:lnTo>
                  <a:lnTo>
                    <a:pt x="4394736" y="5865276"/>
                  </a:lnTo>
                  <a:lnTo>
                    <a:pt x="4445478" y="5865307"/>
                  </a:lnTo>
                  <a:lnTo>
                    <a:pt x="4496220" y="5865338"/>
                  </a:lnTo>
                  <a:lnTo>
                    <a:pt x="4546962" y="5865369"/>
                  </a:lnTo>
                  <a:lnTo>
                    <a:pt x="4597705" y="5865401"/>
                  </a:lnTo>
                  <a:lnTo>
                    <a:pt x="4648447" y="5865432"/>
                  </a:lnTo>
                  <a:lnTo>
                    <a:pt x="4699189" y="5865463"/>
                  </a:lnTo>
                  <a:lnTo>
                    <a:pt x="4749932" y="5865494"/>
                  </a:lnTo>
                  <a:lnTo>
                    <a:pt x="4800674" y="5865525"/>
                  </a:lnTo>
                  <a:lnTo>
                    <a:pt x="4851416" y="5865556"/>
                  </a:lnTo>
                  <a:lnTo>
                    <a:pt x="4902159" y="5865587"/>
                  </a:lnTo>
                  <a:lnTo>
                    <a:pt x="4952901" y="5865618"/>
                  </a:lnTo>
                  <a:lnTo>
                    <a:pt x="5003643" y="5865649"/>
                  </a:lnTo>
                  <a:lnTo>
                    <a:pt x="5054385" y="5865680"/>
                  </a:lnTo>
                  <a:lnTo>
                    <a:pt x="5105128" y="5865711"/>
                  </a:lnTo>
                  <a:lnTo>
                    <a:pt x="5155870" y="5865742"/>
                  </a:lnTo>
                  <a:lnTo>
                    <a:pt x="5206612" y="5865773"/>
                  </a:lnTo>
                  <a:lnTo>
                    <a:pt x="5257355" y="5865804"/>
                  </a:lnTo>
                  <a:lnTo>
                    <a:pt x="5308097" y="5865834"/>
                  </a:lnTo>
                  <a:lnTo>
                    <a:pt x="5358839" y="5865865"/>
                  </a:lnTo>
                  <a:lnTo>
                    <a:pt x="5409582" y="5865896"/>
                  </a:lnTo>
                  <a:lnTo>
                    <a:pt x="5460324" y="5865927"/>
                  </a:lnTo>
                  <a:lnTo>
                    <a:pt x="5511067" y="5865958"/>
                  </a:lnTo>
                  <a:lnTo>
                    <a:pt x="5561809" y="5865989"/>
                  </a:lnTo>
                  <a:lnTo>
                    <a:pt x="5612551" y="5866020"/>
                  </a:lnTo>
                  <a:lnTo>
                    <a:pt x="5663294" y="5866051"/>
                  </a:lnTo>
                  <a:lnTo>
                    <a:pt x="5714036" y="5866082"/>
                  </a:lnTo>
                  <a:lnTo>
                    <a:pt x="5749061" y="5866251"/>
                  </a:lnTo>
                  <a:lnTo>
                    <a:pt x="5784090" y="5866481"/>
                  </a:lnTo>
                  <a:lnTo>
                    <a:pt x="5819110" y="5866398"/>
                  </a:lnTo>
                  <a:lnTo>
                    <a:pt x="5854105" y="5865631"/>
                  </a:lnTo>
                  <a:lnTo>
                    <a:pt x="5904153" y="5862458"/>
                  </a:lnTo>
                  <a:lnTo>
                    <a:pt x="5952623" y="5856572"/>
                  </a:lnTo>
                  <a:lnTo>
                    <a:pt x="5999458" y="5848053"/>
                  </a:lnTo>
                  <a:lnTo>
                    <a:pt x="6044602" y="5836979"/>
                  </a:lnTo>
                  <a:lnTo>
                    <a:pt x="6087997" y="5823429"/>
                  </a:lnTo>
                  <a:lnTo>
                    <a:pt x="6129588" y="5807481"/>
                  </a:lnTo>
                  <a:lnTo>
                    <a:pt x="6169318" y="5789215"/>
                  </a:lnTo>
                  <a:lnTo>
                    <a:pt x="6207131" y="5768708"/>
                  </a:lnTo>
                  <a:lnTo>
                    <a:pt x="6242971" y="5746040"/>
                  </a:lnTo>
                  <a:lnTo>
                    <a:pt x="6276780" y="5721288"/>
                  </a:lnTo>
                  <a:lnTo>
                    <a:pt x="6308502" y="5694533"/>
                  </a:lnTo>
                  <a:lnTo>
                    <a:pt x="6338082" y="5665851"/>
                  </a:lnTo>
                  <a:lnTo>
                    <a:pt x="6365462" y="5635323"/>
                  </a:lnTo>
                  <a:lnTo>
                    <a:pt x="6390586" y="5603025"/>
                  </a:lnTo>
                  <a:lnTo>
                    <a:pt x="6413398" y="5569038"/>
                  </a:lnTo>
                  <a:lnTo>
                    <a:pt x="6433841" y="5533440"/>
                  </a:lnTo>
                  <a:lnTo>
                    <a:pt x="6451859" y="5496309"/>
                  </a:lnTo>
                  <a:lnTo>
                    <a:pt x="6467395" y="5457724"/>
                  </a:lnTo>
                  <a:lnTo>
                    <a:pt x="6480393" y="5417763"/>
                  </a:lnTo>
                  <a:lnTo>
                    <a:pt x="6490796" y="5376506"/>
                  </a:lnTo>
                  <a:lnTo>
                    <a:pt x="6498548" y="5334031"/>
                  </a:lnTo>
                  <a:lnTo>
                    <a:pt x="6503593" y="5290415"/>
                  </a:lnTo>
                  <a:lnTo>
                    <a:pt x="6505874" y="5245739"/>
                  </a:lnTo>
                  <a:lnTo>
                    <a:pt x="6505335" y="5200081"/>
                  </a:lnTo>
                  <a:lnTo>
                    <a:pt x="6501919" y="5153519"/>
                  </a:lnTo>
                  <a:lnTo>
                    <a:pt x="6495570" y="5106132"/>
                  </a:lnTo>
                  <a:lnTo>
                    <a:pt x="6486230" y="5057998"/>
                  </a:lnTo>
                  <a:lnTo>
                    <a:pt x="6473845" y="5009197"/>
                  </a:lnTo>
                  <a:lnTo>
                    <a:pt x="6459160" y="4963284"/>
                  </a:lnTo>
                  <a:lnTo>
                    <a:pt x="6441765" y="4918713"/>
                  </a:lnTo>
                  <a:lnTo>
                    <a:pt x="6421959" y="4875273"/>
                  </a:lnTo>
                  <a:lnTo>
                    <a:pt x="6400041" y="4832753"/>
                  </a:lnTo>
                  <a:lnTo>
                    <a:pt x="6376309" y="4790942"/>
                  </a:lnTo>
                  <a:lnTo>
                    <a:pt x="6351355" y="4748743"/>
                  </a:lnTo>
                  <a:lnTo>
                    <a:pt x="6324330" y="4703114"/>
                  </a:lnTo>
                  <a:lnTo>
                    <a:pt x="6295288" y="4654145"/>
                  </a:lnTo>
                  <a:lnTo>
                    <a:pt x="6264282" y="4601922"/>
                  </a:lnTo>
                  <a:lnTo>
                    <a:pt x="6231364" y="4546535"/>
                  </a:lnTo>
                  <a:lnTo>
                    <a:pt x="6196588" y="4488070"/>
                  </a:lnTo>
                  <a:lnTo>
                    <a:pt x="6160005" y="4426616"/>
                  </a:lnTo>
                  <a:lnTo>
                    <a:pt x="6121669" y="4362262"/>
                  </a:lnTo>
                  <a:lnTo>
                    <a:pt x="6101860" y="4329024"/>
                  </a:lnTo>
                  <a:lnTo>
                    <a:pt x="6081633" y="4295095"/>
                  </a:lnTo>
                  <a:lnTo>
                    <a:pt x="6060994" y="4260484"/>
                  </a:lnTo>
                  <a:lnTo>
                    <a:pt x="6039949" y="4225203"/>
                  </a:lnTo>
                  <a:lnTo>
                    <a:pt x="6018506" y="4189263"/>
                  </a:lnTo>
                  <a:lnTo>
                    <a:pt x="5996671" y="4152675"/>
                  </a:lnTo>
                  <a:lnTo>
                    <a:pt x="5974450" y="4115449"/>
                  </a:lnTo>
                  <a:lnTo>
                    <a:pt x="5951850" y="4077598"/>
                  </a:lnTo>
                  <a:lnTo>
                    <a:pt x="5928879" y="4039131"/>
                  </a:lnTo>
                  <a:lnTo>
                    <a:pt x="5905541" y="4000061"/>
                  </a:lnTo>
                  <a:lnTo>
                    <a:pt x="5881844" y="3960397"/>
                  </a:lnTo>
                  <a:lnTo>
                    <a:pt x="5857795" y="3920152"/>
                  </a:lnTo>
                  <a:lnTo>
                    <a:pt x="5833400" y="3879335"/>
                  </a:lnTo>
                  <a:lnTo>
                    <a:pt x="5808665" y="3837958"/>
                  </a:lnTo>
                  <a:lnTo>
                    <a:pt x="5783598" y="3796033"/>
                  </a:lnTo>
                  <a:lnTo>
                    <a:pt x="5758205" y="3753569"/>
                  </a:lnTo>
                  <a:lnTo>
                    <a:pt x="5732493" y="3710578"/>
                  </a:lnTo>
                  <a:lnTo>
                    <a:pt x="5706467" y="3667072"/>
                  </a:lnTo>
                  <a:lnTo>
                    <a:pt x="5680135" y="3623060"/>
                  </a:lnTo>
                  <a:lnTo>
                    <a:pt x="5653504" y="3578555"/>
                  </a:lnTo>
                  <a:lnTo>
                    <a:pt x="5626579" y="3533566"/>
                  </a:lnTo>
                  <a:lnTo>
                    <a:pt x="5599368" y="3488106"/>
                  </a:lnTo>
                  <a:lnTo>
                    <a:pt x="5571877" y="3442185"/>
                  </a:lnTo>
                  <a:lnTo>
                    <a:pt x="5544113" y="3395813"/>
                  </a:lnTo>
                  <a:lnTo>
                    <a:pt x="5516082" y="3349003"/>
                  </a:lnTo>
                  <a:lnTo>
                    <a:pt x="5487791" y="3301765"/>
                  </a:lnTo>
                  <a:lnTo>
                    <a:pt x="5459247" y="3254111"/>
                  </a:lnTo>
                  <a:lnTo>
                    <a:pt x="5430456" y="3206050"/>
                  </a:lnTo>
                  <a:lnTo>
                    <a:pt x="5401424" y="3157594"/>
                  </a:lnTo>
                  <a:lnTo>
                    <a:pt x="5372159" y="3108755"/>
                  </a:lnTo>
                  <a:lnTo>
                    <a:pt x="5342667" y="3059543"/>
                  </a:lnTo>
                  <a:lnTo>
                    <a:pt x="5312954" y="3009969"/>
                  </a:lnTo>
                  <a:lnTo>
                    <a:pt x="5283027" y="2960044"/>
                  </a:lnTo>
                  <a:lnTo>
                    <a:pt x="5252894" y="2909780"/>
                  </a:lnTo>
                  <a:lnTo>
                    <a:pt x="5222559" y="2859187"/>
                  </a:lnTo>
                  <a:lnTo>
                    <a:pt x="5192030" y="2808275"/>
                  </a:lnTo>
                  <a:lnTo>
                    <a:pt x="5161314" y="2757058"/>
                  </a:lnTo>
                  <a:lnTo>
                    <a:pt x="5130417" y="2705544"/>
                  </a:lnTo>
                  <a:lnTo>
                    <a:pt x="5099346" y="2653746"/>
                  </a:lnTo>
                  <a:lnTo>
                    <a:pt x="5068107" y="2601674"/>
                  </a:lnTo>
                  <a:lnTo>
                    <a:pt x="5036707" y="2549340"/>
                  </a:lnTo>
                  <a:lnTo>
                    <a:pt x="5005153" y="2496753"/>
                  </a:lnTo>
                  <a:lnTo>
                    <a:pt x="4973451" y="2443926"/>
                  </a:lnTo>
                  <a:lnTo>
                    <a:pt x="4941607" y="2390870"/>
                  </a:lnTo>
                  <a:lnTo>
                    <a:pt x="4909629" y="2337594"/>
                  </a:lnTo>
                  <a:lnTo>
                    <a:pt x="4877523" y="2284112"/>
                  </a:lnTo>
                  <a:lnTo>
                    <a:pt x="4845295" y="2230432"/>
                  </a:lnTo>
                  <a:lnTo>
                    <a:pt x="4812953" y="2176567"/>
                  </a:lnTo>
                  <a:lnTo>
                    <a:pt x="4780502" y="2122527"/>
                  </a:lnTo>
                  <a:lnTo>
                    <a:pt x="4747950" y="2068324"/>
                  </a:lnTo>
                  <a:lnTo>
                    <a:pt x="4715302" y="2013968"/>
                  </a:lnTo>
                  <a:lnTo>
                    <a:pt x="4682566" y="1959471"/>
                  </a:lnTo>
                  <a:lnTo>
                    <a:pt x="4649749" y="1904843"/>
                  </a:lnTo>
                  <a:lnTo>
                    <a:pt x="4616856" y="1850095"/>
                  </a:lnTo>
                  <a:lnTo>
                    <a:pt x="4583894" y="1795239"/>
                  </a:lnTo>
                  <a:lnTo>
                    <a:pt x="4550870" y="1740285"/>
                  </a:lnTo>
                  <a:lnTo>
                    <a:pt x="4517791" y="1685245"/>
                  </a:lnTo>
                  <a:lnTo>
                    <a:pt x="4484663" y="1630130"/>
                  </a:lnTo>
                  <a:lnTo>
                    <a:pt x="4451493" y="1574950"/>
                  </a:lnTo>
                  <a:lnTo>
                    <a:pt x="4418287" y="1519716"/>
                  </a:lnTo>
                  <a:lnTo>
                    <a:pt x="4385052" y="1464440"/>
                  </a:lnTo>
                  <a:lnTo>
                    <a:pt x="4351795" y="1409133"/>
                  </a:lnTo>
                  <a:lnTo>
                    <a:pt x="4318522" y="1353805"/>
                  </a:lnTo>
                  <a:lnTo>
                    <a:pt x="4285239" y="1298468"/>
                  </a:lnTo>
                  <a:lnTo>
                    <a:pt x="4251954" y="1243132"/>
                  </a:lnTo>
                  <a:lnTo>
                    <a:pt x="4218673" y="1187809"/>
                  </a:lnTo>
                  <a:lnTo>
                    <a:pt x="4185402" y="1132510"/>
                  </a:lnTo>
                  <a:lnTo>
                    <a:pt x="4152149" y="1077245"/>
                  </a:lnTo>
                  <a:lnTo>
                    <a:pt x="4118919" y="1022026"/>
                  </a:lnTo>
                  <a:lnTo>
                    <a:pt x="4085720" y="966864"/>
                  </a:lnTo>
                  <a:lnTo>
                    <a:pt x="4052558" y="911769"/>
                  </a:lnTo>
                  <a:lnTo>
                    <a:pt x="4019439" y="856753"/>
                  </a:lnTo>
                  <a:lnTo>
                    <a:pt x="3986371" y="801826"/>
                  </a:lnTo>
                  <a:lnTo>
                    <a:pt x="3953359" y="747001"/>
                  </a:lnTo>
                  <a:lnTo>
                    <a:pt x="3920411" y="692287"/>
                  </a:lnTo>
                  <a:lnTo>
                    <a:pt x="3887532" y="637695"/>
                  </a:lnTo>
                  <a:lnTo>
                    <a:pt x="3854730" y="583238"/>
                  </a:lnTo>
                  <a:lnTo>
                    <a:pt x="3822012" y="528925"/>
                  </a:lnTo>
                  <a:lnTo>
                    <a:pt x="3789383" y="474768"/>
                  </a:lnTo>
                  <a:lnTo>
                    <a:pt x="3756850" y="420778"/>
                  </a:lnTo>
                  <a:lnTo>
                    <a:pt x="3724421" y="366965"/>
                  </a:lnTo>
                  <a:lnTo>
                    <a:pt x="3692101" y="313342"/>
                  </a:lnTo>
                  <a:lnTo>
                    <a:pt x="3659897" y="259918"/>
                  </a:lnTo>
                  <a:lnTo>
                    <a:pt x="3627816" y="206705"/>
                  </a:lnTo>
                  <a:lnTo>
                    <a:pt x="3595864" y="153714"/>
                  </a:lnTo>
                  <a:lnTo>
                    <a:pt x="3564048" y="100956"/>
                  </a:lnTo>
                  <a:lnTo>
                    <a:pt x="3532375" y="48441"/>
                  </a:lnTo>
                  <a:lnTo>
                    <a:pt x="350315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11" name="object 11">
              <a:extLst>
                <a:ext uri="{FF2B5EF4-FFF2-40B4-BE49-F238E27FC236}">
                  <a16:creationId xmlns:a16="http://schemas.microsoft.com/office/drawing/2014/main" id="{F8D17B53-B9E9-C05A-89CA-F5B4EFD6CF23}"/>
                </a:ext>
              </a:extLst>
            </p:cNvPr>
            <p:cNvSpPr/>
            <p:nvPr/>
          </p:nvSpPr>
          <p:spPr>
            <a:xfrm>
              <a:off x="0" y="0"/>
              <a:ext cx="4424045" cy="4857115"/>
            </a:xfrm>
            <a:custGeom>
              <a:avLst/>
              <a:gdLst/>
              <a:ahLst/>
              <a:cxnLst/>
              <a:rect l="l" t="t" r="r" b="b"/>
              <a:pathLst>
                <a:path w="4424045" h="4857115">
                  <a:moveTo>
                    <a:pt x="0" y="4854300"/>
                  </a:moveTo>
                  <a:lnTo>
                    <a:pt x="79877" y="4854350"/>
                  </a:lnTo>
                  <a:lnTo>
                    <a:pt x="130619" y="4854381"/>
                  </a:lnTo>
                  <a:lnTo>
                    <a:pt x="181362" y="4854412"/>
                  </a:lnTo>
                  <a:lnTo>
                    <a:pt x="232104" y="4854444"/>
                  </a:lnTo>
                  <a:lnTo>
                    <a:pt x="282846" y="4854475"/>
                  </a:lnTo>
                  <a:lnTo>
                    <a:pt x="333588" y="4854507"/>
                  </a:lnTo>
                  <a:lnTo>
                    <a:pt x="384331" y="4854538"/>
                  </a:lnTo>
                  <a:lnTo>
                    <a:pt x="435073" y="4854570"/>
                  </a:lnTo>
                  <a:lnTo>
                    <a:pt x="485815" y="4854601"/>
                  </a:lnTo>
                  <a:lnTo>
                    <a:pt x="536557" y="4854632"/>
                  </a:lnTo>
                  <a:lnTo>
                    <a:pt x="587300" y="4854664"/>
                  </a:lnTo>
                  <a:lnTo>
                    <a:pt x="638042" y="4854695"/>
                  </a:lnTo>
                  <a:lnTo>
                    <a:pt x="688784" y="4854726"/>
                  </a:lnTo>
                  <a:lnTo>
                    <a:pt x="739526" y="4854758"/>
                  </a:lnTo>
                  <a:lnTo>
                    <a:pt x="790269" y="4854789"/>
                  </a:lnTo>
                  <a:lnTo>
                    <a:pt x="841011" y="4854820"/>
                  </a:lnTo>
                  <a:lnTo>
                    <a:pt x="891753" y="4854852"/>
                  </a:lnTo>
                  <a:lnTo>
                    <a:pt x="942495" y="4854883"/>
                  </a:lnTo>
                  <a:lnTo>
                    <a:pt x="993238" y="4854914"/>
                  </a:lnTo>
                  <a:lnTo>
                    <a:pt x="1043980" y="4854946"/>
                  </a:lnTo>
                  <a:lnTo>
                    <a:pt x="1094722" y="4854977"/>
                  </a:lnTo>
                  <a:lnTo>
                    <a:pt x="1145464" y="4855008"/>
                  </a:lnTo>
                  <a:lnTo>
                    <a:pt x="1196207" y="4855040"/>
                  </a:lnTo>
                  <a:lnTo>
                    <a:pt x="1246949" y="4855071"/>
                  </a:lnTo>
                  <a:lnTo>
                    <a:pt x="1297691" y="4855102"/>
                  </a:lnTo>
                  <a:lnTo>
                    <a:pt x="1348433" y="4855133"/>
                  </a:lnTo>
                  <a:lnTo>
                    <a:pt x="1399175" y="4855165"/>
                  </a:lnTo>
                  <a:lnTo>
                    <a:pt x="1449918" y="4855196"/>
                  </a:lnTo>
                  <a:lnTo>
                    <a:pt x="1500660" y="4855227"/>
                  </a:lnTo>
                  <a:lnTo>
                    <a:pt x="1551402" y="4855258"/>
                  </a:lnTo>
                  <a:lnTo>
                    <a:pt x="1602144" y="4855290"/>
                  </a:lnTo>
                  <a:lnTo>
                    <a:pt x="1652887" y="4855321"/>
                  </a:lnTo>
                  <a:lnTo>
                    <a:pt x="1703629" y="4855352"/>
                  </a:lnTo>
                  <a:lnTo>
                    <a:pt x="1754371" y="4855383"/>
                  </a:lnTo>
                  <a:lnTo>
                    <a:pt x="1805113" y="4855414"/>
                  </a:lnTo>
                  <a:lnTo>
                    <a:pt x="1855856" y="4855446"/>
                  </a:lnTo>
                  <a:lnTo>
                    <a:pt x="1906598" y="4855477"/>
                  </a:lnTo>
                  <a:lnTo>
                    <a:pt x="1957340" y="4855508"/>
                  </a:lnTo>
                  <a:lnTo>
                    <a:pt x="2008083" y="4855539"/>
                  </a:lnTo>
                  <a:lnTo>
                    <a:pt x="2058825" y="4855570"/>
                  </a:lnTo>
                  <a:lnTo>
                    <a:pt x="2109567" y="4855601"/>
                  </a:lnTo>
                  <a:lnTo>
                    <a:pt x="2160309" y="4855632"/>
                  </a:lnTo>
                  <a:lnTo>
                    <a:pt x="2211052" y="4855664"/>
                  </a:lnTo>
                  <a:lnTo>
                    <a:pt x="2261794" y="4855695"/>
                  </a:lnTo>
                  <a:lnTo>
                    <a:pt x="2312536" y="4855726"/>
                  </a:lnTo>
                  <a:lnTo>
                    <a:pt x="2363278" y="4855757"/>
                  </a:lnTo>
                  <a:lnTo>
                    <a:pt x="2414021" y="4855788"/>
                  </a:lnTo>
                  <a:lnTo>
                    <a:pt x="2464763" y="4855819"/>
                  </a:lnTo>
                  <a:lnTo>
                    <a:pt x="2515505" y="4855850"/>
                  </a:lnTo>
                  <a:lnTo>
                    <a:pt x="2566248" y="4855881"/>
                  </a:lnTo>
                  <a:lnTo>
                    <a:pt x="2616990" y="4855912"/>
                  </a:lnTo>
                  <a:lnTo>
                    <a:pt x="2667732" y="4855943"/>
                  </a:lnTo>
                  <a:lnTo>
                    <a:pt x="2718474" y="4855974"/>
                  </a:lnTo>
                  <a:lnTo>
                    <a:pt x="2769217" y="4856005"/>
                  </a:lnTo>
                  <a:lnTo>
                    <a:pt x="2819959" y="4856036"/>
                  </a:lnTo>
                  <a:lnTo>
                    <a:pt x="2870701" y="4856067"/>
                  </a:lnTo>
                  <a:lnTo>
                    <a:pt x="2921444" y="4856098"/>
                  </a:lnTo>
                  <a:lnTo>
                    <a:pt x="2972186" y="4856129"/>
                  </a:lnTo>
                  <a:lnTo>
                    <a:pt x="3022928" y="4856160"/>
                  </a:lnTo>
                  <a:lnTo>
                    <a:pt x="3073671" y="4856191"/>
                  </a:lnTo>
                  <a:lnTo>
                    <a:pt x="3124413" y="4856222"/>
                  </a:lnTo>
                  <a:lnTo>
                    <a:pt x="3175155" y="4856253"/>
                  </a:lnTo>
                  <a:lnTo>
                    <a:pt x="3225898" y="4856284"/>
                  </a:lnTo>
                  <a:lnTo>
                    <a:pt x="3276640" y="4856315"/>
                  </a:lnTo>
                  <a:lnTo>
                    <a:pt x="3327382" y="4856346"/>
                  </a:lnTo>
                  <a:lnTo>
                    <a:pt x="3378125" y="4856377"/>
                  </a:lnTo>
                  <a:lnTo>
                    <a:pt x="3428867" y="4856408"/>
                  </a:lnTo>
                  <a:lnTo>
                    <a:pt x="3479609" y="4856439"/>
                  </a:lnTo>
                  <a:lnTo>
                    <a:pt x="3530352" y="4856469"/>
                  </a:lnTo>
                  <a:lnTo>
                    <a:pt x="3581094" y="4856500"/>
                  </a:lnTo>
                  <a:lnTo>
                    <a:pt x="3631837" y="4856531"/>
                  </a:lnTo>
                  <a:lnTo>
                    <a:pt x="3666861" y="4856701"/>
                  </a:lnTo>
                  <a:lnTo>
                    <a:pt x="3701891" y="4856930"/>
                  </a:lnTo>
                  <a:lnTo>
                    <a:pt x="3736910" y="4856848"/>
                  </a:lnTo>
                  <a:lnTo>
                    <a:pt x="3771906" y="4856081"/>
                  </a:lnTo>
                  <a:lnTo>
                    <a:pt x="3821954" y="4852907"/>
                  </a:lnTo>
                  <a:lnTo>
                    <a:pt x="3870424" y="4847021"/>
                  </a:lnTo>
                  <a:lnTo>
                    <a:pt x="3917259" y="4838502"/>
                  </a:lnTo>
                  <a:lnTo>
                    <a:pt x="3962402" y="4827428"/>
                  </a:lnTo>
                  <a:lnTo>
                    <a:pt x="4005798" y="4813878"/>
                  </a:lnTo>
                  <a:lnTo>
                    <a:pt x="4047389" y="4797931"/>
                  </a:lnTo>
                  <a:lnTo>
                    <a:pt x="4087119" y="4779664"/>
                  </a:lnTo>
                  <a:lnTo>
                    <a:pt x="4124932" y="4759158"/>
                  </a:lnTo>
                  <a:lnTo>
                    <a:pt x="4160771" y="4736489"/>
                  </a:lnTo>
                  <a:lnTo>
                    <a:pt x="4194580" y="4711738"/>
                  </a:lnTo>
                  <a:lnTo>
                    <a:pt x="4226303" y="4684982"/>
                  </a:lnTo>
                  <a:lnTo>
                    <a:pt x="4255882" y="4656301"/>
                  </a:lnTo>
                  <a:lnTo>
                    <a:pt x="4283262" y="4625772"/>
                  </a:lnTo>
                  <a:lnTo>
                    <a:pt x="4308387" y="4593475"/>
                  </a:lnTo>
                  <a:lnTo>
                    <a:pt x="4331198" y="4559488"/>
                  </a:lnTo>
                  <a:lnTo>
                    <a:pt x="4351641" y="4523890"/>
                  </a:lnTo>
                  <a:lnTo>
                    <a:pt x="4369659" y="4486759"/>
                  </a:lnTo>
                  <a:lnTo>
                    <a:pt x="4385195" y="4448173"/>
                  </a:lnTo>
                  <a:lnTo>
                    <a:pt x="4398193" y="4408213"/>
                  </a:lnTo>
                  <a:lnTo>
                    <a:pt x="4408597" y="4366956"/>
                  </a:lnTo>
                  <a:lnTo>
                    <a:pt x="4416349" y="4324480"/>
                  </a:lnTo>
                  <a:lnTo>
                    <a:pt x="4421394" y="4280865"/>
                  </a:lnTo>
                  <a:lnTo>
                    <a:pt x="4423675" y="4236189"/>
                  </a:lnTo>
                  <a:lnTo>
                    <a:pt x="4423136" y="4190531"/>
                  </a:lnTo>
                  <a:lnTo>
                    <a:pt x="4419719" y="4143969"/>
                  </a:lnTo>
                  <a:lnTo>
                    <a:pt x="4413370" y="4096581"/>
                  </a:lnTo>
                  <a:lnTo>
                    <a:pt x="4404031" y="4048448"/>
                  </a:lnTo>
                  <a:lnTo>
                    <a:pt x="4391646" y="3999646"/>
                  </a:lnTo>
                  <a:lnTo>
                    <a:pt x="4376961" y="3953734"/>
                  </a:lnTo>
                  <a:lnTo>
                    <a:pt x="4359566" y="3909163"/>
                  </a:lnTo>
                  <a:lnTo>
                    <a:pt x="4339760" y="3865723"/>
                  </a:lnTo>
                  <a:lnTo>
                    <a:pt x="4317842" y="3823203"/>
                  </a:lnTo>
                  <a:lnTo>
                    <a:pt x="4294110" y="3781391"/>
                  </a:lnTo>
                  <a:lnTo>
                    <a:pt x="4255289" y="3716001"/>
                  </a:lnTo>
                  <a:lnTo>
                    <a:pt x="4235177" y="3682348"/>
                  </a:lnTo>
                  <a:lnTo>
                    <a:pt x="4214609" y="3648074"/>
                  </a:lnTo>
                  <a:lnTo>
                    <a:pt x="4193595" y="3613191"/>
                  </a:lnTo>
                  <a:lnTo>
                    <a:pt x="4172145" y="3577714"/>
                  </a:lnTo>
                  <a:lnTo>
                    <a:pt x="4150268" y="3541654"/>
                  </a:lnTo>
                  <a:lnTo>
                    <a:pt x="4127974" y="3505026"/>
                  </a:lnTo>
                  <a:lnTo>
                    <a:pt x="4105272" y="3467842"/>
                  </a:lnTo>
                  <a:lnTo>
                    <a:pt x="4082173" y="3430115"/>
                  </a:lnTo>
                  <a:lnTo>
                    <a:pt x="4058685" y="3391858"/>
                  </a:lnTo>
                  <a:lnTo>
                    <a:pt x="4034818" y="3353085"/>
                  </a:lnTo>
                  <a:lnTo>
                    <a:pt x="4010583" y="3313808"/>
                  </a:lnTo>
                  <a:lnTo>
                    <a:pt x="3985988" y="3274041"/>
                  </a:lnTo>
                  <a:lnTo>
                    <a:pt x="3961043" y="3233796"/>
                  </a:lnTo>
                  <a:lnTo>
                    <a:pt x="3935758" y="3193087"/>
                  </a:lnTo>
                  <a:lnTo>
                    <a:pt x="3910142" y="3151927"/>
                  </a:lnTo>
                  <a:lnTo>
                    <a:pt x="3884205" y="3110328"/>
                  </a:lnTo>
                  <a:lnTo>
                    <a:pt x="3857957" y="3068304"/>
                  </a:lnTo>
                  <a:lnTo>
                    <a:pt x="3831406" y="3025868"/>
                  </a:lnTo>
                  <a:lnTo>
                    <a:pt x="3804564" y="2983034"/>
                  </a:lnTo>
                  <a:lnTo>
                    <a:pt x="3777438" y="2939813"/>
                  </a:lnTo>
                  <a:lnTo>
                    <a:pt x="3750040" y="2896219"/>
                  </a:lnTo>
                  <a:lnTo>
                    <a:pt x="3722378" y="2852266"/>
                  </a:lnTo>
                  <a:lnTo>
                    <a:pt x="3694462" y="2807966"/>
                  </a:lnTo>
                  <a:lnTo>
                    <a:pt x="3666302" y="2763332"/>
                  </a:lnTo>
                  <a:lnTo>
                    <a:pt x="3637908" y="2718378"/>
                  </a:lnTo>
                  <a:lnTo>
                    <a:pt x="3609288" y="2673116"/>
                  </a:lnTo>
                  <a:lnTo>
                    <a:pt x="3580453" y="2627560"/>
                  </a:lnTo>
                  <a:lnTo>
                    <a:pt x="3551411" y="2581723"/>
                  </a:lnTo>
                  <a:lnTo>
                    <a:pt x="3522174" y="2535617"/>
                  </a:lnTo>
                  <a:lnTo>
                    <a:pt x="3492750" y="2489256"/>
                  </a:lnTo>
                  <a:lnTo>
                    <a:pt x="3463149" y="2442653"/>
                  </a:lnTo>
                  <a:lnTo>
                    <a:pt x="3433380" y="2395820"/>
                  </a:lnTo>
                  <a:lnTo>
                    <a:pt x="3403454" y="2348772"/>
                  </a:lnTo>
                  <a:lnTo>
                    <a:pt x="3373379" y="2301521"/>
                  </a:lnTo>
                  <a:lnTo>
                    <a:pt x="3343166" y="2254080"/>
                  </a:lnTo>
                  <a:lnTo>
                    <a:pt x="3312823" y="2206462"/>
                  </a:lnTo>
                  <a:lnTo>
                    <a:pt x="3282361" y="2158681"/>
                  </a:lnTo>
                  <a:lnTo>
                    <a:pt x="3251789" y="2110748"/>
                  </a:lnTo>
                  <a:lnTo>
                    <a:pt x="3221117" y="2062679"/>
                  </a:lnTo>
                  <a:lnTo>
                    <a:pt x="3190354" y="2014484"/>
                  </a:lnTo>
                  <a:lnTo>
                    <a:pt x="3159511" y="1966179"/>
                  </a:lnTo>
                  <a:lnTo>
                    <a:pt x="3128595" y="1917775"/>
                  </a:lnTo>
                  <a:lnTo>
                    <a:pt x="3097618" y="1869285"/>
                  </a:lnTo>
                  <a:lnTo>
                    <a:pt x="3066589" y="1820724"/>
                  </a:lnTo>
                  <a:lnTo>
                    <a:pt x="3035517" y="1772103"/>
                  </a:lnTo>
                  <a:lnTo>
                    <a:pt x="3004412" y="1723437"/>
                  </a:lnTo>
                  <a:lnTo>
                    <a:pt x="2973283" y="1674737"/>
                  </a:lnTo>
                  <a:lnTo>
                    <a:pt x="2942141" y="1626017"/>
                  </a:lnTo>
                  <a:lnTo>
                    <a:pt x="2910994" y="1577291"/>
                  </a:lnTo>
                  <a:lnTo>
                    <a:pt x="2879853" y="1528570"/>
                  </a:lnTo>
                  <a:lnTo>
                    <a:pt x="2848727" y="1479869"/>
                  </a:lnTo>
                  <a:lnTo>
                    <a:pt x="2817625" y="1431200"/>
                  </a:lnTo>
                  <a:lnTo>
                    <a:pt x="2786557" y="1382577"/>
                  </a:lnTo>
                  <a:lnTo>
                    <a:pt x="2755533" y="1334012"/>
                  </a:lnTo>
                  <a:lnTo>
                    <a:pt x="2724563" y="1285519"/>
                  </a:lnTo>
                  <a:lnTo>
                    <a:pt x="2693655" y="1237111"/>
                  </a:lnTo>
                  <a:lnTo>
                    <a:pt x="2662820" y="1188800"/>
                  </a:lnTo>
                  <a:lnTo>
                    <a:pt x="2632067" y="1140600"/>
                  </a:lnTo>
                  <a:lnTo>
                    <a:pt x="2601406" y="1092523"/>
                  </a:lnTo>
                  <a:lnTo>
                    <a:pt x="2570846" y="1044584"/>
                  </a:lnTo>
                  <a:lnTo>
                    <a:pt x="2540398" y="996795"/>
                  </a:lnTo>
                  <a:lnTo>
                    <a:pt x="2510069" y="949168"/>
                  </a:lnTo>
                  <a:lnTo>
                    <a:pt x="2479871" y="901718"/>
                  </a:lnTo>
                  <a:lnTo>
                    <a:pt x="2449813" y="854457"/>
                  </a:lnTo>
                  <a:lnTo>
                    <a:pt x="2419904" y="807398"/>
                  </a:lnTo>
                  <a:lnTo>
                    <a:pt x="2390154" y="760555"/>
                  </a:lnTo>
                  <a:lnTo>
                    <a:pt x="2360573" y="713940"/>
                  </a:lnTo>
                  <a:lnTo>
                    <a:pt x="2331169" y="667567"/>
                  </a:lnTo>
                  <a:lnTo>
                    <a:pt x="2301954" y="621448"/>
                  </a:lnTo>
                  <a:lnTo>
                    <a:pt x="2272936" y="575597"/>
                  </a:lnTo>
                  <a:lnTo>
                    <a:pt x="2244125" y="530026"/>
                  </a:lnTo>
                  <a:lnTo>
                    <a:pt x="2215530" y="484749"/>
                  </a:lnTo>
                  <a:lnTo>
                    <a:pt x="2187162" y="439779"/>
                  </a:lnTo>
                  <a:lnTo>
                    <a:pt x="2159029" y="395129"/>
                  </a:lnTo>
                  <a:lnTo>
                    <a:pt x="2131142" y="350812"/>
                  </a:lnTo>
                  <a:lnTo>
                    <a:pt x="2103510" y="306841"/>
                  </a:lnTo>
                  <a:lnTo>
                    <a:pt x="2076142" y="263230"/>
                  </a:lnTo>
                  <a:lnTo>
                    <a:pt x="2049048" y="219990"/>
                  </a:lnTo>
                  <a:lnTo>
                    <a:pt x="2022239" y="177136"/>
                  </a:lnTo>
                  <a:lnTo>
                    <a:pt x="1995722" y="134680"/>
                  </a:lnTo>
                  <a:lnTo>
                    <a:pt x="1969509" y="92635"/>
                  </a:lnTo>
                  <a:lnTo>
                    <a:pt x="1943608" y="51015"/>
                  </a:lnTo>
                  <a:lnTo>
                    <a:pt x="1918029" y="9832"/>
                  </a:lnTo>
                  <a:lnTo>
                    <a:pt x="191193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12" name="object 12">
              <a:extLst>
                <a:ext uri="{FF2B5EF4-FFF2-40B4-BE49-F238E27FC236}">
                  <a16:creationId xmlns:a16="http://schemas.microsoft.com/office/drawing/2014/main" id="{7C4AA121-5301-2F2D-9BDA-73CFE392C8CB}"/>
                </a:ext>
              </a:extLst>
            </p:cNvPr>
            <p:cNvSpPr/>
            <p:nvPr/>
          </p:nvSpPr>
          <p:spPr>
            <a:xfrm>
              <a:off x="9787" y="0"/>
              <a:ext cx="8691880" cy="7082154"/>
            </a:xfrm>
            <a:custGeom>
              <a:avLst/>
              <a:gdLst/>
              <a:ahLst/>
              <a:cxnLst/>
              <a:rect l="l" t="t" r="r" b="b"/>
              <a:pathLst>
                <a:path w="8691880" h="7082155">
                  <a:moveTo>
                    <a:pt x="0" y="7077369"/>
                  </a:moveTo>
                  <a:lnTo>
                    <a:pt x="42823" y="7077396"/>
                  </a:lnTo>
                  <a:lnTo>
                    <a:pt x="85964" y="7077423"/>
                  </a:lnTo>
                  <a:lnTo>
                    <a:pt x="129418" y="7077449"/>
                  </a:lnTo>
                  <a:lnTo>
                    <a:pt x="173181" y="7077476"/>
                  </a:lnTo>
                  <a:lnTo>
                    <a:pt x="217248" y="7077503"/>
                  </a:lnTo>
                  <a:lnTo>
                    <a:pt x="261616" y="7077529"/>
                  </a:lnTo>
                  <a:lnTo>
                    <a:pt x="306281" y="7077556"/>
                  </a:lnTo>
                  <a:lnTo>
                    <a:pt x="351237" y="7077583"/>
                  </a:lnTo>
                  <a:lnTo>
                    <a:pt x="396481" y="7077609"/>
                  </a:lnTo>
                  <a:lnTo>
                    <a:pt x="442009" y="7077636"/>
                  </a:lnTo>
                  <a:lnTo>
                    <a:pt x="487817" y="7077663"/>
                  </a:lnTo>
                  <a:lnTo>
                    <a:pt x="533899" y="7077689"/>
                  </a:lnTo>
                  <a:lnTo>
                    <a:pt x="580253" y="7077716"/>
                  </a:lnTo>
                  <a:lnTo>
                    <a:pt x="626874" y="7077742"/>
                  </a:lnTo>
                  <a:lnTo>
                    <a:pt x="673757" y="7077769"/>
                  </a:lnTo>
                  <a:lnTo>
                    <a:pt x="720899" y="7077796"/>
                  </a:lnTo>
                  <a:lnTo>
                    <a:pt x="768295" y="7077822"/>
                  </a:lnTo>
                  <a:lnTo>
                    <a:pt x="815941" y="7077849"/>
                  </a:lnTo>
                  <a:lnTo>
                    <a:pt x="863833" y="7077875"/>
                  </a:lnTo>
                  <a:lnTo>
                    <a:pt x="911966" y="7077902"/>
                  </a:lnTo>
                  <a:lnTo>
                    <a:pt x="960337" y="7077929"/>
                  </a:lnTo>
                  <a:lnTo>
                    <a:pt x="1008941" y="7077955"/>
                  </a:lnTo>
                  <a:lnTo>
                    <a:pt x="1057775" y="7077982"/>
                  </a:lnTo>
                  <a:lnTo>
                    <a:pt x="1106833" y="7078008"/>
                  </a:lnTo>
                  <a:lnTo>
                    <a:pt x="1156112" y="7078035"/>
                  </a:lnTo>
                  <a:lnTo>
                    <a:pt x="1205607" y="7078061"/>
                  </a:lnTo>
                  <a:lnTo>
                    <a:pt x="1255314" y="7078088"/>
                  </a:lnTo>
                  <a:lnTo>
                    <a:pt x="1305230" y="7078115"/>
                  </a:lnTo>
                  <a:lnTo>
                    <a:pt x="1355349" y="7078141"/>
                  </a:lnTo>
                  <a:lnTo>
                    <a:pt x="1405668" y="7078168"/>
                  </a:lnTo>
                  <a:lnTo>
                    <a:pt x="1456182" y="7078194"/>
                  </a:lnTo>
                  <a:lnTo>
                    <a:pt x="1506888" y="7078221"/>
                  </a:lnTo>
                  <a:lnTo>
                    <a:pt x="1557780" y="7078247"/>
                  </a:lnTo>
                  <a:lnTo>
                    <a:pt x="1608856" y="7078274"/>
                  </a:lnTo>
                  <a:lnTo>
                    <a:pt x="1660110" y="7078300"/>
                  </a:lnTo>
                  <a:lnTo>
                    <a:pt x="1711538" y="7078327"/>
                  </a:lnTo>
                  <a:lnTo>
                    <a:pt x="1763137" y="7078353"/>
                  </a:lnTo>
                  <a:lnTo>
                    <a:pt x="1814901" y="7078380"/>
                  </a:lnTo>
                  <a:lnTo>
                    <a:pt x="1866828" y="7078406"/>
                  </a:lnTo>
                  <a:lnTo>
                    <a:pt x="1918912" y="7078433"/>
                  </a:lnTo>
                  <a:lnTo>
                    <a:pt x="1971149" y="7078459"/>
                  </a:lnTo>
                  <a:lnTo>
                    <a:pt x="2023536" y="7078486"/>
                  </a:lnTo>
                  <a:lnTo>
                    <a:pt x="2076067" y="7078512"/>
                  </a:lnTo>
                  <a:lnTo>
                    <a:pt x="2128740" y="7078539"/>
                  </a:lnTo>
                  <a:lnTo>
                    <a:pt x="2181549" y="7078565"/>
                  </a:lnTo>
                  <a:lnTo>
                    <a:pt x="2234490" y="7078591"/>
                  </a:lnTo>
                  <a:lnTo>
                    <a:pt x="2287559" y="7078618"/>
                  </a:lnTo>
                  <a:lnTo>
                    <a:pt x="2340753" y="7078644"/>
                  </a:lnTo>
                  <a:lnTo>
                    <a:pt x="2394066" y="7078671"/>
                  </a:lnTo>
                  <a:lnTo>
                    <a:pt x="2447495" y="7078697"/>
                  </a:lnTo>
                  <a:lnTo>
                    <a:pt x="2501035" y="7078724"/>
                  </a:lnTo>
                  <a:lnTo>
                    <a:pt x="2554683" y="7078750"/>
                  </a:lnTo>
                  <a:lnTo>
                    <a:pt x="2608433" y="7078776"/>
                  </a:lnTo>
                  <a:lnTo>
                    <a:pt x="2662282" y="7078803"/>
                  </a:lnTo>
                  <a:lnTo>
                    <a:pt x="2716226" y="7078829"/>
                  </a:lnTo>
                  <a:lnTo>
                    <a:pt x="2770260" y="7078856"/>
                  </a:lnTo>
                  <a:lnTo>
                    <a:pt x="2824380" y="7078882"/>
                  </a:lnTo>
                  <a:lnTo>
                    <a:pt x="2878582" y="7078908"/>
                  </a:lnTo>
                  <a:lnTo>
                    <a:pt x="2932862" y="7078935"/>
                  </a:lnTo>
                  <a:lnTo>
                    <a:pt x="2987215" y="7078961"/>
                  </a:lnTo>
                  <a:lnTo>
                    <a:pt x="3041638" y="7078987"/>
                  </a:lnTo>
                  <a:lnTo>
                    <a:pt x="3096126" y="7079014"/>
                  </a:lnTo>
                  <a:lnTo>
                    <a:pt x="3150675" y="7079040"/>
                  </a:lnTo>
                  <a:lnTo>
                    <a:pt x="3205280" y="7079067"/>
                  </a:lnTo>
                  <a:lnTo>
                    <a:pt x="3259938" y="7079093"/>
                  </a:lnTo>
                  <a:lnTo>
                    <a:pt x="3314645" y="7079119"/>
                  </a:lnTo>
                  <a:lnTo>
                    <a:pt x="3369395" y="7079146"/>
                  </a:lnTo>
                  <a:lnTo>
                    <a:pt x="3424186" y="7079172"/>
                  </a:lnTo>
                  <a:lnTo>
                    <a:pt x="3479012" y="7079198"/>
                  </a:lnTo>
                  <a:lnTo>
                    <a:pt x="3533870" y="7079225"/>
                  </a:lnTo>
                  <a:lnTo>
                    <a:pt x="3588755" y="7079251"/>
                  </a:lnTo>
                  <a:lnTo>
                    <a:pt x="3643663" y="7079277"/>
                  </a:lnTo>
                  <a:lnTo>
                    <a:pt x="3698590" y="7079303"/>
                  </a:lnTo>
                  <a:lnTo>
                    <a:pt x="3753532" y="7079330"/>
                  </a:lnTo>
                  <a:lnTo>
                    <a:pt x="3808484" y="7079356"/>
                  </a:lnTo>
                  <a:lnTo>
                    <a:pt x="3863443" y="7079382"/>
                  </a:lnTo>
                  <a:lnTo>
                    <a:pt x="3918403" y="7079409"/>
                  </a:lnTo>
                  <a:lnTo>
                    <a:pt x="3973362" y="7079435"/>
                  </a:lnTo>
                  <a:lnTo>
                    <a:pt x="4028314" y="7079461"/>
                  </a:lnTo>
                  <a:lnTo>
                    <a:pt x="4083256" y="7079487"/>
                  </a:lnTo>
                  <a:lnTo>
                    <a:pt x="4138183" y="7079514"/>
                  </a:lnTo>
                  <a:lnTo>
                    <a:pt x="4193091" y="7079540"/>
                  </a:lnTo>
                  <a:lnTo>
                    <a:pt x="4247976" y="7079566"/>
                  </a:lnTo>
                  <a:lnTo>
                    <a:pt x="4302834" y="7079592"/>
                  </a:lnTo>
                  <a:lnTo>
                    <a:pt x="4357660" y="7079619"/>
                  </a:lnTo>
                  <a:lnTo>
                    <a:pt x="4412451" y="7079645"/>
                  </a:lnTo>
                  <a:lnTo>
                    <a:pt x="4467201" y="7079671"/>
                  </a:lnTo>
                  <a:lnTo>
                    <a:pt x="4521907" y="7079697"/>
                  </a:lnTo>
                  <a:lnTo>
                    <a:pt x="4576566" y="7079724"/>
                  </a:lnTo>
                  <a:lnTo>
                    <a:pt x="4631171" y="7079750"/>
                  </a:lnTo>
                  <a:lnTo>
                    <a:pt x="4685720" y="7079776"/>
                  </a:lnTo>
                  <a:lnTo>
                    <a:pt x="4740208" y="7079802"/>
                  </a:lnTo>
                  <a:lnTo>
                    <a:pt x="4794631" y="7079828"/>
                  </a:lnTo>
                  <a:lnTo>
                    <a:pt x="4848984" y="7079855"/>
                  </a:lnTo>
                  <a:lnTo>
                    <a:pt x="4903264" y="7079881"/>
                  </a:lnTo>
                  <a:lnTo>
                    <a:pt x="4957466" y="7079907"/>
                  </a:lnTo>
                  <a:lnTo>
                    <a:pt x="5011586" y="7079933"/>
                  </a:lnTo>
                  <a:lnTo>
                    <a:pt x="5065620" y="7079959"/>
                  </a:lnTo>
                  <a:lnTo>
                    <a:pt x="5119564" y="7079985"/>
                  </a:lnTo>
                  <a:lnTo>
                    <a:pt x="5173413" y="7080012"/>
                  </a:lnTo>
                  <a:lnTo>
                    <a:pt x="5227163" y="7080038"/>
                  </a:lnTo>
                  <a:lnTo>
                    <a:pt x="5280811" y="7080064"/>
                  </a:lnTo>
                  <a:lnTo>
                    <a:pt x="5334351" y="7080090"/>
                  </a:lnTo>
                  <a:lnTo>
                    <a:pt x="5387780" y="7080116"/>
                  </a:lnTo>
                  <a:lnTo>
                    <a:pt x="5441093" y="7080142"/>
                  </a:lnTo>
                  <a:lnTo>
                    <a:pt x="5494286" y="7080168"/>
                  </a:lnTo>
                  <a:lnTo>
                    <a:pt x="5547356" y="7080194"/>
                  </a:lnTo>
                  <a:lnTo>
                    <a:pt x="5600297" y="7080221"/>
                  </a:lnTo>
                  <a:lnTo>
                    <a:pt x="5653106" y="7080247"/>
                  </a:lnTo>
                  <a:lnTo>
                    <a:pt x="5705779" y="7080273"/>
                  </a:lnTo>
                  <a:lnTo>
                    <a:pt x="5758310" y="7080299"/>
                  </a:lnTo>
                  <a:lnTo>
                    <a:pt x="5810697" y="7080325"/>
                  </a:lnTo>
                  <a:lnTo>
                    <a:pt x="5862934" y="7080351"/>
                  </a:lnTo>
                  <a:lnTo>
                    <a:pt x="5915018" y="7080377"/>
                  </a:lnTo>
                  <a:lnTo>
                    <a:pt x="5966944" y="7080403"/>
                  </a:lnTo>
                  <a:lnTo>
                    <a:pt x="6018709" y="7080429"/>
                  </a:lnTo>
                  <a:lnTo>
                    <a:pt x="6070308" y="7080455"/>
                  </a:lnTo>
                  <a:lnTo>
                    <a:pt x="6121736" y="7080481"/>
                  </a:lnTo>
                  <a:lnTo>
                    <a:pt x="6172990" y="7080507"/>
                  </a:lnTo>
                  <a:lnTo>
                    <a:pt x="6224065" y="7080534"/>
                  </a:lnTo>
                  <a:lnTo>
                    <a:pt x="6274958" y="7080560"/>
                  </a:lnTo>
                  <a:lnTo>
                    <a:pt x="6325664" y="7080586"/>
                  </a:lnTo>
                  <a:lnTo>
                    <a:pt x="6376178" y="7080612"/>
                  </a:lnTo>
                  <a:lnTo>
                    <a:pt x="6426497" y="7080638"/>
                  </a:lnTo>
                  <a:lnTo>
                    <a:pt x="6476616" y="7080664"/>
                  </a:lnTo>
                  <a:lnTo>
                    <a:pt x="6526532" y="7080690"/>
                  </a:lnTo>
                  <a:lnTo>
                    <a:pt x="6576239" y="7080716"/>
                  </a:lnTo>
                  <a:lnTo>
                    <a:pt x="6625734" y="7080742"/>
                  </a:lnTo>
                  <a:lnTo>
                    <a:pt x="6675013" y="7080768"/>
                  </a:lnTo>
                  <a:lnTo>
                    <a:pt x="6724071" y="7080794"/>
                  </a:lnTo>
                  <a:lnTo>
                    <a:pt x="6772904" y="7080820"/>
                  </a:lnTo>
                  <a:lnTo>
                    <a:pt x="6821509" y="7080846"/>
                  </a:lnTo>
                  <a:lnTo>
                    <a:pt x="6869880" y="7080872"/>
                  </a:lnTo>
                  <a:lnTo>
                    <a:pt x="6918013" y="7080898"/>
                  </a:lnTo>
                  <a:lnTo>
                    <a:pt x="6965905" y="7080924"/>
                  </a:lnTo>
                  <a:lnTo>
                    <a:pt x="7013551" y="7080950"/>
                  </a:lnTo>
                  <a:lnTo>
                    <a:pt x="7060947" y="7080976"/>
                  </a:lnTo>
                  <a:lnTo>
                    <a:pt x="7108089" y="7081002"/>
                  </a:lnTo>
                  <a:lnTo>
                    <a:pt x="7154972" y="7081027"/>
                  </a:lnTo>
                  <a:lnTo>
                    <a:pt x="7201593" y="7081053"/>
                  </a:lnTo>
                  <a:lnTo>
                    <a:pt x="7247947" y="7081079"/>
                  </a:lnTo>
                  <a:lnTo>
                    <a:pt x="7294029" y="7081105"/>
                  </a:lnTo>
                  <a:lnTo>
                    <a:pt x="7339837" y="7081131"/>
                  </a:lnTo>
                  <a:lnTo>
                    <a:pt x="7385365" y="7081157"/>
                  </a:lnTo>
                  <a:lnTo>
                    <a:pt x="7430609" y="7081183"/>
                  </a:lnTo>
                  <a:lnTo>
                    <a:pt x="7475565" y="7081209"/>
                  </a:lnTo>
                  <a:lnTo>
                    <a:pt x="7520230" y="7081235"/>
                  </a:lnTo>
                  <a:lnTo>
                    <a:pt x="7564598" y="7081261"/>
                  </a:lnTo>
                  <a:lnTo>
                    <a:pt x="7608665" y="7081287"/>
                  </a:lnTo>
                  <a:lnTo>
                    <a:pt x="7652428" y="7081313"/>
                  </a:lnTo>
                  <a:lnTo>
                    <a:pt x="7695882" y="7081338"/>
                  </a:lnTo>
                  <a:lnTo>
                    <a:pt x="7739023" y="7081364"/>
                  </a:lnTo>
                  <a:lnTo>
                    <a:pt x="7781846" y="7081390"/>
                  </a:lnTo>
                  <a:lnTo>
                    <a:pt x="7822077" y="7081590"/>
                  </a:lnTo>
                  <a:lnTo>
                    <a:pt x="7862311" y="7081856"/>
                  </a:lnTo>
                  <a:lnTo>
                    <a:pt x="7902531" y="7081761"/>
                  </a:lnTo>
                  <a:lnTo>
                    <a:pt x="7942721" y="7080877"/>
                  </a:lnTo>
                  <a:lnTo>
                    <a:pt x="7993119" y="7077859"/>
                  </a:lnTo>
                  <a:lnTo>
                    <a:pt x="8042134" y="7072447"/>
                  </a:lnTo>
                  <a:lnTo>
                    <a:pt x="8089724" y="7064703"/>
                  </a:lnTo>
                  <a:lnTo>
                    <a:pt x="8135845" y="7054686"/>
                  </a:lnTo>
                  <a:lnTo>
                    <a:pt x="8180454" y="7042457"/>
                  </a:lnTo>
                  <a:lnTo>
                    <a:pt x="8223507" y="7028077"/>
                  </a:lnTo>
                  <a:lnTo>
                    <a:pt x="8264961" y="7011606"/>
                  </a:lnTo>
                  <a:lnTo>
                    <a:pt x="8304772" y="6993104"/>
                  </a:lnTo>
                  <a:lnTo>
                    <a:pt x="8342897" y="6972633"/>
                  </a:lnTo>
                  <a:lnTo>
                    <a:pt x="8379293" y="6950252"/>
                  </a:lnTo>
                  <a:lnTo>
                    <a:pt x="8413916" y="6926022"/>
                  </a:lnTo>
                  <a:lnTo>
                    <a:pt x="8446723" y="6900003"/>
                  </a:lnTo>
                  <a:lnTo>
                    <a:pt x="8477669" y="6872257"/>
                  </a:lnTo>
                  <a:lnTo>
                    <a:pt x="8506713" y="6842843"/>
                  </a:lnTo>
                  <a:lnTo>
                    <a:pt x="8533810" y="6811822"/>
                  </a:lnTo>
                  <a:lnTo>
                    <a:pt x="8558917" y="6779254"/>
                  </a:lnTo>
                  <a:lnTo>
                    <a:pt x="8581990" y="6745200"/>
                  </a:lnTo>
                  <a:lnTo>
                    <a:pt x="8602987" y="6709721"/>
                  </a:lnTo>
                  <a:lnTo>
                    <a:pt x="8621863" y="6672877"/>
                  </a:lnTo>
                  <a:lnTo>
                    <a:pt x="8638576" y="6634728"/>
                  </a:lnTo>
                  <a:lnTo>
                    <a:pt x="8653081" y="6595335"/>
                  </a:lnTo>
                  <a:lnTo>
                    <a:pt x="8665335" y="6554758"/>
                  </a:lnTo>
                  <a:lnTo>
                    <a:pt x="8675296" y="6513058"/>
                  </a:lnTo>
                  <a:lnTo>
                    <a:pt x="8682919" y="6470296"/>
                  </a:lnTo>
                  <a:lnTo>
                    <a:pt x="8688161" y="6426531"/>
                  </a:lnTo>
                  <a:lnTo>
                    <a:pt x="8690979" y="6381825"/>
                  </a:lnTo>
                  <a:lnTo>
                    <a:pt x="8691329" y="6336238"/>
                  </a:lnTo>
                  <a:lnTo>
                    <a:pt x="8689168" y="6289830"/>
                  </a:lnTo>
                  <a:lnTo>
                    <a:pt x="8684452" y="6242661"/>
                  </a:lnTo>
                  <a:lnTo>
                    <a:pt x="8677138" y="6194793"/>
                  </a:lnTo>
                  <a:lnTo>
                    <a:pt x="8667183" y="6146286"/>
                  </a:lnTo>
                  <a:lnTo>
                    <a:pt x="8654542" y="6097200"/>
                  </a:lnTo>
                  <a:lnTo>
                    <a:pt x="8637675" y="6044467"/>
                  </a:lnTo>
                  <a:lnTo>
                    <a:pt x="8617698" y="5993274"/>
                  </a:lnTo>
                  <a:lnTo>
                    <a:pt x="8594952" y="5943379"/>
                  </a:lnTo>
                  <a:lnTo>
                    <a:pt x="8569780" y="5894541"/>
                  </a:lnTo>
                  <a:lnTo>
                    <a:pt x="8542525" y="5846517"/>
                  </a:lnTo>
                  <a:lnTo>
                    <a:pt x="8519611" y="5807779"/>
                  </a:lnTo>
                  <a:lnTo>
                    <a:pt x="8494820" y="5765954"/>
                  </a:lnTo>
                  <a:lnTo>
                    <a:pt x="8468191" y="5721104"/>
                  </a:lnTo>
                  <a:lnTo>
                    <a:pt x="8439762" y="5673292"/>
                  </a:lnTo>
                  <a:lnTo>
                    <a:pt x="8409570" y="5622581"/>
                  </a:lnTo>
                  <a:lnTo>
                    <a:pt x="8377656" y="5569035"/>
                  </a:lnTo>
                  <a:lnTo>
                    <a:pt x="8344056" y="5512716"/>
                  </a:lnTo>
                  <a:lnTo>
                    <a:pt x="8308809" y="5453686"/>
                  </a:lnTo>
                  <a:lnTo>
                    <a:pt x="8271954" y="5392011"/>
                  </a:lnTo>
                  <a:lnTo>
                    <a:pt x="8233528" y="5327751"/>
                  </a:lnTo>
                  <a:lnTo>
                    <a:pt x="8213738" y="5294672"/>
                  </a:lnTo>
                  <a:lnTo>
                    <a:pt x="8193571" y="5260970"/>
                  </a:lnTo>
                  <a:lnTo>
                    <a:pt x="8173029" y="5226655"/>
                  </a:lnTo>
                  <a:lnTo>
                    <a:pt x="8152119" y="5191732"/>
                  </a:lnTo>
                  <a:lnTo>
                    <a:pt x="8130846" y="5156211"/>
                  </a:lnTo>
                  <a:lnTo>
                    <a:pt x="8109213" y="5120099"/>
                  </a:lnTo>
                  <a:lnTo>
                    <a:pt x="8087226" y="5083405"/>
                  </a:lnTo>
                  <a:lnTo>
                    <a:pt x="8064889" y="5046135"/>
                  </a:lnTo>
                  <a:lnTo>
                    <a:pt x="8042208" y="5008298"/>
                  </a:lnTo>
                  <a:lnTo>
                    <a:pt x="8019187" y="4969901"/>
                  </a:lnTo>
                  <a:lnTo>
                    <a:pt x="7995831" y="4930954"/>
                  </a:lnTo>
                  <a:lnTo>
                    <a:pt x="7972145" y="4891462"/>
                  </a:lnTo>
                  <a:lnTo>
                    <a:pt x="7948133" y="4851435"/>
                  </a:lnTo>
                  <a:lnTo>
                    <a:pt x="7923800" y="4810881"/>
                  </a:lnTo>
                  <a:lnTo>
                    <a:pt x="7899151" y="4769806"/>
                  </a:lnTo>
                  <a:lnTo>
                    <a:pt x="7874192" y="4728219"/>
                  </a:lnTo>
                  <a:lnTo>
                    <a:pt x="7848926" y="4686128"/>
                  </a:lnTo>
                  <a:lnTo>
                    <a:pt x="7823358" y="4643541"/>
                  </a:lnTo>
                  <a:lnTo>
                    <a:pt x="7797494" y="4600465"/>
                  </a:lnTo>
                  <a:lnTo>
                    <a:pt x="7771337" y="4556909"/>
                  </a:lnTo>
                  <a:lnTo>
                    <a:pt x="7744893" y="4512880"/>
                  </a:lnTo>
                  <a:lnTo>
                    <a:pt x="7718167" y="4468387"/>
                  </a:lnTo>
                  <a:lnTo>
                    <a:pt x="7691164" y="4423436"/>
                  </a:lnTo>
                  <a:lnTo>
                    <a:pt x="7663887" y="4378037"/>
                  </a:lnTo>
                  <a:lnTo>
                    <a:pt x="7636343" y="4332196"/>
                  </a:lnTo>
                  <a:lnTo>
                    <a:pt x="7608535" y="4285922"/>
                  </a:lnTo>
                  <a:lnTo>
                    <a:pt x="7580469" y="4239222"/>
                  </a:lnTo>
                  <a:lnTo>
                    <a:pt x="7552149" y="4192105"/>
                  </a:lnTo>
                  <a:lnTo>
                    <a:pt x="7523580" y="4144579"/>
                  </a:lnTo>
                  <a:lnTo>
                    <a:pt x="7494767" y="4096650"/>
                  </a:lnTo>
                  <a:lnTo>
                    <a:pt x="7465715" y="4048328"/>
                  </a:lnTo>
                  <a:lnTo>
                    <a:pt x="7436428" y="3999620"/>
                  </a:lnTo>
                  <a:lnTo>
                    <a:pt x="7406912" y="3950533"/>
                  </a:lnTo>
                  <a:lnTo>
                    <a:pt x="7377170" y="3901076"/>
                  </a:lnTo>
                  <a:lnTo>
                    <a:pt x="7347209" y="3851257"/>
                  </a:lnTo>
                  <a:lnTo>
                    <a:pt x="7317032" y="3801084"/>
                  </a:lnTo>
                  <a:lnTo>
                    <a:pt x="7286644" y="3750563"/>
                  </a:lnTo>
                  <a:lnTo>
                    <a:pt x="7256051" y="3699704"/>
                  </a:lnTo>
                  <a:lnTo>
                    <a:pt x="7225257" y="3648514"/>
                  </a:lnTo>
                  <a:lnTo>
                    <a:pt x="7194266" y="3597001"/>
                  </a:lnTo>
                  <a:lnTo>
                    <a:pt x="7163085" y="3545173"/>
                  </a:lnTo>
                  <a:lnTo>
                    <a:pt x="7131716" y="3493038"/>
                  </a:lnTo>
                  <a:lnTo>
                    <a:pt x="7100166" y="3440603"/>
                  </a:lnTo>
                  <a:lnTo>
                    <a:pt x="7068438" y="3387876"/>
                  </a:lnTo>
                  <a:lnTo>
                    <a:pt x="7036539" y="3334866"/>
                  </a:lnTo>
                  <a:lnTo>
                    <a:pt x="7004472" y="3281581"/>
                  </a:lnTo>
                  <a:lnTo>
                    <a:pt x="6972242" y="3228027"/>
                  </a:lnTo>
                  <a:lnTo>
                    <a:pt x="6939854" y="3174213"/>
                  </a:lnTo>
                  <a:lnTo>
                    <a:pt x="6907314" y="3120148"/>
                  </a:lnTo>
                  <a:lnTo>
                    <a:pt x="6874625" y="3065838"/>
                  </a:lnTo>
                  <a:lnTo>
                    <a:pt x="6841792" y="3011291"/>
                  </a:lnTo>
                  <a:lnTo>
                    <a:pt x="6808821" y="2956516"/>
                  </a:lnTo>
                  <a:lnTo>
                    <a:pt x="6775716" y="2901521"/>
                  </a:lnTo>
                  <a:lnTo>
                    <a:pt x="6742481" y="2846313"/>
                  </a:lnTo>
                  <a:lnTo>
                    <a:pt x="6709122" y="2790899"/>
                  </a:lnTo>
                  <a:lnTo>
                    <a:pt x="6675644" y="2735289"/>
                  </a:lnTo>
                  <a:lnTo>
                    <a:pt x="6642051" y="2679490"/>
                  </a:lnTo>
                  <a:lnTo>
                    <a:pt x="6608348" y="2623509"/>
                  </a:lnTo>
                  <a:lnTo>
                    <a:pt x="6574540" y="2567356"/>
                  </a:lnTo>
                  <a:lnTo>
                    <a:pt x="6540631" y="2511036"/>
                  </a:lnTo>
                  <a:lnTo>
                    <a:pt x="6506627" y="2454559"/>
                  </a:lnTo>
                  <a:lnTo>
                    <a:pt x="6472532" y="2397932"/>
                  </a:lnTo>
                  <a:lnTo>
                    <a:pt x="6438350" y="2341164"/>
                  </a:lnTo>
                  <a:lnTo>
                    <a:pt x="6404088" y="2284261"/>
                  </a:lnTo>
                  <a:lnTo>
                    <a:pt x="6369749" y="2227232"/>
                  </a:lnTo>
                  <a:lnTo>
                    <a:pt x="6335338" y="2170085"/>
                  </a:lnTo>
                  <a:lnTo>
                    <a:pt x="6300861" y="2112828"/>
                  </a:lnTo>
                  <a:lnTo>
                    <a:pt x="6266321" y="2055468"/>
                  </a:lnTo>
                  <a:lnTo>
                    <a:pt x="6231724" y="1998014"/>
                  </a:lnTo>
                  <a:lnTo>
                    <a:pt x="6197075" y="1940473"/>
                  </a:lnTo>
                  <a:lnTo>
                    <a:pt x="6162378" y="1882853"/>
                  </a:lnTo>
                  <a:lnTo>
                    <a:pt x="6127638" y="1825162"/>
                  </a:lnTo>
                  <a:lnTo>
                    <a:pt x="6092859" y="1767408"/>
                  </a:lnTo>
                  <a:lnTo>
                    <a:pt x="6058048" y="1709598"/>
                  </a:lnTo>
                  <a:lnTo>
                    <a:pt x="6023207" y="1651742"/>
                  </a:lnTo>
                  <a:lnTo>
                    <a:pt x="5988343" y="1593846"/>
                  </a:lnTo>
                  <a:lnTo>
                    <a:pt x="5953461" y="1535918"/>
                  </a:lnTo>
                  <a:lnTo>
                    <a:pt x="5918563" y="1477966"/>
                  </a:lnTo>
                  <a:lnTo>
                    <a:pt x="5883657" y="1419999"/>
                  </a:lnTo>
                  <a:lnTo>
                    <a:pt x="5848745" y="1362024"/>
                  </a:lnTo>
                  <a:lnTo>
                    <a:pt x="5813834" y="1304048"/>
                  </a:lnTo>
                  <a:lnTo>
                    <a:pt x="5778928" y="1246081"/>
                  </a:lnTo>
                  <a:lnTo>
                    <a:pt x="5744032" y="1188129"/>
                  </a:lnTo>
                  <a:lnTo>
                    <a:pt x="5709150" y="1130200"/>
                  </a:lnTo>
                  <a:lnTo>
                    <a:pt x="5674288" y="1072303"/>
                  </a:lnTo>
                  <a:lnTo>
                    <a:pt x="5639449" y="1014446"/>
                  </a:lnTo>
                  <a:lnTo>
                    <a:pt x="5604640" y="956635"/>
                  </a:lnTo>
                  <a:lnTo>
                    <a:pt x="5569864" y="898880"/>
                  </a:lnTo>
                  <a:lnTo>
                    <a:pt x="5535126" y="841187"/>
                  </a:lnTo>
                  <a:lnTo>
                    <a:pt x="5500432" y="783565"/>
                  </a:lnTo>
                  <a:lnTo>
                    <a:pt x="5465786" y="726022"/>
                  </a:lnTo>
                  <a:lnTo>
                    <a:pt x="5431193" y="668565"/>
                  </a:lnTo>
                  <a:lnTo>
                    <a:pt x="5396658" y="611203"/>
                  </a:lnTo>
                  <a:lnTo>
                    <a:pt x="5362184" y="553943"/>
                  </a:lnTo>
                  <a:lnTo>
                    <a:pt x="5327778" y="496794"/>
                  </a:lnTo>
                  <a:lnTo>
                    <a:pt x="5293445" y="439762"/>
                  </a:lnTo>
                  <a:lnTo>
                    <a:pt x="5259187" y="382856"/>
                  </a:lnTo>
                  <a:lnTo>
                    <a:pt x="5225012" y="326084"/>
                  </a:lnTo>
                  <a:lnTo>
                    <a:pt x="5190923" y="269454"/>
                  </a:lnTo>
                  <a:lnTo>
                    <a:pt x="5156925" y="212973"/>
                  </a:lnTo>
                  <a:lnTo>
                    <a:pt x="5123023" y="156650"/>
                  </a:lnTo>
                  <a:lnTo>
                    <a:pt x="5089221" y="100492"/>
                  </a:lnTo>
                  <a:lnTo>
                    <a:pt x="5055525" y="44507"/>
                  </a:lnTo>
                  <a:lnTo>
                    <a:pt x="5028739"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grpSp>
      <p:sp>
        <p:nvSpPr>
          <p:cNvPr id="51" name="object 25">
            <a:extLst>
              <a:ext uri="{FF2B5EF4-FFF2-40B4-BE49-F238E27FC236}">
                <a16:creationId xmlns:a16="http://schemas.microsoft.com/office/drawing/2014/main" id="{53CDF8D0-CB64-BF04-EAD3-2A6CDA4140F0}"/>
              </a:ext>
            </a:extLst>
          </p:cNvPr>
          <p:cNvSpPr/>
          <p:nvPr/>
        </p:nvSpPr>
        <p:spPr>
          <a:xfrm>
            <a:off x="9916062" y="5054121"/>
            <a:ext cx="2529489" cy="1825206"/>
          </a:xfrm>
          <a:custGeom>
            <a:avLst/>
            <a:gdLst/>
            <a:ahLst/>
            <a:cxnLst/>
            <a:rect l="l" t="t" r="r" b="b"/>
            <a:pathLst>
              <a:path w="4171315" h="3009900">
                <a:moveTo>
                  <a:pt x="1905030" y="0"/>
                </a:moveTo>
                <a:lnTo>
                  <a:pt x="1862858" y="1261"/>
                </a:lnTo>
                <a:lnTo>
                  <a:pt x="1820197" y="5841"/>
                </a:lnTo>
                <a:lnTo>
                  <a:pt x="1777088" y="13778"/>
                </a:lnTo>
                <a:lnTo>
                  <a:pt x="1733576" y="25083"/>
                </a:lnTo>
                <a:lnTo>
                  <a:pt x="1689704" y="39767"/>
                </a:lnTo>
                <a:lnTo>
                  <a:pt x="1645514" y="57840"/>
                </a:lnTo>
                <a:lnTo>
                  <a:pt x="1601051" y="79312"/>
                </a:lnTo>
                <a:lnTo>
                  <a:pt x="1556357" y="104194"/>
                </a:lnTo>
                <a:lnTo>
                  <a:pt x="1512775" y="132283"/>
                </a:lnTo>
                <a:lnTo>
                  <a:pt x="1472007" y="163030"/>
                </a:lnTo>
                <a:lnTo>
                  <a:pt x="1434094" y="196260"/>
                </a:lnTo>
                <a:lnTo>
                  <a:pt x="1399078" y="231794"/>
                </a:lnTo>
                <a:lnTo>
                  <a:pt x="1367001" y="269457"/>
                </a:lnTo>
                <a:lnTo>
                  <a:pt x="1337903" y="309072"/>
                </a:lnTo>
                <a:lnTo>
                  <a:pt x="1311828" y="350463"/>
                </a:lnTo>
                <a:lnTo>
                  <a:pt x="1288816" y="393453"/>
                </a:lnTo>
                <a:lnTo>
                  <a:pt x="0" y="3009405"/>
                </a:lnTo>
                <a:lnTo>
                  <a:pt x="1197771" y="3009405"/>
                </a:lnTo>
                <a:lnTo>
                  <a:pt x="1944984" y="1962358"/>
                </a:lnTo>
                <a:lnTo>
                  <a:pt x="3487397" y="1962358"/>
                </a:lnTo>
                <a:lnTo>
                  <a:pt x="2419734" y="328428"/>
                </a:lnTo>
                <a:lnTo>
                  <a:pt x="2388968" y="283890"/>
                </a:lnTo>
                <a:lnTo>
                  <a:pt x="2357107" y="242554"/>
                </a:lnTo>
                <a:lnTo>
                  <a:pt x="2324192" y="204430"/>
                </a:lnTo>
                <a:lnTo>
                  <a:pt x="2290268" y="169528"/>
                </a:lnTo>
                <a:lnTo>
                  <a:pt x="2255378" y="137858"/>
                </a:lnTo>
                <a:lnTo>
                  <a:pt x="2219565" y="109432"/>
                </a:lnTo>
                <a:lnTo>
                  <a:pt x="2182873" y="84260"/>
                </a:lnTo>
                <a:lnTo>
                  <a:pt x="2145344" y="62351"/>
                </a:lnTo>
                <a:lnTo>
                  <a:pt x="2107022" y="43718"/>
                </a:lnTo>
                <a:lnTo>
                  <a:pt x="2067950" y="28369"/>
                </a:lnTo>
                <a:lnTo>
                  <a:pt x="2028171" y="16315"/>
                </a:lnTo>
                <a:lnTo>
                  <a:pt x="1987730" y="7567"/>
                </a:lnTo>
                <a:lnTo>
                  <a:pt x="1946668" y="2135"/>
                </a:lnTo>
                <a:lnTo>
                  <a:pt x="1905030" y="0"/>
                </a:lnTo>
                <a:close/>
              </a:path>
              <a:path w="4171315" h="3009900">
                <a:moveTo>
                  <a:pt x="3487397" y="1962358"/>
                </a:moveTo>
                <a:lnTo>
                  <a:pt x="1944984" y="1962358"/>
                </a:lnTo>
                <a:lnTo>
                  <a:pt x="2784584" y="3009405"/>
                </a:lnTo>
                <a:lnTo>
                  <a:pt x="4171260" y="3009405"/>
                </a:lnTo>
                <a:lnTo>
                  <a:pt x="3487397" y="1962358"/>
                </a:lnTo>
                <a:close/>
              </a:path>
            </a:pathLst>
          </a:custGeom>
          <a:solidFill>
            <a:srgbClr val="3B7ECC">
              <a:alpha val="19999"/>
            </a:srgbClr>
          </a:solidFill>
        </p:spPr>
        <p:txBody>
          <a:bodyPr wrap="square" lIns="0" tIns="0" rIns="0" bIns="0" rtlCol="0"/>
          <a:lstStyle/>
          <a:p>
            <a:pPr defTabSz="554492"/>
            <a:endParaRPr sz="1092" kern="0" dirty="0">
              <a:solidFill>
                <a:sysClr val="windowText" lastClr="000000"/>
              </a:solidFill>
            </a:endParaRPr>
          </a:p>
        </p:txBody>
      </p:sp>
      <p:grpSp>
        <p:nvGrpSpPr>
          <p:cNvPr id="3" name="object 8">
            <a:extLst>
              <a:ext uri="{FF2B5EF4-FFF2-40B4-BE49-F238E27FC236}">
                <a16:creationId xmlns:a16="http://schemas.microsoft.com/office/drawing/2014/main" id="{2D3F838D-8FD5-9CF9-3CC3-4A3CD740C272}"/>
              </a:ext>
            </a:extLst>
          </p:cNvPr>
          <p:cNvGrpSpPr/>
          <p:nvPr/>
        </p:nvGrpSpPr>
        <p:grpSpPr>
          <a:xfrm rot="836155">
            <a:off x="-868610" y="-273327"/>
            <a:ext cx="5276699" cy="4294625"/>
            <a:chOff x="0" y="0"/>
            <a:chExt cx="8701667" cy="7082154"/>
          </a:xfrm>
        </p:grpSpPr>
        <p:sp>
          <p:nvSpPr>
            <p:cNvPr id="4" name="object 10">
              <a:extLst>
                <a:ext uri="{FF2B5EF4-FFF2-40B4-BE49-F238E27FC236}">
                  <a16:creationId xmlns:a16="http://schemas.microsoft.com/office/drawing/2014/main" id="{7AFEEC37-1E1E-18D6-4C46-0C50F185DB86}"/>
                </a:ext>
              </a:extLst>
            </p:cNvPr>
            <p:cNvSpPr/>
            <p:nvPr/>
          </p:nvSpPr>
          <p:spPr>
            <a:xfrm>
              <a:off x="0" y="0"/>
              <a:ext cx="6506209" cy="5866765"/>
            </a:xfrm>
            <a:custGeom>
              <a:avLst/>
              <a:gdLst/>
              <a:ahLst/>
              <a:cxnLst/>
              <a:rect l="l" t="t" r="r" b="b"/>
              <a:pathLst>
                <a:path w="6506209" h="5866765">
                  <a:moveTo>
                    <a:pt x="0" y="5862801"/>
                  </a:moveTo>
                  <a:lnTo>
                    <a:pt x="868" y="5862792"/>
                  </a:lnTo>
                  <a:lnTo>
                    <a:pt x="30900" y="5862574"/>
                  </a:lnTo>
                  <a:lnTo>
                    <a:pt x="81643" y="5862606"/>
                  </a:lnTo>
                  <a:lnTo>
                    <a:pt x="132385" y="5862637"/>
                  </a:lnTo>
                  <a:lnTo>
                    <a:pt x="183127" y="5862669"/>
                  </a:lnTo>
                  <a:lnTo>
                    <a:pt x="233870" y="5862701"/>
                  </a:lnTo>
                  <a:lnTo>
                    <a:pt x="284612" y="5862732"/>
                  </a:lnTo>
                  <a:lnTo>
                    <a:pt x="335354" y="5862764"/>
                  </a:lnTo>
                  <a:lnTo>
                    <a:pt x="386097" y="5862796"/>
                  </a:lnTo>
                  <a:lnTo>
                    <a:pt x="436839" y="5862827"/>
                  </a:lnTo>
                  <a:lnTo>
                    <a:pt x="487581" y="5862859"/>
                  </a:lnTo>
                  <a:lnTo>
                    <a:pt x="538324" y="5862891"/>
                  </a:lnTo>
                  <a:lnTo>
                    <a:pt x="589066" y="5862922"/>
                  </a:lnTo>
                  <a:lnTo>
                    <a:pt x="639808" y="5862954"/>
                  </a:lnTo>
                  <a:lnTo>
                    <a:pt x="690551" y="5862985"/>
                  </a:lnTo>
                  <a:lnTo>
                    <a:pt x="741293" y="5863017"/>
                  </a:lnTo>
                  <a:lnTo>
                    <a:pt x="792035" y="5863049"/>
                  </a:lnTo>
                  <a:lnTo>
                    <a:pt x="842778" y="5863080"/>
                  </a:lnTo>
                  <a:lnTo>
                    <a:pt x="893520" y="5863112"/>
                  </a:lnTo>
                  <a:lnTo>
                    <a:pt x="944262" y="5863143"/>
                  </a:lnTo>
                  <a:lnTo>
                    <a:pt x="995005" y="5863175"/>
                  </a:lnTo>
                  <a:lnTo>
                    <a:pt x="1045747" y="5863207"/>
                  </a:lnTo>
                  <a:lnTo>
                    <a:pt x="1096489" y="5863238"/>
                  </a:lnTo>
                  <a:lnTo>
                    <a:pt x="1147231" y="5863270"/>
                  </a:lnTo>
                  <a:lnTo>
                    <a:pt x="1197974" y="5863301"/>
                  </a:lnTo>
                  <a:lnTo>
                    <a:pt x="1248716" y="5863333"/>
                  </a:lnTo>
                  <a:lnTo>
                    <a:pt x="1299458" y="5863364"/>
                  </a:lnTo>
                  <a:lnTo>
                    <a:pt x="1350201" y="5863396"/>
                  </a:lnTo>
                  <a:lnTo>
                    <a:pt x="1400943" y="5863428"/>
                  </a:lnTo>
                  <a:lnTo>
                    <a:pt x="1451685" y="5863459"/>
                  </a:lnTo>
                  <a:lnTo>
                    <a:pt x="1502427" y="5863491"/>
                  </a:lnTo>
                  <a:lnTo>
                    <a:pt x="1553170" y="5863522"/>
                  </a:lnTo>
                  <a:lnTo>
                    <a:pt x="1603912" y="5863554"/>
                  </a:lnTo>
                  <a:lnTo>
                    <a:pt x="1654654" y="5863585"/>
                  </a:lnTo>
                  <a:lnTo>
                    <a:pt x="1705396" y="5863617"/>
                  </a:lnTo>
                  <a:lnTo>
                    <a:pt x="1756139" y="5863648"/>
                  </a:lnTo>
                  <a:lnTo>
                    <a:pt x="1806881" y="5863680"/>
                  </a:lnTo>
                  <a:lnTo>
                    <a:pt x="1857623" y="5863711"/>
                  </a:lnTo>
                  <a:lnTo>
                    <a:pt x="1908365" y="5863743"/>
                  </a:lnTo>
                  <a:lnTo>
                    <a:pt x="1959108" y="5863774"/>
                  </a:lnTo>
                  <a:lnTo>
                    <a:pt x="2009850" y="5863806"/>
                  </a:lnTo>
                  <a:lnTo>
                    <a:pt x="2060592" y="5863837"/>
                  </a:lnTo>
                  <a:lnTo>
                    <a:pt x="2111334" y="5863869"/>
                  </a:lnTo>
                  <a:lnTo>
                    <a:pt x="2162077" y="5863900"/>
                  </a:lnTo>
                  <a:lnTo>
                    <a:pt x="2212819" y="5863931"/>
                  </a:lnTo>
                  <a:lnTo>
                    <a:pt x="2263561" y="5863963"/>
                  </a:lnTo>
                  <a:lnTo>
                    <a:pt x="2314303" y="5863994"/>
                  </a:lnTo>
                  <a:lnTo>
                    <a:pt x="2365046" y="5864026"/>
                  </a:lnTo>
                  <a:lnTo>
                    <a:pt x="2415788" y="5864057"/>
                  </a:lnTo>
                  <a:lnTo>
                    <a:pt x="2466530" y="5864089"/>
                  </a:lnTo>
                  <a:lnTo>
                    <a:pt x="2517272" y="5864120"/>
                  </a:lnTo>
                  <a:lnTo>
                    <a:pt x="2568015" y="5864151"/>
                  </a:lnTo>
                  <a:lnTo>
                    <a:pt x="2618757" y="5864183"/>
                  </a:lnTo>
                  <a:lnTo>
                    <a:pt x="2669499" y="5864214"/>
                  </a:lnTo>
                  <a:lnTo>
                    <a:pt x="2720241" y="5864245"/>
                  </a:lnTo>
                  <a:lnTo>
                    <a:pt x="2770984" y="5864277"/>
                  </a:lnTo>
                  <a:lnTo>
                    <a:pt x="2821726" y="5864308"/>
                  </a:lnTo>
                  <a:lnTo>
                    <a:pt x="2872468" y="5864340"/>
                  </a:lnTo>
                  <a:lnTo>
                    <a:pt x="2923210" y="5864371"/>
                  </a:lnTo>
                  <a:lnTo>
                    <a:pt x="2973953" y="5864402"/>
                  </a:lnTo>
                  <a:lnTo>
                    <a:pt x="3024695" y="5864433"/>
                  </a:lnTo>
                  <a:lnTo>
                    <a:pt x="3075437" y="5864465"/>
                  </a:lnTo>
                  <a:lnTo>
                    <a:pt x="3126179" y="5864496"/>
                  </a:lnTo>
                  <a:lnTo>
                    <a:pt x="3176921" y="5864527"/>
                  </a:lnTo>
                  <a:lnTo>
                    <a:pt x="3227664" y="5864559"/>
                  </a:lnTo>
                  <a:lnTo>
                    <a:pt x="3278406" y="5864590"/>
                  </a:lnTo>
                  <a:lnTo>
                    <a:pt x="3329148" y="5864621"/>
                  </a:lnTo>
                  <a:lnTo>
                    <a:pt x="3379890" y="5864653"/>
                  </a:lnTo>
                  <a:lnTo>
                    <a:pt x="3430633" y="5864684"/>
                  </a:lnTo>
                  <a:lnTo>
                    <a:pt x="3481375" y="5864715"/>
                  </a:lnTo>
                  <a:lnTo>
                    <a:pt x="3532117" y="5864746"/>
                  </a:lnTo>
                  <a:lnTo>
                    <a:pt x="3582859" y="5864778"/>
                  </a:lnTo>
                  <a:lnTo>
                    <a:pt x="3633602" y="5864809"/>
                  </a:lnTo>
                  <a:lnTo>
                    <a:pt x="3684344" y="5864840"/>
                  </a:lnTo>
                  <a:lnTo>
                    <a:pt x="3735086" y="5864871"/>
                  </a:lnTo>
                  <a:lnTo>
                    <a:pt x="3785828" y="5864902"/>
                  </a:lnTo>
                  <a:lnTo>
                    <a:pt x="3836571" y="5864934"/>
                  </a:lnTo>
                  <a:lnTo>
                    <a:pt x="3887313" y="5864965"/>
                  </a:lnTo>
                  <a:lnTo>
                    <a:pt x="3938055" y="5864996"/>
                  </a:lnTo>
                  <a:lnTo>
                    <a:pt x="3988797" y="5865027"/>
                  </a:lnTo>
                  <a:lnTo>
                    <a:pt x="4039540" y="5865058"/>
                  </a:lnTo>
                  <a:lnTo>
                    <a:pt x="4090282" y="5865089"/>
                  </a:lnTo>
                  <a:lnTo>
                    <a:pt x="4141024" y="5865121"/>
                  </a:lnTo>
                  <a:lnTo>
                    <a:pt x="4191767" y="5865152"/>
                  </a:lnTo>
                  <a:lnTo>
                    <a:pt x="4242509" y="5865183"/>
                  </a:lnTo>
                  <a:lnTo>
                    <a:pt x="4293251" y="5865214"/>
                  </a:lnTo>
                  <a:lnTo>
                    <a:pt x="4343993" y="5865245"/>
                  </a:lnTo>
                  <a:lnTo>
                    <a:pt x="4394736" y="5865276"/>
                  </a:lnTo>
                  <a:lnTo>
                    <a:pt x="4445478" y="5865307"/>
                  </a:lnTo>
                  <a:lnTo>
                    <a:pt x="4496220" y="5865338"/>
                  </a:lnTo>
                  <a:lnTo>
                    <a:pt x="4546962" y="5865369"/>
                  </a:lnTo>
                  <a:lnTo>
                    <a:pt x="4597705" y="5865401"/>
                  </a:lnTo>
                  <a:lnTo>
                    <a:pt x="4648447" y="5865432"/>
                  </a:lnTo>
                  <a:lnTo>
                    <a:pt x="4699189" y="5865463"/>
                  </a:lnTo>
                  <a:lnTo>
                    <a:pt x="4749932" y="5865494"/>
                  </a:lnTo>
                  <a:lnTo>
                    <a:pt x="4800674" y="5865525"/>
                  </a:lnTo>
                  <a:lnTo>
                    <a:pt x="4851416" y="5865556"/>
                  </a:lnTo>
                  <a:lnTo>
                    <a:pt x="4902159" y="5865587"/>
                  </a:lnTo>
                  <a:lnTo>
                    <a:pt x="4952901" y="5865618"/>
                  </a:lnTo>
                  <a:lnTo>
                    <a:pt x="5003643" y="5865649"/>
                  </a:lnTo>
                  <a:lnTo>
                    <a:pt x="5054385" y="5865680"/>
                  </a:lnTo>
                  <a:lnTo>
                    <a:pt x="5105128" y="5865711"/>
                  </a:lnTo>
                  <a:lnTo>
                    <a:pt x="5155870" y="5865742"/>
                  </a:lnTo>
                  <a:lnTo>
                    <a:pt x="5206612" y="5865773"/>
                  </a:lnTo>
                  <a:lnTo>
                    <a:pt x="5257355" y="5865804"/>
                  </a:lnTo>
                  <a:lnTo>
                    <a:pt x="5308097" y="5865834"/>
                  </a:lnTo>
                  <a:lnTo>
                    <a:pt x="5358839" y="5865865"/>
                  </a:lnTo>
                  <a:lnTo>
                    <a:pt x="5409582" y="5865896"/>
                  </a:lnTo>
                  <a:lnTo>
                    <a:pt x="5460324" y="5865927"/>
                  </a:lnTo>
                  <a:lnTo>
                    <a:pt x="5511067" y="5865958"/>
                  </a:lnTo>
                  <a:lnTo>
                    <a:pt x="5561809" y="5865989"/>
                  </a:lnTo>
                  <a:lnTo>
                    <a:pt x="5612551" y="5866020"/>
                  </a:lnTo>
                  <a:lnTo>
                    <a:pt x="5663294" y="5866051"/>
                  </a:lnTo>
                  <a:lnTo>
                    <a:pt x="5714036" y="5866082"/>
                  </a:lnTo>
                  <a:lnTo>
                    <a:pt x="5749061" y="5866251"/>
                  </a:lnTo>
                  <a:lnTo>
                    <a:pt x="5784090" y="5866481"/>
                  </a:lnTo>
                  <a:lnTo>
                    <a:pt x="5819110" y="5866398"/>
                  </a:lnTo>
                  <a:lnTo>
                    <a:pt x="5854105" y="5865631"/>
                  </a:lnTo>
                  <a:lnTo>
                    <a:pt x="5904153" y="5862458"/>
                  </a:lnTo>
                  <a:lnTo>
                    <a:pt x="5952623" y="5856572"/>
                  </a:lnTo>
                  <a:lnTo>
                    <a:pt x="5999458" y="5848053"/>
                  </a:lnTo>
                  <a:lnTo>
                    <a:pt x="6044602" y="5836979"/>
                  </a:lnTo>
                  <a:lnTo>
                    <a:pt x="6087997" y="5823429"/>
                  </a:lnTo>
                  <a:lnTo>
                    <a:pt x="6129588" y="5807481"/>
                  </a:lnTo>
                  <a:lnTo>
                    <a:pt x="6169318" y="5789215"/>
                  </a:lnTo>
                  <a:lnTo>
                    <a:pt x="6207131" y="5768708"/>
                  </a:lnTo>
                  <a:lnTo>
                    <a:pt x="6242971" y="5746040"/>
                  </a:lnTo>
                  <a:lnTo>
                    <a:pt x="6276780" y="5721288"/>
                  </a:lnTo>
                  <a:lnTo>
                    <a:pt x="6308502" y="5694533"/>
                  </a:lnTo>
                  <a:lnTo>
                    <a:pt x="6338082" y="5665851"/>
                  </a:lnTo>
                  <a:lnTo>
                    <a:pt x="6365462" y="5635323"/>
                  </a:lnTo>
                  <a:lnTo>
                    <a:pt x="6390586" y="5603025"/>
                  </a:lnTo>
                  <a:lnTo>
                    <a:pt x="6413398" y="5569038"/>
                  </a:lnTo>
                  <a:lnTo>
                    <a:pt x="6433841" y="5533440"/>
                  </a:lnTo>
                  <a:lnTo>
                    <a:pt x="6451859" y="5496309"/>
                  </a:lnTo>
                  <a:lnTo>
                    <a:pt x="6467395" y="5457724"/>
                  </a:lnTo>
                  <a:lnTo>
                    <a:pt x="6480393" y="5417763"/>
                  </a:lnTo>
                  <a:lnTo>
                    <a:pt x="6490796" y="5376506"/>
                  </a:lnTo>
                  <a:lnTo>
                    <a:pt x="6498548" y="5334031"/>
                  </a:lnTo>
                  <a:lnTo>
                    <a:pt x="6503593" y="5290415"/>
                  </a:lnTo>
                  <a:lnTo>
                    <a:pt x="6505874" y="5245739"/>
                  </a:lnTo>
                  <a:lnTo>
                    <a:pt x="6505335" y="5200081"/>
                  </a:lnTo>
                  <a:lnTo>
                    <a:pt x="6501919" y="5153519"/>
                  </a:lnTo>
                  <a:lnTo>
                    <a:pt x="6495570" y="5106132"/>
                  </a:lnTo>
                  <a:lnTo>
                    <a:pt x="6486230" y="5057998"/>
                  </a:lnTo>
                  <a:lnTo>
                    <a:pt x="6473845" y="5009197"/>
                  </a:lnTo>
                  <a:lnTo>
                    <a:pt x="6459160" y="4963284"/>
                  </a:lnTo>
                  <a:lnTo>
                    <a:pt x="6441765" y="4918713"/>
                  </a:lnTo>
                  <a:lnTo>
                    <a:pt x="6421959" y="4875273"/>
                  </a:lnTo>
                  <a:lnTo>
                    <a:pt x="6400041" y="4832753"/>
                  </a:lnTo>
                  <a:lnTo>
                    <a:pt x="6376309" y="4790942"/>
                  </a:lnTo>
                  <a:lnTo>
                    <a:pt x="6351355" y="4748743"/>
                  </a:lnTo>
                  <a:lnTo>
                    <a:pt x="6324330" y="4703114"/>
                  </a:lnTo>
                  <a:lnTo>
                    <a:pt x="6295288" y="4654145"/>
                  </a:lnTo>
                  <a:lnTo>
                    <a:pt x="6264282" y="4601922"/>
                  </a:lnTo>
                  <a:lnTo>
                    <a:pt x="6231364" y="4546535"/>
                  </a:lnTo>
                  <a:lnTo>
                    <a:pt x="6196588" y="4488070"/>
                  </a:lnTo>
                  <a:lnTo>
                    <a:pt x="6160005" y="4426616"/>
                  </a:lnTo>
                  <a:lnTo>
                    <a:pt x="6121669" y="4362262"/>
                  </a:lnTo>
                  <a:lnTo>
                    <a:pt x="6101860" y="4329024"/>
                  </a:lnTo>
                  <a:lnTo>
                    <a:pt x="6081633" y="4295095"/>
                  </a:lnTo>
                  <a:lnTo>
                    <a:pt x="6060994" y="4260484"/>
                  </a:lnTo>
                  <a:lnTo>
                    <a:pt x="6039949" y="4225203"/>
                  </a:lnTo>
                  <a:lnTo>
                    <a:pt x="6018506" y="4189263"/>
                  </a:lnTo>
                  <a:lnTo>
                    <a:pt x="5996671" y="4152675"/>
                  </a:lnTo>
                  <a:lnTo>
                    <a:pt x="5974450" y="4115449"/>
                  </a:lnTo>
                  <a:lnTo>
                    <a:pt x="5951850" y="4077598"/>
                  </a:lnTo>
                  <a:lnTo>
                    <a:pt x="5928879" y="4039131"/>
                  </a:lnTo>
                  <a:lnTo>
                    <a:pt x="5905541" y="4000061"/>
                  </a:lnTo>
                  <a:lnTo>
                    <a:pt x="5881844" y="3960397"/>
                  </a:lnTo>
                  <a:lnTo>
                    <a:pt x="5857795" y="3920152"/>
                  </a:lnTo>
                  <a:lnTo>
                    <a:pt x="5833400" y="3879335"/>
                  </a:lnTo>
                  <a:lnTo>
                    <a:pt x="5808665" y="3837958"/>
                  </a:lnTo>
                  <a:lnTo>
                    <a:pt x="5783598" y="3796033"/>
                  </a:lnTo>
                  <a:lnTo>
                    <a:pt x="5758205" y="3753569"/>
                  </a:lnTo>
                  <a:lnTo>
                    <a:pt x="5732493" y="3710578"/>
                  </a:lnTo>
                  <a:lnTo>
                    <a:pt x="5706467" y="3667072"/>
                  </a:lnTo>
                  <a:lnTo>
                    <a:pt x="5680135" y="3623060"/>
                  </a:lnTo>
                  <a:lnTo>
                    <a:pt x="5653504" y="3578555"/>
                  </a:lnTo>
                  <a:lnTo>
                    <a:pt x="5626579" y="3533566"/>
                  </a:lnTo>
                  <a:lnTo>
                    <a:pt x="5599368" y="3488106"/>
                  </a:lnTo>
                  <a:lnTo>
                    <a:pt x="5571877" y="3442185"/>
                  </a:lnTo>
                  <a:lnTo>
                    <a:pt x="5544113" y="3395813"/>
                  </a:lnTo>
                  <a:lnTo>
                    <a:pt x="5516082" y="3349003"/>
                  </a:lnTo>
                  <a:lnTo>
                    <a:pt x="5487791" y="3301765"/>
                  </a:lnTo>
                  <a:lnTo>
                    <a:pt x="5459247" y="3254111"/>
                  </a:lnTo>
                  <a:lnTo>
                    <a:pt x="5430456" y="3206050"/>
                  </a:lnTo>
                  <a:lnTo>
                    <a:pt x="5401424" y="3157594"/>
                  </a:lnTo>
                  <a:lnTo>
                    <a:pt x="5372159" y="3108755"/>
                  </a:lnTo>
                  <a:lnTo>
                    <a:pt x="5342667" y="3059543"/>
                  </a:lnTo>
                  <a:lnTo>
                    <a:pt x="5312954" y="3009969"/>
                  </a:lnTo>
                  <a:lnTo>
                    <a:pt x="5283027" y="2960044"/>
                  </a:lnTo>
                  <a:lnTo>
                    <a:pt x="5252894" y="2909780"/>
                  </a:lnTo>
                  <a:lnTo>
                    <a:pt x="5222559" y="2859187"/>
                  </a:lnTo>
                  <a:lnTo>
                    <a:pt x="5192030" y="2808275"/>
                  </a:lnTo>
                  <a:lnTo>
                    <a:pt x="5161314" y="2757058"/>
                  </a:lnTo>
                  <a:lnTo>
                    <a:pt x="5130417" y="2705544"/>
                  </a:lnTo>
                  <a:lnTo>
                    <a:pt x="5099346" y="2653746"/>
                  </a:lnTo>
                  <a:lnTo>
                    <a:pt x="5068107" y="2601674"/>
                  </a:lnTo>
                  <a:lnTo>
                    <a:pt x="5036707" y="2549340"/>
                  </a:lnTo>
                  <a:lnTo>
                    <a:pt x="5005153" y="2496753"/>
                  </a:lnTo>
                  <a:lnTo>
                    <a:pt x="4973451" y="2443926"/>
                  </a:lnTo>
                  <a:lnTo>
                    <a:pt x="4941607" y="2390870"/>
                  </a:lnTo>
                  <a:lnTo>
                    <a:pt x="4909629" y="2337594"/>
                  </a:lnTo>
                  <a:lnTo>
                    <a:pt x="4877523" y="2284112"/>
                  </a:lnTo>
                  <a:lnTo>
                    <a:pt x="4845295" y="2230432"/>
                  </a:lnTo>
                  <a:lnTo>
                    <a:pt x="4812953" y="2176567"/>
                  </a:lnTo>
                  <a:lnTo>
                    <a:pt x="4780502" y="2122527"/>
                  </a:lnTo>
                  <a:lnTo>
                    <a:pt x="4747950" y="2068324"/>
                  </a:lnTo>
                  <a:lnTo>
                    <a:pt x="4715302" y="2013968"/>
                  </a:lnTo>
                  <a:lnTo>
                    <a:pt x="4682566" y="1959471"/>
                  </a:lnTo>
                  <a:lnTo>
                    <a:pt x="4649749" y="1904843"/>
                  </a:lnTo>
                  <a:lnTo>
                    <a:pt x="4616856" y="1850095"/>
                  </a:lnTo>
                  <a:lnTo>
                    <a:pt x="4583894" y="1795239"/>
                  </a:lnTo>
                  <a:lnTo>
                    <a:pt x="4550870" y="1740285"/>
                  </a:lnTo>
                  <a:lnTo>
                    <a:pt x="4517791" y="1685245"/>
                  </a:lnTo>
                  <a:lnTo>
                    <a:pt x="4484663" y="1630130"/>
                  </a:lnTo>
                  <a:lnTo>
                    <a:pt x="4451493" y="1574950"/>
                  </a:lnTo>
                  <a:lnTo>
                    <a:pt x="4418287" y="1519716"/>
                  </a:lnTo>
                  <a:lnTo>
                    <a:pt x="4385052" y="1464440"/>
                  </a:lnTo>
                  <a:lnTo>
                    <a:pt x="4351795" y="1409133"/>
                  </a:lnTo>
                  <a:lnTo>
                    <a:pt x="4318522" y="1353805"/>
                  </a:lnTo>
                  <a:lnTo>
                    <a:pt x="4285239" y="1298468"/>
                  </a:lnTo>
                  <a:lnTo>
                    <a:pt x="4251954" y="1243132"/>
                  </a:lnTo>
                  <a:lnTo>
                    <a:pt x="4218673" y="1187809"/>
                  </a:lnTo>
                  <a:lnTo>
                    <a:pt x="4185402" y="1132510"/>
                  </a:lnTo>
                  <a:lnTo>
                    <a:pt x="4152149" y="1077245"/>
                  </a:lnTo>
                  <a:lnTo>
                    <a:pt x="4118919" y="1022026"/>
                  </a:lnTo>
                  <a:lnTo>
                    <a:pt x="4085720" y="966864"/>
                  </a:lnTo>
                  <a:lnTo>
                    <a:pt x="4052558" y="911769"/>
                  </a:lnTo>
                  <a:lnTo>
                    <a:pt x="4019439" y="856753"/>
                  </a:lnTo>
                  <a:lnTo>
                    <a:pt x="3986371" y="801826"/>
                  </a:lnTo>
                  <a:lnTo>
                    <a:pt x="3953359" y="747001"/>
                  </a:lnTo>
                  <a:lnTo>
                    <a:pt x="3920411" y="692287"/>
                  </a:lnTo>
                  <a:lnTo>
                    <a:pt x="3887532" y="637695"/>
                  </a:lnTo>
                  <a:lnTo>
                    <a:pt x="3854730" y="583238"/>
                  </a:lnTo>
                  <a:lnTo>
                    <a:pt x="3822012" y="528925"/>
                  </a:lnTo>
                  <a:lnTo>
                    <a:pt x="3789383" y="474768"/>
                  </a:lnTo>
                  <a:lnTo>
                    <a:pt x="3756850" y="420778"/>
                  </a:lnTo>
                  <a:lnTo>
                    <a:pt x="3724421" y="366965"/>
                  </a:lnTo>
                  <a:lnTo>
                    <a:pt x="3692101" y="313342"/>
                  </a:lnTo>
                  <a:lnTo>
                    <a:pt x="3659897" y="259918"/>
                  </a:lnTo>
                  <a:lnTo>
                    <a:pt x="3627816" y="206705"/>
                  </a:lnTo>
                  <a:lnTo>
                    <a:pt x="3595864" y="153714"/>
                  </a:lnTo>
                  <a:lnTo>
                    <a:pt x="3564048" y="100956"/>
                  </a:lnTo>
                  <a:lnTo>
                    <a:pt x="3532375" y="48441"/>
                  </a:lnTo>
                  <a:lnTo>
                    <a:pt x="350315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7" name="object 11">
              <a:extLst>
                <a:ext uri="{FF2B5EF4-FFF2-40B4-BE49-F238E27FC236}">
                  <a16:creationId xmlns:a16="http://schemas.microsoft.com/office/drawing/2014/main" id="{D2FC03BC-847E-676F-F2BE-DB6256A02343}"/>
                </a:ext>
              </a:extLst>
            </p:cNvPr>
            <p:cNvSpPr/>
            <p:nvPr/>
          </p:nvSpPr>
          <p:spPr>
            <a:xfrm>
              <a:off x="0" y="0"/>
              <a:ext cx="4424045" cy="4857115"/>
            </a:xfrm>
            <a:custGeom>
              <a:avLst/>
              <a:gdLst/>
              <a:ahLst/>
              <a:cxnLst/>
              <a:rect l="l" t="t" r="r" b="b"/>
              <a:pathLst>
                <a:path w="4424045" h="4857115">
                  <a:moveTo>
                    <a:pt x="0" y="4854300"/>
                  </a:moveTo>
                  <a:lnTo>
                    <a:pt x="79877" y="4854350"/>
                  </a:lnTo>
                  <a:lnTo>
                    <a:pt x="130619" y="4854381"/>
                  </a:lnTo>
                  <a:lnTo>
                    <a:pt x="181362" y="4854412"/>
                  </a:lnTo>
                  <a:lnTo>
                    <a:pt x="232104" y="4854444"/>
                  </a:lnTo>
                  <a:lnTo>
                    <a:pt x="282846" y="4854475"/>
                  </a:lnTo>
                  <a:lnTo>
                    <a:pt x="333588" y="4854507"/>
                  </a:lnTo>
                  <a:lnTo>
                    <a:pt x="384331" y="4854538"/>
                  </a:lnTo>
                  <a:lnTo>
                    <a:pt x="435073" y="4854570"/>
                  </a:lnTo>
                  <a:lnTo>
                    <a:pt x="485815" y="4854601"/>
                  </a:lnTo>
                  <a:lnTo>
                    <a:pt x="536557" y="4854632"/>
                  </a:lnTo>
                  <a:lnTo>
                    <a:pt x="587300" y="4854664"/>
                  </a:lnTo>
                  <a:lnTo>
                    <a:pt x="638042" y="4854695"/>
                  </a:lnTo>
                  <a:lnTo>
                    <a:pt x="688784" y="4854726"/>
                  </a:lnTo>
                  <a:lnTo>
                    <a:pt x="739526" y="4854758"/>
                  </a:lnTo>
                  <a:lnTo>
                    <a:pt x="790269" y="4854789"/>
                  </a:lnTo>
                  <a:lnTo>
                    <a:pt x="841011" y="4854820"/>
                  </a:lnTo>
                  <a:lnTo>
                    <a:pt x="891753" y="4854852"/>
                  </a:lnTo>
                  <a:lnTo>
                    <a:pt x="942495" y="4854883"/>
                  </a:lnTo>
                  <a:lnTo>
                    <a:pt x="993238" y="4854914"/>
                  </a:lnTo>
                  <a:lnTo>
                    <a:pt x="1043980" y="4854946"/>
                  </a:lnTo>
                  <a:lnTo>
                    <a:pt x="1094722" y="4854977"/>
                  </a:lnTo>
                  <a:lnTo>
                    <a:pt x="1145464" y="4855008"/>
                  </a:lnTo>
                  <a:lnTo>
                    <a:pt x="1196207" y="4855040"/>
                  </a:lnTo>
                  <a:lnTo>
                    <a:pt x="1246949" y="4855071"/>
                  </a:lnTo>
                  <a:lnTo>
                    <a:pt x="1297691" y="4855102"/>
                  </a:lnTo>
                  <a:lnTo>
                    <a:pt x="1348433" y="4855133"/>
                  </a:lnTo>
                  <a:lnTo>
                    <a:pt x="1399175" y="4855165"/>
                  </a:lnTo>
                  <a:lnTo>
                    <a:pt x="1449918" y="4855196"/>
                  </a:lnTo>
                  <a:lnTo>
                    <a:pt x="1500660" y="4855227"/>
                  </a:lnTo>
                  <a:lnTo>
                    <a:pt x="1551402" y="4855258"/>
                  </a:lnTo>
                  <a:lnTo>
                    <a:pt x="1602144" y="4855290"/>
                  </a:lnTo>
                  <a:lnTo>
                    <a:pt x="1652887" y="4855321"/>
                  </a:lnTo>
                  <a:lnTo>
                    <a:pt x="1703629" y="4855352"/>
                  </a:lnTo>
                  <a:lnTo>
                    <a:pt x="1754371" y="4855383"/>
                  </a:lnTo>
                  <a:lnTo>
                    <a:pt x="1805113" y="4855414"/>
                  </a:lnTo>
                  <a:lnTo>
                    <a:pt x="1855856" y="4855446"/>
                  </a:lnTo>
                  <a:lnTo>
                    <a:pt x="1906598" y="4855477"/>
                  </a:lnTo>
                  <a:lnTo>
                    <a:pt x="1957340" y="4855508"/>
                  </a:lnTo>
                  <a:lnTo>
                    <a:pt x="2008083" y="4855539"/>
                  </a:lnTo>
                  <a:lnTo>
                    <a:pt x="2058825" y="4855570"/>
                  </a:lnTo>
                  <a:lnTo>
                    <a:pt x="2109567" y="4855601"/>
                  </a:lnTo>
                  <a:lnTo>
                    <a:pt x="2160309" y="4855632"/>
                  </a:lnTo>
                  <a:lnTo>
                    <a:pt x="2211052" y="4855664"/>
                  </a:lnTo>
                  <a:lnTo>
                    <a:pt x="2261794" y="4855695"/>
                  </a:lnTo>
                  <a:lnTo>
                    <a:pt x="2312536" y="4855726"/>
                  </a:lnTo>
                  <a:lnTo>
                    <a:pt x="2363278" y="4855757"/>
                  </a:lnTo>
                  <a:lnTo>
                    <a:pt x="2414021" y="4855788"/>
                  </a:lnTo>
                  <a:lnTo>
                    <a:pt x="2464763" y="4855819"/>
                  </a:lnTo>
                  <a:lnTo>
                    <a:pt x="2515505" y="4855850"/>
                  </a:lnTo>
                  <a:lnTo>
                    <a:pt x="2566248" y="4855881"/>
                  </a:lnTo>
                  <a:lnTo>
                    <a:pt x="2616990" y="4855912"/>
                  </a:lnTo>
                  <a:lnTo>
                    <a:pt x="2667732" y="4855943"/>
                  </a:lnTo>
                  <a:lnTo>
                    <a:pt x="2718474" y="4855974"/>
                  </a:lnTo>
                  <a:lnTo>
                    <a:pt x="2769217" y="4856005"/>
                  </a:lnTo>
                  <a:lnTo>
                    <a:pt x="2819959" y="4856036"/>
                  </a:lnTo>
                  <a:lnTo>
                    <a:pt x="2870701" y="4856067"/>
                  </a:lnTo>
                  <a:lnTo>
                    <a:pt x="2921444" y="4856098"/>
                  </a:lnTo>
                  <a:lnTo>
                    <a:pt x="2972186" y="4856129"/>
                  </a:lnTo>
                  <a:lnTo>
                    <a:pt x="3022928" y="4856160"/>
                  </a:lnTo>
                  <a:lnTo>
                    <a:pt x="3073671" y="4856191"/>
                  </a:lnTo>
                  <a:lnTo>
                    <a:pt x="3124413" y="4856222"/>
                  </a:lnTo>
                  <a:lnTo>
                    <a:pt x="3175155" y="4856253"/>
                  </a:lnTo>
                  <a:lnTo>
                    <a:pt x="3225898" y="4856284"/>
                  </a:lnTo>
                  <a:lnTo>
                    <a:pt x="3276640" y="4856315"/>
                  </a:lnTo>
                  <a:lnTo>
                    <a:pt x="3327382" y="4856346"/>
                  </a:lnTo>
                  <a:lnTo>
                    <a:pt x="3378125" y="4856377"/>
                  </a:lnTo>
                  <a:lnTo>
                    <a:pt x="3428867" y="4856408"/>
                  </a:lnTo>
                  <a:lnTo>
                    <a:pt x="3479609" y="4856439"/>
                  </a:lnTo>
                  <a:lnTo>
                    <a:pt x="3530352" y="4856469"/>
                  </a:lnTo>
                  <a:lnTo>
                    <a:pt x="3581094" y="4856500"/>
                  </a:lnTo>
                  <a:lnTo>
                    <a:pt x="3631837" y="4856531"/>
                  </a:lnTo>
                  <a:lnTo>
                    <a:pt x="3666861" y="4856701"/>
                  </a:lnTo>
                  <a:lnTo>
                    <a:pt x="3701891" y="4856930"/>
                  </a:lnTo>
                  <a:lnTo>
                    <a:pt x="3736910" y="4856848"/>
                  </a:lnTo>
                  <a:lnTo>
                    <a:pt x="3771906" y="4856081"/>
                  </a:lnTo>
                  <a:lnTo>
                    <a:pt x="3821954" y="4852907"/>
                  </a:lnTo>
                  <a:lnTo>
                    <a:pt x="3870424" y="4847021"/>
                  </a:lnTo>
                  <a:lnTo>
                    <a:pt x="3917259" y="4838502"/>
                  </a:lnTo>
                  <a:lnTo>
                    <a:pt x="3962402" y="4827428"/>
                  </a:lnTo>
                  <a:lnTo>
                    <a:pt x="4005798" y="4813878"/>
                  </a:lnTo>
                  <a:lnTo>
                    <a:pt x="4047389" y="4797931"/>
                  </a:lnTo>
                  <a:lnTo>
                    <a:pt x="4087119" y="4779664"/>
                  </a:lnTo>
                  <a:lnTo>
                    <a:pt x="4124932" y="4759158"/>
                  </a:lnTo>
                  <a:lnTo>
                    <a:pt x="4160771" y="4736489"/>
                  </a:lnTo>
                  <a:lnTo>
                    <a:pt x="4194580" y="4711738"/>
                  </a:lnTo>
                  <a:lnTo>
                    <a:pt x="4226303" y="4684982"/>
                  </a:lnTo>
                  <a:lnTo>
                    <a:pt x="4255882" y="4656301"/>
                  </a:lnTo>
                  <a:lnTo>
                    <a:pt x="4283262" y="4625772"/>
                  </a:lnTo>
                  <a:lnTo>
                    <a:pt x="4308387" y="4593475"/>
                  </a:lnTo>
                  <a:lnTo>
                    <a:pt x="4331198" y="4559488"/>
                  </a:lnTo>
                  <a:lnTo>
                    <a:pt x="4351641" y="4523890"/>
                  </a:lnTo>
                  <a:lnTo>
                    <a:pt x="4369659" y="4486759"/>
                  </a:lnTo>
                  <a:lnTo>
                    <a:pt x="4385195" y="4448173"/>
                  </a:lnTo>
                  <a:lnTo>
                    <a:pt x="4398193" y="4408213"/>
                  </a:lnTo>
                  <a:lnTo>
                    <a:pt x="4408597" y="4366956"/>
                  </a:lnTo>
                  <a:lnTo>
                    <a:pt x="4416349" y="4324480"/>
                  </a:lnTo>
                  <a:lnTo>
                    <a:pt x="4421394" y="4280865"/>
                  </a:lnTo>
                  <a:lnTo>
                    <a:pt x="4423675" y="4236189"/>
                  </a:lnTo>
                  <a:lnTo>
                    <a:pt x="4423136" y="4190531"/>
                  </a:lnTo>
                  <a:lnTo>
                    <a:pt x="4419719" y="4143969"/>
                  </a:lnTo>
                  <a:lnTo>
                    <a:pt x="4413370" y="4096581"/>
                  </a:lnTo>
                  <a:lnTo>
                    <a:pt x="4404031" y="4048448"/>
                  </a:lnTo>
                  <a:lnTo>
                    <a:pt x="4391646" y="3999646"/>
                  </a:lnTo>
                  <a:lnTo>
                    <a:pt x="4376961" y="3953734"/>
                  </a:lnTo>
                  <a:lnTo>
                    <a:pt x="4359566" y="3909163"/>
                  </a:lnTo>
                  <a:lnTo>
                    <a:pt x="4339760" y="3865723"/>
                  </a:lnTo>
                  <a:lnTo>
                    <a:pt x="4317842" y="3823203"/>
                  </a:lnTo>
                  <a:lnTo>
                    <a:pt x="4294110" y="3781391"/>
                  </a:lnTo>
                  <a:lnTo>
                    <a:pt x="4255289" y="3716001"/>
                  </a:lnTo>
                  <a:lnTo>
                    <a:pt x="4235177" y="3682348"/>
                  </a:lnTo>
                  <a:lnTo>
                    <a:pt x="4214609" y="3648074"/>
                  </a:lnTo>
                  <a:lnTo>
                    <a:pt x="4193595" y="3613191"/>
                  </a:lnTo>
                  <a:lnTo>
                    <a:pt x="4172145" y="3577714"/>
                  </a:lnTo>
                  <a:lnTo>
                    <a:pt x="4150268" y="3541654"/>
                  </a:lnTo>
                  <a:lnTo>
                    <a:pt x="4127974" y="3505026"/>
                  </a:lnTo>
                  <a:lnTo>
                    <a:pt x="4105272" y="3467842"/>
                  </a:lnTo>
                  <a:lnTo>
                    <a:pt x="4082173" y="3430115"/>
                  </a:lnTo>
                  <a:lnTo>
                    <a:pt x="4058685" y="3391858"/>
                  </a:lnTo>
                  <a:lnTo>
                    <a:pt x="4034818" y="3353085"/>
                  </a:lnTo>
                  <a:lnTo>
                    <a:pt x="4010583" y="3313808"/>
                  </a:lnTo>
                  <a:lnTo>
                    <a:pt x="3985988" y="3274041"/>
                  </a:lnTo>
                  <a:lnTo>
                    <a:pt x="3961043" y="3233796"/>
                  </a:lnTo>
                  <a:lnTo>
                    <a:pt x="3935758" y="3193087"/>
                  </a:lnTo>
                  <a:lnTo>
                    <a:pt x="3910142" y="3151927"/>
                  </a:lnTo>
                  <a:lnTo>
                    <a:pt x="3884205" y="3110328"/>
                  </a:lnTo>
                  <a:lnTo>
                    <a:pt x="3857957" y="3068304"/>
                  </a:lnTo>
                  <a:lnTo>
                    <a:pt x="3831406" y="3025868"/>
                  </a:lnTo>
                  <a:lnTo>
                    <a:pt x="3804564" y="2983034"/>
                  </a:lnTo>
                  <a:lnTo>
                    <a:pt x="3777438" y="2939813"/>
                  </a:lnTo>
                  <a:lnTo>
                    <a:pt x="3750040" y="2896219"/>
                  </a:lnTo>
                  <a:lnTo>
                    <a:pt x="3722378" y="2852266"/>
                  </a:lnTo>
                  <a:lnTo>
                    <a:pt x="3694462" y="2807966"/>
                  </a:lnTo>
                  <a:lnTo>
                    <a:pt x="3666302" y="2763332"/>
                  </a:lnTo>
                  <a:lnTo>
                    <a:pt x="3637908" y="2718378"/>
                  </a:lnTo>
                  <a:lnTo>
                    <a:pt x="3609288" y="2673116"/>
                  </a:lnTo>
                  <a:lnTo>
                    <a:pt x="3580453" y="2627560"/>
                  </a:lnTo>
                  <a:lnTo>
                    <a:pt x="3551411" y="2581723"/>
                  </a:lnTo>
                  <a:lnTo>
                    <a:pt x="3522174" y="2535617"/>
                  </a:lnTo>
                  <a:lnTo>
                    <a:pt x="3492750" y="2489256"/>
                  </a:lnTo>
                  <a:lnTo>
                    <a:pt x="3463149" y="2442653"/>
                  </a:lnTo>
                  <a:lnTo>
                    <a:pt x="3433380" y="2395820"/>
                  </a:lnTo>
                  <a:lnTo>
                    <a:pt x="3403454" y="2348772"/>
                  </a:lnTo>
                  <a:lnTo>
                    <a:pt x="3373379" y="2301521"/>
                  </a:lnTo>
                  <a:lnTo>
                    <a:pt x="3343166" y="2254080"/>
                  </a:lnTo>
                  <a:lnTo>
                    <a:pt x="3312823" y="2206462"/>
                  </a:lnTo>
                  <a:lnTo>
                    <a:pt x="3282361" y="2158681"/>
                  </a:lnTo>
                  <a:lnTo>
                    <a:pt x="3251789" y="2110748"/>
                  </a:lnTo>
                  <a:lnTo>
                    <a:pt x="3221117" y="2062679"/>
                  </a:lnTo>
                  <a:lnTo>
                    <a:pt x="3190354" y="2014484"/>
                  </a:lnTo>
                  <a:lnTo>
                    <a:pt x="3159511" y="1966179"/>
                  </a:lnTo>
                  <a:lnTo>
                    <a:pt x="3128595" y="1917775"/>
                  </a:lnTo>
                  <a:lnTo>
                    <a:pt x="3097618" y="1869285"/>
                  </a:lnTo>
                  <a:lnTo>
                    <a:pt x="3066589" y="1820724"/>
                  </a:lnTo>
                  <a:lnTo>
                    <a:pt x="3035517" y="1772103"/>
                  </a:lnTo>
                  <a:lnTo>
                    <a:pt x="3004412" y="1723437"/>
                  </a:lnTo>
                  <a:lnTo>
                    <a:pt x="2973283" y="1674737"/>
                  </a:lnTo>
                  <a:lnTo>
                    <a:pt x="2942141" y="1626017"/>
                  </a:lnTo>
                  <a:lnTo>
                    <a:pt x="2910994" y="1577291"/>
                  </a:lnTo>
                  <a:lnTo>
                    <a:pt x="2879853" y="1528570"/>
                  </a:lnTo>
                  <a:lnTo>
                    <a:pt x="2848727" y="1479869"/>
                  </a:lnTo>
                  <a:lnTo>
                    <a:pt x="2817625" y="1431200"/>
                  </a:lnTo>
                  <a:lnTo>
                    <a:pt x="2786557" y="1382577"/>
                  </a:lnTo>
                  <a:lnTo>
                    <a:pt x="2755533" y="1334012"/>
                  </a:lnTo>
                  <a:lnTo>
                    <a:pt x="2724563" y="1285519"/>
                  </a:lnTo>
                  <a:lnTo>
                    <a:pt x="2693655" y="1237111"/>
                  </a:lnTo>
                  <a:lnTo>
                    <a:pt x="2662820" y="1188800"/>
                  </a:lnTo>
                  <a:lnTo>
                    <a:pt x="2632067" y="1140600"/>
                  </a:lnTo>
                  <a:lnTo>
                    <a:pt x="2601406" y="1092523"/>
                  </a:lnTo>
                  <a:lnTo>
                    <a:pt x="2570846" y="1044584"/>
                  </a:lnTo>
                  <a:lnTo>
                    <a:pt x="2540398" y="996795"/>
                  </a:lnTo>
                  <a:lnTo>
                    <a:pt x="2510069" y="949168"/>
                  </a:lnTo>
                  <a:lnTo>
                    <a:pt x="2479871" y="901718"/>
                  </a:lnTo>
                  <a:lnTo>
                    <a:pt x="2449813" y="854457"/>
                  </a:lnTo>
                  <a:lnTo>
                    <a:pt x="2419904" y="807398"/>
                  </a:lnTo>
                  <a:lnTo>
                    <a:pt x="2390154" y="760555"/>
                  </a:lnTo>
                  <a:lnTo>
                    <a:pt x="2360573" y="713940"/>
                  </a:lnTo>
                  <a:lnTo>
                    <a:pt x="2331169" y="667567"/>
                  </a:lnTo>
                  <a:lnTo>
                    <a:pt x="2301954" y="621448"/>
                  </a:lnTo>
                  <a:lnTo>
                    <a:pt x="2272936" y="575597"/>
                  </a:lnTo>
                  <a:lnTo>
                    <a:pt x="2244125" y="530026"/>
                  </a:lnTo>
                  <a:lnTo>
                    <a:pt x="2215530" y="484749"/>
                  </a:lnTo>
                  <a:lnTo>
                    <a:pt x="2187162" y="439779"/>
                  </a:lnTo>
                  <a:lnTo>
                    <a:pt x="2159029" y="395129"/>
                  </a:lnTo>
                  <a:lnTo>
                    <a:pt x="2131142" y="350812"/>
                  </a:lnTo>
                  <a:lnTo>
                    <a:pt x="2103510" y="306841"/>
                  </a:lnTo>
                  <a:lnTo>
                    <a:pt x="2076142" y="263230"/>
                  </a:lnTo>
                  <a:lnTo>
                    <a:pt x="2049048" y="219990"/>
                  </a:lnTo>
                  <a:lnTo>
                    <a:pt x="2022239" y="177136"/>
                  </a:lnTo>
                  <a:lnTo>
                    <a:pt x="1995722" y="134680"/>
                  </a:lnTo>
                  <a:lnTo>
                    <a:pt x="1969509" y="92635"/>
                  </a:lnTo>
                  <a:lnTo>
                    <a:pt x="1943608" y="51015"/>
                  </a:lnTo>
                  <a:lnTo>
                    <a:pt x="1918029" y="9832"/>
                  </a:lnTo>
                  <a:lnTo>
                    <a:pt x="191193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8" name="object 12">
              <a:extLst>
                <a:ext uri="{FF2B5EF4-FFF2-40B4-BE49-F238E27FC236}">
                  <a16:creationId xmlns:a16="http://schemas.microsoft.com/office/drawing/2014/main" id="{DF2A3508-09BD-CC52-769B-31177CC1541A}"/>
                </a:ext>
              </a:extLst>
            </p:cNvPr>
            <p:cNvSpPr/>
            <p:nvPr/>
          </p:nvSpPr>
          <p:spPr>
            <a:xfrm>
              <a:off x="9787" y="0"/>
              <a:ext cx="8691880" cy="7082154"/>
            </a:xfrm>
            <a:custGeom>
              <a:avLst/>
              <a:gdLst/>
              <a:ahLst/>
              <a:cxnLst/>
              <a:rect l="l" t="t" r="r" b="b"/>
              <a:pathLst>
                <a:path w="8691880" h="7082155">
                  <a:moveTo>
                    <a:pt x="0" y="7077369"/>
                  </a:moveTo>
                  <a:lnTo>
                    <a:pt x="42823" y="7077396"/>
                  </a:lnTo>
                  <a:lnTo>
                    <a:pt x="85964" y="7077423"/>
                  </a:lnTo>
                  <a:lnTo>
                    <a:pt x="129418" y="7077449"/>
                  </a:lnTo>
                  <a:lnTo>
                    <a:pt x="173181" y="7077476"/>
                  </a:lnTo>
                  <a:lnTo>
                    <a:pt x="217248" y="7077503"/>
                  </a:lnTo>
                  <a:lnTo>
                    <a:pt x="261616" y="7077529"/>
                  </a:lnTo>
                  <a:lnTo>
                    <a:pt x="306281" y="7077556"/>
                  </a:lnTo>
                  <a:lnTo>
                    <a:pt x="351237" y="7077583"/>
                  </a:lnTo>
                  <a:lnTo>
                    <a:pt x="396481" y="7077609"/>
                  </a:lnTo>
                  <a:lnTo>
                    <a:pt x="442009" y="7077636"/>
                  </a:lnTo>
                  <a:lnTo>
                    <a:pt x="487817" y="7077663"/>
                  </a:lnTo>
                  <a:lnTo>
                    <a:pt x="533899" y="7077689"/>
                  </a:lnTo>
                  <a:lnTo>
                    <a:pt x="580253" y="7077716"/>
                  </a:lnTo>
                  <a:lnTo>
                    <a:pt x="626874" y="7077742"/>
                  </a:lnTo>
                  <a:lnTo>
                    <a:pt x="673757" y="7077769"/>
                  </a:lnTo>
                  <a:lnTo>
                    <a:pt x="720899" y="7077796"/>
                  </a:lnTo>
                  <a:lnTo>
                    <a:pt x="768295" y="7077822"/>
                  </a:lnTo>
                  <a:lnTo>
                    <a:pt x="815941" y="7077849"/>
                  </a:lnTo>
                  <a:lnTo>
                    <a:pt x="863833" y="7077875"/>
                  </a:lnTo>
                  <a:lnTo>
                    <a:pt x="911966" y="7077902"/>
                  </a:lnTo>
                  <a:lnTo>
                    <a:pt x="960337" y="7077929"/>
                  </a:lnTo>
                  <a:lnTo>
                    <a:pt x="1008941" y="7077955"/>
                  </a:lnTo>
                  <a:lnTo>
                    <a:pt x="1057775" y="7077982"/>
                  </a:lnTo>
                  <a:lnTo>
                    <a:pt x="1106833" y="7078008"/>
                  </a:lnTo>
                  <a:lnTo>
                    <a:pt x="1156112" y="7078035"/>
                  </a:lnTo>
                  <a:lnTo>
                    <a:pt x="1205607" y="7078061"/>
                  </a:lnTo>
                  <a:lnTo>
                    <a:pt x="1255314" y="7078088"/>
                  </a:lnTo>
                  <a:lnTo>
                    <a:pt x="1305230" y="7078115"/>
                  </a:lnTo>
                  <a:lnTo>
                    <a:pt x="1355349" y="7078141"/>
                  </a:lnTo>
                  <a:lnTo>
                    <a:pt x="1405668" y="7078168"/>
                  </a:lnTo>
                  <a:lnTo>
                    <a:pt x="1456182" y="7078194"/>
                  </a:lnTo>
                  <a:lnTo>
                    <a:pt x="1506888" y="7078221"/>
                  </a:lnTo>
                  <a:lnTo>
                    <a:pt x="1557780" y="7078247"/>
                  </a:lnTo>
                  <a:lnTo>
                    <a:pt x="1608856" y="7078274"/>
                  </a:lnTo>
                  <a:lnTo>
                    <a:pt x="1660110" y="7078300"/>
                  </a:lnTo>
                  <a:lnTo>
                    <a:pt x="1711538" y="7078327"/>
                  </a:lnTo>
                  <a:lnTo>
                    <a:pt x="1763137" y="7078353"/>
                  </a:lnTo>
                  <a:lnTo>
                    <a:pt x="1814901" y="7078380"/>
                  </a:lnTo>
                  <a:lnTo>
                    <a:pt x="1866828" y="7078406"/>
                  </a:lnTo>
                  <a:lnTo>
                    <a:pt x="1918912" y="7078433"/>
                  </a:lnTo>
                  <a:lnTo>
                    <a:pt x="1971149" y="7078459"/>
                  </a:lnTo>
                  <a:lnTo>
                    <a:pt x="2023536" y="7078486"/>
                  </a:lnTo>
                  <a:lnTo>
                    <a:pt x="2076067" y="7078512"/>
                  </a:lnTo>
                  <a:lnTo>
                    <a:pt x="2128740" y="7078539"/>
                  </a:lnTo>
                  <a:lnTo>
                    <a:pt x="2181549" y="7078565"/>
                  </a:lnTo>
                  <a:lnTo>
                    <a:pt x="2234490" y="7078591"/>
                  </a:lnTo>
                  <a:lnTo>
                    <a:pt x="2287559" y="7078618"/>
                  </a:lnTo>
                  <a:lnTo>
                    <a:pt x="2340753" y="7078644"/>
                  </a:lnTo>
                  <a:lnTo>
                    <a:pt x="2394066" y="7078671"/>
                  </a:lnTo>
                  <a:lnTo>
                    <a:pt x="2447495" y="7078697"/>
                  </a:lnTo>
                  <a:lnTo>
                    <a:pt x="2501035" y="7078724"/>
                  </a:lnTo>
                  <a:lnTo>
                    <a:pt x="2554683" y="7078750"/>
                  </a:lnTo>
                  <a:lnTo>
                    <a:pt x="2608433" y="7078776"/>
                  </a:lnTo>
                  <a:lnTo>
                    <a:pt x="2662282" y="7078803"/>
                  </a:lnTo>
                  <a:lnTo>
                    <a:pt x="2716226" y="7078829"/>
                  </a:lnTo>
                  <a:lnTo>
                    <a:pt x="2770260" y="7078856"/>
                  </a:lnTo>
                  <a:lnTo>
                    <a:pt x="2824380" y="7078882"/>
                  </a:lnTo>
                  <a:lnTo>
                    <a:pt x="2878582" y="7078908"/>
                  </a:lnTo>
                  <a:lnTo>
                    <a:pt x="2932862" y="7078935"/>
                  </a:lnTo>
                  <a:lnTo>
                    <a:pt x="2987215" y="7078961"/>
                  </a:lnTo>
                  <a:lnTo>
                    <a:pt x="3041638" y="7078987"/>
                  </a:lnTo>
                  <a:lnTo>
                    <a:pt x="3096126" y="7079014"/>
                  </a:lnTo>
                  <a:lnTo>
                    <a:pt x="3150675" y="7079040"/>
                  </a:lnTo>
                  <a:lnTo>
                    <a:pt x="3205280" y="7079067"/>
                  </a:lnTo>
                  <a:lnTo>
                    <a:pt x="3259938" y="7079093"/>
                  </a:lnTo>
                  <a:lnTo>
                    <a:pt x="3314645" y="7079119"/>
                  </a:lnTo>
                  <a:lnTo>
                    <a:pt x="3369395" y="7079146"/>
                  </a:lnTo>
                  <a:lnTo>
                    <a:pt x="3424186" y="7079172"/>
                  </a:lnTo>
                  <a:lnTo>
                    <a:pt x="3479012" y="7079198"/>
                  </a:lnTo>
                  <a:lnTo>
                    <a:pt x="3533870" y="7079225"/>
                  </a:lnTo>
                  <a:lnTo>
                    <a:pt x="3588755" y="7079251"/>
                  </a:lnTo>
                  <a:lnTo>
                    <a:pt x="3643663" y="7079277"/>
                  </a:lnTo>
                  <a:lnTo>
                    <a:pt x="3698590" y="7079303"/>
                  </a:lnTo>
                  <a:lnTo>
                    <a:pt x="3753532" y="7079330"/>
                  </a:lnTo>
                  <a:lnTo>
                    <a:pt x="3808484" y="7079356"/>
                  </a:lnTo>
                  <a:lnTo>
                    <a:pt x="3863443" y="7079382"/>
                  </a:lnTo>
                  <a:lnTo>
                    <a:pt x="3918403" y="7079409"/>
                  </a:lnTo>
                  <a:lnTo>
                    <a:pt x="3973362" y="7079435"/>
                  </a:lnTo>
                  <a:lnTo>
                    <a:pt x="4028314" y="7079461"/>
                  </a:lnTo>
                  <a:lnTo>
                    <a:pt x="4083256" y="7079487"/>
                  </a:lnTo>
                  <a:lnTo>
                    <a:pt x="4138183" y="7079514"/>
                  </a:lnTo>
                  <a:lnTo>
                    <a:pt x="4193091" y="7079540"/>
                  </a:lnTo>
                  <a:lnTo>
                    <a:pt x="4247976" y="7079566"/>
                  </a:lnTo>
                  <a:lnTo>
                    <a:pt x="4302834" y="7079592"/>
                  </a:lnTo>
                  <a:lnTo>
                    <a:pt x="4357660" y="7079619"/>
                  </a:lnTo>
                  <a:lnTo>
                    <a:pt x="4412451" y="7079645"/>
                  </a:lnTo>
                  <a:lnTo>
                    <a:pt x="4467201" y="7079671"/>
                  </a:lnTo>
                  <a:lnTo>
                    <a:pt x="4521907" y="7079697"/>
                  </a:lnTo>
                  <a:lnTo>
                    <a:pt x="4576566" y="7079724"/>
                  </a:lnTo>
                  <a:lnTo>
                    <a:pt x="4631171" y="7079750"/>
                  </a:lnTo>
                  <a:lnTo>
                    <a:pt x="4685720" y="7079776"/>
                  </a:lnTo>
                  <a:lnTo>
                    <a:pt x="4740208" y="7079802"/>
                  </a:lnTo>
                  <a:lnTo>
                    <a:pt x="4794631" y="7079828"/>
                  </a:lnTo>
                  <a:lnTo>
                    <a:pt x="4848984" y="7079855"/>
                  </a:lnTo>
                  <a:lnTo>
                    <a:pt x="4903264" y="7079881"/>
                  </a:lnTo>
                  <a:lnTo>
                    <a:pt x="4957466" y="7079907"/>
                  </a:lnTo>
                  <a:lnTo>
                    <a:pt x="5011586" y="7079933"/>
                  </a:lnTo>
                  <a:lnTo>
                    <a:pt x="5065620" y="7079959"/>
                  </a:lnTo>
                  <a:lnTo>
                    <a:pt x="5119564" y="7079985"/>
                  </a:lnTo>
                  <a:lnTo>
                    <a:pt x="5173413" y="7080012"/>
                  </a:lnTo>
                  <a:lnTo>
                    <a:pt x="5227163" y="7080038"/>
                  </a:lnTo>
                  <a:lnTo>
                    <a:pt x="5280811" y="7080064"/>
                  </a:lnTo>
                  <a:lnTo>
                    <a:pt x="5334351" y="7080090"/>
                  </a:lnTo>
                  <a:lnTo>
                    <a:pt x="5387780" y="7080116"/>
                  </a:lnTo>
                  <a:lnTo>
                    <a:pt x="5441093" y="7080142"/>
                  </a:lnTo>
                  <a:lnTo>
                    <a:pt x="5494286" y="7080168"/>
                  </a:lnTo>
                  <a:lnTo>
                    <a:pt x="5547356" y="7080194"/>
                  </a:lnTo>
                  <a:lnTo>
                    <a:pt x="5600297" y="7080221"/>
                  </a:lnTo>
                  <a:lnTo>
                    <a:pt x="5653106" y="7080247"/>
                  </a:lnTo>
                  <a:lnTo>
                    <a:pt x="5705779" y="7080273"/>
                  </a:lnTo>
                  <a:lnTo>
                    <a:pt x="5758310" y="7080299"/>
                  </a:lnTo>
                  <a:lnTo>
                    <a:pt x="5810697" y="7080325"/>
                  </a:lnTo>
                  <a:lnTo>
                    <a:pt x="5862934" y="7080351"/>
                  </a:lnTo>
                  <a:lnTo>
                    <a:pt x="5915018" y="7080377"/>
                  </a:lnTo>
                  <a:lnTo>
                    <a:pt x="5966944" y="7080403"/>
                  </a:lnTo>
                  <a:lnTo>
                    <a:pt x="6018709" y="7080429"/>
                  </a:lnTo>
                  <a:lnTo>
                    <a:pt x="6070308" y="7080455"/>
                  </a:lnTo>
                  <a:lnTo>
                    <a:pt x="6121736" y="7080481"/>
                  </a:lnTo>
                  <a:lnTo>
                    <a:pt x="6172990" y="7080507"/>
                  </a:lnTo>
                  <a:lnTo>
                    <a:pt x="6224065" y="7080534"/>
                  </a:lnTo>
                  <a:lnTo>
                    <a:pt x="6274958" y="7080560"/>
                  </a:lnTo>
                  <a:lnTo>
                    <a:pt x="6325664" y="7080586"/>
                  </a:lnTo>
                  <a:lnTo>
                    <a:pt x="6376178" y="7080612"/>
                  </a:lnTo>
                  <a:lnTo>
                    <a:pt x="6426497" y="7080638"/>
                  </a:lnTo>
                  <a:lnTo>
                    <a:pt x="6476616" y="7080664"/>
                  </a:lnTo>
                  <a:lnTo>
                    <a:pt x="6526532" y="7080690"/>
                  </a:lnTo>
                  <a:lnTo>
                    <a:pt x="6576239" y="7080716"/>
                  </a:lnTo>
                  <a:lnTo>
                    <a:pt x="6625734" y="7080742"/>
                  </a:lnTo>
                  <a:lnTo>
                    <a:pt x="6675013" y="7080768"/>
                  </a:lnTo>
                  <a:lnTo>
                    <a:pt x="6724071" y="7080794"/>
                  </a:lnTo>
                  <a:lnTo>
                    <a:pt x="6772904" y="7080820"/>
                  </a:lnTo>
                  <a:lnTo>
                    <a:pt x="6821509" y="7080846"/>
                  </a:lnTo>
                  <a:lnTo>
                    <a:pt x="6869880" y="7080872"/>
                  </a:lnTo>
                  <a:lnTo>
                    <a:pt x="6918013" y="7080898"/>
                  </a:lnTo>
                  <a:lnTo>
                    <a:pt x="6965905" y="7080924"/>
                  </a:lnTo>
                  <a:lnTo>
                    <a:pt x="7013551" y="7080950"/>
                  </a:lnTo>
                  <a:lnTo>
                    <a:pt x="7060947" y="7080976"/>
                  </a:lnTo>
                  <a:lnTo>
                    <a:pt x="7108089" y="7081002"/>
                  </a:lnTo>
                  <a:lnTo>
                    <a:pt x="7154972" y="7081027"/>
                  </a:lnTo>
                  <a:lnTo>
                    <a:pt x="7201593" y="7081053"/>
                  </a:lnTo>
                  <a:lnTo>
                    <a:pt x="7247947" y="7081079"/>
                  </a:lnTo>
                  <a:lnTo>
                    <a:pt x="7294029" y="7081105"/>
                  </a:lnTo>
                  <a:lnTo>
                    <a:pt x="7339837" y="7081131"/>
                  </a:lnTo>
                  <a:lnTo>
                    <a:pt x="7385365" y="7081157"/>
                  </a:lnTo>
                  <a:lnTo>
                    <a:pt x="7430609" y="7081183"/>
                  </a:lnTo>
                  <a:lnTo>
                    <a:pt x="7475565" y="7081209"/>
                  </a:lnTo>
                  <a:lnTo>
                    <a:pt x="7520230" y="7081235"/>
                  </a:lnTo>
                  <a:lnTo>
                    <a:pt x="7564598" y="7081261"/>
                  </a:lnTo>
                  <a:lnTo>
                    <a:pt x="7608665" y="7081287"/>
                  </a:lnTo>
                  <a:lnTo>
                    <a:pt x="7652428" y="7081313"/>
                  </a:lnTo>
                  <a:lnTo>
                    <a:pt x="7695882" y="7081338"/>
                  </a:lnTo>
                  <a:lnTo>
                    <a:pt x="7739023" y="7081364"/>
                  </a:lnTo>
                  <a:lnTo>
                    <a:pt x="7781846" y="7081390"/>
                  </a:lnTo>
                  <a:lnTo>
                    <a:pt x="7822077" y="7081590"/>
                  </a:lnTo>
                  <a:lnTo>
                    <a:pt x="7862311" y="7081856"/>
                  </a:lnTo>
                  <a:lnTo>
                    <a:pt x="7902531" y="7081761"/>
                  </a:lnTo>
                  <a:lnTo>
                    <a:pt x="7942721" y="7080877"/>
                  </a:lnTo>
                  <a:lnTo>
                    <a:pt x="7993119" y="7077859"/>
                  </a:lnTo>
                  <a:lnTo>
                    <a:pt x="8042134" y="7072447"/>
                  </a:lnTo>
                  <a:lnTo>
                    <a:pt x="8089724" y="7064703"/>
                  </a:lnTo>
                  <a:lnTo>
                    <a:pt x="8135845" y="7054686"/>
                  </a:lnTo>
                  <a:lnTo>
                    <a:pt x="8180454" y="7042457"/>
                  </a:lnTo>
                  <a:lnTo>
                    <a:pt x="8223507" y="7028077"/>
                  </a:lnTo>
                  <a:lnTo>
                    <a:pt x="8264961" y="7011606"/>
                  </a:lnTo>
                  <a:lnTo>
                    <a:pt x="8304772" y="6993104"/>
                  </a:lnTo>
                  <a:lnTo>
                    <a:pt x="8342897" y="6972633"/>
                  </a:lnTo>
                  <a:lnTo>
                    <a:pt x="8379293" y="6950252"/>
                  </a:lnTo>
                  <a:lnTo>
                    <a:pt x="8413916" y="6926022"/>
                  </a:lnTo>
                  <a:lnTo>
                    <a:pt x="8446723" y="6900003"/>
                  </a:lnTo>
                  <a:lnTo>
                    <a:pt x="8477669" y="6872257"/>
                  </a:lnTo>
                  <a:lnTo>
                    <a:pt x="8506713" y="6842843"/>
                  </a:lnTo>
                  <a:lnTo>
                    <a:pt x="8533810" y="6811822"/>
                  </a:lnTo>
                  <a:lnTo>
                    <a:pt x="8558917" y="6779254"/>
                  </a:lnTo>
                  <a:lnTo>
                    <a:pt x="8581990" y="6745200"/>
                  </a:lnTo>
                  <a:lnTo>
                    <a:pt x="8602987" y="6709721"/>
                  </a:lnTo>
                  <a:lnTo>
                    <a:pt x="8621863" y="6672877"/>
                  </a:lnTo>
                  <a:lnTo>
                    <a:pt x="8638576" y="6634728"/>
                  </a:lnTo>
                  <a:lnTo>
                    <a:pt x="8653081" y="6595335"/>
                  </a:lnTo>
                  <a:lnTo>
                    <a:pt x="8665335" y="6554758"/>
                  </a:lnTo>
                  <a:lnTo>
                    <a:pt x="8675296" y="6513058"/>
                  </a:lnTo>
                  <a:lnTo>
                    <a:pt x="8682919" y="6470296"/>
                  </a:lnTo>
                  <a:lnTo>
                    <a:pt x="8688161" y="6426531"/>
                  </a:lnTo>
                  <a:lnTo>
                    <a:pt x="8690979" y="6381825"/>
                  </a:lnTo>
                  <a:lnTo>
                    <a:pt x="8691329" y="6336238"/>
                  </a:lnTo>
                  <a:lnTo>
                    <a:pt x="8689168" y="6289830"/>
                  </a:lnTo>
                  <a:lnTo>
                    <a:pt x="8684452" y="6242661"/>
                  </a:lnTo>
                  <a:lnTo>
                    <a:pt x="8677138" y="6194793"/>
                  </a:lnTo>
                  <a:lnTo>
                    <a:pt x="8667183" y="6146286"/>
                  </a:lnTo>
                  <a:lnTo>
                    <a:pt x="8654542" y="6097200"/>
                  </a:lnTo>
                  <a:lnTo>
                    <a:pt x="8637675" y="6044467"/>
                  </a:lnTo>
                  <a:lnTo>
                    <a:pt x="8617698" y="5993274"/>
                  </a:lnTo>
                  <a:lnTo>
                    <a:pt x="8594952" y="5943379"/>
                  </a:lnTo>
                  <a:lnTo>
                    <a:pt x="8569780" y="5894541"/>
                  </a:lnTo>
                  <a:lnTo>
                    <a:pt x="8542525" y="5846517"/>
                  </a:lnTo>
                  <a:lnTo>
                    <a:pt x="8519611" y="5807779"/>
                  </a:lnTo>
                  <a:lnTo>
                    <a:pt x="8494820" y="5765954"/>
                  </a:lnTo>
                  <a:lnTo>
                    <a:pt x="8468191" y="5721104"/>
                  </a:lnTo>
                  <a:lnTo>
                    <a:pt x="8439762" y="5673292"/>
                  </a:lnTo>
                  <a:lnTo>
                    <a:pt x="8409570" y="5622581"/>
                  </a:lnTo>
                  <a:lnTo>
                    <a:pt x="8377656" y="5569035"/>
                  </a:lnTo>
                  <a:lnTo>
                    <a:pt x="8344056" y="5512716"/>
                  </a:lnTo>
                  <a:lnTo>
                    <a:pt x="8308809" y="5453686"/>
                  </a:lnTo>
                  <a:lnTo>
                    <a:pt x="8271954" y="5392011"/>
                  </a:lnTo>
                  <a:lnTo>
                    <a:pt x="8233528" y="5327751"/>
                  </a:lnTo>
                  <a:lnTo>
                    <a:pt x="8213738" y="5294672"/>
                  </a:lnTo>
                  <a:lnTo>
                    <a:pt x="8193571" y="5260970"/>
                  </a:lnTo>
                  <a:lnTo>
                    <a:pt x="8173029" y="5226655"/>
                  </a:lnTo>
                  <a:lnTo>
                    <a:pt x="8152119" y="5191732"/>
                  </a:lnTo>
                  <a:lnTo>
                    <a:pt x="8130846" y="5156211"/>
                  </a:lnTo>
                  <a:lnTo>
                    <a:pt x="8109213" y="5120099"/>
                  </a:lnTo>
                  <a:lnTo>
                    <a:pt x="8087226" y="5083405"/>
                  </a:lnTo>
                  <a:lnTo>
                    <a:pt x="8064889" y="5046135"/>
                  </a:lnTo>
                  <a:lnTo>
                    <a:pt x="8042208" y="5008298"/>
                  </a:lnTo>
                  <a:lnTo>
                    <a:pt x="8019187" y="4969901"/>
                  </a:lnTo>
                  <a:lnTo>
                    <a:pt x="7995831" y="4930954"/>
                  </a:lnTo>
                  <a:lnTo>
                    <a:pt x="7972145" y="4891462"/>
                  </a:lnTo>
                  <a:lnTo>
                    <a:pt x="7948133" y="4851435"/>
                  </a:lnTo>
                  <a:lnTo>
                    <a:pt x="7923800" y="4810881"/>
                  </a:lnTo>
                  <a:lnTo>
                    <a:pt x="7899151" y="4769806"/>
                  </a:lnTo>
                  <a:lnTo>
                    <a:pt x="7874192" y="4728219"/>
                  </a:lnTo>
                  <a:lnTo>
                    <a:pt x="7848926" y="4686128"/>
                  </a:lnTo>
                  <a:lnTo>
                    <a:pt x="7823358" y="4643541"/>
                  </a:lnTo>
                  <a:lnTo>
                    <a:pt x="7797494" y="4600465"/>
                  </a:lnTo>
                  <a:lnTo>
                    <a:pt x="7771337" y="4556909"/>
                  </a:lnTo>
                  <a:lnTo>
                    <a:pt x="7744893" y="4512880"/>
                  </a:lnTo>
                  <a:lnTo>
                    <a:pt x="7718167" y="4468387"/>
                  </a:lnTo>
                  <a:lnTo>
                    <a:pt x="7691164" y="4423436"/>
                  </a:lnTo>
                  <a:lnTo>
                    <a:pt x="7663887" y="4378037"/>
                  </a:lnTo>
                  <a:lnTo>
                    <a:pt x="7636343" y="4332196"/>
                  </a:lnTo>
                  <a:lnTo>
                    <a:pt x="7608535" y="4285922"/>
                  </a:lnTo>
                  <a:lnTo>
                    <a:pt x="7580469" y="4239222"/>
                  </a:lnTo>
                  <a:lnTo>
                    <a:pt x="7552149" y="4192105"/>
                  </a:lnTo>
                  <a:lnTo>
                    <a:pt x="7523580" y="4144579"/>
                  </a:lnTo>
                  <a:lnTo>
                    <a:pt x="7494767" y="4096650"/>
                  </a:lnTo>
                  <a:lnTo>
                    <a:pt x="7465715" y="4048328"/>
                  </a:lnTo>
                  <a:lnTo>
                    <a:pt x="7436428" y="3999620"/>
                  </a:lnTo>
                  <a:lnTo>
                    <a:pt x="7406912" y="3950533"/>
                  </a:lnTo>
                  <a:lnTo>
                    <a:pt x="7377170" y="3901076"/>
                  </a:lnTo>
                  <a:lnTo>
                    <a:pt x="7347209" y="3851257"/>
                  </a:lnTo>
                  <a:lnTo>
                    <a:pt x="7317032" y="3801084"/>
                  </a:lnTo>
                  <a:lnTo>
                    <a:pt x="7286644" y="3750563"/>
                  </a:lnTo>
                  <a:lnTo>
                    <a:pt x="7256051" y="3699704"/>
                  </a:lnTo>
                  <a:lnTo>
                    <a:pt x="7225257" y="3648514"/>
                  </a:lnTo>
                  <a:lnTo>
                    <a:pt x="7194266" y="3597001"/>
                  </a:lnTo>
                  <a:lnTo>
                    <a:pt x="7163085" y="3545173"/>
                  </a:lnTo>
                  <a:lnTo>
                    <a:pt x="7131716" y="3493038"/>
                  </a:lnTo>
                  <a:lnTo>
                    <a:pt x="7100166" y="3440603"/>
                  </a:lnTo>
                  <a:lnTo>
                    <a:pt x="7068438" y="3387876"/>
                  </a:lnTo>
                  <a:lnTo>
                    <a:pt x="7036539" y="3334866"/>
                  </a:lnTo>
                  <a:lnTo>
                    <a:pt x="7004472" y="3281581"/>
                  </a:lnTo>
                  <a:lnTo>
                    <a:pt x="6972242" y="3228027"/>
                  </a:lnTo>
                  <a:lnTo>
                    <a:pt x="6939854" y="3174213"/>
                  </a:lnTo>
                  <a:lnTo>
                    <a:pt x="6907314" y="3120148"/>
                  </a:lnTo>
                  <a:lnTo>
                    <a:pt x="6874625" y="3065838"/>
                  </a:lnTo>
                  <a:lnTo>
                    <a:pt x="6841792" y="3011291"/>
                  </a:lnTo>
                  <a:lnTo>
                    <a:pt x="6808821" y="2956516"/>
                  </a:lnTo>
                  <a:lnTo>
                    <a:pt x="6775716" y="2901521"/>
                  </a:lnTo>
                  <a:lnTo>
                    <a:pt x="6742481" y="2846313"/>
                  </a:lnTo>
                  <a:lnTo>
                    <a:pt x="6709122" y="2790899"/>
                  </a:lnTo>
                  <a:lnTo>
                    <a:pt x="6675644" y="2735289"/>
                  </a:lnTo>
                  <a:lnTo>
                    <a:pt x="6642051" y="2679490"/>
                  </a:lnTo>
                  <a:lnTo>
                    <a:pt x="6608348" y="2623509"/>
                  </a:lnTo>
                  <a:lnTo>
                    <a:pt x="6574540" y="2567356"/>
                  </a:lnTo>
                  <a:lnTo>
                    <a:pt x="6540631" y="2511036"/>
                  </a:lnTo>
                  <a:lnTo>
                    <a:pt x="6506627" y="2454559"/>
                  </a:lnTo>
                  <a:lnTo>
                    <a:pt x="6472532" y="2397932"/>
                  </a:lnTo>
                  <a:lnTo>
                    <a:pt x="6438350" y="2341164"/>
                  </a:lnTo>
                  <a:lnTo>
                    <a:pt x="6404088" y="2284261"/>
                  </a:lnTo>
                  <a:lnTo>
                    <a:pt x="6369749" y="2227232"/>
                  </a:lnTo>
                  <a:lnTo>
                    <a:pt x="6335338" y="2170085"/>
                  </a:lnTo>
                  <a:lnTo>
                    <a:pt x="6300861" y="2112828"/>
                  </a:lnTo>
                  <a:lnTo>
                    <a:pt x="6266321" y="2055468"/>
                  </a:lnTo>
                  <a:lnTo>
                    <a:pt x="6231724" y="1998014"/>
                  </a:lnTo>
                  <a:lnTo>
                    <a:pt x="6197075" y="1940473"/>
                  </a:lnTo>
                  <a:lnTo>
                    <a:pt x="6162378" y="1882853"/>
                  </a:lnTo>
                  <a:lnTo>
                    <a:pt x="6127638" y="1825162"/>
                  </a:lnTo>
                  <a:lnTo>
                    <a:pt x="6092859" y="1767408"/>
                  </a:lnTo>
                  <a:lnTo>
                    <a:pt x="6058048" y="1709598"/>
                  </a:lnTo>
                  <a:lnTo>
                    <a:pt x="6023207" y="1651742"/>
                  </a:lnTo>
                  <a:lnTo>
                    <a:pt x="5988343" y="1593846"/>
                  </a:lnTo>
                  <a:lnTo>
                    <a:pt x="5953461" y="1535918"/>
                  </a:lnTo>
                  <a:lnTo>
                    <a:pt x="5918563" y="1477966"/>
                  </a:lnTo>
                  <a:lnTo>
                    <a:pt x="5883657" y="1419999"/>
                  </a:lnTo>
                  <a:lnTo>
                    <a:pt x="5848745" y="1362024"/>
                  </a:lnTo>
                  <a:lnTo>
                    <a:pt x="5813834" y="1304048"/>
                  </a:lnTo>
                  <a:lnTo>
                    <a:pt x="5778928" y="1246081"/>
                  </a:lnTo>
                  <a:lnTo>
                    <a:pt x="5744032" y="1188129"/>
                  </a:lnTo>
                  <a:lnTo>
                    <a:pt x="5709150" y="1130200"/>
                  </a:lnTo>
                  <a:lnTo>
                    <a:pt x="5674288" y="1072303"/>
                  </a:lnTo>
                  <a:lnTo>
                    <a:pt x="5639449" y="1014446"/>
                  </a:lnTo>
                  <a:lnTo>
                    <a:pt x="5604640" y="956635"/>
                  </a:lnTo>
                  <a:lnTo>
                    <a:pt x="5569864" y="898880"/>
                  </a:lnTo>
                  <a:lnTo>
                    <a:pt x="5535126" y="841187"/>
                  </a:lnTo>
                  <a:lnTo>
                    <a:pt x="5500432" y="783565"/>
                  </a:lnTo>
                  <a:lnTo>
                    <a:pt x="5465786" y="726022"/>
                  </a:lnTo>
                  <a:lnTo>
                    <a:pt x="5431193" y="668565"/>
                  </a:lnTo>
                  <a:lnTo>
                    <a:pt x="5396658" y="611203"/>
                  </a:lnTo>
                  <a:lnTo>
                    <a:pt x="5362184" y="553943"/>
                  </a:lnTo>
                  <a:lnTo>
                    <a:pt x="5327778" y="496794"/>
                  </a:lnTo>
                  <a:lnTo>
                    <a:pt x="5293445" y="439762"/>
                  </a:lnTo>
                  <a:lnTo>
                    <a:pt x="5259187" y="382856"/>
                  </a:lnTo>
                  <a:lnTo>
                    <a:pt x="5225012" y="326084"/>
                  </a:lnTo>
                  <a:lnTo>
                    <a:pt x="5190923" y="269454"/>
                  </a:lnTo>
                  <a:lnTo>
                    <a:pt x="5156925" y="212973"/>
                  </a:lnTo>
                  <a:lnTo>
                    <a:pt x="5123023" y="156650"/>
                  </a:lnTo>
                  <a:lnTo>
                    <a:pt x="5089221" y="100492"/>
                  </a:lnTo>
                  <a:lnTo>
                    <a:pt x="5055525" y="44507"/>
                  </a:lnTo>
                  <a:lnTo>
                    <a:pt x="5028739"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grpSp>
      <p:sp>
        <p:nvSpPr>
          <p:cNvPr id="13" name="Google Shape;267;p14">
            <a:extLst>
              <a:ext uri="{FF2B5EF4-FFF2-40B4-BE49-F238E27FC236}">
                <a16:creationId xmlns:a16="http://schemas.microsoft.com/office/drawing/2014/main" id="{D6F742F3-0FFA-7AC5-02C5-9D6B774499F5}"/>
              </a:ext>
            </a:extLst>
          </p:cNvPr>
          <p:cNvSpPr/>
          <p:nvPr/>
        </p:nvSpPr>
        <p:spPr>
          <a:xfrm>
            <a:off x="11609604" y="317310"/>
            <a:ext cx="583332" cy="6539478"/>
          </a:xfrm>
          <a:custGeom>
            <a:avLst/>
            <a:gdLst/>
            <a:ahLst/>
            <a:cxnLst/>
            <a:rect l="l" t="t" r="r" b="b"/>
            <a:pathLst>
              <a:path w="962025" h="10784840" extrusionOk="0">
                <a:moveTo>
                  <a:pt x="961863" y="0"/>
                </a:moveTo>
                <a:lnTo>
                  <a:pt x="648833" y="18513"/>
                </a:lnTo>
                <a:lnTo>
                  <a:pt x="601798" y="22889"/>
                </a:lnTo>
                <a:lnTo>
                  <a:pt x="555800" y="30321"/>
                </a:lnTo>
                <a:lnTo>
                  <a:pt x="510934" y="40702"/>
                </a:lnTo>
                <a:lnTo>
                  <a:pt x="467297" y="53924"/>
                </a:lnTo>
                <a:lnTo>
                  <a:pt x="424985" y="69877"/>
                </a:lnTo>
                <a:lnTo>
                  <a:pt x="384096" y="88453"/>
                </a:lnTo>
                <a:lnTo>
                  <a:pt x="344725" y="109544"/>
                </a:lnTo>
                <a:lnTo>
                  <a:pt x="306969" y="133041"/>
                </a:lnTo>
                <a:lnTo>
                  <a:pt x="270925" y="158835"/>
                </a:lnTo>
                <a:lnTo>
                  <a:pt x="236688" y="186818"/>
                </a:lnTo>
                <a:lnTo>
                  <a:pt x="204355" y="216880"/>
                </a:lnTo>
                <a:lnTo>
                  <a:pt x="174023" y="248915"/>
                </a:lnTo>
                <a:lnTo>
                  <a:pt x="145788" y="282812"/>
                </a:lnTo>
                <a:lnTo>
                  <a:pt x="119747" y="318464"/>
                </a:lnTo>
                <a:lnTo>
                  <a:pt x="95996" y="355761"/>
                </a:lnTo>
                <a:lnTo>
                  <a:pt x="74631" y="394596"/>
                </a:lnTo>
                <a:lnTo>
                  <a:pt x="55749" y="434859"/>
                </a:lnTo>
                <a:lnTo>
                  <a:pt x="39446" y="476442"/>
                </a:lnTo>
                <a:lnTo>
                  <a:pt x="25820" y="519237"/>
                </a:lnTo>
                <a:lnTo>
                  <a:pt x="14965" y="563134"/>
                </a:lnTo>
                <a:lnTo>
                  <a:pt x="6979" y="608026"/>
                </a:lnTo>
                <a:lnTo>
                  <a:pt x="1959" y="653803"/>
                </a:lnTo>
                <a:lnTo>
                  <a:pt x="0" y="700358"/>
                </a:lnTo>
                <a:lnTo>
                  <a:pt x="1198" y="747580"/>
                </a:lnTo>
                <a:lnTo>
                  <a:pt x="594831" y="10784488"/>
                </a:lnTo>
                <a:lnTo>
                  <a:pt x="961863" y="10784488"/>
                </a:lnTo>
                <a:lnTo>
                  <a:pt x="961863" y="0"/>
                </a:lnTo>
                <a:close/>
              </a:path>
            </a:pathLst>
          </a:custGeom>
          <a:solidFill>
            <a:srgbClr val="33B9A0"/>
          </a:solidFill>
          <a:ln>
            <a:noFill/>
          </a:ln>
        </p:spPr>
        <p:txBody>
          <a:bodyPr spcFirstLastPara="1" wrap="square" lIns="0" tIns="0" rIns="0" bIns="0" anchor="t" anchorCtr="0">
            <a:noAutofit/>
          </a:bodyPr>
          <a:lstStyle/>
          <a:p>
            <a:pPr defTabSz="554492">
              <a:buClr>
                <a:srgbClr val="000000"/>
              </a:buClr>
              <a:defRPr/>
            </a:pPr>
            <a:endParaRPr sz="1092" kern="0">
              <a:solidFill>
                <a:srgbClr val="000000"/>
              </a:solidFill>
              <a:latin typeface="Arial"/>
              <a:cs typeface="Arial"/>
              <a:sym typeface="Arial"/>
            </a:endParaRPr>
          </a:p>
        </p:txBody>
      </p:sp>
      <p:grpSp>
        <p:nvGrpSpPr>
          <p:cNvPr id="67" name="Group 66">
            <a:extLst>
              <a:ext uri="{FF2B5EF4-FFF2-40B4-BE49-F238E27FC236}">
                <a16:creationId xmlns:a16="http://schemas.microsoft.com/office/drawing/2014/main" id="{31CC0097-B8AD-2115-1697-294B7C1C69BA}"/>
              </a:ext>
            </a:extLst>
          </p:cNvPr>
          <p:cNvGrpSpPr/>
          <p:nvPr/>
        </p:nvGrpSpPr>
        <p:grpSpPr>
          <a:xfrm>
            <a:off x="4250168" y="1970504"/>
            <a:ext cx="3722848" cy="3722847"/>
            <a:chOff x="4250168" y="1764178"/>
            <a:chExt cx="3722848" cy="3722847"/>
          </a:xfrm>
        </p:grpSpPr>
        <p:sp>
          <p:nvSpPr>
            <p:cNvPr id="15" name="Donut 17">
              <a:extLst>
                <a:ext uri="{FF2B5EF4-FFF2-40B4-BE49-F238E27FC236}">
                  <a16:creationId xmlns:a16="http://schemas.microsoft.com/office/drawing/2014/main" id="{30941387-43C1-B6ED-3552-AED98742CBFB}"/>
                </a:ext>
              </a:extLst>
            </p:cNvPr>
            <p:cNvSpPr/>
            <p:nvPr/>
          </p:nvSpPr>
          <p:spPr>
            <a:xfrm>
              <a:off x="4250168" y="1764178"/>
              <a:ext cx="3722848" cy="3722847"/>
            </a:xfrm>
            <a:prstGeom prst="donut">
              <a:avLst>
                <a:gd name="adj" fmla="val 1064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17" name="Arc 16">
              <a:extLst>
                <a:ext uri="{FF2B5EF4-FFF2-40B4-BE49-F238E27FC236}">
                  <a16:creationId xmlns:a16="http://schemas.microsoft.com/office/drawing/2014/main" id="{4F959A1E-B0BC-5BB1-F991-619B01F0E1E7}"/>
                </a:ext>
              </a:extLst>
            </p:cNvPr>
            <p:cNvSpPr/>
            <p:nvPr/>
          </p:nvSpPr>
          <p:spPr>
            <a:xfrm>
              <a:off x="4513952" y="1980815"/>
              <a:ext cx="3263139" cy="3263138"/>
            </a:xfrm>
            <a:prstGeom prst="arc">
              <a:avLst>
                <a:gd name="adj1" fmla="val 18179519"/>
                <a:gd name="adj2" fmla="val 21517766"/>
              </a:avLst>
            </a:prstGeom>
            <a:ln w="12700">
              <a:solidFill>
                <a:schemeClr val="bg1"/>
              </a:solidFill>
              <a:prstDash val="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grpSp>
      <p:sp>
        <p:nvSpPr>
          <p:cNvPr id="18" name="Arc 17">
            <a:extLst>
              <a:ext uri="{FF2B5EF4-FFF2-40B4-BE49-F238E27FC236}">
                <a16:creationId xmlns:a16="http://schemas.microsoft.com/office/drawing/2014/main" id="{B921C855-8662-36AF-AB7A-52DF277D7EDF}"/>
              </a:ext>
            </a:extLst>
          </p:cNvPr>
          <p:cNvSpPr/>
          <p:nvPr/>
        </p:nvSpPr>
        <p:spPr>
          <a:xfrm rot="14360900">
            <a:off x="4437700" y="2247773"/>
            <a:ext cx="3263138" cy="3263139"/>
          </a:xfrm>
          <a:prstGeom prst="arc">
            <a:avLst>
              <a:gd name="adj1" fmla="val 18179519"/>
              <a:gd name="adj2" fmla="val 21517766"/>
            </a:avLst>
          </a:prstGeom>
          <a:ln w="12700">
            <a:solidFill>
              <a:schemeClr val="bg1"/>
            </a:solidFill>
            <a:prstDash val="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19" name="Arc 18">
            <a:extLst>
              <a:ext uri="{FF2B5EF4-FFF2-40B4-BE49-F238E27FC236}">
                <a16:creationId xmlns:a16="http://schemas.microsoft.com/office/drawing/2014/main" id="{53182D3A-F113-CE37-9D9B-23E3B2127E43}"/>
              </a:ext>
            </a:extLst>
          </p:cNvPr>
          <p:cNvSpPr/>
          <p:nvPr/>
        </p:nvSpPr>
        <p:spPr>
          <a:xfrm rot="7097419">
            <a:off x="4501973" y="2247773"/>
            <a:ext cx="3263138" cy="3263139"/>
          </a:xfrm>
          <a:prstGeom prst="arc">
            <a:avLst>
              <a:gd name="adj1" fmla="val 18179519"/>
              <a:gd name="adj2" fmla="val 21517766"/>
            </a:avLst>
          </a:prstGeom>
          <a:ln w="12700">
            <a:solidFill>
              <a:schemeClr val="bg1"/>
            </a:solidFill>
            <a:prstDash val="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dirty="0"/>
          </a:p>
        </p:txBody>
      </p:sp>
      <p:grpSp>
        <p:nvGrpSpPr>
          <p:cNvPr id="68" name="Group 67">
            <a:extLst>
              <a:ext uri="{FF2B5EF4-FFF2-40B4-BE49-F238E27FC236}">
                <a16:creationId xmlns:a16="http://schemas.microsoft.com/office/drawing/2014/main" id="{1397D607-3253-4541-472A-B7D0FC0584F9}"/>
              </a:ext>
            </a:extLst>
          </p:cNvPr>
          <p:cNvGrpSpPr/>
          <p:nvPr/>
        </p:nvGrpSpPr>
        <p:grpSpPr>
          <a:xfrm>
            <a:off x="309401" y="284483"/>
            <a:ext cx="11573197" cy="747189"/>
            <a:chOff x="323529" y="284483"/>
            <a:chExt cx="11573197" cy="747189"/>
          </a:xfrm>
        </p:grpSpPr>
        <p:pic>
          <p:nvPicPr>
            <p:cNvPr id="55" name="Picture 54">
              <a:extLst>
                <a:ext uri="{FF2B5EF4-FFF2-40B4-BE49-F238E27FC236}">
                  <a16:creationId xmlns:a16="http://schemas.microsoft.com/office/drawing/2014/main" id="{D6D97E7C-5FA2-A90C-CBD4-529A310B03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6541" y="284483"/>
              <a:ext cx="7735824" cy="557434"/>
            </a:xfrm>
            <a:prstGeom prst="rect">
              <a:avLst/>
            </a:prstGeom>
          </p:spPr>
        </p:pic>
        <p:sp>
          <p:nvSpPr>
            <p:cNvPr id="56" name="Text Placeholder 1">
              <a:extLst>
                <a:ext uri="{FF2B5EF4-FFF2-40B4-BE49-F238E27FC236}">
                  <a16:creationId xmlns:a16="http://schemas.microsoft.com/office/drawing/2014/main" id="{5B58D290-2B4D-313F-3F45-2D35C6B188A8}"/>
                </a:ext>
              </a:extLst>
            </p:cNvPr>
            <p:cNvSpPr txBox="1">
              <a:spLocks/>
            </p:cNvSpPr>
            <p:nvPr/>
          </p:nvSpPr>
          <p:spPr>
            <a:xfrm>
              <a:off x="323529" y="307425"/>
              <a:ext cx="11573197" cy="724247"/>
            </a:xfrm>
            <a:prstGeom prst="rect">
              <a:avLst/>
            </a:prstGeom>
          </p:spPr>
          <p:txBody>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algn="ctr" rtl="1"/>
              <a:r>
                <a:rPr lang="ar-EG" sz="2400" kern="0" dirty="0">
                  <a:solidFill>
                    <a:schemeClr val="bg1"/>
                  </a:solidFill>
                  <a:latin typeface="Neo Sans Arabic Bold" panose="020B0804030504040204" pitchFamily="34" charset="-78"/>
                  <a:cs typeface="Neo Sans Arabic Bold" panose="020B0804030504040204" pitchFamily="34" charset="-78"/>
                </a:rPr>
                <a:t>عناصر الهوية الرقمية</a:t>
              </a:r>
            </a:p>
          </p:txBody>
        </p:sp>
      </p:grpSp>
      <p:grpSp>
        <p:nvGrpSpPr>
          <p:cNvPr id="60" name="Group 59">
            <a:extLst>
              <a:ext uri="{FF2B5EF4-FFF2-40B4-BE49-F238E27FC236}">
                <a16:creationId xmlns:a16="http://schemas.microsoft.com/office/drawing/2014/main" id="{14DC5D08-9263-D1FF-6527-03F012E32F03}"/>
              </a:ext>
            </a:extLst>
          </p:cNvPr>
          <p:cNvGrpSpPr/>
          <p:nvPr/>
        </p:nvGrpSpPr>
        <p:grpSpPr>
          <a:xfrm>
            <a:off x="5306562" y="1577301"/>
            <a:ext cx="1769070" cy="2062823"/>
            <a:chOff x="5318458" y="1370975"/>
            <a:chExt cx="1769070" cy="2062823"/>
          </a:xfrm>
        </p:grpSpPr>
        <p:sp>
          <p:nvSpPr>
            <p:cNvPr id="21" name="Freeform 6">
              <a:extLst>
                <a:ext uri="{FF2B5EF4-FFF2-40B4-BE49-F238E27FC236}">
                  <a16:creationId xmlns:a16="http://schemas.microsoft.com/office/drawing/2014/main" id="{047BD152-D948-3DFF-02C1-D7B9A44CE6B2}"/>
                </a:ext>
              </a:extLst>
            </p:cNvPr>
            <p:cNvSpPr>
              <a:spLocks/>
            </p:cNvSpPr>
            <p:nvPr/>
          </p:nvSpPr>
          <p:spPr bwMode="auto">
            <a:xfrm rot="14400000">
              <a:off x="5171581" y="1517852"/>
              <a:ext cx="2062823" cy="1769070"/>
            </a:xfrm>
            <a:custGeom>
              <a:avLst/>
              <a:gdLst>
                <a:gd name="T0" fmla="*/ 970 w 1201"/>
                <a:gd name="T1" fmla="*/ 196 h 1030"/>
                <a:gd name="T2" fmla="*/ 619 w 1201"/>
                <a:gd name="T3" fmla="*/ 122 h 1030"/>
                <a:gd name="T4" fmla="*/ 619 w 1201"/>
                <a:gd name="T5" fmla="*/ 121 h 1030"/>
                <a:gd name="T6" fmla="*/ 610 w 1201"/>
                <a:gd name="T7" fmla="*/ 124 h 1030"/>
                <a:gd name="T8" fmla="*/ 536 w 1201"/>
                <a:gd name="T9" fmla="*/ 150 h 1030"/>
                <a:gd name="T10" fmla="*/ 455 w 1201"/>
                <a:gd name="T11" fmla="*/ 173 h 1030"/>
                <a:gd name="T12" fmla="*/ 237 w 1201"/>
                <a:gd name="T13" fmla="*/ 80 h 1030"/>
                <a:gd name="T14" fmla="*/ 173 w 1201"/>
                <a:gd name="T15" fmla="*/ 0 h 1030"/>
                <a:gd name="T16" fmla="*/ 130 w 1201"/>
                <a:gd name="T17" fmla="*/ 78 h 1030"/>
                <a:gd name="T18" fmla="*/ 42 w 1201"/>
                <a:gd name="T19" fmla="*/ 239 h 1030"/>
                <a:gd name="T20" fmla="*/ 0 w 1201"/>
                <a:gd name="T21" fmla="*/ 318 h 1030"/>
                <a:gd name="T22" fmla="*/ 99 w 1201"/>
                <a:gd name="T23" fmla="*/ 335 h 1030"/>
                <a:gd name="T24" fmla="*/ 267 w 1201"/>
                <a:gd name="T25" fmla="*/ 494 h 1030"/>
                <a:gd name="T26" fmla="*/ 291 w 1201"/>
                <a:gd name="T27" fmla="*/ 624 h 1030"/>
                <a:gd name="T28" fmla="*/ 458 w 1201"/>
                <a:gd name="T29" fmla="*/ 889 h 1030"/>
                <a:gd name="T30" fmla="*/ 1060 w 1201"/>
                <a:gd name="T31" fmla="*/ 798 h 1030"/>
                <a:gd name="T32" fmla="*/ 970 w 1201"/>
                <a:gd name="T33" fmla="*/ 196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01" h="1030">
                  <a:moveTo>
                    <a:pt x="970" y="196"/>
                  </a:moveTo>
                  <a:cubicBezTo>
                    <a:pt x="865" y="119"/>
                    <a:pt x="737" y="96"/>
                    <a:pt x="619" y="122"/>
                  </a:cubicBezTo>
                  <a:cubicBezTo>
                    <a:pt x="619" y="121"/>
                    <a:pt x="619" y="121"/>
                    <a:pt x="619" y="121"/>
                  </a:cubicBezTo>
                  <a:cubicBezTo>
                    <a:pt x="617" y="122"/>
                    <a:pt x="613" y="123"/>
                    <a:pt x="610" y="124"/>
                  </a:cubicBezTo>
                  <a:cubicBezTo>
                    <a:pt x="584" y="131"/>
                    <a:pt x="560" y="139"/>
                    <a:pt x="536" y="150"/>
                  </a:cubicBezTo>
                  <a:cubicBezTo>
                    <a:pt x="509" y="159"/>
                    <a:pt x="480" y="168"/>
                    <a:pt x="455" y="173"/>
                  </a:cubicBezTo>
                  <a:cubicBezTo>
                    <a:pt x="376" y="188"/>
                    <a:pt x="267" y="128"/>
                    <a:pt x="237" y="80"/>
                  </a:cubicBezTo>
                  <a:cubicBezTo>
                    <a:pt x="207" y="31"/>
                    <a:pt x="173" y="0"/>
                    <a:pt x="173" y="0"/>
                  </a:cubicBezTo>
                  <a:cubicBezTo>
                    <a:pt x="130" y="78"/>
                    <a:pt x="130" y="78"/>
                    <a:pt x="130" y="78"/>
                  </a:cubicBezTo>
                  <a:cubicBezTo>
                    <a:pt x="42" y="239"/>
                    <a:pt x="42" y="239"/>
                    <a:pt x="42" y="239"/>
                  </a:cubicBezTo>
                  <a:cubicBezTo>
                    <a:pt x="0" y="318"/>
                    <a:pt x="0" y="318"/>
                    <a:pt x="0" y="318"/>
                  </a:cubicBezTo>
                  <a:cubicBezTo>
                    <a:pt x="0" y="318"/>
                    <a:pt x="42" y="331"/>
                    <a:pt x="99" y="335"/>
                  </a:cubicBezTo>
                  <a:cubicBezTo>
                    <a:pt x="184" y="342"/>
                    <a:pt x="244" y="416"/>
                    <a:pt x="267" y="494"/>
                  </a:cubicBezTo>
                  <a:cubicBezTo>
                    <a:pt x="284" y="553"/>
                    <a:pt x="285" y="598"/>
                    <a:pt x="291" y="624"/>
                  </a:cubicBezTo>
                  <a:cubicBezTo>
                    <a:pt x="311" y="726"/>
                    <a:pt x="367" y="822"/>
                    <a:pt x="458" y="889"/>
                  </a:cubicBezTo>
                  <a:cubicBezTo>
                    <a:pt x="649" y="1030"/>
                    <a:pt x="919" y="990"/>
                    <a:pt x="1060" y="798"/>
                  </a:cubicBezTo>
                  <a:cubicBezTo>
                    <a:pt x="1201" y="607"/>
                    <a:pt x="1161" y="337"/>
                    <a:pt x="970" y="196"/>
                  </a:cubicBezTo>
                  <a:close/>
                </a:path>
              </a:pathLst>
            </a:custGeom>
            <a:solidFill>
              <a:srgbClr val="165363"/>
            </a:solidFill>
            <a:ln>
              <a:noFill/>
            </a:ln>
          </p:spPr>
          <p:txBody>
            <a:bodyPr vert="horz" wrap="square" lIns="91440" tIns="45720" rIns="91440" bIns="45720" numCol="1" anchor="t" anchorCtr="0" compatLnSpc="1">
              <a:prstTxWarp prst="textNoShape">
                <a:avLst/>
              </a:prstTxWarp>
            </a:bodyPr>
            <a:lstStyle/>
            <a:p>
              <a:endParaRPr lang="ko-KR" altLang="en-US" sz="2700" dirty="0"/>
            </a:p>
          </p:txBody>
        </p:sp>
        <p:sp>
          <p:nvSpPr>
            <p:cNvPr id="23" name="Oval 22">
              <a:extLst>
                <a:ext uri="{FF2B5EF4-FFF2-40B4-BE49-F238E27FC236}">
                  <a16:creationId xmlns:a16="http://schemas.microsoft.com/office/drawing/2014/main" id="{664CEBAC-2459-3CC1-C75E-A274BCC300C6}"/>
                </a:ext>
              </a:extLst>
            </p:cNvPr>
            <p:cNvSpPr/>
            <p:nvPr/>
          </p:nvSpPr>
          <p:spPr>
            <a:xfrm>
              <a:off x="5521690" y="1589874"/>
              <a:ext cx="1237222" cy="1237222"/>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sp>
          <p:nvSpPr>
            <p:cNvPr id="29" name="TextBox 28">
              <a:extLst>
                <a:ext uri="{FF2B5EF4-FFF2-40B4-BE49-F238E27FC236}">
                  <a16:creationId xmlns:a16="http://schemas.microsoft.com/office/drawing/2014/main" id="{797771F6-9359-C1CC-FA70-43646FEAD0C2}"/>
                </a:ext>
              </a:extLst>
            </p:cNvPr>
            <p:cNvSpPr txBox="1"/>
            <p:nvPr/>
          </p:nvSpPr>
          <p:spPr>
            <a:xfrm>
              <a:off x="5601742" y="2247369"/>
              <a:ext cx="1077118" cy="369332"/>
            </a:xfrm>
            <a:prstGeom prst="rect">
              <a:avLst/>
            </a:prstGeom>
            <a:noFill/>
          </p:spPr>
          <p:txBody>
            <a:bodyPr wrap="square" rtlCol="0">
              <a:spAutoFit/>
            </a:bodyPr>
            <a:lstStyle/>
            <a:p>
              <a:pPr algn="ctr"/>
              <a:r>
                <a:rPr lang="ar-EG" altLang="ko-KR" dirty="0">
                  <a:solidFill>
                    <a:srgbClr val="165363"/>
                  </a:solidFill>
                  <a:latin typeface="Neo Sans Arabic" panose="020B0504030504040204" pitchFamily="34" charset="-78"/>
                  <a:cs typeface="Neo Sans Arabic" panose="020B0504030504040204" pitchFamily="34" charset="-78"/>
                </a:rPr>
                <a:t>المحتوى</a:t>
              </a:r>
            </a:p>
          </p:txBody>
        </p:sp>
        <p:pic>
          <p:nvPicPr>
            <p:cNvPr id="58" name="Picture 57" descr="A blue and black graphic design&#10;&#10;AI-generated content may be incorrect.">
              <a:extLst>
                <a:ext uri="{FF2B5EF4-FFF2-40B4-BE49-F238E27FC236}">
                  <a16:creationId xmlns:a16="http://schemas.microsoft.com/office/drawing/2014/main" id="{707083C1-8B05-7515-2475-FC4E714981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2725" y="1718173"/>
              <a:ext cx="533727" cy="533727"/>
            </a:xfrm>
            <a:prstGeom prst="rect">
              <a:avLst/>
            </a:prstGeom>
          </p:spPr>
        </p:pic>
      </p:grpSp>
      <p:grpSp>
        <p:nvGrpSpPr>
          <p:cNvPr id="63" name="Group 62">
            <a:extLst>
              <a:ext uri="{FF2B5EF4-FFF2-40B4-BE49-F238E27FC236}">
                <a16:creationId xmlns:a16="http://schemas.microsoft.com/office/drawing/2014/main" id="{61721261-1E70-CBAE-6780-3B5C8607B70A}"/>
              </a:ext>
            </a:extLst>
          </p:cNvPr>
          <p:cNvGrpSpPr/>
          <p:nvPr/>
        </p:nvGrpSpPr>
        <p:grpSpPr>
          <a:xfrm>
            <a:off x="6102684" y="3634290"/>
            <a:ext cx="2062824" cy="1769069"/>
            <a:chOff x="6114580" y="3427964"/>
            <a:chExt cx="2062824" cy="1769069"/>
          </a:xfrm>
        </p:grpSpPr>
        <p:sp>
          <p:nvSpPr>
            <p:cNvPr id="20" name="Freeform 6">
              <a:extLst>
                <a:ext uri="{FF2B5EF4-FFF2-40B4-BE49-F238E27FC236}">
                  <a16:creationId xmlns:a16="http://schemas.microsoft.com/office/drawing/2014/main" id="{46AA7C4B-46B0-2ACD-B3F6-6AE179DE53BD}"/>
                </a:ext>
              </a:extLst>
            </p:cNvPr>
            <p:cNvSpPr>
              <a:spLocks/>
            </p:cNvSpPr>
            <p:nvPr/>
          </p:nvSpPr>
          <p:spPr bwMode="auto">
            <a:xfrm>
              <a:off x="6114580" y="3427964"/>
              <a:ext cx="2062824" cy="1769069"/>
            </a:xfrm>
            <a:custGeom>
              <a:avLst/>
              <a:gdLst>
                <a:gd name="T0" fmla="*/ 970 w 1201"/>
                <a:gd name="T1" fmla="*/ 196 h 1030"/>
                <a:gd name="T2" fmla="*/ 619 w 1201"/>
                <a:gd name="T3" fmla="*/ 122 h 1030"/>
                <a:gd name="T4" fmla="*/ 619 w 1201"/>
                <a:gd name="T5" fmla="*/ 121 h 1030"/>
                <a:gd name="T6" fmla="*/ 610 w 1201"/>
                <a:gd name="T7" fmla="*/ 124 h 1030"/>
                <a:gd name="T8" fmla="*/ 536 w 1201"/>
                <a:gd name="T9" fmla="*/ 150 h 1030"/>
                <a:gd name="T10" fmla="*/ 455 w 1201"/>
                <a:gd name="T11" fmla="*/ 173 h 1030"/>
                <a:gd name="T12" fmla="*/ 237 w 1201"/>
                <a:gd name="T13" fmla="*/ 80 h 1030"/>
                <a:gd name="T14" fmla="*/ 173 w 1201"/>
                <a:gd name="T15" fmla="*/ 0 h 1030"/>
                <a:gd name="T16" fmla="*/ 130 w 1201"/>
                <a:gd name="T17" fmla="*/ 78 h 1030"/>
                <a:gd name="T18" fmla="*/ 42 w 1201"/>
                <a:gd name="T19" fmla="*/ 239 h 1030"/>
                <a:gd name="T20" fmla="*/ 0 w 1201"/>
                <a:gd name="T21" fmla="*/ 318 h 1030"/>
                <a:gd name="T22" fmla="*/ 99 w 1201"/>
                <a:gd name="T23" fmla="*/ 335 h 1030"/>
                <a:gd name="T24" fmla="*/ 267 w 1201"/>
                <a:gd name="T25" fmla="*/ 494 h 1030"/>
                <a:gd name="T26" fmla="*/ 291 w 1201"/>
                <a:gd name="T27" fmla="*/ 624 h 1030"/>
                <a:gd name="T28" fmla="*/ 458 w 1201"/>
                <a:gd name="T29" fmla="*/ 889 h 1030"/>
                <a:gd name="T30" fmla="*/ 1060 w 1201"/>
                <a:gd name="T31" fmla="*/ 798 h 1030"/>
                <a:gd name="T32" fmla="*/ 970 w 1201"/>
                <a:gd name="T33" fmla="*/ 196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01" h="1030">
                  <a:moveTo>
                    <a:pt x="970" y="196"/>
                  </a:moveTo>
                  <a:cubicBezTo>
                    <a:pt x="865" y="119"/>
                    <a:pt x="737" y="96"/>
                    <a:pt x="619" y="122"/>
                  </a:cubicBezTo>
                  <a:cubicBezTo>
                    <a:pt x="619" y="121"/>
                    <a:pt x="619" y="121"/>
                    <a:pt x="619" y="121"/>
                  </a:cubicBezTo>
                  <a:cubicBezTo>
                    <a:pt x="617" y="122"/>
                    <a:pt x="613" y="123"/>
                    <a:pt x="610" y="124"/>
                  </a:cubicBezTo>
                  <a:cubicBezTo>
                    <a:pt x="584" y="131"/>
                    <a:pt x="560" y="139"/>
                    <a:pt x="536" y="150"/>
                  </a:cubicBezTo>
                  <a:cubicBezTo>
                    <a:pt x="509" y="159"/>
                    <a:pt x="480" y="168"/>
                    <a:pt x="455" y="173"/>
                  </a:cubicBezTo>
                  <a:cubicBezTo>
                    <a:pt x="376" y="188"/>
                    <a:pt x="267" y="128"/>
                    <a:pt x="237" y="80"/>
                  </a:cubicBezTo>
                  <a:cubicBezTo>
                    <a:pt x="207" y="31"/>
                    <a:pt x="173" y="0"/>
                    <a:pt x="173" y="0"/>
                  </a:cubicBezTo>
                  <a:cubicBezTo>
                    <a:pt x="130" y="78"/>
                    <a:pt x="130" y="78"/>
                    <a:pt x="130" y="78"/>
                  </a:cubicBezTo>
                  <a:cubicBezTo>
                    <a:pt x="42" y="239"/>
                    <a:pt x="42" y="239"/>
                    <a:pt x="42" y="239"/>
                  </a:cubicBezTo>
                  <a:cubicBezTo>
                    <a:pt x="0" y="318"/>
                    <a:pt x="0" y="318"/>
                    <a:pt x="0" y="318"/>
                  </a:cubicBezTo>
                  <a:cubicBezTo>
                    <a:pt x="0" y="318"/>
                    <a:pt x="42" y="331"/>
                    <a:pt x="99" y="335"/>
                  </a:cubicBezTo>
                  <a:cubicBezTo>
                    <a:pt x="184" y="342"/>
                    <a:pt x="244" y="416"/>
                    <a:pt x="267" y="494"/>
                  </a:cubicBezTo>
                  <a:cubicBezTo>
                    <a:pt x="284" y="553"/>
                    <a:pt x="285" y="598"/>
                    <a:pt x="291" y="624"/>
                  </a:cubicBezTo>
                  <a:cubicBezTo>
                    <a:pt x="311" y="726"/>
                    <a:pt x="367" y="822"/>
                    <a:pt x="458" y="889"/>
                  </a:cubicBezTo>
                  <a:cubicBezTo>
                    <a:pt x="649" y="1030"/>
                    <a:pt x="919" y="990"/>
                    <a:pt x="1060" y="798"/>
                  </a:cubicBezTo>
                  <a:cubicBezTo>
                    <a:pt x="1201" y="607"/>
                    <a:pt x="1161" y="337"/>
                    <a:pt x="970" y="196"/>
                  </a:cubicBezTo>
                  <a:close/>
                </a:path>
              </a:pathLst>
            </a:custGeom>
            <a:solidFill>
              <a:srgbClr val="20849C"/>
            </a:solidFill>
            <a:ln>
              <a:noFill/>
            </a:ln>
          </p:spPr>
          <p:txBody>
            <a:bodyPr vert="horz" wrap="square" lIns="91440" tIns="45720" rIns="91440" bIns="45720" numCol="1" anchor="t" anchorCtr="0" compatLnSpc="1">
              <a:prstTxWarp prst="textNoShape">
                <a:avLst/>
              </a:prstTxWarp>
            </a:bodyPr>
            <a:lstStyle/>
            <a:p>
              <a:endParaRPr lang="ko-KR" altLang="en-US" sz="2700" dirty="0"/>
            </a:p>
          </p:txBody>
        </p:sp>
        <p:sp>
          <p:nvSpPr>
            <p:cNvPr id="24" name="Oval 23">
              <a:extLst>
                <a:ext uri="{FF2B5EF4-FFF2-40B4-BE49-F238E27FC236}">
                  <a16:creationId xmlns:a16="http://schemas.microsoft.com/office/drawing/2014/main" id="{81948DD7-D21A-1BFA-A62A-4F0FA2811EA0}"/>
                </a:ext>
              </a:extLst>
            </p:cNvPr>
            <p:cNvSpPr/>
            <p:nvPr/>
          </p:nvSpPr>
          <p:spPr>
            <a:xfrm>
              <a:off x="6716063" y="3737883"/>
              <a:ext cx="1237222" cy="1237222"/>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sp>
          <p:nvSpPr>
            <p:cNvPr id="49" name="TextBox 48">
              <a:extLst>
                <a:ext uri="{FF2B5EF4-FFF2-40B4-BE49-F238E27FC236}">
                  <a16:creationId xmlns:a16="http://schemas.microsoft.com/office/drawing/2014/main" id="{FCC9EF9C-007B-B779-BF07-B7B8E487B276}"/>
                </a:ext>
              </a:extLst>
            </p:cNvPr>
            <p:cNvSpPr txBox="1"/>
            <p:nvPr/>
          </p:nvSpPr>
          <p:spPr>
            <a:xfrm>
              <a:off x="6848971" y="4455279"/>
              <a:ext cx="1077118" cy="369332"/>
            </a:xfrm>
            <a:prstGeom prst="rect">
              <a:avLst/>
            </a:prstGeom>
            <a:noFill/>
          </p:spPr>
          <p:txBody>
            <a:bodyPr wrap="square" rtlCol="0">
              <a:spAutoFit/>
            </a:bodyPr>
            <a:lstStyle/>
            <a:p>
              <a:pPr algn="ctr"/>
              <a:r>
                <a:rPr lang="ar-EG" altLang="ko-KR" dirty="0">
                  <a:solidFill>
                    <a:srgbClr val="165363"/>
                  </a:solidFill>
                  <a:latin typeface="Neo Sans Arabic" panose="020B0504030504040204" pitchFamily="34" charset="-78"/>
                  <a:cs typeface="Neo Sans Arabic" panose="020B0504030504040204" pitchFamily="34" charset="-78"/>
                </a:rPr>
                <a:t>التفاعل</a:t>
              </a:r>
            </a:p>
          </p:txBody>
        </p:sp>
        <p:pic>
          <p:nvPicPr>
            <p:cNvPr id="62" name="Picture 61" descr="A blue and black icons with arrows&#10;&#10;AI-generated content may be incorrect.">
              <a:extLst>
                <a:ext uri="{FF2B5EF4-FFF2-40B4-BE49-F238E27FC236}">
                  <a16:creationId xmlns:a16="http://schemas.microsoft.com/office/drawing/2014/main" id="{9097452A-6BBE-CB51-0888-DB9FB12266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1733" y="3872631"/>
              <a:ext cx="635632" cy="635632"/>
            </a:xfrm>
            <a:prstGeom prst="rect">
              <a:avLst/>
            </a:prstGeom>
          </p:spPr>
        </p:pic>
      </p:grpSp>
      <p:grpSp>
        <p:nvGrpSpPr>
          <p:cNvPr id="66" name="Group 65">
            <a:extLst>
              <a:ext uri="{FF2B5EF4-FFF2-40B4-BE49-F238E27FC236}">
                <a16:creationId xmlns:a16="http://schemas.microsoft.com/office/drawing/2014/main" id="{CB19FE1E-5282-69BB-E40A-2BC596784623}"/>
              </a:ext>
            </a:extLst>
          </p:cNvPr>
          <p:cNvGrpSpPr/>
          <p:nvPr/>
        </p:nvGrpSpPr>
        <p:grpSpPr>
          <a:xfrm>
            <a:off x="4002700" y="3634290"/>
            <a:ext cx="2114993" cy="1769069"/>
            <a:chOff x="4014596" y="3427964"/>
            <a:chExt cx="2114993" cy="1769069"/>
          </a:xfrm>
        </p:grpSpPr>
        <p:sp>
          <p:nvSpPr>
            <p:cNvPr id="22" name="Freeform 6">
              <a:extLst>
                <a:ext uri="{FF2B5EF4-FFF2-40B4-BE49-F238E27FC236}">
                  <a16:creationId xmlns:a16="http://schemas.microsoft.com/office/drawing/2014/main" id="{16BABAFD-591A-A270-174A-0D63EFACB2A2}"/>
                </a:ext>
              </a:extLst>
            </p:cNvPr>
            <p:cNvSpPr>
              <a:spLocks/>
            </p:cNvSpPr>
            <p:nvPr/>
          </p:nvSpPr>
          <p:spPr bwMode="auto">
            <a:xfrm flipH="1">
              <a:off x="4014596" y="3427964"/>
              <a:ext cx="2114993" cy="1769069"/>
            </a:xfrm>
            <a:custGeom>
              <a:avLst/>
              <a:gdLst>
                <a:gd name="T0" fmla="*/ 970 w 1201"/>
                <a:gd name="T1" fmla="*/ 196 h 1030"/>
                <a:gd name="T2" fmla="*/ 619 w 1201"/>
                <a:gd name="T3" fmla="*/ 122 h 1030"/>
                <a:gd name="T4" fmla="*/ 619 w 1201"/>
                <a:gd name="T5" fmla="*/ 121 h 1030"/>
                <a:gd name="T6" fmla="*/ 610 w 1201"/>
                <a:gd name="T7" fmla="*/ 124 h 1030"/>
                <a:gd name="T8" fmla="*/ 536 w 1201"/>
                <a:gd name="T9" fmla="*/ 150 h 1030"/>
                <a:gd name="T10" fmla="*/ 455 w 1201"/>
                <a:gd name="T11" fmla="*/ 173 h 1030"/>
                <a:gd name="T12" fmla="*/ 237 w 1201"/>
                <a:gd name="T13" fmla="*/ 80 h 1030"/>
                <a:gd name="T14" fmla="*/ 173 w 1201"/>
                <a:gd name="T15" fmla="*/ 0 h 1030"/>
                <a:gd name="T16" fmla="*/ 130 w 1201"/>
                <a:gd name="T17" fmla="*/ 78 h 1030"/>
                <a:gd name="T18" fmla="*/ 42 w 1201"/>
                <a:gd name="T19" fmla="*/ 239 h 1030"/>
                <a:gd name="T20" fmla="*/ 0 w 1201"/>
                <a:gd name="T21" fmla="*/ 318 h 1030"/>
                <a:gd name="T22" fmla="*/ 99 w 1201"/>
                <a:gd name="T23" fmla="*/ 335 h 1030"/>
                <a:gd name="T24" fmla="*/ 267 w 1201"/>
                <a:gd name="T25" fmla="*/ 494 h 1030"/>
                <a:gd name="T26" fmla="*/ 291 w 1201"/>
                <a:gd name="T27" fmla="*/ 624 h 1030"/>
                <a:gd name="T28" fmla="*/ 458 w 1201"/>
                <a:gd name="T29" fmla="*/ 889 h 1030"/>
                <a:gd name="T30" fmla="*/ 1060 w 1201"/>
                <a:gd name="T31" fmla="*/ 798 h 1030"/>
                <a:gd name="T32" fmla="*/ 970 w 1201"/>
                <a:gd name="T33" fmla="*/ 196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01" h="1030">
                  <a:moveTo>
                    <a:pt x="970" y="196"/>
                  </a:moveTo>
                  <a:cubicBezTo>
                    <a:pt x="865" y="119"/>
                    <a:pt x="737" y="96"/>
                    <a:pt x="619" y="122"/>
                  </a:cubicBezTo>
                  <a:cubicBezTo>
                    <a:pt x="619" y="121"/>
                    <a:pt x="619" y="121"/>
                    <a:pt x="619" y="121"/>
                  </a:cubicBezTo>
                  <a:cubicBezTo>
                    <a:pt x="617" y="122"/>
                    <a:pt x="613" y="123"/>
                    <a:pt x="610" y="124"/>
                  </a:cubicBezTo>
                  <a:cubicBezTo>
                    <a:pt x="584" y="131"/>
                    <a:pt x="560" y="139"/>
                    <a:pt x="536" y="150"/>
                  </a:cubicBezTo>
                  <a:cubicBezTo>
                    <a:pt x="509" y="159"/>
                    <a:pt x="480" y="168"/>
                    <a:pt x="455" y="173"/>
                  </a:cubicBezTo>
                  <a:cubicBezTo>
                    <a:pt x="376" y="188"/>
                    <a:pt x="267" y="128"/>
                    <a:pt x="237" y="80"/>
                  </a:cubicBezTo>
                  <a:cubicBezTo>
                    <a:pt x="207" y="31"/>
                    <a:pt x="173" y="0"/>
                    <a:pt x="173" y="0"/>
                  </a:cubicBezTo>
                  <a:cubicBezTo>
                    <a:pt x="130" y="78"/>
                    <a:pt x="130" y="78"/>
                    <a:pt x="130" y="78"/>
                  </a:cubicBezTo>
                  <a:cubicBezTo>
                    <a:pt x="42" y="239"/>
                    <a:pt x="42" y="239"/>
                    <a:pt x="42" y="239"/>
                  </a:cubicBezTo>
                  <a:cubicBezTo>
                    <a:pt x="0" y="318"/>
                    <a:pt x="0" y="318"/>
                    <a:pt x="0" y="318"/>
                  </a:cubicBezTo>
                  <a:cubicBezTo>
                    <a:pt x="0" y="318"/>
                    <a:pt x="42" y="331"/>
                    <a:pt x="99" y="335"/>
                  </a:cubicBezTo>
                  <a:cubicBezTo>
                    <a:pt x="184" y="342"/>
                    <a:pt x="244" y="416"/>
                    <a:pt x="267" y="494"/>
                  </a:cubicBezTo>
                  <a:cubicBezTo>
                    <a:pt x="284" y="553"/>
                    <a:pt x="285" y="598"/>
                    <a:pt x="291" y="624"/>
                  </a:cubicBezTo>
                  <a:cubicBezTo>
                    <a:pt x="311" y="726"/>
                    <a:pt x="367" y="822"/>
                    <a:pt x="458" y="889"/>
                  </a:cubicBezTo>
                  <a:cubicBezTo>
                    <a:pt x="649" y="1030"/>
                    <a:pt x="919" y="990"/>
                    <a:pt x="1060" y="798"/>
                  </a:cubicBezTo>
                  <a:cubicBezTo>
                    <a:pt x="1201" y="607"/>
                    <a:pt x="1161" y="337"/>
                    <a:pt x="970" y="196"/>
                  </a:cubicBezTo>
                  <a:close/>
                </a:path>
              </a:pathLst>
            </a:custGeom>
            <a:solidFill>
              <a:srgbClr val="8DB7E0"/>
            </a:solidFill>
            <a:ln>
              <a:noFill/>
            </a:ln>
          </p:spPr>
          <p:txBody>
            <a:bodyPr vert="horz" wrap="square" lIns="91440" tIns="45720" rIns="91440" bIns="45720" numCol="1" anchor="t" anchorCtr="0" compatLnSpc="1">
              <a:prstTxWarp prst="textNoShape">
                <a:avLst/>
              </a:prstTxWarp>
            </a:bodyPr>
            <a:lstStyle/>
            <a:p>
              <a:endParaRPr lang="ko-KR" altLang="en-US" sz="2700" dirty="0"/>
            </a:p>
          </p:txBody>
        </p:sp>
        <p:sp>
          <p:nvSpPr>
            <p:cNvPr id="25" name="Oval 24">
              <a:extLst>
                <a:ext uri="{FF2B5EF4-FFF2-40B4-BE49-F238E27FC236}">
                  <a16:creationId xmlns:a16="http://schemas.microsoft.com/office/drawing/2014/main" id="{F967CF3D-F84A-32CE-11B4-7FDD9C36D1CA}"/>
                </a:ext>
              </a:extLst>
            </p:cNvPr>
            <p:cNvSpPr/>
            <p:nvPr/>
          </p:nvSpPr>
          <p:spPr>
            <a:xfrm>
              <a:off x="4240204" y="3748595"/>
              <a:ext cx="1237222" cy="1237222"/>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sp>
          <p:nvSpPr>
            <p:cNvPr id="48" name="TextBox 47">
              <a:extLst>
                <a:ext uri="{FF2B5EF4-FFF2-40B4-BE49-F238E27FC236}">
                  <a16:creationId xmlns:a16="http://schemas.microsoft.com/office/drawing/2014/main" id="{93EAAE71-D219-3C73-8D8A-0344A7497B1A}"/>
                </a:ext>
              </a:extLst>
            </p:cNvPr>
            <p:cNvSpPr txBox="1"/>
            <p:nvPr/>
          </p:nvSpPr>
          <p:spPr>
            <a:xfrm>
              <a:off x="4266602" y="4455279"/>
              <a:ext cx="1188848" cy="369332"/>
            </a:xfrm>
            <a:prstGeom prst="rect">
              <a:avLst/>
            </a:prstGeom>
            <a:noFill/>
          </p:spPr>
          <p:txBody>
            <a:bodyPr wrap="square" rtlCol="0">
              <a:spAutoFit/>
            </a:bodyPr>
            <a:lstStyle/>
            <a:p>
              <a:pPr algn="ctr"/>
              <a:r>
                <a:rPr lang="ar-EG" altLang="ko-KR" dirty="0">
                  <a:solidFill>
                    <a:srgbClr val="165363"/>
                  </a:solidFill>
                  <a:latin typeface="Neo Sans Arabic" panose="020B0504030504040204" pitchFamily="34" charset="-78"/>
                  <a:cs typeface="Neo Sans Arabic" panose="020B0504030504040204" pitchFamily="34" charset="-78"/>
                </a:rPr>
                <a:t>الأخلاقيات</a:t>
              </a:r>
            </a:p>
          </p:txBody>
        </p:sp>
        <p:pic>
          <p:nvPicPr>
            <p:cNvPr id="65" name="Picture 64">
              <a:extLst>
                <a:ext uri="{FF2B5EF4-FFF2-40B4-BE49-F238E27FC236}">
                  <a16:creationId xmlns:a16="http://schemas.microsoft.com/office/drawing/2014/main" id="{52DCE543-7464-7FA6-688D-A051B07B19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42016" y="3871880"/>
              <a:ext cx="636383" cy="636383"/>
            </a:xfrm>
            <a:prstGeom prst="rect">
              <a:avLst/>
            </a:prstGeom>
          </p:spPr>
        </p:pic>
      </p:grpSp>
      <p:sp>
        <p:nvSpPr>
          <p:cNvPr id="27" name="Oval 26">
            <a:extLst>
              <a:ext uri="{FF2B5EF4-FFF2-40B4-BE49-F238E27FC236}">
                <a16:creationId xmlns:a16="http://schemas.microsoft.com/office/drawing/2014/main" id="{0A485380-21C7-3E61-1A1F-CDDDCE6F6C41}"/>
              </a:ext>
            </a:extLst>
          </p:cNvPr>
          <p:cNvSpPr/>
          <p:nvPr/>
        </p:nvSpPr>
        <p:spPr>
          <a:xfrm>
            <a:off x="5802387" y="3517165"/>
            <a:ext cx="616722" cy="616722"/>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spTree>
    <p:extLst>
      <p:ext uri="{BB962C8B-B14F-4D97-AF65-F5344CB8AC3E}">
        <p14:creationId xmlns:p14="http://schemas.microsoft.com/office/powerpoint/2010/main" val="3167603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fltVal val="0"/>
                                          </p:val>
                                        </p:tav>
                                        <p:tav tm="100000">
                                          <p:val>
                                            <p:strVal val="#ppt_w"/>
                                          </p:val>
                                        </p:tav>
                                      </p:tavLst>
                                    </p:anim>
                                    <p:anim calcmode="lin" valueType="num">
                                      <p:cBhvr>
                                        <p:cTn id="8" dur="500" fill="hold"/>
                                        <p:tgtEl>
                                          <p:spTgt spid="67"/>
                                        </p:tgtEl>
                                        <p:attrNameLst>
                                          <p:attrName>ppt_h</p:attrName>
                                        </p:attrNameLst>
                                      </p:cBhvr>
                                      <p:tavLst>
                                        <p:tav tm="0">
                                          <p:val>
                                            <p:fltVal val="0"/>
                                          </p:val>
                                        </p:tav>
                                        <p:tav tm="100000">
                                          <p:val>
                                            <p:strVal val="#ppt_h"/>
                                          </p:val>
                                        </p:tav>
                                      </p:tavLst>
                                    </p:anim>
                                    <p:animEffect transition="in" filter="fade">
                                      <p:cBhvr>
                                        <p:cTn id="9" dur="500"/>
                                        <p:tgtEl>
                                          <p:spTgt spid="6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p:cTn id="12" dur="500" fill="hold"/>
                                        <p:tgtEl>
                                          <p:spTgt spid="27"/>
                                        </p:tgtEl>
                                        <p:attrNameLst>
                                          <p:attrName>ppt_w</p:attrName>
                                        </p:attrNameLst>
                                      </p:cBhvr>
                                      <p:tavLst>
                                        <p:tav tm="0">
                                          <p:val>
                                            <p:fltVal val="0"/>
                                          </p:val>
                                        </p:tav>
                                        <p:tav tm="100000">
                                          <p:val>
                                            <p:strVal val="#ppt_w"/>
                                          </p:val>
                                        </p:tav>
                                      </p:tavLst>
                                    </p:anim>
                                    <p:anim calcmode="lin" valueType="num">
                                      <p:cBhvr>
                                        <p:cTn id="13" dur="500" fill="hold"/>
                                        <p:tgtEl>
                                          <p:spTgt spid="27"/>
                                        </p:tgtEl>
                                        <p:attrNameLst>
                                          <p:attrName>ppt_h</p:attrName>
                                        </p:attrNameLst>
                                      </p:cBhvr>
                                      <p:tavLst>
                                        <p:tav tm="0">
                                          <p:val>
                                            <p:fltVal val="0"/>
                                          </p:val>
                                        </p:tav>
                                        <p:tav tm="100000">
                                          <p:val>
                                            <p:strVal val="#ppt_h"/>
                                          </p:val>
                                        </p:tav>
                                      </p:tavLst>
                                    </p:anim>
                                    <p:animEffect transition="in" filter="fade">
                                      <p:cBhvr>
                                        <p:cTn id="14" dur="500"/>
                                        <p:tgtEl>
                                          <p:spTgt spid="2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wipe(down)">
                                      <p:cBhvr>
                                        <p:cTn id="19" dur="500"/>
                                        <p:tgtEl>
                                          <p:spTgt spid="6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63"/>
                                        </p:tgtEl>
                                        <p:attrNameLst>
                                          <p:attrName>style.visibility</p:attrName>
                                        </p:attrNameLst>
                                      </p:cBhvr>
                                      <p:to>
                                        <p:strVal val="visible"/>
                                      </p:to>
                                    </p:set>
                                    <p:animEffect transition="in" filter="wipe(left)">
                                      <p:cBhvr>
                                        <p:cTn id="24" dur="500"/>
                                        <p:tgtEl>
                                          <p:spTgt spid="6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nodeType="clickEffect">
                                  <p:stCondLst>
                                    <p:cond delay="0"/>
                                  </p:stCondLst>
                                  <p:childTnLst>
                                    <p:set>
                                      <p:cBhvr>
                                        <p:cTn id="28" dur="1" fill="hold">
                                          <p:stCondLst>
                                            <p:cond delay="0"/>
                                          </p:stCondLst>
                                        </p:cTn>
                                        <p:tgtEl>
                                          <p:spTgt spid="66"/>
                                        </p:tgtEl>
                                        <p:attrNameLst>
                                          <p:attrName>style.visibility</p:attrName>
                                        </p:attrNameLst>
                                      </p:cBhvr>
                                      <p:to>
                                        <p:strVal val="visible"/>
                                      </p:to>
                                    </p:set>
                                    <p:animEffect transition="in" filter="wipe(right)">
                                      <p:cBhvr>
                                        <p:cTn id="29"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7341C-28A5-E81E-1C43-44CDD126B0ED}"/>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7A76811E-997F-84D8-DA4D-CEEAAA4792BA}"/>
              </a:ext>
            </a:extLst>
          </p:cNvPr>
          <p:cNvSpPr/>
          <p:nvPr/>
        </p:nvSpPr>
        <p:spPr>
          <a:xfrm>
            <a:off x="429" y="3"/>
            <a:ext cx="12191145" cy="68576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165363"/>
          </a:solidFill>
        </p:spPr>
        <p:txBody>
          <a:bodyPr wrap="square" lIns="0" tIns="0" rIns="0" bIns="0" rtlCol="0"/>
          <a:lstStyle/>
          <a:p>
            <a:pPr defTabSz="554492"/>
            <a:endParaRPr sz="1092" kern="0" dirty="0">
              <a:solidFill>
                <a:sysClr val="windowText" lastClr="000000"/>
              </a:solidFill>
            </a:endParaRPr>
          </a:p>
        </p:txBody>
      </p:sp>
      <p:pic>
        <p:nvPicPr>
          <p:cNvPr id="4" name="object 2">
            <a:extLst>
              <a:ext uri="{FF2B5EF4-FFF2-40B4-BE49-F238E27FC236}">
                <a16:creationId xmlns:a16="http://schemas.microsoft.com/office/drawing/2014/main" id="{A3AC34DF-3634-D4F1-ADA5-561B5150AF31}"/>
              </a:ext>
            </a:extLst>
          </p:cNvPr>
          <p:cNvPicPr/>
          <p:nvPr/>
        </p:nvPicPr>
        <p:blipFill>
          <a:blip r:embed="rId2" cstate="print"/>
          <a:stretch>
            <a:fillRect/>
          </a:stretch>
        </p:blipFill>
        <p:spPr>
          <a:xfrm>
            <a:off x="9229" y="0"/>
            <a:ext cx="12173543" cy="6857519"/>
          </a:xfrm>
          <a:prstGeom prst="rect">
            <a:avLst/>
          </a:prstGeom>
        </p:spPr>
      </p:pic>
      <p:sp>
        <p:nvSpPr>
          <p:cNvPr id="2" name="Freeform: Shape 9">
            <a:extLst>
              <a:ext uri="{FF2B5EF4-FFF2-40B4-BE49-F238E27FC236}">
                <a16:creationId xmlns:a16="http://schemas.microsoft.com/office/drawing/2014/main" id="{A5EB57D7-FB5C-8921-2DAA-369B7814CE69}"/>
              </a:ext>
            </a:extLst>
          </p:cNvPr>
          <p:cNvSpPr/>
          <p:nvPr/>
        </p:nvSpPr>
        <p:spPr>
          <a:xfrm flipH="1">
            <a:off x="4407847" y="1003324"/>
            <a:ext cx="3674272" cy="4852959"/>
          </a:xfrm>
          <a:custGeom>
            <a:avLst/>
            <a:gdLst>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13672 w 4014544"/>
              <a:gd name="connsiteY10" fmla="*/ 822923 h 5114806"/>
              <a:gd name="connsiteX11" fmla="*/ 3056604 w 4014544"/>
              <a:gd name="connsiteY11" fmla="*/ 799706 h 5114806"/>
              <a:gd name="connsiteX12" fmla="*/ 3040982 w 4014544"/>
              <a:gd name="connsiteY12" fmla="*/ 794816 h 5114806"/>
              <a:gd name="connsiteX13" fmla="*/ 3022928 w 4014544"/>
              <a:gd name="connsiteY13" fmla="*/ 796040 h 5114806"/>
              <a:gd name="connsiteX14" fmla="*/ 3115788 w 4014544"/>
              <a:gd name="connsiteY14" fmla="*/ 823869 h 5114806"/>
              <a:gd name="connsiteX15" fmla="*/ 3175144 w 4014544"/>
              <a:gd name="connsiteY15" fmla="*/ 850400 h 5114806"/>
              <a:gd name="connsiteX16" fmla="*/ 3248954 w 4014544"/>
              <a:gd name="connsiteY16" fmla="*/ 882149 h 5114806"/>
              <a:gd name="connsiteX17" fmla="*/ 2559522 w 4014544"/>
              <a:gd name="connsiteY17" fmla="*/ 882149 h 5114806"/>
              <a:gd name="connsiteX18" fmla="*/ 1905628 w 4014544"/>
              <a:gd name="connsiteY18" fmla="*/ 1014150 h 5114806"/>
              <a:gd name="connsiteX19" fmla="*/ 1371543 w 4014544"/>
              <a:gd name="connsiteY19" fmla="*/ 1373595 h 5114806"/>
              <a:gd name="connsiteX20" fmla="*/ 1012098 w 4014544"/>
              <a:gd name="connsiteY20" fmla="*/ 1907689 h 5114806"/>
              <a:gd name="connsiteX21" fmla="*/ 880105 w 4014544"/>
              <a:gd name="connsiteY21" fmla="*/ 2561601 h 5114806"/>
              <a:gd name="connsiteX22" fmla="*/ 1012098 w 4014544"/>
              <a:gd name="connsiteY22" fmla="*/ 3215513 h 5114806"/>
              <a:gd name="connsiteX23" fmla="*/ 1371543 w 4014544"/>
              <a:gd name="connsiteY23" fmla="*/ 3749606 h 5114806"/>
              <a:gd name="connsiteX24" fmla="*/ 1905628 w 4014544"/>
              <a:gd name="connsiteY24" fmla="*/ 4109052 h 5114806"/>
              <a:gd name="connsiteX25" fmla="*/ 2559522 w 4014544"/>
              <a:gd name="connsiteY25" fmla="*/ 4241053 h 5114806"/>
              <a:gd name="connsiteX26" fmla="*/ 3248954 w 4014544"/>
              <a:gd name="connsiteY26" fmla="*/ 4241053 h 5114806"/>
              <a:gd name="connsiteX27" fmla="*/ 2997391 w 4014544"/>
              <a:gd name="connsiteY27" fmla="*/ 4323157 h 5114806"/>
              <a:gd name="connsiteX28" fmla="*/ 2944305 w 4014544"/>
              <a:gd name="connsiteY28" fmla="*/ 4332277 h 5114806"/>
              <a:gd name="connsiteX29" fmla="*/ 2964548 w 4014544"/>
              <a:gd name="connsiteY29" fmla="*/ 4339285 h 5114806"/>
              <a:gd name="connsiteX30" fmla="*/ 3101395 w 4014544"/>
              <a:gd name="connsiteY30" fmla="*/ 4304436 h 5114806"/>
              <a:gd name="connsiteX31" fmla="*/ 3275356 w 4014544"/>
              <a:gd name="connsiteY31" fmla="*/ 4241053 h 5114806"/>
              <a:gd name="connsiteX32" fmla="*/ 3276369 w 4014544"/>
              <a:gd name="connsiteY32" fmla="*/ 4239018 h 5114806"/>
              <a:gd name="connsiteX33" fmla="*/ 3880516 w 4014544"/>
              <a:gd name="connsiteY33" fmla="*/ 4239018 h 5114806"/>
              <a:gd name="connsiteX34" fmla="*/ 4003373 w 4014544"/>
              <a:gd name="connsiteY34" fmla="*/ 4668534 h 5114806"/>
              <a:gd name="connsiteX35" fmla="*/ 3681501 w 4014544"/>
              <a:gd name="connsiteY35" fmla="*/ 4856379 h 5114806"/>
              <a:gd name="connsiteX36" fmla="*/ 3249967 w 4014544"/>
              <a:gd name="connsiteY36" fmla="*/ 4409606 h 5114806"/>
              <a:gd name="connsiteX37" fmla="*/ 2919981 w 4014544"/>
              <a:gd name="connsiteY37" fmla="*/ 4500995 h 5114806"/>
              <a:gd name="connsiteX38" fmla="*/ 2768686 w 4014544"/>
              <a:gd name="connsiteY38" fmla="*/ 5106164 h 5114806"/>
              <a:gd name="connsiteX39" fmla="*/ 2401127 w 4014544"/>
              <a:gd name="connsiteY39" fmla="*/ 5110225 h 5114806"/>
              <a:gd name="connsiteX40" fmla="*/ 2250846 w 4014544"/>
              <a:gd name="connsiteY40" fmla="*/ 4510131 h 5114806"/>
              <a:gd name="connsiteX41" fmla="*/ 1904606 w 4014544"/>
              <a:gd name="connsiteY41" fmla="*/ 4423824 h 5114806"/>
              <a:gd name="connsiteX42" fmla="*/ 1470033 w 4014544"/>
              <a:gd name="connsiteY42" fmla="*/ 4873637 h 5114806"/>
              <a:gd name="connsiteX43" fmla="*/ 1156283 w 4014544"/>
              <a:gd name="connsiteY43" fmla="*/ 4697976 h 5114806"/>
              <a:gd name="connsiteX44" fmla="*/ 1325848 w 4014544"/>
              <a:gd name="connsiteY44" fmla="*/ 4102955 h 5114806"/>
              <a:gd name="connsiteX45" fmla="*/ 1160344 w 4014544"/>
              <a:gd name="connsiteY45" fmla="*/ 3955731 h 5114806"/>
              <a:gd name="connsiteX46" fmla="*/ 1056779 w 4014544"/>
              <a:gd name="connsiteY46" fmla="*/ 3843013 h 5114806"/>
              <a:gd name="connsiteX47" fmla="*/ 455681 w 4014544"/>
              <a:gd name="connsiteY47" fmla="*/ 4014623 h 5114806"/>
              <a:gd name="connsiteX48" fmla="*/ 275958 w 4014544"/>
              <a:gd name="connsiteY48" fmla="*/ 3714069 h 5114806"/>
              <a:gd name="connsiteX49" fmla="*/ 719675 w 4014544"/>
              <a:gd name="connsiteY49" fmla="*/ 3284553 h 5114806"/>
              <a:gd name="connsiteX50" fmla="*/ 612049 w 4014544"/>
              <a:gd name="connsiteY50" fmla="*/ 2905815 h 5114806"/>
              <a:gd name="connsiteX51" fmla="*/ 7902 w 4014544"/>
              <a:gd name="connsiteY51" fmla="*/ 2754529 h 5114806"/>
              <a:gd name="connsiteX52" fmla="*/ 3841 w 4014544"/>
              <a:gd name="connsiteY52" fmla="*/ 2412341 h 5114806"/>
              <a:gd name="connsiteX53" fmla="*/ 602905 w 4014544"/>
              <a:gd name="connsiteY53" fmla="*/ 2262060 h 5114806"/>
              <a:gd name="connsiteX54" fmla="*/ 705456 w 4014544"/>
              <a:gd name="connsiteY54" fmla="*/ 1867077 h 5114806"/>
              <a:gd name="connsiteX55" fmla="*/ 258700 w 4014544"/>
              <a:gd name="connsiteY55" fmla="*/ 1435535 h 5114806"/>
              <a:gd name="connsiteX56" fmla="*/ 426230 w 4014544"/>
              <a:gd name="connsiteY56" fmla="*/ 1143104 h 5114806"/>
              <a:gd name="connsiteX57" fmla="*/ 1022255 w 4014544"/>
              <a:gd name="connsiteY57" fmla="*/ 1313691 h 5114806"/>
              <a:gd name="connsiteX58" fmla="*/ 1160344 w 4014544"/>
              <a:gd name="connsiteY58" fmla="*/ 1160370 h 5114806"/>
              <a:gd name="connsiteX59" fmla="*/ 1313665 w 4014544"/>
              <a:gd name="connsiteY59" fmla="*/ 1022272 h 5114806"/>
              <a:gd name="connsiteX60" fmla="*/ 1143086 w 4014544"/>
              <a:gd name="connsiteY60" fmla="*/ 426239 h 5114806"/>
              <a:gd name="connsiteX61" fmla="*/ 1435509 w 4014544"/>
              <a:gd name="connsiteY61" fmla="*/ 258700 h 5114806"/>
              <a:gd name="connsiteX62" fmla="*/ 1867042 w 4014544"/>
              <a:gd name="connsiteY62" fmla="*/ 705474 h 5114806"/>
              <a:gd name="connsiteX63" fmla="*/ 2262016 w 4014544"/>
              <a:gd name="connsiteY63" fmla="*/ 602923 h 5114806"/>
              <a:gd name="connsiteX64" fmla="*/ 2412289 w 4014544"/>
              <a:gd name="connsiteY64" fmla="*/ 3841 h 5114806"/>
              <a:gd name="connsiteX65" fmla="*/ 2583378 w 4014544"/>
              <a:gd name="connsiteY65"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13672 w 4014544"/>
              <a:gd name="connsiteY10" fmla="*/ 822923 h 5114806"/>
              <a:gd name="connsiteX11" fmla="*/ 3056604 w 4014544"/>
              <a:gd name="connsiteY11" fmla="*/ 799706 h 5114806"/>
              <a:gd name="connsiteX12" fmla="*/ 3040982 w 4014544"/>
              <a:gd name="connsiteY12" fmla="*/ 794816 h 5114806"/>
              <a:gd name="connsiteX13" fmla="*/ 3022928 w 4014544"/>
              <a:gd name="connsiteY13" fmla="*/ 796040 h 5114806"/>
              <a:gd name="connsiteX14" fmla="*/ 3115788 w 4014544"/>
              <a:gd name="connsiteY14" fmla="*/ 823869 h 5114806"/>
              <a:gd name="connsiteX15" fmla="*/ 3175144 w 4014544"/>
              <a:gd name="connsiteY15" fmla="*/ 850400 h 5114806"/>
              <a:gd name="connsiteX16" fmla="*/ 3248954 w 4014544"/>
              <a:gd name="connsiteY16" fmla="*/ 882149 h 5114806"/>
              <a:gd name="connsiteX17" fmla="*/ 2559522 w 4014544"/>
              <a:gd name="connsiteY17" fmla="*/ 882149 h 5114806"/>
              <a:gd name="connsiteX18" fmla="*/ 1905628 w 4014544"/>
              <a:gd name="connsiteY18" fmla="*/ 1014150 h 5114806"/>
              <a:gd name="connsiteX19" fmla="*/ 1371543 w 4014544"/>
              <a:gd name="connsiteY19" fmla="*/ 1373595 h 5114806"/>
              <a:gd name="connsiteX20" fmla="*/ 1012098 w 4014544"/>
              <a:gd name="connsiteY20" fmla="*/ 1907689 h 5114806"/>
              <a:gd name="connsiteX21" fmla="*/ 880105 w 4014544"/>
              <a:gd name="connsiteY21" fmla="*/ 2561601 h 5114806"/>
              <a:gd name="connsiteX22" fmla="*/ 1012098 w 4014544"/>
              <a:gd name="connsiteY22" fmla="*/ 3215513 h 5114806"/>
              <a:gd name="connsiteX23" fmla="*/ 1371543 w 4014544"/>
              <a:gd name="connsiteY23" fmla="*/ 3749606 h 5114806"/>
              <a:gd name="connsiteX24" fmla="*/ 1905628 w 4014544"/>
              <a:gd name="connsiteY24" fmla="*/ 4109052 h 5114806"/>
              <a:gd name="connsiteX25" fmla="*/ 2559522 w 4014544"/>
              <a:gd name="connsiteY25" fmla="*/ 4241053 h 5114806"/>
              <a:gd name="connsiteX26" fmla="*/ 3248954 w 4014544"/>
              <a:gd name="connsiteY26" fmla="*/ 4241053 h 5114806"/>
              <a:gd name="connsiteX27" fmla="*/ 2997391 w 4014544"/>
              <a:gd name="connsiteY27" fmla="*/ 4323157 h 5114806"/>
              <a:gd name="connsiteX28" fmla="*/ 2964548 w 4014544"/>
              <a:gd name="connsiteY28" fmla="*/ 4339285 h 5114806"/>
              <a:gd name="connsiteX29" fmla="*/ 3101395 w 4014544"/>
              <a:gd name="connsiteY29" fmla="*/ 4304436 h 5114806"/>
              <a:gd name="connsiteX30" fmla="*/ 3275356 w 4014544"/>
              <a:gd name="connsiteY30" fmla="*/ 4241053 h 5114806"/>
              <a:gd name="connsiteX31" fmla="*/ 3276369 w 4014544"/>
              <a:gd name="connsiteY31" fmla="*/ 4239018 h 5114806"/>
              <a:gd name="connsiteX32" fmla="*/ 3880516 w 4014544"/>
              <a:gd name="connsiteY32" fmla="*/ 4239018 h 5114806"/>
              <a:gd name="connsiteX33" fmla="*/ 4003373 w 4014544"/>
              <a:gd name="connsiteY33" fmla="*/ 4668534 h 5114806"/>
              <a:gd name="connsiteX34" fmla="*/ 3681501 w 4014544"/>
              <a:gd name="connsiteY34" fmla="*/ 4856379 h 5114806"/>
              <a:gd name="connsiteX35" fmla="*/ 3249967 w 4014544"/>
              <a:gd name="connsiteY35" fmla="*/ 4409606 h 5114806"/>
              <a:gd name="connsiteX36" fmla="*/ 2919981 w 4014544"/>
              <a:gd name="connsiteY36" fmla="*/ 4500995 h 5114806"/>
              <a:gd name="connsiteX37" fmla="*/ 2768686 w 4014544"/>
              <a:gd name="connsiteY37" fmla="*/ 5106164 h 5114806"/>
              <a:gd name="connsiteX38" fmla="*/ 2401127 w 4014544"/>
              <a:gd name="connsiteY38" fmla="*/ 5110225 h 5114806"/>
              <a:gd name="connsiteX39" fmla="*/ 2250846 w 4014544"/>
              <a:gd name="connsiteY39" fmla="*/ 4510131 h 5114806"/>
              <a:gd name="connsiteX40" fmla="*/ 1904606 w 4014544"/>
              <a:gd name="connsiteY40" fmla="*/ 4423824 h 5114806"/>
              <a:gd name="connsiteX41" fmla="*/ 1470033 w 4014544"/>
              <a:gd name="connsiteY41" fmla="*/ 4873637 h 5114806"/>
              <a:gd name="connsiteX42" fmla="*/ 1156283 w 4014544"/>
              <a:gd name="connsiteY42" fmla="*/ 4697976 h 5114806"/>
              <a:gd name="connsiteX43" fmla="*/ 1325848 w 4014544"/>
              <a:gd name="connsiteY43" fmla="*/ 4102955 h 5114806"/>
              <a:gd name="connsiteX44" fmla="*/ 1160344 w 4014544"/>
              <a:gd name="connsiteY44" fmla="*/ 3955731 h 5114806"/>
              <a:gd name="connsiteX45" fmla="*/ 1056779 w 4014544"/>
              <a:gd name="connsiteY45" fmla="*/ 3843013 h 5114806"/>
              <a:gd name="connsiteX46" fmla="*/ 455681 w 4014544"/>
              <a:gd name="connsiteY46" fmla="*/ 4014623 h 5114806"/>
              <a:gd name="connsiteX47" fmla="*/ 275958 w 4014544"/>
              <a:gd name="connsiteY47" fmla="*/ 3714069 h 5114806"/>
              <a:gd name="connsiteX48" fmla="*/ 719675 w 4014544"/>
              <a:gd name="connsiteY48" fmla="*/ 3284553 h 5114806"/>
              <a:gd name="connsiteX49" fmla="*/ 612049 w 4014544"/>
              <a:gd name="connsiteY49" fmla="*/ 2905815 h 5114806"/>
              <a:gd name="connsiteX50" fmla="*/ 7902 w 4014544"/>
              <a:gd name="connsiteY50" fmla="*/ 2754529 h 5114806"/>
              <a:gd name="connsiteX51" fmla="*/ 3841 w 4014544"/>
              <a:gd name="connsiteY51" fmla="*/ 2412341 h 5114806"/>
              <a:gd name="connsiteX52" fmla="*/ 602905 w 4014544"/>
              <a:gd name="connsiteY52" fmla="*/ 2262060 h 5114806"/>
              <a:gd name="connsiteX53" fmla="*/ 705456 w 4014544"/>
              <a:gd name="connsiteY53" fmla="*/ 1867077 h 5114806"/>
              <a:gd name="connsiteX54" fmla="*/ 258700 w 4014544"/>
              <a:gd name="connsiteY54" fmla="*/ 1435535 h 5114806"/>
              <a:gd name="connsiteX55" fmla="*/ 426230 w 4014544"/>
              <a:gd name="connsiteY55" fmla="*/ 1143104 h 5114806"/>
              <a:gd name="connsiteX56" fmla="*/ 1022255 w 4014544"/>
              <a:gd name="connsiteY56" fmla="*/ 1313691 h 5114806"/>
              <a:gd name="connsiteX57" fmla="*/ 1160344 w 4014544"/>
              <a:gd name="connsiteY57" fmla="*/ 1160370 h 5114806"/>
              <a:gd name="connsiteX58" fmla="*/ 1313665 w 4014544"/>
              <a:gd name="connsiteY58" fmla="*/ 1022272 h 5114806"/>
              <a:gd name="connsiteX59" fmla="*/ 1143086 w 4014544"/>
              <a:gd name="connsiteY59" fmla="*/ 426239 h 5114806"/>
              <a:gd name="connsiteX60" fmla="*/ 1435509 w 4014544"/>
              <a:gd name="connsiteY60" fmla="*/ 258700 h 5114806"/>
              <a:gd name="connsiteX61" fmla="*/ 1867042 w 4014544"/>
              <a:gd name="connsiteY61" fmla="*/ 705474 h 5114806"/>
              <a:gd name="connsiteX62" fmla="*/ 2262016 w 4014544"/>
              <a:gd name="connsiteY62" fmla="*/ 602923 h 5114806"/>
              <a:gd name="connsiteX63" fmla="*/ 2412289 w 4014544"/>
              <a:gd name="connsiteY63" fmla="*/ 3841 h 5114806"/>
              <a:gd name="connsiteX64" fmla="*/ 2583378 w 4014544"/>
              <a:gd name="connsiteY64"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13672 w 4014544"/>
              <a:gd name="connsiteY10" fmla="*/ 822923 h 5114806"/>
              <a:gd name="connsiteX11" fmla="*/ 3056604 w 4014544"/>
              <a:gd name="connsiteY11" fmla="*/ 799706 h 5114806"/>
              <a:gd name="connsiteX12" fmla="*/ 3040982 w 4014544"/>
              <a:gd name="connsiteY12" fmla="*/ 794816 h 5114806"/>
              <a:gd name="connsiteX13" fmla="*/ 3022928 w 4014544"/>
              <a:gd name="connsiteY13" fmla="*/ 796040 h 5114806"/>
              <a:gd name="connsiteX14" fmla="*/ 3115788 w 4014544"/>
              <a:gd name="connsiteY14" fmla="*/ 823869 h 5114806"/>
              <a:gd name="connsiteX15" fmla="*/ 3175144 w 4014544"/>
              <a:gd name="connsiteY15" fmla="*/ 850400 h 5114806"/>
              <a:gd name="connsiteX16" fmla="*/ 3248954 w 4014544"/>
              <a:gd name="connsiteY16" fmla="*/ 882149 h 5114806"/>
              <a:gd name="connsiteX17" fmla="*/ 2559522 w 4014544"/>
              <a:gd name="connsiteY17" fmla="*/ 882149 h 5114806"/>
              <a:gd name="connsiteX18" fmla="*/ 1905628 w 4014544"/>
              <a:gd name="connsiteY18" fmla="*/ 1014150 h 5114806"/>
              <a:gd name="connsiteX19" fmla="*/ 1371543 w 4014544"/>
              <a:gd name="connsiteY19" fmla="*/ 1373595 h 5114806"/>
              <a:gd name="connsiteX20" fmla="*/ 1012098 w 4014544"/>
              <a:gd name="connsiteY20" fmla="*/ 1907689 h 5114806"/>
              <a:gd name="connsiteX21" fmla="*/ 880105 w 4014544"/>
              <a:gd name="connsiteY21" fmla="*/ 2561601 h 5114806"/>
              <a:gd name="connsiteX22" fmla="*/ 1012098 w 4014544"/>
              <a:gd name="connsiteY22" fmla="*/ 3215513 h 5114806"/>
              <a:gd name="connsiteX23" fmla="*/ 1371543 w 4014544"/>
              <a:gd name="connsiteY23" fmla="*/ 3749606 h 5114806"/>
              <a:gd name="connsiteX24" fmla="*/ 1905628 w 4014544"/>
              <a:gd name="connsiteY24" fmla="*/ 4109052 h 5114806"/>
              <a:gd name="connsiteX25" fmla="*/ 2559522 w 4014544"/>
              <a:gd name="connsiteY25" fmla="*/ 4241053 h 5114806"/>
              <a:gd name="connsiteX26" fmla="*/ 3248954 w 4014544"/>
              <a:gd name="connsiteY26" fmla="*/ 4241053 h 5114806"/>
              <a:gd name="connsiteX27" fmla="*/ 2997391 w 4014544"/>
              <a:gd name="connsiteY27" fmla="*/ 4323157 h 5114806"/>
              <a:gd name="connsiteX28" fmla="*/ 3101395 w 4014544"/>
              <a:gd name="connsiteY28" fmla="*/ 4304436 h 5114806"/>
              <a:gd name="connsiteX29" fmla="*/ 3275356 w 4014544"/>
              <a:gd name="connsiteY29" fmla="*/ 4241053 h 5114806"/>
              <a:gd name="connsiteX30" fmla="*/ 3276369 w 4014544"/>
              <a:gd name="connsiteY30" fmla="*/ 4239018 h 5114806"/>
              <a:gd name="connsiteX31" fmla="*/ 3880516 w 4014544"/>
              <a:gd name="connsiteY31" fmla="*/ 4239018 h 5114806"/>
              <a:gd name="connsiteX32" fmla="*/ 4003373 w 4014544"/>
              <a:gd name="connsiteY32" fmla="*/ 4668534 h 5114806"/>
              <a:gd name="connsiteX33" fmla="*/ 3681501 w 4014544"/>
              <a:gd name="connsiteY33" fmla="*/ 4856379 h 5114806"/>
              <a:gd name="connsiteX34" fmla="*/ 3249967 w 4014544"/>
              <a:gd name="connsiteY34" fmla="*/ 4409606 h 5114806"/>
              <a:gd name="connsiteX35" fmla="*/ 2919981 w 4014544"/>
              <a:gd name="connsiteY35" fmla="*/ 4500995 h 5114806"/>
              <a:gd name="connsiteX36" fmla="*/ 2768686 w 4014544"/>
              <a:gd name="connsiteY36" fmla="*/ 5106164 h 5114806"/>
              <a:gd name="connsiteX37" fmla="*/ 2401127 w 4014544"/>
              <a:gd name="connsiteY37" fmla="*/ 5110225 h 5114806"/>
              <a:gd name="connsiteX38" fmla="*/ 2250846 w 4014544"/>
              <a:gd name="connsiteY38" fmla="*/ 4510131 h 5114806"/>
              <a:gd name="connsiteX39" fmla="*/ 1904606 w 4014544"/>
              <a:gd name="connsiteY39" fmla="*/ 4423824 h 5114806"/>
              <a:gd name="connsiteX40" fmla="*/ 1470033 w 4014544"/>
              <a:gd name="connsiteY40" fmla="*/ 4873637 h 5114806"/>
              <a:gd name="connsiteX41" fmla="*/ 1156283 w 4014544"/>
              <a:gd name="connsiteY41" fmla="*/ 4697976 h 5114806"/>
              <a:gd name="connsiteX42" fmla="*/ 1325848 w 4014544"/>
              <a:gd name="connsiteY42" fmla="*/ 4102955 h 5114806"/>
              <a:gd name="connsiteX43" fmla="*/ 1160344 w 4014544"/>
              <a:gd name="connsiteY43" fmla="*/ 3955731 h 5114806"/>
              <a:gd name="connsiteX44" fmla="*/ 1056779 w 4014544"/>
              <a:gd name="connsiteY44" fmla="*/ 3843013 h 5114806"/>
              <a:gd name="connsiteX45" fmla="*/ 455681 w 4014544"/>
              <a:gd name="connsiteY45" fmla="*/ 4014623 h 5114806"/>
              <a:gd name="connsiteX46" fmla="*/ 275958 w 4014544"/>
              <a:gd name="connsiteY46" fmla="*/ 3714069 h 5114806"/>
              <a:gd name="connsiteX47" fmla="*/ 719675 w 4014544"/>
              <a:gd name="connsiteY47" fmla="*/ 3284553 h 5114806"/>
              <a:gd name="connsiteX48" fmla="*/ 612049 w 4014544"/>
              <a:gd name="connsiteY48" fmla="*/ 2905815 h 5114806"/>
              <a:gd name="connsiteX49" fmla="*/ 7902 w 4014544"/>
              <a:gd name="connsiteY49" fmla="*/ 2754529 h 5114806"/>
              <a:gd name="connsiteX50" fmla="*/ 3841 w 4014544"/>
              <a:gd name="connsiteY50" fmla="*/ 2412341 h 5114806"/>
              <a:gd name="connsiteX51" fmla="*/ 602905 w 4014544"/>
              <a:gd name="connsiteY51" fmla="*/ 2262060 h 5114806"/>
              <a:gd name="connsiteX52" fmla="*/ 705456 w 4014544"/>
              <a:gd name="connsiteY52" fmla="*/ 1867077 h 5114806"/>
              <a:gd name="connsiteX53" fmla="*/ 258700 w 4014544"/>
              <a:gd name="connsiteY53" fmla="*/ 1435535 h 5114806"/>
              <a:gd name="connsiteX54" fmla="*/ 426230 w 4014544"/>
              <a:gd name="connsiteY54" fmla="*/ 1143104 h 5114806"/>
              <a:gd name="connsiteX55" fmla="*/ 1022255 w 4014544"/>
              <a:gd name="connsiteY55" fmla="*/ 1313691 h 5114806"/>
              <a:gd name="connsiteX56" fmla="*/ 1160344 w 4014544"/>
              <a:gd name="connsiteY56" fmla="*/ 1160370 h 5114806"/>
              <a:gd name="connsiteX57" fmla="*/ 1313665 w 4014544"/>
              <a:gd name="connsiteY57" fmla="*/ 1022272 h 5114806"/>
              <a:gd name="connsiteX58" fmla="*/ 1143086 w 4014544"/>
              <a:gd name="connsiteY58" fmla="*/ 426239 h 5114806"/>
              <a:gd name="connsiteX59" fmla="*/ 1435509 w 4014544"/>
              <a:gd name="connsiteY59" fmla="*/ 258700 h 5114806"/>
              <a:gd name="connsiteX60" fmla="*/ 1867042 w 4014544"/>
              <a:gd name="connsiteY60" fmla="*/ 705474 h 5114806"/>
              <a:gd name="connsiteX61" fmla="*/ 2262016 w 4014544"/>
              <a:gd name="connsiteY61" fmla="*/ 602923 h 5114806"/>
              <a:gd name="connsiteX62" fmla="*/ 2412289 w 4014544"/>
              <a:gd name="connsiteY62" fmla="*/ 3841 h 5114806"/>
              <a:gd name="connsiteX63" fmla="*/ 2583378 w 4014544"/>
              <a:gd name="connsiteY63"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13672 w 4014544"/>
              <a:gd name="connsiteY10" fmla="*/ 822923 h 5114806"/>
              <a:gd name="connsiteX11" fmla="*/ 3056604 w 4014544"/>
              <a:gd name="connsiteY11" fmla="*/ 799706 h 5114806"/>
              <a:gd name="connsiteX12" fmla="*/ 3040982 w 4014544"/>
              <a:gd name="connsiteY12" fmla="*/ 794816 h 5114806"/>
              <a:gd name="connsiteX13" fmla="*/ 3022928 w 4014544"/>
              <a:gd name="connsiteY13" fmla="*/ 796040 h 5114806"/>
              <a:gd name="connsiteX14" fmla="*/ 3115788 w 4014544"/>
              <a:gd name="connsiteY14" fmla="*/ 823869 h 5114806"/>
              <a:gd name="connsiteX15" fmla="*/ 3175144 w 4014544"/>
              <a:gd name="connsiteY15" fmla="*/ 850400 h 5114806"/>
              <a:gd name="connsiteX16" fmla="*/ 3248954 w 4014544"/>
              <a:gd name="connsiteY16" fmla="*/ 882149 h 5114806"/>
              <a:gd name="connsiteX17" fmla="*/ 2559522 w 4014544"/>
              <a:gd name="connsiteY17" fmla="*/ 882149 h 5114806"/>
              <a:gd name="connsiteX18" fmla="*/ 1905628 w 4014544"/>
              <a:gd name="connsiteY18" fmla="*/ 1014150 h 5114806"/>
              <a:gd name="connsiteX19" fmla="*/ 1371543 w 4014544"/>
              <a:gd name="connsiteY19" fmla="*/ 1373595 h 5114806"/>
              <a:gd name="connsiteX20" fmla="*/ 1012098 w 4014544"/>
              <a:gd name="connsiteY20" fmla="*/ 1907689 h 5114806"/>
              <a:gd name="connsiteX21" fmla="*/ 880105 w 4014544"/>
              <a:gd name="connsiteY21" fmla="*/ 2561601 h 5114806"/>
              <a:gd name="connsiteX22" fmla="*/ 1012098 w 4014544"/>
              <a:gd name="connsiteY22" fmla="*/ 3215513 h 5114806"/>
              <a:gd name="connsiteX23" fmla="*/ 1371543 w 4014544"/>
              <a:gd name="connsiteY23" fmla="*/ 3749606 h 5114806"/>
              <a:gd name="connsiteX24" fmla="*/ 1905628 w 4014544"/>
              <a:gd name="connsiteY24" fmla="*/ 4109052 h 5114806"/>
              <a:gd name="connsiteX25" fmla="*/ 2559522 w 4014544"/>
              <a:gd name="connsiteY25" fmla="*/ 4241053 h 5114806"/>
              <a:gd name="connsiteX26" fmla="*/ 3248954 w 4014544"/>
              <a:gd name="connsiteY26" fmla="*/ 4241053 h 5114806"/>
              <a:gd name="connsiteX27" fmla="*/ 3101395 w 4014544"/>
              <a:gd name="connsiteY27" fmla="*/ 4304436 h 5114806"/>
              <a:gd name="connsiteX28" fmla="*/ 3275356 w 4014544"/>
              <a:gd name="connsiteY28" fmla="*/ 4241053 h 5114806"/>
              <a:gd name="connsiteX29" fmla="*/ 3276369 w 4014544"/>
              <a:gd name="connsiteY29" fmla="*/ 4239018 h 5114806"/>
              <a:gd name="connsiteX30" fmla="*/ 3880516 w 4014544"/>
              <a:gd name="connsiteY30" fmla="*/ 4239018 h 5114806"/>
              <a:gd name="connsiteX31" fmla="*/ 4003373 w 4014544"/>
              <a:gd name="connsiteY31" fmla="*/ 4668534 h 5114806"/>
              <a:gd name="connsiteX32" fmla="*/ 3681501 w 4014544"/>
              <a:gd name="connsiteY32" fmla="*/ 4856379 h 5114806"/>
              <a:gd name="connsiteX33" fmla="*/ 3249967 w 4014544"/>
              <a:gd name="connsiteY33" fmla="*/ 4409606 h 5114806"/>
              <a:gd name="connsiteX34" fmla="*/ 2919981 w 4014544"/>
              <a:gd name="connsiteY34" fmla="*/ 4500995 h 5114806"/>
              <a:gd name="connsiteX35" fmla="*/ 2768686 w 4014544"/>
              <a:gd name="connsiteY35" fmla="*/ 5106164 h 5114806"/>
              <a:gd name="connsiteX36" fmla="*/ 2401127 w 4014544"/>
              <a:gd name="connsiteY36" fmla="*/ 5110225 h 5114806"/>
              <a:gd name="connsiteX37" fmla="*/ 2250846 w 4014544"/>
              <a:gd name="connsiteY37" fmla="*/ 4510131 h 5114806"/>
              <a:gd name="connsiteX38" fmla="*/ 1904606 w 4014544"/>
              <a:gd name="connsiteY38" fmla="*/ 4423824 h 5114806"/>
              <a:gd name="connsiteX39" fmla="*/ 1470033 w 4014544"/>
              <a:gd name="connsiteY39" fmla="*/ 4873637 h 5114806"/>
              <a:gd name="connsiteX40" fmla="*/ 1156283 w 4014544"/>
              <a:gd name="connsiteY40" fmla="*/ 4697976 h 5114806"/>
              <a:gd name="connsiteX41" fmla="*/ 1325848 w 4014544"/>
              <a:gd name="connsiteY41" fmla="*/ 4102955 h 5114806"/>
              <a:gd name="connsiteX42" fmla="*/ 1160344 w 4014544"/>
              <a:gd name="connsiteY42" fmla="*/ 3955731 h 5114806"/>
              <a:gd name="connsiteX43" fmla="*/ 1056779 w 4014544"/>
              <a:gd name="connsiteY43" fmla="*/ 3843013 h 5114806"/>
              <a:gd name="connsiteX44" fmla="*/ 455681 w 4014544"/>
              <a:gd name="connsiteY44" fmla="*/ 4014623 h 5114806"/>
              <a:gd name="connsiteX45" fmla="*/ 275958 w 4014544"/>
              <a:gd name="connsiteY45" fmla="*/ 3714069 h 5114806"/>
              <a:gd name="connsiteX46" fmla="*/ 719675 w 4014544"/>
              <a:gd name="connsiteY46" fmla="*/ 3284553 h 5114806"/>
              <a:gd name="connsiteX47" fmla="*/ 612049 w 4014544"/>
              <a:gd name="connsiteY47" fmla="*/ 2905815 h 5114806"/>
              <a:gd name="connsiteX48" fmla="*/ 7902 w 4014544"/>
              <a:gd name="connsiteY48" fmla="*/ 2754529 h 5114806"/>
              <a:gd name="connsiteX49" fmla="*/ 3841 w 4014544"/>
              <a:gd name="connsiteY49" fmla="*/ 2412341 h 5114806"/>
              <a:gd name="connsiteX50" fmla="*/ 602905 w 4014544"/>
              <a:gd name="connsiteY50" fmla="*/ 2262060 h 5114806"/>
              <a:gd name="connsiteX51" fmla="*/ 705456 w 4014544"/>
              <a:gd name="connsiteY51" fmla="*/ 1867077 h 5114806"/>
              <a:gd name="connsiteX52" fmla="*/ 258700 w 4014544"/>
              <a:gd name="connsiteY52" fmla="*/ 1435535 h 5114806"/>
              <a:gd name="connsiteX53" fmla="*/ 426230 w 4014544"/>
              <a:gd name="connsiteY53" fmla="*/ 1143104 h 5114806"/>
              <a:gd name="connsiteX54" fmla="*/ 1022255 w 4014544"/>
              <a:gd name="connsiteY54" fmla="*/ 1313691 h 5114806"/>
              <a:gd name="connsiteX55" fmla="*/ 1160344 w 4014544"/>
              <a:gd name="connsiteY55" fmla="*/ 1160370 h 5114806"/>
              <a:gd name="connsiteX56" fmla="*/ 1313665 w 4014544"/>
              <a:gd name="connsiteY56" fmla="*/ 1022272 h 5114806"/>
              <a:gd name="connsiteX57" fmla="*/ 1143086 w 4014544"/>
              <a:gd name="connsiteY57" fmla="*/ 426239 h 5114806"/>
              <a:gd name="connsiteX58" fmla="*/ 1435509 w 4014544"/>
              <a:gd name="connsiteY58" fmla="*/ 258700 h 5114806"/>
              <a:gd name="connsiteX59" fmla="*/ 1867042 w 4014544"/>
              <a:gd name="connsiteY59" fmla="*/ 705474 h 5114806"/>
              <a:gd name="connsiteX60" fmla="*/ 2262016 w 4014544"/>
              <a:gd name="connsiteY60" fmla="*/ 602923 h 5114806"/>
              <a:gd name="connsiteX61" fmla="*/ 2412289 w 4014544"/>
              <a:gd name="connsiteY61" fmla="*/ 3841 h 5114806"/>
              <a:gd name="connsiteX62" fmla="*/ 2583378 w 4014544"/>
              <a:gd name="connsiteY62"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13672 w 4014544"/>
              <a:gd name="connsiteY10" fmla="*/ 822923 h 5114806"/>
              <a:gd name="connsiteX11" fmla="*/ 3056604 w 4014544"/>
              <a:gd name="connsiteY11" fmla="*/ 799706 h 5114806"/>
              <a:gd name="connsiteX12" fmla="*/ 3040982 w 4014544"/>
              <a:gd name="connsiteY12" fmla="*/ 794816 h 5114806"/>
              <a:gd name="connsiteX13" fmla="*/ 3022928 w 4014544"/>
              <a:gd name="connsiteY13" fmla="*/ 796040 h 5114806"/>
              <a:gd name="connsiteX14" fmla="*/ 3115788 w 4014544"/>
              <a:gd name="connsiteY14" fmla="*/ 823869 h 5114806"/>
              <a:gd name="connsiteX15" fmla="*/ 3175144 w 4014544"/>
              <a:gd name="connsiteY15" fmla="*/ 850400 h 5114806"/>
              <a:gd name="connsiteX16" fmla="*/ 3248954 w 4014544"/>
              <a:gd name="connsiteY16" fmla="*/ 882149 h 5114806"/>
              <a:gd name="connsiteX17" fmla="*/ 2559522 w 4014544"/>
              <a:gd name="connsiteY17" fmla="*/ 882149 h 5114806"/>
              <a:gd name="connsiteX18" fmla="*/ 1905628 w 4014544"/>
              <a:gd name="connsiteY18" fmla="*/ 1014150 h 5114806"/>
              <a:gd name="connsiteX19" fmla="*/ 1371543 w 4014544"/>
              <a:gd name="connsiteY19" fmla="*/ 1373595 h 5114806"/>
              <a:gd name="connsiteX20" fmla="*/ 1012098 w 4014544"/>
              <a:gd name="connsiteY20" fmla="*/ 1907689 h 5114806"/>
              <a:gd name="connsiteX21" fmla="*/ 880105 w 4014544"/>
              <a:gd name="connsiteY21" fmla="*/ 2561601 h 5114806"/>
              <a:gd name="connsiteX22" fmla="*/ 1012098 w 4014544"/>
              <a:gd name="connsiteY22" fmla="*/ 3215513 h 5114806"/>
              <a:gd name="connsiteX23" fmla="*/ 1371543 w 4014544"/>
              <a:gd name="connsiteY23" fmla="*/ 3749606 h 5114806"/>
              <a:gd name="connsiteX24" fmla="*/ 1905628 w 4014544"/>
              <a:gd name="connsiteY24" fmla="*/ 4109052 h 5114806"/>
              <a:gd name="connsiteX25" fmla="*/ 2559522 w 4014544"/>
              <a:gd name="connsiteY25" fmla="*/ 4241053 h 5114806"/>
              <a:gd name="connsiteX26" fmla="*/ 3248954 w 4014544"/>
              <a:gd name="connsiteY26" fmla="*/ 4241053 h 5114806"/>
              <a:gd name="connsiteX27" fmla="*/ 3275356 w 4014544"/>
              <a:gd name="connsiteY27" fmla="*/ 4241053 h 5114806"/>
              <a:gd name="connsiteX28" fmla="*/ 3276369 w 4014544"/>
              <a:gd name="connsiteY28" fmla="*/ 4239018 h 5114806"/>
              <a:gd name="connsiteX29" fmla="*/ 3880516 w 4014544"/>
              <a:gd name="connsiteY29" fmla="*/ 4239018 h 5114806"/>
              <a:gd name="connsiteX30" fmla="*/ 4003373 w 4014544"/>
              <a:gd name="connsiteY30" fmla="*/ 4668534 h 5114806"/>
              <a:gd name="connsiteX31" fmla="*/ 3681501 w 4014544"/>
              <a:gd name="connsiteY31" fmla="*/ 4856379 h 5114806"/>
              <a:gd name="connsiteX32" fmla="*/ 3249967 w 4014544"/>
              <a:gd name="connsiteY32" fmla="*/ 4409606 h 5114806"/>
              <a:gd name="connsiteX33" fmla="*/ 2919981 w 4014544"/>
              <a:gd name="connsiteY33" fmla="*/ 4500995 h 5114806"/>
              <a:gd name="connsiteX34" fmla="*/ 2768686 w 4014544"/>
              <a:gd name="connsiteY34" fmla="*/ 5106164 h 5114806"/>
              <a:gd name="connsiteX35" fmla="*/ 2401127 w 4014544"/>
              <a:gd name="connsiteY35" fmla="*/ 5110225 h 5114806"/>
              <a:gd name="connsiteX36" fmla="*/ 2250846 w 4014544"/>
              <a:gd name="connsiteY36" fmla="*/ 4510131 h 5114806"/>
              <a:gd name="connsiteX37" fmla="*/ 1904606 w 4014544"/>
              <a:gd name="connsiteY37" fmla="*/ 4423824 h 5114806"/>
              <a:gd name="connsiteX38" fmla="*/ 1470033 w 4014544"/>
              <a:gd name="connsiteY38" fmla="*/ 4873637 h 5114806"/>
              <a:gd name="connsiteX39" fmla="*/ 1156283 w 4014544"/>
              <a:gd name="connsiteY39" fmla="*/ 4697976 h 5114806"/>
              <a:gd name="connsiteX40" fmla="*/ 1325848 w 4014544"/>
              <a:gd name="connsiteY40" fmla="*/ 4102955 h 5114806"/>
              <a:gd name="connsiteX41" fmla="*/ 1160344 w 4014544"/>
              <a:gd name="connsiteY41" fmla="*/ 3955731 h 5114806"/>
              <a:gd name="connsiteX42" fmla="*/ 1056779 w 4014544"/>
              <a:gd name="connsiteY42" fmla="*/ 3843013 h 5114806"/>
              <a:gd name="connsiteX43" fmla="*/ 455681 w 4014544"/>
              <a:gd name="connsiteY43" fmla="*/ 4014623 h 5114806"/>
              <a:gd name="connsiteX44" fmla="*/ 275958 w 4014544"/>
              <a:gd name="connsiteY44" fmla="*/ 3714069 h 5114806"/>
              <a:gd name="connsiteX45" fmla="*/ 719675 w 4014544"/>
              <a:gd name="connsiteY45" fmla="*/ 3284553 h 5114806"/>
              <a:gd name="connsiteX46" fmla="*/ 612049 w 4014544"/>
              <a:gd name="connsiteY46" fmla="*/ 2905815 h 5114806"/>
              <a:gd name="connsiteX47" fmla="*/ 7902 w 4014544"/>
              <a:gd name="connsiteY47" fmla="*/ 2754529 h 5114806"/>
              <a:gd name="connsiteX48" fmla="*/ 3841 w 4014544"/>
              <a:gd name="connsiteY48" fmla="*/ 2412341 h 5114806"/>
              <a:gd name="connsiteX49" fmla="*/ 602905 w 4014544"/>
              <a:gd name="connsiteY49" fmla="*/ 2262060 h 5114806"/>
              <a:gd name="connsiteX50" fmla="*/ 705456 w 4014544"/>
              <a:gd name="connsiteY50" fmla="*/ 1867077 h 5114806"/>
              <a:gd name="connsiteX51" fmla="*/ 258700 w 4014544"/>
              <a:gd name="connsiteY51" fmla="*/ 1435535 h 5114806"/>
              <a:gd name="connsiteX52" fmla="*/ 426230 w 4014544"/>
              <a:gd name="connsiteY52" fmla="*/ 1143104 h 5114806"/>
              <a:gd name="connsiteX53" fmla="*/ 1022255 w 4014544"/>
              <a:gd name="connsiteY53" fmla="*/ 1313691 h 5114806"/>
              <a:gd name="connsiteX54" fmla="*/ 1160344 w 4014544"/>
              <a:gd name="connsiteY54" fmla="*/ 1160370 h 5114806"/>
              <a:gd name="connsiteX55" fmla="*/ 1313665 w 4014544"/>
              <a:gd name="connsiteY55" fmla="*/ 1022272 h 5114806"/>
              <a:gd name="connsiteX56" fmla="*/ 1143086 w 4014544"/>
              <a:gd name="connsiteY56" fmla="*/ 426239 h 5114806"/>
              <a:gd name="connsiteX57" fmla="*/ 1435509 w 4014544"/>
              <a:gd name="connsiteY57" fmla="*/ 258700 h 5114806"/>
              <a:gd name="connsiteX58" fmla="*/ 1867042 w 4014544"/>
              <a:gd name="connsiteY58" fmla="*/ 705474 h 5114806"/>
              <a:gd name="connsiteX59" fmla="*/ 2262016 w 4014544"/>
              <a:gd name="connsiteY59" fmla="*/ 602923 h 5114806"/>
              <a:gd name="connsiteX60" fmla="*/ 2412289 w 4014544"/>
              <a:gd name="connsiteY60" fmla="*/ 3841 h 5114806"/>
              <a:gd name="connsiteX61" fmla="*/ 2583378 w 4014544"/>
              <a:gd name="connsiteY61"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13672 w 4014544"/>
              <a:gd name="connsiteY10" fmla="*/ 822923 h 5114806"/>
              <a:gd name="connsiteX11" fmla="*/ 3056604 w 4014544"/>
              <a:gd name="connsiteY11" fmla="*/ 799706 h 5114806"/>
              <a:gd name="connsiteX12" fmla="*/ 3040982 w 4014544"/>
              <a:gd name="connsiteY12" fmla="*/ 794816 h 5114806"/>
              <a:gd name="connsiteX13" fmla="*/ 3022928 w 4014544"/>
              <a:gd name="connsiteY13" fmla="*/ 796040 h 5114806"/>
              <a:gd name="connsiteX14" fmla="*/ 3115788 w 4014544"/>
              <a:gd name="connsiteY14" fmla="*/ 823869 h 5114806"/>
              <a:gd name="connsiteX15" fmla="*/ 3175144 w 4014544"/>
              <a:gd name="connsiteY15" fmla="*/ 850400 h 5114806"/>
              <a:gd name="connsiteX16" fmla="*/ 3248954 w 4014544"/>
              <a:gd name="connsiteY16" fmla="*/ 882149 h 5114806"/>
              <a:gd name="connsiteX17" fmla="*/ 2559522 w 4014544"/>
              <a:gd name="connsiteY17" fmla="*/ 882149 h 5114806"/>
              <a:gd name="connsiteX18" fmla="*/ 1905628 w 4014544"/>
              <a:gd name="connsiteY18" fmla="*/ 1014150 h 5114806"/>
              <a:gd name="connsiteX19" fmla="*/ 1371543 w 4014544"/>
              <a:gd name="connsiteY19" fmla="*/ 1373595 h 5114806"/>
              <a:gd name="connsiteX20" fmla="*/ 1012098 w 4014544"/>
              <a:gd name="connsiteY20" fmla="*/ 1907689 h 5114806"/>
              <a:gd name="connsiteX21" fmla="*/ 880105 w 4014544"/>
              <a:gd name="connsiteY21" fmla="*/ 2561601 h 5114806"/>
              <a:gd name="connsiteX22" fmla="*/ 1012098 w 4014544"/>
              <a:gd name="connsiteY22" fmla="*/ 3215513 h 5114806"/>
              <a:gd name="connsiteX23" fmla="*/ 1371543 w 4014544"/>
              <a:gd name="connsiteY23" fmla="*/ 3749606 h 5114806"/>
              <a:gd name="connsiteX24" fmla="*/ 1905628 w 4014544"/>
              <a:gd name="connsiteY24" fmla="*/ 4109052 h 5114806"/>
              <a:gd name="connsiteX25" fmla="*/ 2559522 w 4014544"/>
              <a:gd name="connsiteY25" fmla="*/ 4241053 h 5114806"/>
              <a:gd name="connsiteX26" fmla="*/ 3248954 w 4014544"/>
              <a:gd name="connsiteY26" fmla="*/ 4241053 h 5114806"/>
              <a:gd name="connsiteX27" fmla="*/ 3275356 w 4014544"/>
              <a:gd name="connsiteY27" fmla="*/ 4241053 h 5114806"/>
              <a:gd name="connsiteX28" fmla="*/ 3880516 w 4014544"/>
              <a:gd name="connsiteY28" fmla="*/ 4239018 h 5114806"/>
              <a:gd name="connsiteX29" fmla="*/ 4003373 w 4014544"/>
              <a:gd name="connsiteY29" fmla="*/ 4668534 h 5114806"/>
              <a:gd name="connsiteX30" fmla="*/ 3681501 w 4014544"/>
              <a:gd name="connsiteY30" fmla="*/ 4856379 h 5114806"/>
              <a:gd name="connsiteX31" fmla="*/ 3249967 w 4014544"/>
              <a:gd name="connsiteY31" fmla="*/ 4409606 h 5114806"/>
              <a:gd name="connsiteX32" fmla="*/ 2919981 w 4014544"/>
              <a:gd name="connsiteY32" fmla="*/ 4500995 h 5114806"/>
              <a:gd name="connsiteX33" fmla="*/ 2768686 w 4014544"/>
              <a:gd name="connsiteY33" fmla="*/ 5106164 h 5114806"/>
              <a:gd name="connsiteX34" fmla="*/ 2401127 w 4014544"/>
              <a:gd name="connsiteY34" fmla="*/ 5110225 h 5114806"/>
              <a:gd name="connsiteX35" fmla="*/ 2250846 w 4014544"/>
              <a:gd name="connsiteY35" fmla="*/ 4510131 h 5114806"/>
              <a:gd name="connsiteX36" fmla="*/ 1904606 w 4014544"/>
              <a:gd name="connsiteY36" fmla="*/ 4423824 h 5114806"/>
              <a:gd name="connsiteX37" fmla="*/ 1470033 w 4014544"/>
              <a:gd name="connsiteY37" fmla="*/ 4873637 h 5114806"/>
              <a:gd name="connsiteX38" fmla="*/ 1156283 w 4014544"/>
              <a:gd name="connsiteY38" fmla="*/ 4697976 h 5114806"/>
              <a:gd name="connsiteX39" fmla="*/ 1325848 w 4014544"/>
              <a:gd name="connsiteY39" fmla="*/ 4102955 h 5114806"/>
              <a:gd name="connsiteX40" fmla="*/ 1160344 w 4014544"/>
              <a:gd name="connsiteY40" fmla="*/ 3955731 h 5114806"/>
              <a:gd name="connsiteX41" fmla="*/ 1056779 w 4014544"/>
              <a:gd name="connsiteY41" fmla="*/ 3843013 h 5114806"/>
              <a:gd name="connsiteX42" fmla="*/ 455681 w 4014544"/>
              <a:gd name="connsiteY42" fmla="*/ 4014623 h 5114806"/>
              <a:gd name="connsiteX43" fmla="*/ 275958 w 4014544"/>
              <a:gd name="connsiteY43" fmla="*/ 3714069 h 5114806"/>
              <a:gd name="connsiteX44" fmla="*/ 719675 w 4014544"/>
              <a:gd name="connsiteY44" fmla="*/ 3284553 h 5114806"/>
              <a:gd name="connsiteX45" fmla="*/ 612049 w 4014544"/>
              <a:gd name="connsiteY45" fmla="*/ 2905815 h 5114806"/>
              <a:gd name="connsiteX46" fmla="*/ 7902 w 4014544"/>
              <a:gd name="connsiteY46" fmla="*/ 2754529 h 5114806"/>
              <a:gd name="connsiteX47" fmla="*/ 3841 w 4014544"/>
              <a:gd name="connsiteY47" fmla="*/ 2412341 h 5114806"/>
              <a:gd name="connsiteX48" fmla="*/ 602905 w 4014544"/>
              <a:gd name="connsiteY48" fmla="*/ 2262060 h 5114806"/>
              <a:gd name="connsiteX49" fmla="*/ 705456 w 4014544"/>
              <a:gd name="connsiteY49" fmla="*/ 1867077 h 5114806"/>
              <a:gd name="connsiteX50" fmla="*/ 258700 w 4014544"/>
              <a:gd name="connsiteY50" fmla="*/ 1435535 h 5114806"/>
              <a:gd name="connsiteX51" fmla="*/ 426230 w 4014544"/>
              <a:gd name="connsiteY51" fmla="*/ 1143104 h 5114806"/>
              <a:gd name="connsiteX52" fmla="*/ 1022255 w 4014544"/>
              <a:gd name="connsiteY52" fmla="*/ 1313691 h 5114806"/>
              <a:gd name="connsiteX53" fmla="*/ 1160344 w 4014544"/>
              <a:gd name="connsiteY53" fmla="*/ 1160370 h 5114806"/>
              <a:gd name="connsiteX54" fmla="*/ 1313665 w 4014544"/>
              <a:gd name="connsiteY54" fmla="*/ 1022272 h 5114806"/>
              <a:gd name="connsiteX55" fmla="*/ 1143086 w 4014544"/>
              <a:gd name="connsiteY55" fmla="*/ 426239 h 5114806"/>
              <a:gd name="connsiteX56" fmla="*/ 1435509 w 4014544"/>
              <a:gd name="connsiteY56" fmla="*/ 258700 h 5114806"/>
              <a:gd name="connsiteX57" fmla="*/ 1867042 w 4014544"/>
              <a:gd name="connsiteY57" fmla="*/ 705474 h 5114806"/>
              <a:gd name="connsiteX58" fmla="*/ 2262016 w 4014544"/>
              <a:gd name="connsiteY58" fmla="*/ 602923 h 5114806"/>
              <a:gd name="connsiteX59" fmla="*/ 2412289 w 4014544"/>
              <a:gd name="connsiteY59" fmla="*/ 3841 h 5114806"/>
              <a:gd name="connsiteX60" fmla="*/ 2583378 w 4014544"/>
              <a:gd name="connsiteY60"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13672 w 4014544"/>
              <a:gd name="connsiteY10" fmla="*/ 822923 h 5114806"/>
              <a:gd name="connsiteX11" fmla="*/ 3056604 w 4014544"/>
              <a:gd name="connsiteY11" fmla="*/ 799706 h 5114806"/>
              <a:gd name="connsiteX12" fmla="*/ 3040982 w 4014544"/>
              <a:gd name="connsiteY12" fmla="*/ 794816 h 5114806"/>
              <a:gd name="connsiteX13" fmla="*/ 3022928 w 4014544"/>
              <a:gd name="connsiteY13" fmla="*/ 796040 h 5114806"/>
              <a:gd name="connsiteX14" fmla="*/ 3115788 w 4014544"/>
              <a:gd name="connsiteY14" fmla="*/ 823869 h 5114806"/>
              <a:gd name="connsiteX15" fmla="*/ 3175144 w 4014544"/>
              <a:gd name="connsiteY15" fmla="*/ 850400 h 5114806"/>
              <a:gd name="connsiteX16" fmla="*/ 3248954 w 4014544"/>
              <a:gd name="connsiteY16" fmla="*/ 882149 h 5114806"/>
              <a:gd name="connsiteX17" fmla="*/ 2559522 w 4014544"/>
              <a:gd name="connsiteY17" fmla="*/ 882149 h 5114806"/>
              <a:gd name="connsiteX18" fmla="*/ 1905628 w 4014544"/>
              <a:gd name="connsiteY18" fmla="*/ 1014150 h 5114806"/>
              <a:gd name="connsiteX19" fmla="*/ 1371543 w 4014544"/>
              <a:gd name="connsiteY19" fmla="*/ 1373595 h 5114806"/>
              <a:gd name="connsiteX20" fmla="*/ 1012098 w 4014544"/>
              <a:gd name="connsiteY20" fmla="*/ 1907689 h 5114806"/>
              <a:gd name="connsiteX21" fmla="*/ 880105 w 4014544"/>
              <a:gd name="connsiteY21" fmla="*/ 2561601 h 5114806"/>
              <a:gd name="connsiteX22" fmla="*/ 1012098 w 4014544"/>
              <a:gd name="connsiteY22" fmla="*/ 3215513 h 5114806"/>
              <a:gd name="connsiteX23" fmla="*/ 1371543 w 4014544"/>
              <a:gd name="connsiteY23" fmla="*/ 3749606 h 5114806"/>
              <a:gd name="connsiteX24" fmla="*/ 1905628 w 4014544"/>
              <a:gd name="connsiteY24" fmla="*/ 4109052 h 5114806"/>
              <a:gd name="connsiteX25" fmla="*/ 2559522 w 4014544"/>
              <a:gd name="connsiteY25" fmla="*/ 4241053 h 5114806"/>
              <a:gd name="connsiteX26" fmla="*/ 3248954 w 4014544"/>
              <a:gd name="connsiteY26" fmla="*/ 4241053 h 5114806"/>
              <a:gd name="connsiteX27" fmla="*/ 3880516 w 4014544"/>
              <a:gd name="connsiteY27" fmla="*/ 4239018 h 5114806"/>
              <a:gd name="connsiteX28" fmla="*/ 4003373 w 4014544"/>
              <a:gd name="connsiteY28" fmla="*/ 4668534 h 5114806"/>
              <a:gd name="connsiteX29" fmla="*/ 3681501 w 4014544"/>
              <a:gd name="connsiteY29" fmla="*/ 4856379 h 5114806"/>
              <a:gd name="connsiteX30" fmla="*/ 3249967 w 4014544"/>
              <a:gd name="connsiteY30" fmla="*/ 4409606 h 5114806"/>
              <a:gd name="connsiteX31" fmla="*/ 2919981 w 4014544"/>
              <a:gd name="connsiteY31" fmla="*/ 4500995 h 5114806"/>
              <a:gd name="connsiteX32" fmla="*/ 2768686 w 4014544"/>
              <a:gd name="connsiteY32" fmla="*/ 5106164 h 5114806"/>
              <a:gd name="connsiteX33" fmla="*/ 2401127 w 4014544"/>
              <a:gd name="connsiteY33" fmla="*/ 5110225 h 5114806"/>
              <a:gd name="connsiteX34" fmla="*/ 2250846 w 4014544"/>
              <a:gd name="connsiteY34" fmla="*/ 4510131 h 5114806"/>
              <a:gd name="connsiteX35" fmla="*/ 1904606 w 4014544"/>
              <a:gd name="connsiteY35" fmla="*/ 4423824 h 5114806"/>
              <a:gd name="connsiteX36" fmla="*/ 1470033 w 4014544"/>
              <a:gd name="connsiteY36" fmla="*/ 4873637 h 5114806"/>
              <a:gd name="connsiteX37" fmla="*/ 1156283 w 4014544"/>
              <a:gd name="connsiteY37" fmla="*/ 4697976 h 5114806"/>
              <a:gd name="connsiteX38" fmla="*/ 1325848 w 4014544"/>
              <a:gd name="connsiteY38" fmla="*/ 4102955 h 5114806"/>
              <a:gd name="connsiteX39" fmla="*/ 1160344 w 4014544"/>
              <a:gd name="connsiteY39" fmla="*/ 3955731 h 5114806"/>
              <a:gd name="connsiteX40" fmla="*/ 1056779 w 4014544"/>
              <a:gd name="connsiteY40" fmla="*/ 3843013 h 5114806"/>
              <a:gd name="connsiteX41" fmla="*/ 455681 w 4014544"/>
              <a:gd name="connsiteY41" fmla="*/ 4014623 h 5114806"/>
              <a:gd name="connsiteX42" fmla="*/ 275958 w 4014544"/>
              <a:gd name="connsiteY42" fmla="*/ 3714069 h 5114806"/>
              <a:gd name="connsiteX43" fmla="*/ 719675 w 4014544"/>
              <a:gd name="connsiteY43" fmla="*/ 3284553 h 5114806"/>
              <a:gd name="connsiteX44" fmla="*/ 612049 w 4014544"/>
              <a:gd name="connsiteY44" fmla="*/ 2905815 h 5114806"/>
              <a:gd name="connsiteX45" fmla="*/ 7902 w 4014544"/>
              <a:gd name="connsiteY45" fmla="*/ 2754529 h 5114806"/>
              <a:gd name="connsiteX46" fmla="*/ 3841 w 4014544"/>
              <a:gd name="connsiteY46" fmla="*/ 2412341 h 5114806"/>
              <a:gd name="connsiteX47" fmla="*/ 602905 w 4014544"/>
              <a:gd name="connsiteY47" fmla="*/ 2262060 h 5114806"/>
              <a:gd name="connsiteX48" fmla="*/ 705456 w 4014544"/>
              <a:gd name="connsiteY48" fmla="*/ 1867077 h 5114806"/>
              <a:gd name="connsiteX49" fmla="*/ 258700 w 4014544"/>
              <a:gd name="connsiteY49" fmla="*/ 1435535 h 5114806"/>
              <a:gd name="connsiteX50" fmla="*/ 426230 w 4014544"/>
              <a:gd name="connsiteY50" fmla="*/ 1143104 h 5114806"/>
              <a:gd name="connsiteX51" fmla="*/ 1022255 w 4014544"/>
              <a:gd name="connsiteY51" fmla="*/ 1313691 h 5114806"/>
              <a:gd name="connsiteX52" fmla="*/ 1160344 w 4014544"/>
              <a:gd name="connsiteY52" fmla="*/ 1160370 h 5114806"/>
              <a:gd name="connsiteX53" fmla="*/ 1313665 w 4014544"/>
              <a:gd name="connsiteY53" fmla="*/ 1022272 h 5114806"/>
              <a:gd name="connsiteX54" fmla="*/ 1143086 w 4014544"/>
              <a:gd name="connsiteY54" fmla="*/ 426239 h 5114806"/>
              <a:gd name="connsiteX55" fmla="*/ 1435509 w 4014544"/>
              <a:gd name="connsiteY55" fmla="*/ 258700 h 5114806"/>
              <a:gd name="connsiteX56" fmla="*/ 1867042 w 4014544"/>
              <a:gd name="connsiteY56" fmla="*/ 705474 h 5114806"/>
              <a:gd name="connsiteX57" fmla="*/ 2262016 w 4014544"/>
              <a:gd name="connsiteY57" fmla="*/ 602923 h 5114806"/>
              <a:gd name="connsiteX58" fmla="*/ 2412289 w 4014544"/>
              <a:gd name="connsiteY58" fmla="*/ 3841 h 5114806"/>
              <a:gd name="connsiteX59" fmla="*/ 2583378 w 4014544"/>
              <a:gd name="connsiteY59"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13672 w 4014544"/>
              <a:gd name="connsiteY10" fmla="*/ 822923 h 5114806"/>
              <a:gd name="connsiteX11" fmla="*/ 3056604 w 4014544"/>
              <a:gd name="connsiteY11" fmla="*/ 799706 h 5114806"/>
              <a:gd name="connsiteX12" fmla="*/ 3040982 w 4014544"/>
              <a:gd name="connsiteY12" fmla="*/ 794816 h 5114806"/>
              <a:gd name="connsiteX13" fmla="*/ 3022928 w 4014544"/>
              <a:gd name="connsiteY13" fmla="*/ 796040 h 5114806"/>
              <a:gd name="connsiteX14" fmla="*/ 3115788 w 4014544"/>
              <a:gd name="connsiteY14" fmla="*/ 823869 h 5114806"/>
              <a:gd name="connsiteX15" fmla="*/ 3175144 w 4014544"/>
              <a:gd name="connsiteY15" fmla="*/ 850400 h 5114806"/>
              <a:gd name="connsiteX16" fmla="*/ 3248954 w 4014544"/>
              <a:gd name="connsiteY16" fmla="*/ 882149 h 5114806"/>
              <a:gd name="connsiteX17" fmla="*/ 2559522 w 4014544"/>
              <a:gd name="connsiteY17" fmla="*/ 882149 h 5114806"/>
              <a:gd name="connsiteX18" fmla="*/ 1905628 w 4014544"/>
              <a:gd name="connsiteY18" fmla="*/ 1014150 h 5114806"/>
              <a:gd name="connsiteX19" fmla="*/ 1371543 w 4014544"/>
              <a:gd name="connsiteY19" fmla="*/ 1373595 h 5114806"/>
              <a:gd name="connsiteX20" fmla="*/ 1012098 w 4014544"/>
              <a:gd name="connsiteY20" fmla="*/ 1907689 h 5114806"/>
              <a:gd name="connsiteX21" fmla="*/ 880105 w 4014544"/>
              <a:gd name="connsiteY21" fmla="*/ 2561601 h 5114806"/>
              <a:gd name="connsiteX22" fmla="*/ 1012098 w 4014544"/>
              <a:gd name="connsiteY22" fmla="*/ 3215513 h 5114806"/>
              <a:gd name="connsiteX23" fmla="*/ 1371543 w 4014544"/>
              <a:gd name="connsiteY23" fmla="*/ 3749606 h 5114806"/>
              <a:gd name="connsiteX24" fmla="*/ 1905628 w 4014544"/>
              <a:gd name="connsiteY24" fmla="*/ 4109052 h 5114806"/>
              <a:gd name="connsiteX25" fmla="*/ 2559522 w 4014544"/>
              <a:gd name="connsiteY25" fmla="*/ 4241053 h 5114806"/>
              <a:gd name="connsiteX26" fmla="*/ 3880516 w 4014544"/>
              <a:gd name="connsiteY26" fmla="*/ 4239018 h 5114806"/>
              <a:gd name="connsiteX27" fmla="*/ 4003373 w 4014544"/>
              <a:gd name="connsiteY27" fmla="*/ 4668534 h 5114806"/>
              <a:gd name="connsiteX28" fmla="*/ 3681501 w 4014544"/>
              <a:gd name="connsiteY28" fmla="*/ 4856379 h 5114806"/>
              <a:gd name="connsiteX29" fmla="*/ 3249967 w 4014544"/>
              <a:gd name="connsiteY29" fmla="*/ 4409606 h 5114806"/>
              <a:gd name="connsiteX30" fmla="*/ 2919981 w 4014544"/>
              <a:gd name="connsiteY30" fmla="*/ 4500995 h 5114806"/>
              <a:gd name="connsiteX31" fmla="*/ 2768686 w 4014544"/>
              <a:gd name="connsiteY31" fmla="*/ 5106164 h 5114806"/>
              <a:gd name="connsiteX32" fmla="*/ 2401127 w 4014544"/>
              <a:gd name="connsiteY32" fmla="*/ 5110225 h 5114806"/>
              <a:gd name="connsiteX33" fmla="*/ 2250846 w 4014544"/>
              <a:gd name="connsiteY33" fmla="*/ 4510131 h 5114806"/>
              <a:gd name="connsiteX34" fmla="*/ 1904606 w 4014544"/>
              <a:gd name="connsiteY34" fmla="*/ 4423824 h 5114806"/>
              <a:gd name="connsiteX35" fmla="*/ 1470033 w 4014544"/>
              <a:gd name="connsiteY35" fmla="*/ 4873637 h 5114806"/>
              <a:gd name="connsiteX36" fmla="*/ 1156283 w 4014544"/>
              <a:gd name="connsiteY36" fmla="*/ 4697976 h 5114806"/>
              <a:gd name="connsiteX37" fmla="*/ 1325848 w 4014544"/>
              <a:gd name="connsiteY37" fmla="*/ 4102955 h 5114806"/>
              <a:gd name="connsiteX38" fmla="*/ 1160344 w 4014544"/>
              <a:gd name="connsiteY38" fmla="*/ 3955731 h 5114806"/>
              <a:gd name="connsiteX39" fmla="*/ 1056779 w 4014544"/>
              <a:gd name="connsiteY39" fmla="*/ 3843013 h 5114806"/>
              <a:gd name="connsiteX40" fmla="*/ 455681 w 4014544"/>
              <a:gd name="connsiteY40" fmla="*/ 4014623 h 5114806"/>
              <a:gd name="connsiteX41" fmla="*/ 275958 w 4014544"/>
              <a:gd name="connsiteY41" fmla="*/ 3714069 h 5114806"/>
              <a:gd name="connsiteX42" fmla="*/ 719675 w 4014544"/>
              <a:gd name="connsiteY42" fmla="*/ 3284553 h 5114806"/>
              <a:gd name="connsiteX43" fmla="*/ 612049 w 4014544"/>
              <a:gd name="connsiteY43" fmla="*/ 2905815 h 5114806"/>
              <a:gd name="connsiteX44" fmla="*/ 7902 w 4014544"/>
              <a:gd name="connsiteY44" fmla="*/ 2754529 h 5114806"/>
              <a:gd name="connsiteX45" fmla="*/ 3841 w 4014544"/>
              <a:gd name="connsiteY45" fmla="*/ 2412341 h 5114806"/>
              <a:gd name="connsiteX46" fmla="*/ 602905 w 4014544"/>
              <a:gd name="connsiteY46" fmla="*/ 2262060 h 5114806"/>
              <a:gd name="connsiteX47" fmla="*/ 705456 w 4014544"/>
              <a:gd name="connsiteY47" fmla="*/ 1867077 h 5114806"/>
              <a:gd name="connsiteX48" fmla="*/ 258700 w 4014544"/>
              <a:gd name="connsiteY48" fmla="*/ 1435535 h 5114806"/>
              <a:gd name="connsiteX49" fmla="*/ 426230 w 4014544"/>
              <a:gd name="connsiteY49" fmla="*/ 1143104 h 5114806"/>
              <a:gd name="connsiteX50" fmla="*/ 1022255 w 4014544"/>
              <a:gd name="connsiteY50" fmla="*/ 1313691 h 5114806"/>
              <a:gd name="connsiteX51" fmla="*/ 1160344 w 4014544"/>
              <a:gd name="connsiteY51" fmla="*/ 1160370 h 5114806"/>
              <a:gd name="connsiteX52" fmla="*/ 1313665 w 4014544"/>
              <a:gd name="connsiteY52" fmla="*/ 1022272 h 5114806"/>
              <a:gd name="connsiteX53" fmla="*/ 1143086 w 4014544"/>
              <a:gd name="connsiteY53" fmla="*/ 426239 h 5114806"/>
              <a:gd name="connsiteX54" fmla="*/ 1435509 w 4014544"/>
              <a:gd name="connsiteY54" fmla="*/ 258700 h 5114806"/>
              <a:gd name="connsiteX55" fmla="*/ 1867042 w 4014544"/>
              <a:gd name="connsiteY55" fmla="*/ 705474 h 5114806"/>
              <a:gd name="connsiteX56" fmla="*/ 2262016 w 4014544"/>
              <a:gd name="connsiteY56" fmla="*/ 602923 h 5114806"/>
              <a:gd name="connsiteX57" fmla="*/ 2412289 w 4014544"/>
              <a:gd name="connsiteY57" fmla="*/ 3841 h 5114806"/>
              <a:gd name="connsiteX58" fmla="*/ 2583378 w 4014544"/>
              <a:gd name="connsiteY58"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13672 w 4014544"/>
              <a:gd name="connsiteY10" fmla="*/ 822923 h 5114806"/>
              <a:gd name="connsiteX11" fmla="*/ 3056604 w 4014544"/>
              <a:gd name="connsiteY11" fmla="*/ 799706 h 5114806"/>
              <a:gd name="connsiteX12" fmla="*/ 3040982 w 4014544"/>
              <a:gd name="connsiteY12" fmla="*/ 794816 h 5114806"/>
              <a:gd name="connsiteX13" fmla="*/ 3115788 w 4014544"/>
              <a:gd name="connsiteY13" fmla="*/ 823869 h 5114806"/>
              <a:gd name="connsiteX14" fmla="*/ 3175144 w 4014544"/>
              <a:gd name="connsiteY14" fmla="*/ 850400 h 5114806"/>
              <a:gd name="connsiteX15" fmla="*/ 3248954 w 4014544"/>
              <a:gd name="connsiteY15" fmla="*/ 882149 h 5114806"/>
              <a:gd name="connsiteX16" fmla="*/ 2559522 w 4014544"/>
              <a:gd name="connsiteY16" fmla="*/ 882149 h 5114806"/>
              <a:gd name="connsiteX17" fmla="*/ 1905628 w 4014544"/>
              <a:gd name="connsiteY17" fmla="*/ 1014150 h 5114806"/>
              <a:gd name="connsiteX18" fmla="*/ 1371543 w 4014544"/>
              <a:gd name="connsiteY18" fmla="*/ 1373595 h 5114806"/>
              <a:gd name="connsiteX19" fmla="*/ 1012098 w 4014544"/>
              <a:gd name="connsiteY19" fmla="*/ 1907689 h 5114806"/>
              <a:gd name="connsiteX20" fmla="*/ 880105 w 4014544"/>
              <a:gd name="connsiteY20" fmla="*/ 2561601 h 5114806"/>
              <a:gd name="connsiteX21" fmla="*/ 1012098 w 4014544"/>
              <a:gd name="connsiteY21" fmla="*/ 3215513 h 5114806"/>
              <a:gd name="connsiteX22" fmla="*/ 1371543 w 4014544"/>
              <a:gd name="connsiteY22" fmla="*/ 3749606 h 5114806"/>
              <a:gd name="connsiteX23" fmla="*/ 1905628 w 4014544"/>
              <a:gd name="connsiteY23" fmla="*/ 4109052 h 5114806"/>
              <a:gd name="connsiteX24" fmla="*/ 2559522 w 4014544"/>
              <a:gd name="connsiteY24" fmla="*/ 4241053 h 5114806"/>
              <a:gd name="connsiteX25" fmla="*/ 3880516 w 4014544"/>
              <a:gd name="connsiteY25" fmla="*/ 4239018 h 5114806"/>
              <a:gd name="connsiteX26" fmla="*/ 4003373 w 4014544"/>
              <a:gd name="connsiteY26" fmla="*/ 4668534 h 5114806"/>
              <a:gd name="connsiteX27" fmla="*/ 3681501 w 4014544"/>
              <a:gd name="connsiteY27" fmla="*/ 4856379 h 5114806"/>
              <a:gd name="connsiteX28" fmla="*/ 3249967 w 4014544"/>
              <a:gd name="connsiteY28" fmla="*/ 4409606 h 5114806"/>
              <a:gd name="connsiteX29" fmla="*/ 2919981 w 4014544"/>
              <a:gd name="connsiteY29" fmla="*/ 4500995 h 5114806"/>
              <a:gd name="connsiteX30" fmla="*/ 2768686 w 4014544"/>
              <a:gd name="connsiteY30" fmla="*/ 5106164 h 5114806"/>
              <a:gd name="connsiteX31" fmla="*/ 2401127 w 4014544"/>
              <a:gd name="connsiteY31" fmla="*/ 5110225 h 5114806"/>
              <a:gd name="connsiteX32" fmla="*/ 2250846 w 4014544"/>
              <a:gd name="connsiteY32" fmla="*/ 4510131 h 5114806"/>
              <a:gd name="connsiteX33" fmla="*/ 1904606 w 4014544"/>
              <a:gd name="connsiteY33" fmla="*/ 4423824 h 5114806"/>
              <a:gd name="connsiteX34" fmla="*/ 1470033 w 4014544"/>
              <a:gd name="connsiteY34" fmla="*/ 4873637 h 5114806"/>
              <a:gd name="connsiteX35" fmla="*/ 1156283 w 4014544"/>
              <a:gd name="connsiteY35" fmla="*/ 4697976 h 5114806"/>
              <a:gd name="connsiteX36" fmla="*/ 1325848 w 4014544"/>
              <a:gd name="connsiteY36" fmla="*/ 4102955 h 5114806"/>
              <a:gd name="connsiteX37" fmla="*/ 1160344 w 4014544"/>
              <a:gd name="connsiteY37" fmla="*/ 3955731 h 5114806"/>
              <a:gd name="connsiteX38" fmla="*/ 1056779 w 4014544"/>
              <a:gd name="connsiteY38" fmla="*/ 3843013 h 5114806"/>
              <a:gd name="connsiteX39" fmla="*/ 455681 w 4014544"/>
              <a:gd name="connsiteY39" fmla="*/ 4014623 h 5114806"/>
              <a:gd name="connsiteX40" fmla="*/ 275958 w 4014544"/>
              <a:gd name="connsiteY40" fmla="*/ 3714069 h 5114806"/>
              <a:gd name="connsiteX41" fmla="*/ 719675 w 4014544"/>
              <a:gd name="connsiteY41" fmla="*/ 3284553 h 5114806"/>
              <a:gd name="connsiteX42" fmla="*/ 612049 w 4014544"/>
              <a:gd name="connsiteY42" fmla="*/ 2905815 h 5114806"/>
              <a:gd name="connsiteX43" fmla="*/ 7902 w 4014544"/>
              <a:gd name="connsiteY43" fmla="*/ 2754529 h 5114806"/>
              <a:gd name="connsiteX44" fmla="*/ 3841 w 4014544"/>
              <a:gd name="connsiteY44" fmla="*/ 2412341 h 5114806"/>
              <a:gd name="connsiteX45" fmla="*/ 602905 w 4014544"/>
              <a:gd name="connsiteY45" fmla="*/ 2262060 h 5114806"/>
              <a:gd name="connsiteX46" fmla="*/ 705456 w 4014544"/>
              <a:gd name="connsiteY46" fmla="*/ 1867077 h 5114806"/>
              <a:gd name="connsiteX47" fmla="*/ 258700 w 4014544"/>
              <a:gd name="connsiteY47" fmla="*/ 1435535 h 5114806"/>
              <a:gd name="connsiteX48" fmla="*/ 426230 w 4014544"/>
              <a:gd name="connsiteY48" fmla="*/ 1143104 h 5114806"/>
              <a:gd name="connsiteX49" fmla="*/ 1022255 w 4014544"/>
              <a:gd name="connsiteY49" fmla="*/ 1313691 h 5114806"/>
              <a:gd name="connsiteX50" fmla="*/ 1160344 w 4014544"/>
              <a:gd name="connsiteY50" fmla="*/ 1160370 h 5114806"/>
              <a:gd name="connsiteX51" fmla="*/ 1313665 w 4014544"/>
              <a:gd name="connsiteY51" fmla="*/ 1022272 h 5114806"/>
              <a:gd name="connsiteX52" fmla="*/ 1143086 w 4014544"/>
              <a:gd name="connsiteY52" fmla="*/ 426239 h 5114806"/>
              <a:gd name="connsiteX53" fmla="*/ 1435509 w 4014544"/>
              <a:gd name="connsiteY53" fmla="*/ 258700 h 5114806"/>
              <a:gd name="connsiteX54" fmla="*/ 1867042 w 4014544"/>
              <a:gd name="connsiteY54" fmla="*/ 705474 h 5114806"/>
              <a:gd name="connsiteX55" fmla="*/ 2262016 w 4014544"/>
              <a:gd name="connsiteY55" fmla="*/ 602923 h 5114806"/>
              <a:gd name="connsiteX56" fmla="*/ 2412289 w 4014544"/>
              <a:gd name="connsiteY56" fmla="*/ 3841 h 5114806"/>
              <a:gd name="connsiteX57" fmla="*/ 2583378 w 4014544"/>
              <a:gd name="connsiteY57"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13672 w 4014544"/>
              <a:gd name="connsiteY10" fmla="*/ 822923 h 5114806"/>
              <a:gd name="connsiteX11" fmla="*/ 3056604 w 4014544"/>
              <a:gd name="connsiteY11" fmla="*/ 799706 h 5114806"/>
              <a:gd name="connsiteX12" fmla="*/ 3115788 w 4014544"/>
              <a:gd name="connsiteY12" fmla="*/ 823869 h 5114806"/>
              <a:gd name="connsiteX13" fmla="*/ 3175144 w 4014544"/>
              <a:gd name="connsiteY13" fmla="*/ 850400 h 5114806"/>
              <a:gd name="connsiteX14" fmla="*/ 3248954 w 4014544"/>
              <a:gd name="connsiteY14" fmla="*/ 882149 h 5114806"/>
              <a:gd name="connsiteX15" fmla="*/ 2559522 w 4014544"/>
              <a:gd name="connsiteY15" fmla="*/ 882149 h 5114806"/>
              <a:gd name="connsiteX16" fmla="*/ 1905628 w 4014544"/>
              <a:gd name="connsiteY16" fmla="*/ 1014150 h 5114806"/>
              <a:gd name="connsiteX17" fmla="*/ 1371543 w 4014544"/>
              <a:gd name="connsiteY17" fmla="*/ 1373595 h 5114806"/>
              <a:gd name="connsiteX18" fmla="*/ 1012098 w 4014544"/>
              <a:gd name="connsiteY18" fmla="*/ 1907689 h 5114806"/>
              <a:gd name="connsiteX19" fmla="*/ 880105 w 4014544"/>
              <a:gd name="connsiteY19" fmla="*/ 2561601 h 5114806"/>
              <a:gd name="connsiteX20" fmla="*/ 1012098 w 4014544"/>
              <a:gd name="connsiteY20" fmla="*/ 3215513 h 5114806"/>
              <a:gd name="connsiteX21" fmla="*/ 1371543 w 4014544"/>
              <a:gd name="connsiteY21" fmla="*/ 3749606 h 5114806"/>
              <a:gd name="connsiteX22" fmla="*/ 1905628 w 4014544"/>
              <a:gd name="connsiteY22" fmla="*/ 4109052 h 5114806"/>
              <a:gd name="connsiteX23" fmla="*/ 2559522 w 4014544"/>
              <a:gd name="connsiteY23" fmla="*/ 4241053 h 5114806"/>
              <a:gd name="connsiteX24" fmla="*/ 3880516 w 4014544"/>
              <a:gd name="connsiteY24" fmla="*/ 4239018 h 5114806"/>
              <a:gd name="connsiteX25" fmla="*/ 4003373 w 4014544"/>
              <a:gd name="connsiteY25" fmla="*/ 4668534 h 5114806"/>
              <a:gd name="connsiteX26" fmla="*/ 3681501 w 4014544"/>
              <a:gd name="connsiteY26" fmla="*/ 4856379 h 5114806"/>
              <a:gd name="connsiteX27" fmla="*/ 3249967 w 4014544"/>
              <a:gd name="connsiteY27" fmla="*/ 4409606 h 5114806"/>
              <a:gd name="connsiteX28" fmla="*/ 2919981 w 4014544"/>
              <a:gd name="connsiteY28" fmla="*/ 4500995 h 5114806"/>
              <a:gd name="connsiteX29" fmla="*/ 2768686 w 4014544"/>
              <a:gd name="connsiteY29" fmla="*/ 5106164 h 5114806"/>
              <a:gd name="connsiteX30" fmla="*/ 2401127 w 4014544"/>
              <a:gd name="connsiteY30" fmla="*/ 5110225 h 5114806"/>
              <a:gd name="connsiteX31" fmla="*/ 2250846 w 4014544"/>
              <a:gd name="connsiteY31" fmla="*/ 4510131 h 5114806"/>
              <a:gd name="connsiteX32" fmla="*/ 1904606 w 4014544"/>
              <a:gd name="connsiteY32" fmla="*/ 4423824 h 5114806"/>
              <a:gd name="connsiteX33" fmla="*/ 1470033 w 4014544"/>
              <a:gd name="connsiteY33" fmla="*/ 4873637 h 5114806"/>
              <a:gd name="connsiteX34" fmla="*/ 1156283 w 4014544"/>
              <a:gd name="connsiteY34" fmla="*/ 4697976 h 5114806"/>
              <a:gd name="connsiteX35" fmla="*/ 1325848 w 4014544"/>
              <a:gd name="connsiteY35" fmla="*/ 4102955 h 5114806"/>
              <a:gd name="connsiteX36" fmla="*/ 1160344 w 4014544"/>
              <a:gd name="connsiteY36" fmla="*/ 3955731 h 5114806"/>
              <a:gd name="connsiteX37" fmla="*/ 1056779 w 4014544"/>
              <a:gd name="connsiteY37" fmla="*/ 3843013 h 5114806"/>
              <a:gd name="connsiteX38" fmla="*/ 455681 w 4014544"/>
              <a:gd name="connsiteY38" fmla="*/ 4014623 h 5114806"/>
              <a:gd name="connsiteX39" fmla="*/ 275958 w 4014544"/>
              <a:gd name="connsiteY39" fmla="*/ 3714069 h 5114806"/>
              <a:gd name="connsiteX40" fmla="*/ 719675 w 4014544"/>
              <a:gd name="connsiteY40" fmla="*/ 3284553 h 5114806"/>
              <a:gd name="connsiteX41" fmla="*/ 612049 w 4014544"/>
              <a:gd name="connsiteY41" fmla="*/ 2905815 h 5114806"/>
              <a:gd name="connsiteX42" fmla="*/ 7902 w 4014544"/>
              <a:gd name="connsiteY42" fmla="*/ 2754529 h 5114806"/>
              <a:gd name="connsiteX43" fmla="*/ 3841 w 4014544"/>
              <a:gd name="connsiteY43" fmla="*/ 2412341 h 5114806"/>
              <a:gd name="connsiteX44" fmla="*/ 602905 w 4014544"/>
              <a:gd name="connsiteY44" fmla="*/ 2262060 h 5114806"/>
              <a:gd name="connsiteX45" fmla="*/ 705456 w 4014544"/>
              <a:gd name="connsiteY45" fmla="*/ 1867077 h 5114806"/>
              <a:gd name="connsiteX46" fmla="*/ 258700 w 4014544"/>
              <a:gd name="connsiteY46" fmla="*/ 1435535 h 5114806"/>
              <a:gd name="connsiteX47" fmla="*/ 426230 w 4014544"/>
              <a:gd name="connsiteY47" fmla="*/ 1143104 h 5114806"/>
              <a:gd name="connsiteX48" fmla="*/ 1022255 w 4014544"/>
              <a:gd name="connsiteY48" fmla="*/ 1313691 h 5114806"/>
              <a:gd name="connsiteX49" fmla="*/ 1160344 w 4014544"/>
              <a:gd name="connsiteY49" fmla="*/ 1160370 h 5114806"/>
              <a:gd name="connsiteX50" fmla="*/ 1313665 w 4014544"/>
              <a:gd name="connsiteY50" fmla="*/ 1022272 h 5114806"/>
              <a:gd name="connsiteX51" fmla="*/ 1143086 w 4014544"/>
              <a:gd name="connsiteY51" fmla="*/ 426239 h 5114806"/>
              <a:gd name="connsiteX52" fmla="*/ 1435509 w 4014544"/>
              <a:gd name="connsiteY52" fmla="*/ 258700 h 5114806"/>
              <a:gd name="connsiteX53" fmla="*/ 1867042 w 4014544"/>
              <a:gd name="connsiteY53" fmla="*/ 705474 h 5114806"/>
              <a:gd name="connsiteX54" fmla="*/ 2262016 w 4014544"/>
              <a:gd name="connsiteY54" fmla="*/ 602923 h 5114806"/>
              <a:gd name="connsiteX55" fmla="*/ 2412289 w 4014544"/>
              <a:gd name="connsiteY55" fmla="*/ 3841 h 5114806"/>
              <a:gd name="connsiteX56" fmla="*/ 2583378 w 4014544"/>
              <a:gd name="connsiteY56"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13672 w 4014544"/>
              <a:gd name="connsiteY10" fmla="*/ 822923 h 5114806"/>
              <a:gd name="connsiteX11" fmla="*/ 3115788 w 4014544"/>
              <a:gd name="connsiteY11" fmla="*/ 823869 h 5114806"/>
              <a:gd name="connsiteX12" fmla="*/ 3175144 w 4014544"/>
              <a:gd name="connsiteY12" fmla="*/ 850400 h 5114806"/>
              <a:gd name="connsiteX13" fmla="*/ 3248954 w 4014544"/>
              <a:gd name="connsiteY13" fmla="*/ 882149 h 5114806"/>
              <a:gd name="connsiteX14" fmla="*/ 2559522 w 4014544"/>
              <a:gd name="connsiteY14" fmla="*/ 882149 h 5114806"/>
              <a:gd name="connsiteX15" fmla="*/ 1905628 w 4014544"/>
              <a:gd name="connsiteY15" fmla="*/ 1014150 h 5114806"/>
              <a:gd name="connsiteX16" fmla="*/ 1371543 w 4014544"/>
              <a:gd name="connsiteY16" fmla="*/ 1373595 h 5114806"/>
              <a:gd name="connsiteX17" fmla="*/ 1012098 w 4014544"/>
              <a:gd name="connsiteY17" fmla="*/ 1907689 h 5114806"/>
              <a:gd name="connsiteX18" fmla="*/ 880105 w 4014544"/>
              <a:gd name="connsiteY18" fmla="*/ 2561601 h 5114806"/>
              <a:gd name="connsiteX19" fmla="*/ 1012098 w 4014544"/>
              <a:gd name="connsiteY19" fmla="*/ 3215513 h 5114806"/>
              <a:gd name="connsiteX20" fmla="*/ 1371543 w 4014544"/>
              <a:gd name="connsiteY20" fmla="*/ 3749606 h 5114806"/>
              <a:gd name="connsiteX21" fmla="*/ 1905628 w 4014544"/>
              <a:gd name="connsiteY21" fmla="*/ 4109052 h 5114806"/>
              <a:gd name="connsiteX22" fmla="*/ 2559522 w 4014544"/>
              <a:gd name="connsiteY22" fmla="*/ 4241053 h 5114806"/>
              <a:gd name="connsiteX23" fmla="*/ 3880516 w 4014544"/>
              <a:gd name="connsiteY23" fmla="*/ 4239018 h 5114806"/>
              <a:gd name="connsiteX24" fmla="*/ 4003373 w 4014544"/>
              <a:gd name="connsiteY24" fmla="*/ 4668534 h 5114806"/>
              <a:gd name="connsiteX25" fmla="*/ 3681501 w 4014544"/>
              <a:gd name="connsiteY25" fmla="*/ 4856379 h 5114806"/>
              <a:gd name="connsiteX26" fmla="*/ 3249967 w 4014544"/>
              <a:gd name="connsiteY26" fmla="*/ 4409606 h 5114806"/>
              <a:gd name="connsiteX27" fmla="*/ 2919981 w 4014544"/>
              <a:gd name="connsiteY27" fmla="*/ 4500995 h 5114806"/>
              <a:gd name="connsiteX28" fmla="*/ 2768686 w 4014544"/>
              <a:gd name="connsiteY28" fmla="*/ 5106164 h 5114806"/>
              <a:gd name="connsiteX29" fmla="*/ 2401127 w 4014544"/>
              <a:gd name="connsiteY29" fmla="*/ 5110225 h 5114806"/>
              <a:gd name="connsiteX30" fmla="*/ 2250846 w 4014544"/>
              <a:gd name="connsiteY30" fmla="*/ 4510131 h 5114806"/>
              <a:gd name="connsiteX31" fmla="*/ 1904606 w 4014544"/>
              <a:gd name="connsiteY31" fmla="*/ 4423824 h 5114806"/>
              <a:gd name="connsiteX32" fmla="*/ 1470033 w 4014544"/>
              <a:gd name="connsiteY32" fmla="*/ 4873637 h 5114806"/>
              <a:gd name="connsiteX33" fmla="*/ 1156283 w 4014544"/>
              <a:gd name="connsiteY33" fmla="*/ 4697976 h 5114806"/>
              <a:gd name="connsiteX34" fmla="*/ 1325848 w 4014544"/>
              <a:gd name="connsiteY34" fmla="*/ 4102955 h 5114806"/>
              <a:gd name="connsiteX35" fmla="*/ 1160344 w 4014544"/>
              <a:gd name="connsiteY35" fmla="*/ 3955731 h 5114806"/>
              <a:gd name="connsiteX36" fmla="*/ 1056779 w 4014544"/>
              <a:gd name="connsiteY36" fmla="*/ 3843013 h 5114806"/>
              <a:gd name="connsiteX37" fmla="*/ 455681 w 4014544"/>
              <a:gd name="connsiteY37" fmla="*/ 4014623 h 5114806"/>
              <a:gd name="connsiteX38" fmla="*/ 275958 w 4014544"/>
              <a:gd name="connsiteY38" fmla="*/ 3714069 h 5114806"/>
              <a:gd name="connsiteX39" fmla="*/ 719675 w 4014544"/>
              <a:gd name="connsiteY39" fmla="*/ 3284553 h 5114806"/>
              <a:gd name="connsiteX40" fmla="*/ 612049 w 4014544"/>
              <a:gd name="connsiteY40" fmla="*/ 2905815 h 5114806"/>
              <a:gd name="connsiteX41" fmla="*/ 7902 w 4014544"/>
              <a:gd name="connsiteY41" fmla="*/ 2754529 h 5114806"/>
              <a:gd name="connsiteX42" fmla="*/ 3841 w 4014544"/>
              <a:gd name="connsiteY42" fmla="*/ 2412341 h 5114806"/>
              <a:gd name="connsiteX43" fmla="*/ 602905 w 4014544"/>
              <a:gd name="connsiteY43" fmla="*/ 2262060 h 5114806"/>
              <a:gd name="connsiteX44" fmla="*/ 705456 w 4014544"/>
              <a:gd name="connsiteY44" fmla="*/ 1867077 h 5114806"/>
              <a:gd name="connsiteX45" fmla="*/ 258700 w 4014544"/>
              <a:gd name="connsiteY45" fmla="*/ 1435535 h 5114806"/>
              <a:gd name="connsiteX46" fmla="*/ 426230 w 4014544"/>
              <a:gd name="connsiteY46" fmla="*/ 1143104 h 5114806"/>
              <a:gd name="connsiteX47" fmla="*/ 1022255 w 4014544"/>
              <a:gd name="connsiteY47" fmla="*/ 1313691 h 5114806"/>
              <a:gd name="connsiteX48" fmla="*/ 1160344 w 4014544"/>
              <a:gd name="connsiteY48" fmla="*/ 1160370 h 5114806"/>
              <a:gd name="connsiteX49" fmla="*/ 1313665 w 4014544"/>
              <a:gd name="connsiteY49" fmla="*/ 1022272 h 5114806"/>
              <a:gd name="connsiteX50" fmla="*/ 1143086 w 4014544"/>
              <a:gd name="connsiteY50" fmla="*/ 426239 h 5114806"/>
              <a:gd name="connsiteX51" fmla="*/ 1435509 w 4014544"/>
              <a:gd name="connsiteY51" fmla="*/ 258700 h 5114806"/>
              <a:gd name="connsiteX52" fmla="*/ 1867042 w 4014544"/>
              <a:gd name="connsiteY52" fmla="*/ 705474 h 5114806"/>
              <a:gd name="connsiteX53" fmla="*/ 2262016 w 4014544"/>
              <a:gd name="connsiteY53" fmla="*/ 602923 h 5114806"/>
              <a:gd name="connsiteX54" fmla="*/ 2412289 w 4014544"/>
              <a:gd name="connsiteY54" fmla="*/ 3841 h 5114806"/>
              <a:gd name="connsiteX55" fmla="*/ 2583378 w 4014544"/>
              <a:gd name="connsiteY55"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13672 w 4014544"/>
              <a:gd name="connsiteY10" fmla="*/ 822923 h 5114806"/>
              <a:gd name="connsiteX11" fmla="*/ 3175144 w 4014544"/>
              <a:gd name="connsiteY11" fmla="*/ 850400 h 5114806"/>
              <a:gd name="connsiteX12" fmla="*/ 3248954 w 4014544"/>
              <a:gd name="connsiteY12" fmla="*/ 882149 h 5114806"/>
              <a:gd name="connsiteX13" fmla="*/ 2559522 w 4014544"/>
              <a:gd name="connsiteY13" fmla="*/ 882149 h 5114806"/>
              <a:gd name="connsiteX14" fmla="*/ 1905628 w 4014544"/>
              <a:gd name="connsiteY14" fmla="*/ 1014150 h 5114806"/>
              <a:gd name="connsiteX15" fmla="*/ 1371543 w 4014544"/>
              <a:gd name="connsiteY15" fmla="*/ 1373595 h 5114806"/>
              <a:gd name="connsiteX16" fmla="*/ 1012098 w 4014544"/>
              <a:gd name="connsiteY16" fmla="*/ 1907689 h 5114806"/>
              <a:gd name="connsiteX17" fmla="*/ 880105 w 4014544"/>
              <a:gd name="connsiteY17" fmla="*/ 2561601 h 5114806"/>
              <a:gd name="connsiteX18" fmla="*/ 1012098 w 4014544"/>
              <a:gd name="connsiteY18" fmla="*/ 3215513 h 5114806"/>
              <a:gd name="connsiteX19" fmla="*/ 1371543 w 4014544"/>
              <a:gd name="connsiteY19" fmla="*/ 3749606 h 5114806"/>
              <a:gd name="connsiteX20" fmla="*/ 1905628 w 4014544"/>
              <a:gd name="connsiteY20" fmla="*/ 4109052 h 5114806"/>
              <a:gd name="connsiteX21" fmla="*/ 2559522 w 4014544"/>
              <a:gd name="connsiteY21" fmla="*/ 4241053 h 5114806"/>
              <a:gd name="connsiteX22" fmla="*/ 3880516 w 4014544"/>
              <a:gd name="connsiteY22" fmla="*/ 4239018 h 5114806"/>
              <a:gd name="connsiteX23" fmla="*/ 4003373 w 4014544"/>
              <a:gd name="connsiteY23" fmla="*/ 4668534 h 5114806"/>
              <a:gd name="connsiteX24" fmla="*/ 3681501 w 4014544"/>
              <a:gd name="connsiteY24" fmla="*/ 4856379 h 5114806"/>
              <a:gd name="connsiteX25" fmla="*/ 3249967 w 4014544"/>
              <a:gd name="connsiteY25" fmla="*/ 4409606 h 5114806"/>
              <a:gd name="connsiteX26" fmla="*/ 2919981 w 4014544"/>
              <a:gd name="connsiteY26" fmla="*/ 4500995 h 5114806"/>
              <a:gd name="connsiteX27" fmla="*/ 2768686 w 4014544"/>
              <a:gd name="connsiteY27" fmla="*/ 5106164 h 5114806"/>
              <a:gd name="connsiteX28" fmla="*/ 2401127 w 4014544"/>
              <a:gd name="connsiteY28" fmla="*/ 5110225 h 5114806"/>
              <a:gd name="connsiteX29" fmla="*/ 2250846 w 4014544"/>
              <a:gd name="connsiteY29" fmla="*/ 4510131 h 5114806"/>
              <a:gd name="connsiteX30" fmla="*/ 1904606 w 4014544"/>
              <a:gd name="connsiteY30" fmla="*/ 4423824 h 5114806"/>
              <a:gd name="connsiteX31" fmla="*/ 1470033 w 4014544"/>
              <a:gd name="connsiteY31" fmla="*/ 4873637 h 5114806"/>
              <a:gd name="connsiteX32" fmla="*/ 1156283 w 4014544"/>
              <a:gd name="connsiteY32" fmla="*/ 4697976 h 5114806"/>
              <a:gd name="connsiteX33" fmla="*/ 1325848 w 4014544"/>
              <a:gd name="connsiteY33" fmla="*/ 4102955 h 5114806"/>
              <a:gd name="connsiteX34" fmla="*/ 1160344 w 4014544"/>
              <a:gd name="connsiteY34" fmla="*/ 3955731 h 5114806"/>
              <a:gd name="connsiteX35" fmla="*/ 1056779 w 4014544"/>
              <a:gd name="connsiteY35" fmla="*/ 3843013 h 5114806"/>
              <a:gd name="connsiteX36" fmla="*/ 455681 w 4014544"/>
              <a:gd name="connsiteY36" fmla="*/ 4014623 h 5114806"/>
              <a:gd name="connsiteX37" fmla="*/ 275958 w 4014544"/>
              <a:gd name="connsiteY37" fmla="*/ 3714069 h 5114806"/>
              <a:gd name="connsiteX38" fmla="*/ 719675 w 4014544"/>
              <a:gd name="connsiteY38" fmla="*/ 3284553 h 5114806"/>
              <a:gd name="connsiteX39" fmla="*/ 612049 w 4014544"/>
              <a:gd name="connsiteY39" fmla="*/ 2905815 h 5114806"/>
              <a:gd name="connsiteX40" fmla="*/ 7902 w 4014544"/>
              <a:gd name="connsiteY40" fmla="*/ 2754529 h 5114806"/>
              <a:gd name="connsiteX41" fmla="*/ 3841 w 4014544"/>
              <a:gd name="connsiteY41" fmla="*/ 2412341 h 5114806"/>
              <a:gd name="connsiteX42" fmla="*/ 602905 w 4014544"/>
              <a:gd name="connsiteY42" fmla="*/ 2262060 h 5114806"/>
              <a:gd name="connsiteX43" fmla="*/ 705456 w 4014544"/>
              <a:gd name="connsiteY43" fmla="*/ 1867077 h 5114806"/>
              <a:gd name="connsiteX44" fmla="*/ 258700 w 4014544"/>
              <a:gd name="connsiteY44" fmla="*/ 1435535 h 5114806"/>
              <a:gd name="connsiteX45" fmla="*/ 426230 w 4014544"/>
              <a:gd name="connsiteY45" fmla="*/ 1143104 h 5114806"/>
              <a:gd name="connsiteX46" fmla="*/ 1022255 w 4014544"/>
              <a:gd name="connsiteY46" fmla="*/ 1313691 h 5114806"/>
              <a:gd name="connsiteX47" fmla="*/ 1160344 w 4014544"/>
              <a:gd name="connsiteY47" fmla="*/ 1160370 h 5114806"/>
              <a:gd name="connsiteX48" fmla="*/ 1313665 w 4014544"/>
              <a:gd name="connsiteY48" fmla="*/ 1022272 h 5114806"/>
              <a:gd name="connsiteX49" fmla="*/ 1143086 w 4014544"/>
              <a:gd name="connsiteY49" fmla="*/ 426239 h 5114806"/>
              <a:gd name="connsiteX50" fmla="*/ 1435509 w 4014544"/>
              <a:gd name="connsiteY50" fmla="*/ 258700 h 5114806"/>
              <a:gd name="connsiteX51" fmla="*/ 1867042 w 4014544"/>
              <a:gd name="connsiteY51" fmla="*/ 705474 h 5114806"/>
              <a:gd name="connsiteX52" fmla="*/ 2262016 w 4014544"/>
              <a:gd name="connsiteY52" fmla="*/ 602923 h 5114806"/>
              <a:gd name="connsiteX53" fmla="*/ 2412289 w 4014544"/>
              <a:gd name="connsiteY53" fmla="*/ 3841 h 5114806"/>
              <a:gd name="connsiteX54" fmla="*/ 2583378 w 4014544"/>
              <a:gd name="connsiteY54"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15788 w 4014544"/>
              <a:gd name="connsiteY9" fmla="*/ 823869 h 5114806"/>
              <a:gd name="connsiteX10" fmla="*/ 3175144 w 4014544"/>
              <a:gd name="connsiteY10" fmla="*/ 850400 h 5114806"/>
              <a:gd name="connsiteX11" fmla="*/ 3248954 w 4014544"/>
              <a:gd name="connsiteY11" fmla="*/ 882149 h 5114806"/>
              <a:gd name="connsiteX12" fmla="*/ 2559522 w 4014544"/>
              <a:gd name="connsiteY12" fmla="*/ 882149 h 5114806"/>
              <a:gd name="connsiteX13" fmla="*/ 1905628 w 4014544"/>
              <a:gd name="connsiteY13" fmla="*/ 1014150 h 5114806"/>
              <a:gd name="connsiteX14" fmla="*/ 1371543 w 4014544"/>
              <a:gd name="connsiteY14" fmla="*/ 1373595 h 5114806"/>
              <a:gd name="connsiteX15" fmla="*/ 1012098 w 4014544"/>
              <a:gd name="connsiteY15" fmla="*/ 1907689 h 5114806"/>
              <a:gd name="connsiteX16" fmla="*/ 880105 w 4014544"/>
              <a:gd name="connsiteY16" fmla="*/ 2561601 h 5114806"/>
              <a:gd name="connsiteX17" fmla="*/ 1012098 w 4014544"/>
              <a:gd name="connsiteY17" fmla="*/ 3215513 h 5114806"/>
              <a:gd name="connsiteX18" fmla="*/ 1371543 w 4014544"/>
              <a:gd name="connsiteY18" fmla="*/ 3749606 h 5114806"/>
              <a:gd name="connsiteX19" fmla="*/ 1905628 w 4014544"/>
              <a:gd name="connsiteY19" fmla="*/ 4109052 h 5114806"/>
              <a:gd name="connsiteX20" fmla="*/ 2559522 w 4014544"/>
              <a:gd name="connsiteY20" fmla="*/ 4241053 h 5114806"/>
              <a:gd name="connsiteX21" fmla="*/ 3880516 w 4014544"/>
              <a:gd name="connsiteY21" fmla="*/ 4239018 h 5114806"/>
              <a:gd name="connsiteX22" fmla="*/ 4003373 w 4014544"/>
              <a:gd name="connsiteY22" fmla="*/ 4668534 h 5114806"/>
              <a:gd name="connsiteX23" fmla="*/ 3681501 w 4014544"/>
              <a:gd name="connsiteY23" fmla="*/ 4856379 h 5114806"/>
              <a:gd name="connsiteX24" fmla="*/ 3249967 w 4014544"/>
              <a:gd name="connsiteY24" fmla="*/ 4409606 h 5114806"/>
              <a:gd name="connsiteX25" fmla="*/ 2919981 w 4014544"/>
              <a:gd name="connsiteY25" fmla="*/ 4500995 h 5114806"/>
              <a:gd name="connsiteX26" fmla="*/ 2768686 w 4014544"/>
              <a:gd name="connsiteY26" fmla="*/ 5106164 h 5114806"/>
              <a:gd name="connsiteX27" fmla="*/ 2401127 w 4014544"/>
              <a:gd name="connsiteY27" fmla="*/ 5110225 h 5114806"/>
              <a:gd name="connsiteX28" fmla="*/ 2250846 w 4014544"/>
              <a:gd name="connsiteY28" fmla="*/ 4510131 h 5114806"/>
              <a:gd name="connsiteX29" fmla="*/ 1904606 w 4014544"/>
              <a:gd name="connsiteY29" fmla="*/ 4423824 h 5114806"/>
              <a:gd name="connsiteX30" fmla="*/ 1470033 w 4014544"/>
              <a:gd name="connsiteY30" fmla="*/ 4873637 h 5114806"/>
              <a:gd name="connsiteX31" fmla="*/ 1156283 w 4014544"/>
              <a:gd name="connsiteY31" fmla="*/ 4697976 h 5114806"/>
              <a:gd name="connsiteX32" fmla="*/ 1325848 w 4014544"/>
              <a:gd name="connsiteY32" fmla="*/ 4102955 h 5114806"/>
              <a:gd name="connsiteX33" fmla="*/ 1160344 w 4014544"/>
              <a:gd name="connsiteY33" fmla="*/ 3955731 h 5114806"/>
              <a:gd name="connsiteX34" fmla="*/ 1056779 w 4014544"/>
              <a:gd name="connsiteY34" fmla="*/ 3843013 h 5114806"/>
              <a:gd name="connsiteX35" fmla="*/ 455681 w 4014544"/>
              <a:gd name="connsiteY35" fmla="*/ 4014623 h 5114806"/>
              <a:gd name="connsiteX36" fmla="*/ 275958 w 4014544"/>
              <a:gd name="connsiteY36" fmla="*/ 3714069 h 5114806"/>
              <a:gd name="connsiteX37" fmla="*/ 719675 w 4014544"/>
              <a:gd name="connsiteY37" fmla="*/ 3284553 h 5114806"/>
              <a:gd name="connsiteX38" fmla="*/ 612049 w 4014544"/>
              <a:gd name="connsiteY38" fmla="*/ 2905815 h 5114806"/>
              <a:gd name="connsiteX39" fmla="*/ 7902 w 4014544"/>
              <a:gd name="connsiteY39" fmla="*/ 2754529 h 5114806"/>
              <a:gd name="connsiteX40" fmla="*/ 3841 w 4014544"/>
              <a:gd name="connsiteY40" fmla="*/ 2412341 h 5114806"/>
              <a:gd name="connsiteX41" fmla="*/ 602905 w 4014544"/>
              <a:gd name="connsiteY41" fmla="*/ 2262060 h 5114806"/>
              <a:gd name="connsiteX42" fmla="*/ 705456 w 4014544"/>
              <a:gd name="connsiteY42" fmla="*/ 1867077 h 5114806"/>
              <a:gd name="connsiteX43" fmla="*/ 258700 w 4014544"/>
              <a:gd name="connsiteY43" fmla="*/ 1435535 h 5114806"/>
              <a:gd name="connsiteX44" fmla="*/ 426230 w 4014544"/>
              <a:gd name="connsiteY44" fmla="*/ 1143104 h 5114806"/>
              <a:gd name="connsiteX45" fmla="*/ 1022255 w 4014544"/>
              <a:gd name="connsiteY45" fmla="*/ 1313691 h 5114806"/>
              <a:gd name="connsiteX46" fmla="*/ 1160344 w 4014544"/>
              <a:gd name="connsiteY46" fmla="*/ 1160370 h 5114806"/>
              <a:gd name="connsiteX47" fmla="*/ 1313665 w 4014544"/>
              <a:gd name="connsiteY47" fmla="*/ 1022272 h 5114806"/>
              <a:gd name="connsiteX48" fmla="*/ 1143086 w 4014544"/>
              <a:gd name="connsiteY48" fmla="*/ 426239 h 5114806"/>
              <a:gd name="connsiteX49" fmla="*/ 1435509 w 4014544"/>
              <a:gd name="connsiteY49" fmla="*/ 258700 h 5114806"/>
              <a:gd name="connsiteX50" fmla="*/ 1867042 w 4014544"/>
              <a:gd name="connsiteY50" fmla="*/ 705474 h 5114806"/>
              <a:gd name="connsiteX51" fmla="*/ 2262016 w 4014544"/>
              <a:gd name="connsiteY51" fmla="*/ 602923 h 5114806"/>
              <a:gd name="connsiteX52" fmla="*/ 2412289 w 4014544"/>
              <a:gd name="connsiteY52" fmla="*/ 3841 h 5114806"/>
              <a:gd name="connsiteX53" fmla="*/ 2583378 w 4014544"/>
              <a:gd name="connsiteY53"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49170 w 4014544"/>
              <a:gd name="connsiteY8" fmla="*/ 833873 h 5114806"/>
              <a:gd name="connsiteX9" fmla="*/ 3175144 w 4014544"/>
              <a:gd name="connsiteY9" fmla="*/ 850400 h 5114806"/>
              <a:gd name="connsiteX10" fmla="*/ 3248954 w 4014544"/>
              <a:gd name="connsiteY10" fmla="*/ 882149 h 5114806"/>
              <a:gd name="connsiteX11" fmla="*/ 2559522 w 4014544"/>
              <a:gd name="connsiteY11" fmla="*/ 882149 h 5114806"/>
              <a:gd name="connsiteX12" fmla="*/ 1905628 w 4014544"/>
              <a:gd name="connsiteY12" fmla="*/ 1014150 h 5114806"/>
              <a:gd name="connsiteX13" fmla="*/ 1371543 w 4014544"/>
              <a:gd name="connsiteY13" fmla="*/ 1373595 h 5114806"/>
              <a:gd name="connsiteX14" fmla="*/ 1012098 w 4014544"/>
              <a:gd name="connsiteY14" fmla="*/ 1907689 h 5114806"/>
              <a:gd name="connsiteX15" fmla="*/ 880105 w 4014544"/>
              <a:gd name="connsiteY15" fmla="*/ 2561601 h 5114806"/>
              <a:gd name="connsiteX16" fmla="*/ 1012098 w 4014544"/>
              <a:gd name="connsiteY16" fmla="*/ 3215513 h 5114806"/>
              <a:gd name="connsiteX17" fmla="*/ 1371543 w 4014544"/>
              <a:gd name="connsiteY17" fmla="*/ 3749606 h 5114806"/>
              <a:gd name="connsiteX18" fmla="*/ 1905628 w 4014544"/>
              <a:gd name="connsiteY18" fmla="*/ 4109052 h 5114806"/>
              <a:gd name="connsiteX19" fmla="*/ 2559522 w 4014544"/>
              <a:gd name="connsiteY19" fmla="*/ 4241053 h 5114806"/>
              <a:gd name="connsiteX20" fmla="*/ 3880516 w 4014544"/>
              <a:gd name="connsiteY20" fmla="*/ 4239018 h 5114806"/>
              <a:gd name="connsiteX21" fmla="*/ 4003373 w 4014544"/>
              <a:gd name="connsiteY21" fmla="*/ 4668534 h 5114806"/>
              <a:gd name="connsiteX22" fmla="*/ 3681501 w 4014544"/>
              <a:gd name="connsiteY22" fmla="*/ 4856379 h 5114806"/>
              <a:gd name="connsiteX23" fmla="*/ 3249967 w 4014544"/>
              <a:gd name="connsiteY23" fmla="*/ 4409606 h 5114806"/>
              <a:gd name="connsiteX24" fmla="*/ 2919981 w 4014544"/>
              <a:gd name="connsiteY24" fmla="*/ 4500995 h 5114806"/>
              <a:gd name="connsiteX25" fmla="*/ 2768686 w 4014544"/>
              <a:gd name="connsiteY25" fmla="*/ 5106164 h 5114806"/>
              <a:gd name="connsiteX26" fmla="*/ 2401127 w 4014544"/>
              <a:gd name="connsiteY26" fmla="*/ 5110225 h 5114806"/>
              <a:gd name="connsiteX27" fmla="*/ 2250846 w 4014544"/>
              <a:gd name="connsiteY27" fmla="*/ 4510131 h 5114806"/>
              <a:gd name="connsiteX28" fmla="*/ 1904606 w 4014544"/>
              <a:gd name="connsiteY28" fmla="*/ 4423824 h 5114806"/>
              <a:gd name="connsiteX29" fmla="*/ 1470033 w 4014544"/>
              <a:gd name="connsiteY29" fmla="*/ 4873637 h 5114806"/>
              <a:gd name="connsiteX30" fmla="*/ 1156283 w 4014544"/>
              <a:gd name="connsiteY30" fmla="*/ 4697976 h 5114806"/>
              <a:gd name="connsiteX31" fmla="*/ 1325848 w 4014544"/>
              <a:gd name="connsiteY31" fmla="*/ 4102955 h 5114806"/>
              <a:gd name="connsiteX32" fmla="*/ 1160344 w 4014544"/>
              <a:gd name="connsiteY32" fmla="*/ 3955731 h 5114806"/>
              <a:gd name="connsiteX33" fmla="*/ 1056779 w 4014544"/>
              <a:gd name="connsiteY33" fmla="*/ 3843013 h 5114806"/>
              <a:gd name="connsiteX34" fmla="*/ 455681 w 4014544"/>
              <a:gd name="connsiteY34" fmla="*/ 4014623 h 5114806"/>
              <a:gd name="connsiteX35" fmla="*/ 275958 w 4014544"/>
              <a:gd name="connsiteY35" fmla="*/ 3714069 h 5114806"/>
              <a:gd name="connsiteX36" fmla="*/ 719675 w 4014544"/>
              <a:gd name="connsiteY36" fmla="*/ 3284553 h 5114806"/>
              <a:gd name="connsiteX37" fmla="*/ 612049 w 4014544"/>
              <a:gd name="connsiteY37" fmla="*/ 2905815 h 5114806"/>
              <a:gd name="connsiteX38" fmla="*/ 7902 w 4014544"/>
              <a:gd name="connsiteY38" fmla="*/ 2754529 h 5114806"/>
              <a:gd name="connsiteX39" fmla="*/ 3841 w 4014544"/>
              <a:gd name="connsiteY39" fmla="*/ 2412341 h 5114806"/>
              <a:gd name="connsiteX40" fmla="*/ 602905 w 4014544"/>
              <a:gd name="connsiteY40" fmla="*/ 2262060 h 5114806"/>
              <a:gd name="connsiteX41" fmla="*/ 705456 w 4014544"/>
              <a:gd name="connsiteY41" fmla="*/ 1867077 h 5114806"/>
              <a:gd name="connsiteX42" fmla="*/ 258700 w 4014544"/>
              <a:gd name="connsiteY42" fmla="*/ 1435535 h 5114806"/>
              <a:gd name="connsiteX43" fmla="*/ 426230 w 4014544"/>
              <a:gd name="connsiteY43" fmla="*/ 1143104 h 5114806"/>
              <a:gd name="connsiteX44" fmla="*/ 1022255 w 4014544"/>
              <a:gd name="connsiteY44" fmla="*/ 1313691 h 5114806"/>
              <a:gd name="connsiteX45" fmla="*/ 1160344 w 4014544"/>
              <a:gd name="connsiteY45" fmla="*/ 1160370 h 5114806"/>
              <a:gd name="connsiteX46" fmla="*/ 1313665 w 4014544"/>
              <a:gd name="connsiteY46" fmla="*/ 1022272 h 5114806"/>
              <a:gd name="connsiteX47" fmla="*/ 1143086 w 4014544"/>
              <a:gd name="connsiteY47" fmla="*/ 426239 h 5114806"/>
              <a:gd name="connsiteX48" fmla="*/ 1435509 w 4014544"/>
              <a:gd name="connsiteY48" fmla="*/ 258700 h 5114806"/>
              <a:gd name="connsiteX49" fmla="*/ 1867042 w 4014544"/>
              <a:gd name="connsiteY49" fmla="*/ 705474 h 5114806"/>
              <a:gd name="connsiteX50" fmla="*/ 2262016 w 4014544"/>
              <a:gd name="connsiteY50" fmla="*/ 602923 h 5114806"/>
              <a:gd name="connsiteX51" fmla="*/ 2412289 w 4014544"/>
              <a:gd name="connsiteY51" fmla="*/ 3841 h 5114806"/>
              <a:gd name="connsiteX52" fmla="*/ 2583378 w 4014544"/>
              <a:gd name="connsiteY52"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75144 w 4014544"/>
              <a:gd name="connsiteY8" fmla="*/ 850400 h 5114806"/>
              <a:gd name="connsiteX9" fmla="*/ 3248954 w 4014544"/>
              <a:gd name="connsiteY9" fmla="*/ 882149 h 5114806"/>
              <a:gd name="connsiteX10" fmla="*/ 2559522 w 4014544"/>
              <a:gd name="connsiteY10" fmla="*/ 882149 h 5114806"/>
              <a:gd name="connsiteX11" fmla="*/ 1905628 w 4014544"/>
              <a:gd name="connsiteY11" fmla="*/ 1014150 h 5114806"/>
              <a:gd name="connsiteX12" fmla="*/ 1371543 w 4014544"/>
              <a:gd name="connsiteY12" fmla="*/ 1373595 h 5114806"/>
              <a:gd name="connsiteX13" fmla="*/ 1012098 w 4014544"/>
              <a:gd name="connsiteY13" fmla="*/ 1907689 h 5114806"/>
              <a:gd name="connsiteX14" fmla="*/ 880105 w 4014544"/>
              <a:gd name="connsiteY14" fmla="*/ 2561601 h 5114806"/>
              <a:gd name="connsiteX15" fmla="*/ 1012098 w 4014544"/>
              <a:gd name="connsiteY15" fmla="*/ 3215513 h 5114806"/>
              <a:gd name="connsiteX16" fmla="*/ 1371543 w 4014544"/>
              <a:gd name="connsiteY16" fmla="*/ 3749606 h 5114806"/>
              <a:gd name="connsiteX17" fmla="*/ 1905628 w 4014544"/>
              <a:gd name="connsiteY17" fmla="*/ 4109052 h 5114806"/>
              <a:gd name="connsiteX18" fmla="*/ 2559522 w 4014544"/>
              <a:gd name="connsiteY18" fmla="*/ 4241053 h 5114806"/>
              <a:gd name="connsiteX19" fmla="*/ 3880516 w 4014544"/>
              <a:gd name="connsiteY19" fmla="*/ 4239018 h 5114806"/>
              <a:gd name="connsiteX20" fmla="*/ 4003373 w 4014544"/>
              <a:gd name="connsiteY20" fmla="*/ 4668534 h 5114806"/>
              <a:gd name="connsiteX21" fmla="*/ 3681501 w 4014544"/>
              <a:gd name="connsiteY21" fmla="*/ 4856379 h 5114806"/>
              <a:gd name="connsiteX22" fmla="*/ 3249967 w 4014544"/>
              <a:gd name="connsiteY22" fmla="*/ 4409606 h 5114806"/>
              <a:gd name="connsiteX23" fmla="*/ 2919981 w 4014544"/>
              <a:gd name="connsiteY23" fmla="*/ 4500995 h 5114806"/>
              <a:gd name="connsiteX24" fmla="*/ 2768686 w 4014544"/>
              <a:gd name="connsiteY24" fmla="*/ 5106164 h 5114806"/>
              <a:gd name="connsiteX25" fmla="*/ 2401127 w 4014544"/>
              <a:gd name="connsiteY25" fmla="*/ 5110225 h 5114806"/>
              <a:gd name="connsiteX26" fmla="*/ 2250846 w 4014544"/>
              <a:gd name="connsiteY26" fmla="*/ 4510131 h 5114806"/>
              <a:gd name="connsiteX27" fmla="*/ 1904606 w 4014544"/>
              <a:gd name="connsiteY27" fmla="*/ 4423824 h 5114806"/>
              <a:gd name="connsiteX28" fmla="*/ 1470033 w 4014544"/>
              <a:gd name="connsiteY28" fmla="*/ 4873637 h 5114806"/>
              <a:gd name="connsiteX29" fmla="*/ 1156283 w 4014544"/>
              <a:gd name="connsiteY29" fmla="*/ 4697976 h 5114806"/>
              <a:gd name="connsiteX30" fmla="*/ 1325848 w 4014544"/>
              <a:gd name="connsiteY30" fmla="*/ 4102955 h 5114806"/>
              <a:gd name="connsiteX31" fmla="*/ 1160344 w 4014544"/>
              <a:gd name="connsiteY31" fmla="*/ 3955731 h 5114806"/>
              <a:gd name="connsiteX32" fmla="*/ 1056779 w 4014544"/>
              <a:gd name="connsiteY32" fmla="*/ 3843013 h 5114806"/>
              <a:gd name="connsiteX33" fmla="*/ 455681 w 4014544"/>
              <a:gd name="connsiteY33" fmla="*/ 4014623 h 5114806"/>
              <a:gd name="connsiteX34" fmla="*/ 275958 w 4014544"/>
              <a:gd name="connsiteY34" fmla="*/ 3714069 h 5114806"/>
              <a:gd name="connsiteX35" fmla="*/ 719675 w 4014544"/>
              <a:gd name="connsiteY35" fmla="*/ 3284553 h 5114806"/>
              <a:gd name="connsiteX36" fmla="*/ 612049 w 4014544"/>
              <a:gd name="connsiteY36" fmla="*/ 2905815 h 5114806"/>
              <a:gd name="connsiteX37" fmla="*/ 7902 w 4014544"/>
              <a:gd name="connsiteY37" fmla="*/ 2754529 h 5114806"/>
              <a:gd name="connsiteX38" fmla="*/ 3841 w 4014544"/>
              <a:gd name="connsiteY38" fmla="*/ 2412341 h 5114806"/>
              <a:gd name="connsiteX39" fmla="*/ 602905 w 4014544"/>
              <a:gd name="connsiteY39" fmla="*/ 2262060 h 5114806"/>
              <a:gd name="connsiteX40" fmla="*/ 705456 w 4014544"/>
              <a:gd name="connsiteY40" fmla="*/ 1867077 h 5114806"/>
              <a:gd name="connsiteX41" fmla="*/ 258700 w 4014544"/>
              <a:gd name="connsiteY41" fmla="*/ 1435535 h 5114806"/>
              <a:gd name="connsiteX42" fmla="*/ 426230 w 4014544"/>
              <a:gd name="connsiteY42" fmla="*/ 1143104 h 5114806"/>
              <a:gd name="connsiteX43" fmla="*/ 1022255 w 4014544"/>
              <a:gd name="connsiteY43" fmla="*/ 1313691 h 5114806"/>
              <a:gd name="connsiteX44" fmla="*/ 1160344 w 4014544"/>
              <a:gd name="connsiteY44" fmla="*/ 1160370 h 5114806"/>
              <a:gd name="connsiteX45" fmla="*/ 1313665 w 4014544"/>
              <a:gd name="connsiteY45" fmla="*/ 1022272 h 5114806"/>
              <a:gd name="connsiteX46" fmla="*/ 1143086 w 4014544"/>
              <a:gd name="connsiteY46" fmla="*/ 426239 h 5114806"/>
              <a:gd name="connsiteX47" fmla="*/ 1435509 w 4014544"/>
              <a:gd name="connsiteY47" fmla="*/ 258700 h 5114806"/>
              <a:gd name="connsiteX48" fmla="*/ 1867042 w 4014544"/>
              <a:gd name="connsiteY48" fmla="*/ 705474 h 5114806"/>
              <a:gd name="connsiteX49" fmla="*/ 2262016 w 4014544"/>
              <a:gd name="connsiteY49" fmla="*/ 602923 h 5114806"/>
              <a:gd name="connsiteX50" fmla="*/ 2412289 w 4014544"/>
              <a:gd name="connsiteY50" fmla="*/ 3841 h 5114806"/>
              <a:gd name="connsiteX51" fmla="*/ 2583378 w 4014544"/>
              <a:gd name="connsiteY51"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75144 w 4014544"/>
              <a:gd name="connsiteY8" fmla="*/ 850400 h 5114806"/>
              <a:gd name="connsiteX9" fmla="*/ 3172461 w 4014544"/>
              <a:gd name="connsiteY9" fmla="*/ 855603 h 5114806"/>
              <a:gd name="connsiteX10" fmla="*/ 3248954 w 4014544"/>
              <a:gd name="connsiteY10" fmla="*/ 882149 h 5114806"/>
              <a:gd name="connsiteX11" fmla="*/ 2559522 w 4014544"/>
              <a:gd name="connsiteY11" fmla="*/ 882149 h 5114806"/>
              <a:gd name="connsiteX12" fmla="*/ 1905628 w 4014544"/>
              <a:gd name="connsiteY12" fmla="*/ 1014150 h 5114806"/>
              <a:gd name="connsiteX13" fmla="*/ 1371543 w 4014544"/>
              <a:gd name="connsiteY13" fmla="*/ 1373595 h 5114806"/>
              <a:gd name="connsiteX14" fmla="*/ 1012098 w 4014544"/>
              <a:gd name="connsiteY14" fmla="*/ 1907689 h 5114806"/>
              <a:gd name="connsiteX15" fmla="*/ 880105 w 4014544"/>
              <a:gd name="connsiteY15" fmla="*/ 2561601 h 5114806"/>
              <a:gd name="connsiteX16" fmla="*/ 1012098 w 4014544"/>
              <a:gd name="connsiteY16" fmla="*/ 3215513 h 5114806"/>
              <a:gd name="connsiteX17" fmla="*/ 1371543 w 4014544"/>
              <a:gd name="connsiteY17" fmla="*/ 3749606 h 5114806"/>
              <a:gd name="connsiteX18" fmla="*/ 1905628 w 4014544"/>
              <a:gd name="connsiteY18" fmla="*/ 4109052 h 5114806"/>
              <a:gd name="connsiteX19" fmla="*/ 2559522 w 4014544"/>
              <a:gd name="connsiteY19" fmla="*/ 4241053 h 5114806"/>
              <a:gd name="connsiteX20" fmla="*/ 3880516 w 4014544"/>
              <a:gd name="connsiteY20" fmla="*/ 4239018 h 5114806"/>
              <a:gd name="connsiteX21" fmla="*/ 4003373 w 4014544"/>
              <a:gd name="connsiteY21" fmla="*/ 4668534 h 5114806"/>
              <a:gd name="connsiteX22" fmla="*/ 3681501 w 4014544"/>
              <a:gd name="connsiteY22" fmla="*/ 4856379 h 5114806"/>
              <a:gd name="connsiteX23" fmla="*/ 3249967 w 4014544"/>
              <a:gd name="connsiteY23" fmla="*/ 4409606 h 5114806"/>
              <a:gd name="connsiteX24" fmla="*/ 2919981 w 4014544"/>
              <a:gd name="connsiteY24" fmla="*/ 4500995 h 5114806"/>
              <a:gd name="connsiteX25" fmla="*/ 2768686 w 4014544"/>
              <a:gd name="connsiteY25" fmla="*/ 5106164 h 5114806"/>
              <a:gd name="connsiteX26" fmla="*/ 2401127 w 4014544"/>
              <a:gd name="connsiteY26" fmla="*/ 5110225 h 5114806"/>
              <a:gd name="connsiteX27" fmla="*/ 2250846 w 4014544"/>
              <a:gd name="connsiteY27" fmla="*/ 4510131 h 5114806"/>
              <a:gd name="connsiteX28" fmla="*/ 1904606 w 4014544"/>
              <a:gd name="connsiteY28" fmla="*/ 4423824 h 5114806"/>
              <a:gd name="connsiteX29" fmla="*/ 1470033 w 4014544"/>
              <a:gd name="connsiteY29" fmla="*/ 4873637 h 5114806"/>
              <a:gd name="connsiteX30" fmla="*/ 1156283 w 4014544"/>
              <a:gd name="connsiteY30" fmla="*/ 4697976 h 5114806"/>
              <a:gd name="connsiteX31" fmla="*/ 1325848 w 4014544"/>
              <a:gd name="connsiteY31" fmla="*/ 4102955 h 5114806"/>
              <a:gd name="connsiteX32" fmla="*/ 1160344 w 4014544"/>
              <a:gd name="connsiteY32" fmla="*/ 3955731 h 5114806"/>
              <a:gd name="connsiteX33" fmla="*/ 1056779 w 4014544"/>
              <a:gd name="connsiteY33" fmla="*/ 3843013 h 5114806"/>
              <a:gd name="connsiteX34" fmla="*/ 455681 w 4014544"/>
              <a:gd name="connsiteY34" fmla="*/ 4014623 h 5114806"/>
              <a:gd name="connsiteX35" fmla="*/ 275958 w 4014544"/>
              <a:gd name="connsiteY35" fmla="*/ 3714069 h 5114806"/>
              <a:gd name="connsiteX36" fmla="*/ 719675 w 4014544"/>
              <a:gd name="connsiteY36" fmla="*/ 3284553 h 5114806"/>
              <a:gd name="connsiteX37" fmla="*/ 612049 w 4014544"/>
              <a:gd name="connsiteY37" fmla="*/ 2905815 h 5114806"/>
              <a:gd name="connsiteX38" fmla="*/ 7902 w 4014544"/>
              <a:gd name="connsiteY38" fmla="*/ 2754529 h 5114806"/>
              <a:gd name="connsiteX39" fmla="*/ 3841 w 4014544"/>
              <a:gd name="connsiteY39" fmla="*/ 2412341 h 5114806"/>
              <a:gd name="connsiteX40" fmla="*/ 602905 w 4014544"/>
              <a:gd name="connsiteY40" fmla="*/ 2262060 h 5114806"/>
              <a:gd name="connsiteX41" fmla="*/ 705456 w 4014544"/>
              <a:gd name="connsiteY41" fmla="*/ 1867077 h 5114806"/>
              <a:gd name="connsiteX42" fmla="*/ 258700 w 4014544"/>
              <a:gd name="connsiteY42" fmla="*/ 1435535 h 5114806"/>
              <a:gd name="connsiteX43" fmla="*/ 426230 w 4014544"/>
              <a:gd name="connsiteY43" fmla="*/ 1143104 h 5114806"/>
              <a:gd name="connsiteX44" fmla="*/ 1022255 w 4014544"/>
              <a:gd name="connsiteY44" fmla="*/ 1313691 h 5114806"/>
              <a:gd name="connsiteX45" fmla="*/ 1160344 w 4014544"/>
              <a:gd name="connsiteY45" fmla="*/ 1160370 h 5114806"/>
              <a:gd name="connsiteX46" fmla="*/ 1313665 w 4014544"/>
              <a:gd name="connsiteY46" fmla="*/ 1022272 h 5114806"/>
              <a:gd name="connsiteX47" fmla="*/ 1143086 w 4014544"/>
              <a:gd name="connsiteY47" fmla="*/ 426239 h 5114806"/>
              <a:gd name="connsiteX48" fmla="*/ 1435509 w 4014544"/>
              <a:gd name="connsiteY48" fmla="*/ 258700 h 5114806"/>
              <a:gd name="connsiteX49" fmla="*/ 1867042 w 4014544"/>
              <a:gd name="connsiteY49" fmla="*/ 705474 h 5114806"/>
              <a:gd name="connsiteX50" fmla="*/ 2262016 w 4014544"/>
              <a:gd name="connsiteY50" fmla="*/ 602923 h 5114806"/>
              <a:gd name="connsiteX51" fmla="*/ 2412289 w 4014544"/>
              <a:gd name="connsiteY51" fmla="*/ 3841 h 5114806"/>
              <a:gd name="connsiteX52" fmla="*/ 2583378 w 4014544"/>
              <a:gd name="connsiteY52"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175144 w 4014544"/>
              <a:gd name="connsiteY8" fmla="*/ 850400 h 5114806"/>
              <a:gd name="connsiteX9" fmla="*/ 3248954 w 4014544"/>
              <a:gd name="connsiteY9" fmla="*/ 882149 h 5114806"/>
              <a:gd name="connsiteX10" fmla="*/ 2559522 w 4014544"/>
              <a:gd name="connsiteY10" fmla="*/ 882149 h 5114806"/>
              <a:gd name="connsiteX11" fmla="*/ 1905628 w 4014544"/>
              <a:gd name="connsiteY11" fmla="*/ 1014150 h 5114806"/>
              <a:gd name="connsiteX12" fmla="*/ 1371543 w 4014544"/>
              <a:gd name="connsiteY12" fmla="*/ 1373595 h 5114806"/>
              <a:gd name="connsiteX13" fmla="*/ 1012098 w 4014544"/>
              <a:gd name="connsiteY13" fmla="*/ 1907689 h 5114806"/>
              <a:gd name="connsiteX14" fmla="*/ 880105 w 4014544"/>
              <a:gd name="connsiteY14" fmla="*/ 2561601 h 5114806"/>
              <a:gd name="connsiteX15" fmla="*/ 1012098 w 4014544"/>
              <a:gd name="connsiteY15" fmla="*/ 3215513 h 5114806"/>
              <a:gd name="connsiteX16" fmla="*/ 1371543 w 4014544"/>
              <a:gd name="connsiteY16" fmla="*/ 3749606 h 5114806"/>
              <a:gd name="connsiteX17" fmla="*/ 1905628 w 4014544"/>
              <a:gd name="connsiteY17" fmla="*/ 4109052 h 5114806"/>
              <a:gd name="connsiteX18" fmla="*/ 2559522 w 4014544"/>
              <a:gd name="connsiteY18" fmla="*/ 4241053 h 5114806"/>
              <a:gd name="connsiteX19" fmla="*/ 3880516 w 4014544"/>
              <a:gd name="connsiteY19" fmla="*/ 4239018 h 5114806"/>
              <a:gd name="connsiteX20" fmla="*/ 4003373 w 4014544"/>
              <a:gd name="connsiteY20" fmla="*/ 4668534 h 5114806"/>
              <a:gd name="connsiteX21" fmla="*/ 3681501 w 4014544"/>
              <a:gd name="connsiteY21" fmla="*/ 4856379 h 5114806"/>
              <a:gd name="connsiteX22" fmla="*/ 3249967 w 4014544"/>
              <a:gd name="connsiteY22" fmla="*/ 4409606 h 5114806"/>
              <a:gd name="connsiteX23" fmla="*/ 2919981 w 4014544"/>
              <a:gd name="connsiteY23" fmla="*/ 4500995 h 5114806"/>
              <a:gd name="connsiteX24" fmla="*/ 2768686 w 4014544"/>
              <a:gd name="connsiteY24" fmla="*/ 5106164 h 5114806"/>
              <a:gd name="connsiteX25" fmla="*/ 2401127 w 4014544"/>
              <a:gd name="connsiteY25" fmla="*/ 5110225 h 5114806"/>
              <a:gd name="connsiteX26" fmla="*/ 2250846 w 4014544"/>
              <a:gd name="connsiteY26" fmla="*/ 4510131 h 5114806"/>
              <a:gd name="connsiteX27" fmla="*/ 1904606 w 4014544"/>
              <a:gd name="connsiteY27" fmla="*/ 4423824 h 5114806"/>
              <a:gd name="connsiteX28" fmla="*/ 1470033 w 4014544"/>
              <a:gd name="connsiteY28" fmla="*/ 4873637 h 5114806"/>
              <a:gd name="connsiteX29" fmla="*/ 1156283 w 4014544"/>
              <a:gd name="connsiteY29" fmla="*/ 4697976 h 5114806"/>
              <a:gd name="connsiteX30" fmla="*/ 1325848 w 4014544"/>
              <a:gd name="connsiteY30" fmla="*/ 4102955 h 5114806"/>
              <a:gd name="connsiteX31" fmla="*/ 1160344 w 4014544"/>
              <a:gd name="connsiteY31" fmla="*/ 3955731 h 5114806"/>
              <a:gd name="connsiteX32" fmla="*/ 1056779 w 4014544"/>
              <a:gd name="connsiteY32" fmla="*/ 3843013 h 5114806"/>
              <a:gd name="connsiteX33" fmla="*/ 455681 w 4014544"/>
              <a:gd name="connsiteY33" fmla="*/ 4014623 h 5114806"/>
              <a:gd name="connsiteX34" fmla="*/ 275958 w 4014544"/>
              <a:gd name="connsiteY34" fmla="*/ 3714069 h 5114806"/>
              <a:gd name="connsiteX35" fmla="*/ 719675 w 4014544"/>
              <a:gd name="connsiteY35" fmla="*/ 3284553 h 5114806"/>
              <a:gd name="connsiteX36" fmla="*/ 612049 w 4014544"/>
              <a:gd name="connsiteY36" fmla="*/ 2905815 h 5114806"/>
              <a:gd name="connsiteX37" fmla="*/ 7902 w 4014544"/>
              <a:gd name="connsiteY37" fmla="*/ 2754529 h 5114806"/>
              <a:gd name="connsiteX38" fmla="*/ 3841 w 4014544"/>
              <a:gd name="connsiteY38" fmla="*/ 2412341 h 5114806"/>
              <a:gd name="connsiteX39" fmla="*/ 602905 w 4014544"/>
              <a:gd name="connsiteY39" fmla="*/ 2262060 h 5114806"/>
              <a:gd name="connsiteX40" fmla="*/ 705456 w 4014544"/>
              <a:gd name="connsiteY40" fmla="*/ 1867077 h 5114806"/>
              <a:gd name="connsiteX41" fmla="*/ 258700 w 4014544"/>
              <a:gd name="connsiteY41" fmla="*/ 1435535 h 5114806"/>
              <a:gd name="connsiteX42" fmla="*/ 426230 w 4014544"/>
              <a:gd name="connsiteY42" fmla="*/ 1143104 h 5114806"/>
              <a:gd name="connsiteX43" fmla="*/ 1022255 w 4014544"/>
              <a:gd name="connsiteY43" fmla="*/ 1313691 h 5114806"/>
              <a:gd name="connsiteX44" fmla="*/ 1160344 w 4014544"/>
              <a:gd name="connsiteY44" fmla="*/ 1160370 h 5114806"/>
              <a:gd name="connsiteX45" fmla="*/ 1313665 w 4014544"/>
              <a:gd name="connsiteY45" fmla="*/ 1022272 h 5114806"/>
              <a:gd name="connsiteX46" fmla="*/ 1143086 w 4014544"/>
              <a:gd name="connsiteY46" fmla="*/ 426239 h 5114806"/>
              <a:gd name="connsiteX47" fmla="*/ 1435509 w 4014544"/>
              <a:gd name="connsiteY47" fmla="*/ 258700 h 5114806"/>
              <a:gd name="connsiteX48" fmla="*/ 1867042 w 4014544"/>
              <a:gd name="connsiteY48" fmla="*/ 705474 h 5114806"/>
              <a:gd name="connsiteX49" fmla="*/ 2262016 w 4014544"/>
              <a:gd name="connsiteY49" fmla="*/ 602923 h 5114806"/>
              <a:gd name="connsiteX50" fmla="*/ 2412289 w 4014544"/>
              <a:gd name="connsiteY50" fmla="*/ 3841 h 5114806"/>
              <a:gd name="connsiteX51" fmla="*/ 2583378 w 4014544"/>
              <a:gd name="connsiteY51"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3248954 w 4014544"/>
              <a:gd name="connsiteY8" fmla="*/ 882149 h 5114806"/>
              <a:gd name="connsiteX9" fmla="*/ 2559522 w 4014544"/>
              <a:gd name="connsiteY9" fmla="*/ 882149 h 5114806"/>
              <a:gd name="connsiteX10" fmla="*/ 1905628 w 4014544"/>
              <a:gd name="connsiteY10" fmla="*/ 1014150 h 5114806"/>
              <a:gd name="connsiteX11" fmla="*/ 1371543 w 4014544"/>
              <a:gd name="connsiteY11" fmla="*/ 1373595 h 5114806"/>
              <a:gd name="connsiteX12" fmla="*/ 1012098 w 4014544"/>
              <a:gd name="connsiteY12" fmla="*/ 1907689 h 5114806"/>
              <a:gd name="connsiteX13" fmla="*/ 880105 w 4014544"/>
              <a:gd name="connsiteY13" fmla="*/ 2561601 h 5114806"/>
              <a:gd name="connsiteX14" fmla="*/ 1012098 w 4014544"/>
              <a:gd name="connsiteY14" fmla="*/ 3215513 h 5114806"/>
              <a:gd name="connsiteX15" fmla="*/ 1371543 w 4014544"/>
              <a:gd name="connsiteY15" fmla="*/ 3749606 h 5114806"/>
              <a:gd name="connsiteX16" fmla="*/ 1905628 w 4014544"/>
              <a:gd name="connsiteY16" fmla="*/ 4109052 h 5114806"/>
              <a:gd name="connsiteX17" fmla="*/ 2559522 w 4014544"/>
              <a:gd name="connsiteY17" fmla="*/ 4241053 h 5114806"/>
              <a:gd name="connsiteX18" fmla="*/ 3880516 w 4014544"/>
              <a:gd name="connsiteY18" fmla="*/ 4239018 h 5114806"/>
              <a:gd name="connsiteX19" fmla="*/ 4003373 w 4014544"/>
              <a:gd name="connsiteY19" fmla="*/ 4668534 h 5114806"/>
              <a:gd name="connsiteX20" fmla="*/ 3681501 w 4014544"/>
              <a:gd name="connsiteY20" fmla="*/ 4856379 h 5114806"/>
              <a:gd name="connsiteX21" fmla="*/ 3249967 w 4014544"/>
              <a:gd name="connsiteY21" fmla="*/ 4409606 h 5114806"/>
              <a:gd name="connsiteX22" fmla="*/ 2919981 w 4014544"/>
              <a:gd name="connsiteY22" fmla="*/ 4500995 h 5114806"/>
              <a:gd name="connsiteX23" fmla="*/ 2768686 w 4014544"/>
              <a:gd name="connsiteY23" fmla="*/ 5106164 h 5114806"/>
              <a:gd name="connsiteX24" fmla="*/ 2401127 w 4014544"/>
              <a:gd name="connsiteY24" fmla="*/ 5110225 h 5114806"/>
              <a:gd name="connsiteX25" fmla="*/ 2250846 w 4014544"/>
              <a:gd name="connsiteY25" fmla="*/ 4510131 h 5114806"/>
              <a:gd name="connsiteX26" fmla="*/ 1904606 w 4014544"/>
              <a:gd name="connsiteY26" fmla="*/ 4423824 h 5114806"/>
              <a:gd name="connsiteX27" fmla="*/ 1470033 w 4014544"/>
              <a:gd name="connsiteY27" fmla="*/ 4873637 h 5114806"/>
              <a:gd name="connsiteX28" fmla="*/ 1156283 w 4014544"/>
              <a:gd name="connsiteY28" fmla="*/ 4697976 h 5114806"/>
              <a:gd name="connsiteX29" fmla="*/ 1325848 w 4014544"/>
              <a:gd name="connsiteY29" fmla="*/ 4102955 h 5114806"/>
              <a:gd name="connsiteX30" fmla="*/ 1160344 w 4014544"/>
              <a:gd name="connsiteY30" fmla="*/ 3955731 h 5114806"/>
              <a:gd name="connsiteX31" fmla="*/ 1056779 w 4014544"/>
              <a:gd name="connsiteY31" fmla="*/ 3843013 h 5114806"/>
              <a:gd name="connsiteX32" fmla="*/ 455681 w 4014544"/>
              <a:gd name="connsiteY32" fmla="*/ 4014623 h 5114806"/>
              <a:gd name="connsiteX33" fmla="*/ 275958 w 4014544"/>
              <a:gd name="connsiteY33" fmla="*/ 3714069 h 5114806"/>
              <a:gd name="connsiteX34" fmla="*/ 719675 w 4014544"/>
              <a:gd name="connsiteY34" fmla="*/ 3284553 h 5114806"/>
              <a:gd name="connsiteX35" fmla="*/ 612049 w 4014544"/>
              <a:gd name="connsiteY35" fmla="*/ 2905815 h 5114806"/>
              <a:gd name="connsiteX36" fmla="*/ 7902 w 4014544"/>
              <a:gd name="connsiteY36" fmla="*/ 2754529 h 5114806"/>
              <a:gd name="connsiteX37" fmla="*/ 3841 w 4014544"/>
              <a:gd name="connsiteY37" fmla="*/ 2412341 h 5114806"/>
              <a:gd name="connsiteX38" fmla="*/ 602905 w 4014544"/>
              <a:gd name="connsiteY38" fmla="*/ 2262060 h 5114806"/>
              <a:gd name="connsiteX39" fmla="*/ 705456 w 4014544"/>
              <a:gd name="connsiteY39" fmla="*/ 1867077 h 5114806"/>
              <a:gd name="connsiteX40" fmla="*/ 258700 w 4014544"/>
              <a:gd name="connsiteY40" fmla="*/ 1435535 h 5114806"/>
              <a:gd name="connsiteX41" fmla="*/ 426230 w 4014544"/>
              <a:gd name="connsiteY41" fmla="*/ 1143104 h 5114806"/>
              <a:gd name="connsiteX42" fmla="*/ 1022255 w 4014544"/>
              <a:gd name="connsiteY42" fmla="*/ 1313691 h 5114806"/>
              <a:gd name="connsiteX43" fmla="*/ 1160344 w 4014544"/>
              <a:gd name="connsiteY43" fmla="*/ 1160370 h 5114806"/>
              <a:gd name="connsiteX44" fmla="*/ 1313665 w 4014544"/>
              <a:gd name="connsiteY44" fmla="*/ 1022272 h 5114806"/>
              <a:gd name="connsiteX45" fmla="*/ 1143086 w 4014544"/>
              <a:gd name="connsiteY45" fmla="*/ 426239 h 5114806"/>
              <a:gd name="connsiteX46" fmla="*/ 1435509 w 4014544"/>
              <a:gd name="connsiteY46" fmla="*/ 258700 h 5114806"/>
              <a:gd name="connsiteX47" fmla="*/ 1867042 w 4014544"/>
              <a:gd name="connsiteY47" fmla="*/ 705474 h 5114806"/>
              <a:gd name="connsiteX48" fmla="*/ 2262016 w 4014544"/>
              <a:gd name="connsiteY48" fmla="*/ 602923 h 5114806"/>
              <a:gd name="connsiteX49" fmla="*/ 2412289 w 4014544"/>
              <a:gd name="connsiteY49" fmla="*/ 3841 h 5114806"/>
              <a:gd name="connsiteX50" fmla="*/ 2583378 w 4014544"/>
              <a:gd name="connsiteY50"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3275356 w 4014544"/>
              <a:gd name="connsiteY7" fmla="*/ 882149 h 5114806"/>
              <a:gd name="connsiteX8" fmla="*/ 2559522 w 4014544"/>
              <a:gd name="connsiteY8" fmla="*/ 882149 h 5114806"/>
              <a:gd name="connsiteX9" fmla="*/ 1905628 w 4014544"/>
              <a:gd name="connsiteY9" fmla="*/ 1014150 h 5114806"/>
              <a:gd name="connsiteX10" fmla="*/ 1371543 w 4014544"/>
              <a:gd name="connsiteY10" fmla="*/ 1373595 h 5114806"/>
              <a:gd name="connsiteX11" fmla="*/ 1012098 w 4014544"/>
              <a:gd name="connsiteY11" fmla="*/ 1907689 h 5114806"/>
              <a:gd name="connsiteX12" fmla="*/ 880105 w 4014544"/>
              <a:gd name="connsiteY12" fmla="*/ 2561601 h 5114806"/>
              <a:gd name="connsiteX13" fmla="*/ 1012098 w 4014544"/>
              <a:gd name="connsiteY13" fmla="*/ 3215513 h 5114806"/>
              <a:gd name="connsiteX14" fmla="*/ 1371543 w 4014544"/>
              <a:gd name="connsiteY14" fmla="*/ 3749606 h 5114806"/>
              <a:gd name="connsiteX15" fmla="*/ 1905628 w 4014544"/>
              <a:gd name="connsiteY15" fmla="*/ 4109052 h 5114806"/>
              <a:gd name="connsiteX16" fmla="*/ 2559522 w 4014544"/>
              <a:gd name="connsiteY16" fmla="*/ 4241053 h 5114806"/>
              <a:gd name="connsiteX17" fmla="*/ 3880516 w 4014544"/>
              <a:gd name="connsiteY17" fmla="*/ 4239018 h 5114806"/>
              <a:gd name="connsiteX18" fmla="*/ 4003373 w 4014544"/>
              <a:gd name="connsiteY18" fmla="*/ 4668534 h 5114806"/>
              <a:gd name="connsiteX19" fmla="*/ 3681501 w 4014544"/>
              <a:gd name="connsiteY19" fmla="*/ 4856379 h 5114806"/>
              <a:gd name="connsiteX20" fmla="*/ 3249967 w 4014544"/>
              <a:gd name="connsiteY20" fmla="*/ 4409606 h 5114806"/>
              <a:gd name="connsiteX21" fmla="*/ 2919981 w 4014544"/>
              <a:gd name="connsiteY21" fmla="*/ 4500995 h 5114806"/>
              <a:gd name="connsiteX22" fmla="*/ 2768686 w 4014544"/>
              <a:gd name="connsiteY22" fmla="*/ 5106164 h 5114806"/>
              <a:gd name="connsiteX23" fmla="*/ 2401127 w 4014544"/>
              <a:gd name="connsiteY23" fmla="*/ 5110225 h 5114806"/>
              <a:gd name="connsiteX24" fmla="*/ 2250846 w 4014544"/>
              <a:gd name="connsiteY24" fmla="*/ 4510131 h 5114806"/>
              <a:gd name="connsiteX25" fmla="*/ 1904606 w 4014544"/>
              <a:gd name="connsiteY25" fmla="*/ 4423824 h 5114806"/>
              <a:gd name="connsiteX26" fmla="*/ 1470033 w 4014544"/>
              <a:gd name="connsiteY26" fmla="*/ 4873637 h 5114806"/>
              <a:gd name="connsiteX27" fmla="*/ 1156283 w 4014544"/>
              <a:gd name="connsiteY27" fmla="*/ 4697976 h 5114806"/>
              <a:gd name="connsiteX28" fmla="*/ 1325848 w 4014544"/>
              <a:gd name="connsiteY28" fmla="*/ 4102955 h 5114806"/>
              <a:gd name="connsiteX29" fmla="*/ 1160344 w 4014544"/>
              <a:gd name="connsiteY29" fmla="*/ 3955731 h 5114806"/>
              <a:gd name="connsiteX30" fmla="*/ 1056779 w 4014544"/>
              <a:gd name="connsiteY30" fmla="*/ 3843013 h 5114806"/>
              <a:gd name="connsiteX31" fmla="*/ 455681 w 4014544"/>
              <a:gd name="connsiteY31" fmla="*/ 4014623 h 5114806"/>
              <a:gd name="connsiteX32" fmla="*/ 275958 w 4014544"/>
              <a:gd name="connsiteY32" fmla="*/ 3714069 h 5114806"/>
              <a:gd name="connsiteX33" fmla="*/ 719675 w 4014544"/>
              <a:gd name="connsiteY33" fmla="*/ 3284553 h 5114806"/>
              <a:gd name="connsiteX34" fmla="*/ 612049 w 4014544"/>
              <a:gd name="connsiteY34" fmla="*/ 2905815 h 5114806"/>
              <a:gd name="connsiteX35" fmla="*/ 7902 w 4014544"/>
              <a:gd name="connsiteY35" fmla="*/ 2754529 h 5114806"/>
              <a:gd name="connsiteX36" fmla="*/ 3841 w 4014544"/>
              <a:gd name="connsiteY36" fmla="*/ 2412341 h 5114806"/>
              <a:gd name="connsiteX37" fmla="*/ 602905 w 4014544"/>
              <a:gd name="connsiteY37" fmla="*/ 2262060 h 5114806"/>
              <a:gd name="connsiteX38" fmla="*/ 705456 w 4014544"/>
              <a:gd name="connsiteY38" fmla="*/ 1867077 h 5114806"/>
              <a:gd name="connsiteX39" fmla="*/ 258700 w 4014544"/>
              <a:gd name="connsiteY39" fmla="*/ 1435535 h 5114806"/>
              <a:gd name="connsiteX40" fmla="*/ 426230 w 4014544"/>
              <a:gd name="connsiteY40" fmla="*/ 1143104 h 5114806"/>
              <a:gd name="connsiteX41" fmla="*/ 1022255 w 4014544"/>
              <a:gd name="connsiteY41" fmla="*/ 1313691 h 5114806"/>
              <a:gd name="connsiteX42" fmla="*/ 1160344 w 4014544"/>
              <a:gd name="connsiteY42" fmla="*/ 1160370 h 5114806"/>
              <a:gd name="connsiteX43" fmla="*/ 1313665 w 4014544"/>
              <a:gd name="connsiteY43" fmla="*/ 1022272 h 5114806"/>
              <a:gd name="connsiteX44" fmla="*/ 1143086 w 4014544"/>
              <a:gd name="connsiteY44" fmla="*/ 426239 h 5114806"/>
              <a:gd name="connsiteX45" fmla="*/ 1435509 w 4014544"/>
              <a:gd name="connsiteY45" fmla="*/ 258700 h 5114806"/>
              <a:gd name="connsiteX46" fmla="*/ 1867042 w 4014544"/>
              <a:gd name="connsiteY46" fmla="*/ 705474 h 5114806"/>
              <a:gd name="connsiteX47" fmla="*/ 2262016 w 4014544"/>
              <a:gd name="connsiteY47" fmla="*/ 602923 h 5114806"/>
              <a:gd name="connsiteX48" fmla="*/ 2412289 w 4014544"/>
              <a:gd name="connsiteY48" fmla="*/ 3841 h 5114806"/>
              <a:gd name="connsiteX49" fmla="*/ 2583378 w 4014544"/>
              <a:gd name="connsiteY49" fmla="*/ 160 h 5114806"/>
              <a:gd name="connsiteX0" fmla="*/ 2583378 w 4014544"/>
              <a:gd name="connsiteY0" fmla="*/ 160 h 5114806"/>
              <a:gd name="connsiteX1" fmla="*/ 2754468 w 4014544"/>
              <a:gd name="connsiteY1" fmla="*/ 7902 h 5114806"/>
              <a:gd name="connsiteX2" fmla="*/ 2905762 w 4014544"/>
              <a:gd name="connsiteY2" fmla="*/ 612058 h 5114806"/>
              <a:gd name="connsiteX3" fmla="*/ 3284492 w 4014544"/>
              <a:gd name="connsiteY3" fmla="*/ 719692 h 5114806"/>
              <a:gd name="connsiteX4" fmla="*/ 3713990 w 4014544"/>
              <a:gd name="connsiteY4" fmla="*/ 275967 h 5114806"/>
              <a:gd name="connsiteX5" fmla="*/ 4014544 w 4014544"/>
              <a:gd name="connsiteY5" fmla="*/ 455689 h 5114806"/>
              <a:gd name="connsiteX6" fmla="*/ 3892700 w 4014544"/>
              <a:gd name="connsiteY6" fmla="*/ 882149 h 5114806"/>
              <a:gd name="connsiteX7" fmla="*/ 2559522 w 4014544"/>
              <a:gd name="connsiteY7" fmla="*/ 882149 h 5114806"/>
              <a:gd name="connsiteX8" fmla="*/ 1905628 w 4014544"/>
              <a:gd name="connsiteY8" fmla="*/ 1014150 h 5114806"/>
              <a:gd name="connsiteX9" fmla="*/ 1371543 w 4014544"/>
              <a:gd name="connsiteY9" fmla="*/ 1373595 h 5114806"/>
              <a:gd name="connsiteX10" fmla="*/ 1012098 w 4014544"/>
              <a:gd name="connsiteY10" fmla="*/ 1907689 h 5114806"/>
              <a:gd name="connsiteX11" fmla="*/ 880105 w 4014544"/>
              <a:gd name="connsiteY11" fmla="*/ 2561601 h 5114806"/>
              <a:gd name="connsiteX12" fmla="*/ 1012098 w 4014544"/>
              <a:gd name="connsiteY12" fmla="*/ 3215513 h 5114806"/>
              <a:gd name="connsiteX13" fmla="*/ 1371543 w 4014544"/>
              <a:gd name="connsiteY13" fmla="*/ 3749606 h 5114806"/>
              <a:gd name="connsiteX14" fmla="*/ 1905628 w 4014544"/>
              <a:gd name="connsiteY14" fmla="*/ 4109052 h 5114806"/>
              <a:gd name="connsiteX15" fmla="*/ 2559522 w 4014544"/>
              <a:gd name="connsiteY15" fmla="*/ 4241053 h 5114806"/>
              <a:gd name="connsiteX16" fmla="*/ 3880516 w 4014544"/>
              <a:gd name="connsiteY16" fmla="*/ 4239018 h 5114806"/>
              <a:gd name="connsiteX17" fmla="*/ 4003373 w 4014544"/>
              <a:gd name="connsiteY17" fmla="*/ 4668534 h 5114806"/>
              <a:gd name="connsiteX18" fmla="*/ 3681501 w 4014544"/>
              <a:gd name="connsiteY18" fmla="*/ 4856379 h 5114806"/>
              <a:gd name="connsiteX19" fmla="*/ 3249967 w 4014544"/>
              <a:gd name="connsiteY19" fmla="*/ 4409606 h 5114806"/>
              <a:gd name="connsiteX20" fmla="*/ 2919981 w 4014544"/>
              <a:gd name="connsiteY20" fmla="*/ 4500995 h 5114806"/>
              <a:gd name="connsiteX21" fmla="*/ 2768686 w 4014544"/>
              <a:gd name="connsiteY21" fmla="*/ 5106164 h 5114806"/>
              <a:gd name="connsiteX22" fmla="*/ 2401127 w 4014544"/>
              <a:gd name="connsiteY22" fmla="*/ 5110225 h 5114806"/>
              <a:gd name="connsiteX23" fmla="*/ 2250846 w 4014544"/>
              <a:gd name="connsiteY23" fmla="*/ 4510131 h 5114806"/>
              <a:gd name="connsiteX24" fmla="*/ 1904606 w 4014544"/>
              <a:gd name="connsiteY24" fmla="*/ 4423824 h 5114806"/>
              <a:gd name="connsiteX25" fmla="*/ 1470033 w 4014544"/>
              <a:gd name="connsiteY25" fmla="*/ 4873637 h 5114806"/>
              <a:gd name="connsiteX26" fmla="*/ 1156283 w 4014544"/>
              <a:gd name="connsiteY26" fmla="*/ 4697976 h 5114806"/>
              <a:gd name="connsiteX27" fmla="*/ 1325848 w 4014544"/>
              <a:gd name="connsiteY27" fmla="*/ 4102955 h 5114806"/>
              <a:gd name="connsiteX28" fmla="*/ 1160344 w 4014544"/>
              <a:gd name="connsiteY28" fmla="*/ 3955731 h 5114806"/>
              <a:gd name="connsiteX29" fmla="*/ 1056779 w 4014544"/>
              <a:gd name="connsiteY29" fmla="*/ 3843013 h 5114806"/>
              <a:gd name="connsiteX30" fmla="*/ 455681 w 4014544"/>
              <a:gd name="connsiteY30" fmla="*/ 4014623 h 5114806"/>
              <a:gd name="connsiteX31" fmla="*/ 275958 w 4014544"/>
              <a:gd name="connsiteY31" fmla="*/ 3714069 h 5114806"/>
              <a:gd name="connsiteX32" fmla="*/ 719675 w 4014544"/>
              <a:gd name="connsiteY32" fmla="*/ 3284553 h 5114806"/>
              <a:gd name="connsiteX33" fmla="*/ 612049 w 4014544"/>
              <a:gd name="connsiteY33" fmla="*/ 2905815 h 5114806"/>
              <a:gd name="connsiteX34" fmla="*/ 7902 w 4014544"/>
              <a:gd name="connsiteY34" fmla="*/ 2754529 h 5114806"/>
              <a:gd name="connsiteX35" fmla="*/ 3841 w 4014544"/>
              <a:gd name="connsiteY35" fmla="*/ 2412341 h 5114806"/>
              <a:gd name="connsiteX36" fmla="*/ 602905 w 4014544"/>
              <a:gd name="connsiteY36" fmla="*/ 2262060 h 5114806"/>
              <a:gd name="connsiteX37" fmla="*/ 705456 w 4014544"/>
              <a:gd name="connsiteY37" fmla="*/ 1867077 h 5114806"/>
              <a:gd name="connsiteX38" fmla="*/ 258700 w 4014544"/>
              <a:gd name="connsiteY38" fmla="*/ 1435535 h 5114806"/>
              <a:gd name="connsiteX39" fmla="*/ 426230 w 4014544"/>
              <a:gd name="connsiteY39" fmla="*/ 1143104 h 5114806"/>
              <a:gd name="connsiteX40" fmla="*/ 1022255 w 4014544"/>
              <a:gd name="connsiteY40" fmla="*/ 1313691 h 5114806"/>
              <a:gd name="connsiteX41" fmla="*/ 1160344 w 4014544"/>
              <a:gd name="connsiteY41" fmla="*/ 1160370 h 5114806"/>
              <a:gd name="connsiteX42" fmla="*/ 1313665 w 4014544"/>
              <a:gd name="connsiteY42" fmla="*/ 1022272 h 5114806"/>
              <a:gd name="connsiteX43" fmla="*/ 1143086 w 4014544"/>
              <a:gd name="connsiteY43" fmla="*/ 426239 h 5114806"/>
              <a:gd name="connsiteX44" fmla="*/ 1435509 w 4014544"/>
              <a:gd name="connsiteY44" fmla="*/ 258700 h 5114806"/>
              <a:gd name="connsiteX45" fmla="*/ 1867042 w 4014544"/>
              <a:gd name="connsiteY45" fmla="*/ 705474 h 5114806"/>
              <a:gd name="connsiteX46" fmla="*/ 2262016 w 4014544"/>
              <a:gd name="connsiteY46" fmla="*/ 602923 h 5114806"/>
              <a:gd name="connsiteX47" fmla="*/ 2412289 w 4014544"/>
              <a:gd name="connsiteY47" fmla="*/ 3841 h 5114806"/>
              <a:gd name="connsiteX48" fmla="*/ 2583378 w 4014544"/>
              <a:gd name="connsiteY48" fmla="*/ 160 h 511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014544" h="5114806">
                <a:moveTo>
                  <a:pt x="2583378" y="160"/>
                </a:moveTo>
                <a:cubicBezTo>
                  <a:pt x="2640493" y="795"/>
                  <a:pt x="2697607" y="3335"/>
                  <a:pt x="2754468" y="7902"/>
                </a:cubicBezTo>
                <a:lnTo>
                  <a:pt x="2905762" y="612058"/>
                </a:lnTo>
                <a:cubicBezTo>
                  <a:pt x="3034716" y="635412"/>
                  <a:pt x="3161634" y="670949"/>
                  <a:pt x="3284492" y="719692"/>
                </a:cubicBezTo>
                <a:lnTo>
                  <a:pt x="3713990" y="275967"/>
                </a:lnTo>
                <a:cubicBezTo>
                  <a:pt x="3817563" y="328762"/>
                  <a:pt x="3918080" y="388675"/>
                  <a:pt x="4014544" y="455689"/>
                </a:cubicBezTo>
                <a:lnTo>
                  <a:pt x="3892700" y="882149"/>
                </a:lnTo>
                <a:lnTo>
                  <a:pt x="2559522" y="882149"/>
                </a:lnTo>
                <a:cubicBezTo>
                  <a:pt x="2333092" y="882149"/>
                  <a:pt x="2112757" y="926830"/>
                  <a:pt x="1905628" y="1014150"/>
                </a:cubicBezTo>
                <a:cubicBezTo>
                  <a:pt x="1705599" y="1098431"/>
                  <a:pt x="1525877" y="1220275"/>
                  <a:pt x="1371543" y="1373595"/>
                </a:cubicBezTo>
                <a:cubicBezTo>
                  <a:pt x="1217209" y="1527938"/>
                  <a:pt x="1096378" y="1707661"/>
                  <a:pt x="1012098" y="1907689"/>
                </a:cubicBezTo>
                <a:cubicBezTo>
                  <a:pt x="924778" y="2114827"/>
                  <a:pt x="880105" y="2335170"/>
                  <a:pt x="880105" y="2561601"/>
                </a:cubicBezTo>
                <a:cubicBezTo>
                  <a:pt x="880105" y="2788031"/>
                  <a:pt x="924778" y="3008375"/>
                  <a:pt x="1012098" y="3215513"/>
                </a:cubicBezTo>
                <a:cubicBezTo>
                  <a:pt x="1096378" y="3415541"/>
                  <a:pt x="1218222" y="3595264"/>
                  <a:pt x="1371543" y="3749606"/>
                </a:cubicBezTo>
                <a:cubicBezTo>
                  <a:pt x="1525877" y="3903940"/>
                  <a:pt x="1705599" y="4024780"/>
                  <a:pt x="1905628" y="4109052"/>
                </a:cubicBezTo>
                <a:cubicBezTo>
                  <a:pt x="2112757" y="4196372"/>
                  <a:pt x="2333092" y="4241053"/>
                  <a:pt x="2559522" y="4241053"/>
                </a:cubicBezTo>
                <a:lnTo>
                  <a:pt x="3880516" y="4239018"/>
                </a:lnTo>
                <a:lnTo>
                  <a:pt x="4003373" y="4668534"/>
                </a:lnTo>
                <a:cubicBezTo>
                  <a:pt x="3899809" y="4739610"/>
                  <a:pt x="3792174" y="4802562"/>
                  <a:pt x="3681501" y="4856379"/>
                </a:cubicBezTo>
                <a:lnTo>
                  <a:pt x="3249967" y="4409606"/>
                </a:lnTo>
                <a:cubicBezTo>
                  <a:pt x="3142341" y="4449204"/>
                  <a:pt x="3031668" y="4480681"/>
                  <a:pt x="2919981" y="4500995"/>
                </a:cubicBezTo>
                <a:lnTo>
                  <a:pt x="2768686" y="5106164"/>
                </a:lnTo>
                <a:cubicBezTo>
                  <a:pt x="2646842" y="5116321"/>
                  <a:pt x="2523985" y="5117326"/>
                  <a:pt x="2401127" y="5110225"/>
                </a:cubicBezTo>
                <a:lnTo>
                  <a:pt x="2250846" y="4510131"/>
                </a:lnTo>
                <a:cubicBezTo>
                  <a:pt x="2133063" y="4491851"/>
                  <a:pt x="2017315" y="4463423"/>
                  <a:pt x="1904606" y="4423824"/>
                </a:cubicBezTo>
                <a:lnTo>
                  <a:pt x="1470033" y="4873637"/>
                </a:lnTo>
                <a:cubicBezTo>
                  <a:pt x="1362399" y="4822868"/>
                  <a:pt x="1257821" y="4763977"/>
                  <a:pt x="1156283" y="4697976"/>
                </a:cubicBezTo>
                <a:lnTo>
                  <a:pt x="1325848" y="4102955"/>
                </a:lnTo>
                <a:cubicBezTo>
                  <a:pt x="1268992" y="4057269"/>
                  <a:pt x="1213139" y="4008526"/>
                  <a:pt x="1160344" y="3955731"/>
                </a:cubicBezTo>
                <a:cubicBezTo>
                  <a:pt x="1123793" y="3919172"/>
                  <a:pt x="1090282" y="3881608"/>
                  <a:pt x="1056779" y="3843013"/>
                </a:cubicBezTo>
                <a:lnTo>
                  <a:pt x="455681" y="4014623"/>
                </a:lnTo>
                <a:cubicBezTo>
                  <a:pt x="388667" y="3918159"/>
                  <a:pt x="328762" y="3817633"/>
                  <a:pt x="275958" y="3714069"/>
                </a:cubicBezTo>
                <a:lnTo>
                  <a:pt x="719675" y="3284553"/>
                </a:lnTo>
                <a:cubicBezTo>
                  <a:pt x="670941" y="3161695"/>
                  <a:pt x="635394" y="3034777"/>
                  <a:pt x="612049" y="2905815"/>
                </a:cubicBezTo>
                <a:lnTo>
                  <a:pt x="7902" y="2754529"/>
                </a:lnTo>
                <a:cubicBezTo>
                  <a:pt x="-1233" y="2640798"/>
                  <a:pt x="-2255" y="2526063"/>
                  <a:pt x="3841" y="2412341"/>
                </a:cubicBezTo>
                <a:lnTo>
                  <a:pt x="602905" y="2262060"/>
                </a:lnTo>
                <a:cubicBezTo>
                  <a:pt x="623211" y="2128032"/>
                  <a:pt x="657735" y="1995009"/>
                  <a:pt x="705456" y="1867077"/>
                </a:cubicBezTo>
                <a:lnTo>
                  <a:pt x="258700" y="1435535"/>
                </a:lnTo>
                <a:cubicBezTo>
                  <a:pt x="308447" y="1335010"/>
                  <a:pt x="363278" y="1237533"/>
                  <a:pt x="426230" y="1143104"/>
                </a:cubicBezTo>
                <a:lnTo>
                  <a:pt x="1022255" y="1313691"/>
                </a:lnTo>
                <a:cubicBezTo>
                  <a:pt x="1064902" y="1260887"/>
                  <a:pt x="1111610" y="1209104"/>
                  <a:pt x="1160344" y="1160370"/>
                </a:cubicBezTo>
                <a:cubicBezTo>
                  <a:pt x="1209078" y="1111627"/>
                  <a:pt x="1260869" y="1064919"/>
                  <a:pt x="1313665" y="1022272"/>
                </a:cubicBezTo>
                <a:lnTo>
                  <a:pt x="1143086" y="426239"/>
                </a:lnTo>
                <a:cubicBezTo>
                  <a:pt x="1237515" y="363286"/>
                  <a:pt x="1334984" y="307443"/>
                  <a:pt x="1435509" y="258700"/>
                </a:cubicBezTo>
                <a:lnTo>
                  <a:pt x="1867042" y="705474"/>
                </a:lnTo>
                <a:cubicBezTo>
                  <a:pt x="1995996" y="657753"/>
                  <a:pt x="2127989" y="623228"/>
                  <a:pt x="2262016" y="602923"/>
                </a:cubicBezTo>
                <a:lnTo>
                  <a:pt x="2412289" y="3841"/>
                </a:lnTo>
                <a:cubicBezTo>
                  <a:pt x="2469150" y="793"/>
                  <a:pt x="2526264" y="-476"/>
                  <a:pt x="2583378" y="160"/>
                </a:cubicBezTo>
                <a:close/>
              </a:path>
            </a:pathLst>
          </a:custGeom>
          <a:solidFill>
            <a:schemeClr val="bg1">
              <a:lumMod val="95000"/>
            </a:schemeClr>
          </a:solidFill>
          <a:ln w="1152" cap="flat">
            <a:noFill/>
            <a:prstDash val="solid"/>
            <a:miter/>
          </a:ln>
        </p:spPr>
        <p:txBody>
          <a:bodyPr wrap="square" rtlCol="0" anchor="ctr">
            <a:noAutofit/>
          </a:bodyPr>
          <a:lstStyle/>
          <a:p>
            <a:pPr defTabSz="554492"/>
            <a:endParaRPr lang="en-GB" sz="1092" kern="0">
              <a:solidFill>
                <a:sysClr val="windowText" lastClr="000000"/>
              </a:solidFill>
            </a:endParaRPr>
          </a:p>
        </p:txBody>
      </p:sp>
      <p:sp>
        <p:nvSpPr>
          <p:cNvPr id="7" name="Oval 6">
            <a:extLst>
              <a:ext uri="{FF2B5EF4-FFF2-40B4-BE49-F238E27FC236}">
                <a16:creationId xmlns:a16="http://schemas.microsoft.com/office/drawing/2014/main" id="{84BA7A64-477D-1613-EEFF-DE6A8C2F12C6}"/>
              </a:ext>
            </a:extLst>
          </p:cNvPr>
          <p:cNvSpPr/>
          <p:nvPr/>
        </p:nvSpPr>
        <p:spPr>
          <a:xfrm flipH="1">
            <a:off x="3675362" y="1671838"/>
            <a:ext cx="3600000" cy="3469475"/>
          </a:xfrm>
          <a:prstGeom prst="ellipse">
            <a:avLst/>
          </a:prstGeom>
          <a:solidFill>
            <a:srgbClr val="165363"/>
          </a:solidFill>
          <a:ln w="19050" cap="flat" cmpd="sng" algn="ctr">
            <a:noFill/>
            <a:prstDash val="solid"/>
            <a:miter lim="800000"/>
          </a:ln>
          <a:effectLst/>
        </p:spPr>
        <p:txBody>
          <a:bodyPr rtlCol="0" anchor="ctr"/>
          <a:lstStyle/>
          <a:p>
            <a:pPr defTabSz="554492"/>
            <a:endParaRPr lang="en-GB" sz="1092" kern="0">
              <a:solidFill>
                <a:sysClr val="windowText" lastClr="000000"/>
              </a:solidFill>
            </a:endParaRPr>
          </a:p>
        </p:txBody>
      </p:sp>
      <p:grpSp>
        <p:nvGrpSpPr>
          <p:cNvPr id="10" name="object 8">
            <a:extLst>
              <a:ext uri="{FF2B5EF4-FFF2-40B4-BE49-F238E27FC236}">
                <a16:creationId xmlns:a16="http://schemas.microsoft.com/office/drawing/2014/main" id="{E3391E6F-D874-C0EB-C7C4-16F957862279}"/>
              </a:ext>
            </a:extLst>
          </p:cNvPr>
          <p:cNvGrpSpPr/>
          <p:nvPr/>
        </p:nvGrpSpPr>
        <p:grpSpPr>
          <a:xfrm rot="5596563">
            <a:off x="7946846" y="236448"/>
            <a:ext cx="5276699" cy="4294625"/>
            <a:chOff x="0" y="0"/>
            <a:chExt cx="8701667" cy="7082154"/>
          </a:xfrm>
        </p:grpSpPr>
        <p:sp>
          <p:nvSpPr>
            <p:cNvPr id="13" name="object 10">
              <a:extLst>
                <a:ext uri="{FF2B5EF4-FFF2-40B4-BE49-F238E27FC236}">
                  <a16:creationId xmlns:a16="http://schemas.microsoft.com/office/drawing/2014/main" id="{08F1DBCF-600C-BA26-CF44-E59BAC52FB56}"/>
                </a:ext>
              </a:extLst>
            </p:cNvPr>
            <p:cNvSpPr/>
            <p:nvPr/>
          </p:nvSpPr>
          <p:spPr>
            <a:xfrm>
              <a:off x="0" y="0"/>
              <a:ext cx="6506209" cy="5866765"/>
            </a:xfrm>
            <a:custGeom>
              <a:avLst/>
              <a:gdLst/>
              <a:ahLst/>
              <a:cxnLst/>
              <a:rect l="l" t="t" r="r" b="b"/>
              <a:pathLst>
                <a:path w="6506209" h="5866765">
                  <a:moveTo>
                    <a:pt x="0" y="5862801"/>
                  </a:moveTo>
                  <a:lnTo>
                    <a:pt x="868" y="5862792"/>
                  </a:lnTo>
                  <a:lnTo>
                    <a:pt x="30900" y="5862574"/>
                  </a:lnTo>
                  <a:lnTo>
                    <a:pt x="81643" y="5862606"/>
                  </a:lnTo>
                  <a:lnTo>
                    <a:pt x="132385" y="5862637"/>
                  </a:lnTo>
                  <a:lnTo>
                    <a:pt x="183127" y="5862669"/>
                  </a:lnTo>
                  <a:lnTo>
                    <a:pt x="233870" y="5862701"/>
                  </a:lnTo>
                  <a:lnTo>
                    <a:pt x="284612" y="5862732"/>
                  </a:lnTo>
                  <a:lnTo>
                    <a:pt x="335354" y="5862764"/>
                  </a:lnTo>
                  <a:lnTo>
                    <a:pt x="386097" y="5862796"/>
                  </a:lnTo>
                  <a:lnTo>
                    <a:pt x="436839" y="5862827"/>
                  </a:lnTo>
                  <a:lnTo>
                    <a:pt x="487581" y="5862859"/>
                  </a:lnTo>
                  <a:lnTo>
                    <a:pt x="538324" y="5862891"/>
                  </a:lnTo>
                  <a:lnTo>
                    <a:pt x="589066" y="5862922"/>
                  </a:lnTo>
                  <a:lnTo>
                    <a:pt x="639808" y="5862954"/>
                  </a:lnTo>
                  <a:lnTo>
                    <a:pt x="690551" y="5862985"/>
                  </a:lnTo>
                  <a:lnTo>
                    <a:pt x="741293" y="5863017"/>
                  </a:lnTo>
                  <a:lnTo>
                    <a:pt x="792035" y="5863049"/>
                  </a:lnTo>
                  <a:lnTo>
                    <a:pt x="842778" y="5863080"/>
                  </a:lnTo>
                  <a:lnTo>
                    <a:pt x="893520" y="5863112"/>
                  </a:lnTo>
                  <a:lnTo>
                    <a:pt x="944262" y="5863143"/>
                  </a:lnTo>
                  <a:lnTo>
                    <a:pt x="995005" y="5863175"/>
                  </a:lnTo>
                  <a:lnTo>
                    <a:pt x="1045747" y="5863207"/>
                  </a:lnTo>
                  <a:lnTo>
                    <a:pt x="1096489" y="5863238"/>
                  </a:lnTo>
                  <a:lnTo>
                    <a:pt x="1147231" y="5863270"/>
                  </a:lnTo>
                  <a:lnTo>
                    <a:pt x="1197974" y="5863301"/>
                  </a:lnTo>
                  <a:lnTo>
                    <a:pt x="1248716" y="5863333"/>
                  </a:lnTo>
                  <a:lnTo>
                    <a:pt x="1299458" y="5863364"/>
                  </a:lnTo>
                  <a:lnTo>
                    <a:pt x="1350201" y="5863396"/>
                  </a:lnTo>
                  <a:lnTo>
                    <a:pt x="1400943" y="5863428"/>
                  </a:lnTo>
                  <a:lnTo>
                    <a:pt x="1451685" y="5863459"/>
                  </a:lnTo>
                  <a:lnTo>
                    <a:pt x="1502427" y="5863491"/>
                  </a:lnTo>
                  <a:lnTo>
                    <a:pt x="1553170" y="5863522"/>
                  </a:lnTo>
                  <a:lnTo>
                    <a:pt x="1603912" y="5863554"/>
                  </a:lnTo>
                  <a:lnTo>
                    <a:pt x="1654654" y="5863585"/>
                  </a:lnTo>
                  <a:lnTo>
                    <a:pt x="1705396" y="5863617"/>
                  </a:lnTo>
                  <a:lnTo>
                    <a:pt x="1756139" y="5863648"/>
                  </a:lnTo>
                  <a:lnTo>
                    <a:pt x="1806881" y="5863680"/>
                  </a:lnTo>
                  <a:lnTo>
                    <a:pt x="1857623" y="5863711"/>
                  </a:lnTo>
                  <a:lnTo>
                    <a:pt x="1908365" y="5863743"/>
                  </a:lnTo>
                  <a:lnTo>
                    <a:pt x="1959108" y="5863774"/>
                  </a:lnTo>
                  <a:lnTo>
                    <a:pt x="2009850" y="5863806"/>
                  </a:lnTo>
                  <a:lnTo>
                    <a:pt x="2060592" y="5863837"/>
                  </a:lnTo>
                  <a:lnTo>
                    <a:pt x="2111334" y="5863869"/>
                  </a:lnTo>
                  <a:lnTo>
                    <a:pt x="2162077" y="5863900"/>
                  </a:lnTo>
                  <a:lnTo>
                    <a:pt x="2212819" y="5863931"/>
                  </a:lnTo>
                  <a:lnTo>
                    <a:pt x="2263561" y="5863963"/>
                  </a:lnTo>
                  <a:lnTo>
                    <a:pt x="2314303" y="5863994"/>
                  </a:lnTo>
                  <a:lnTo>
                    <a:pt x="2365046" y="5864026"/>
                  </a:lnTo>
                  <a:lnTo>
                    <a:pt x="2415788" y="5864057"/>
                  </a:lnTo>
                  <a:lnTo>
                    <a:pt x="2466530" y="5864089"/>
                  </a:lnTo>
                  <a:lnTo>
                    <a:pt x="2517272" y="5864120"/>
                  </a:lnTo>
                  <a:lnTo>
                    <a:pt x="2568015" y="5864151"/>
                  </a:lnTo>
                  <a:lnTo>
                    <a:pt x="2618757" y="5864183"/>
                  </a:lnTo>
                  <a:lnTo>
                    <a:pt x="2669499" y="5864214"/>
                  </a:lnTo>
                  <a:lnTo>
                    <a:pt x="2720241" y="5864245"/>
                  </a:lnTo>
                  <a:lnTo>
                    <a:pt x="2770984" y="5864277"/>
                  </a:lnTo>
                  <a:lnTo>
                    <a:pt x="2821726" y="5864308"/>
                  </a:lnTo>
                  <a:lnTo>
                    <a:pt x="2872468" y="5864340"/>
                  </a:lnTo>
                  <a:lnTo>
                    <a:pt x="2923210" y="5864371"/>
                  </a:lnTo>
                  <a:lnTo>
                    <a:pt x="2973953" y="5864402"/>
                  </a:lnTo>
                  <a:lnTo>
                    <a:pt x="3024695" y="5864433"/>
                  </a:lnTo>
                  <a:lnTo>
                    <a:pt x="3075437" y="5864465"/>
                  </a:lnTo>
                  <a:lnTo>
                    <a:pt x="3126179" y="5864496"/>
                  </a:lnTo>
                  <a:lnTo>
                    <a:pt x="3176921" y="5864527"/>
                  </a:lnTo>
                  <a:lnTo>
                    <a:pt x="3227664" y="5864559"/>
                  </a:lnTo>
                  <a:lnTo>
                    <a:pt x="3278406" y="5864590"/>
                  </a:lnTo>
                  <a:lnTo>
                    <a:pt x="3329148" y="5864621"/>
                  </a:lnTo>
                  <a:lnTo>
                    <a:pt x="3379890" y="5864653"/>
                  </a:lnTo>
                  <a:lnTo>
                    <a:pt x="3430633" y="5864684"/>
                  </a:lnTo>
                  <a:lnTo>
                    <a:pt x="3481375" y="5864715"/>
                  </a:lnTo>
                  <a:lnTo>
                    <a:pt x="3532117" y="5864746"/>
                  </a:lnTo>
                  <a:lnTo>
                    <a:pt x="3582859" y="5864778"/>
                  </a:lnTo>
                  <a:lnTo>
                    <a:pt x="3633602" y="5864809"/>
                  </a:lnTo>
                  <a:lnTo>
                    <a:pt x="3684344" y="5864840"/>
                  </a:lnTo>
                  <a:lnTo>
                    <a:pt x="3735086" y="5864871"/>
                  </a:lnTo>
                  <a:lnTo>
                    <a:pt x="3785828" y="5864902"/>
                  </a:lnTo>
                  <a:lnTo>
                    <a:pt x="3836571" y="5864934"/>
                  </a:lnTo>
                  <a:lnTo>
                    <a:pt x="3887313" y="5864965"/>
                  </a:lnTo>
                  <a:lnTo>
                    <a:pt x="3938055" y="5864996"/>
                  </a:lnTo>
                  <a:lnTo>
                    <a:pt x="3988797" y="5865027"/>
                  </a:lnTo>
                  <a:lnTo>
                    <a:pt x="4039540" y="5865058"/>
                  </a:lnTo>
                  <a:lnTo>
                    <a:pt x="4090282" y="5865089"/>
                  </a:lnTo>
                  <a:lnTo>
                    <a:pt x="4141024" y="5865121"/>
                  </a:lnTo>
                  <a:lnTo>
                    <a:pt x="4191767" y="5865152"/>
                  </a:lnTo>
                  <a:lnTo>
                    <a:pt x="4242509" y="5865183"/>
                  </a:lnTo>
                  <a:lnTo>
                    <a:pt x="4293251" y="5865214"/>
                  </a:lnTo>
                  <a:lnTo>
                    <a:pt x="4343993" y="5865245"/>
                  </a:lnTo>
                  <a:lnTo>
                    <a:pt x="4394736" y="5865276"/>
                  </a:lnTo>
                  <a:lnTo>
                    <a:pt x="4445478" y="5865307"/>
                  </a:lnTo>
                  <a:lnTo>
                    <a:pt x="4496220" y="5865338"/>
                  </a:lnTo>
                  <a:lnTo>
                    <a:pt x="4546962" y="5865369"/>
                  </a:lnTo>
                  <a:lnTo>
                    <a:pt x="4597705" y="5865401"/>
                  </a:lnTo>
                  <a:lnTo>
                    <a:pt x="4648447" y="5865432"/>
                  </a:lnTo>
                  <a:lnTo>
                    <a:pt x="4699189" y="5865463"/>
                  </a:lnTo>
                  <a:lnTo>
                    <a:pt x="4749932" y="5865494"/>
                  </a:lnTo>
                  <a:lnTo>
                    <a:pt x="4800674" y="5865525"/>
                  </a:lnTo>
                  <a:lnTo>
                    <a:pt x="4851416" y="5865556"/>
                  </a:lnTo>
                  <a:lnTo>
                    <a:pt x="4902159" y="5865587"/>
                  </a:lnTo>
                  <a:lnTo>
                    <a:pt x="4952901" y="5865618"/>
                  </a:lnTo>
                  <a:lnTo>
                    <a:pt x="5003643" y="5865649"/>
                  </a:lnTo>
                  <a:lnTo>
                    <a:pt x="5054385" y="5865680"/>
                  </a:lnTo>
                  <a:lnTo>
                    <a:pt x="5105128" y="5865711"/>
                  </a:lnTo>
                  <a:lnTo>
                    <a:pt x="5155870" y="5865742"/>
                  </a:lnTo>
                  <a:lnTo>
                    <a:pt x="5206612" y="5865773"/>
                  </a:lnTo>
                  <a:lnTo>
                    <a:pt x="5257355" y="5865804"/>
                  </a:lnTo>
                  <a:lnTo>
                    <a:pt x="5308097" y="5865834"/>
                  </a:lnTo>
                  <a:lnTo>
                    <a:pt x="5358839" y="5865865"/>
                  </a:lnTo>
                  <a:lnTo>
                    <a:pt x="5409582" y="5865896"/>
                  </a:lnTo>
                  <a:lnTo>
                    <a:pt x="5460324" y="5865927"/>
                  </a:lnTo>
                  <a:lnTo>
                    <a:pt x="5511067" y="5865958"/>
                  </a:lnTo>
                  <a:lnTo>
                    <a:pt x="5561809" y="5865989"/>
                  </a:lnTo>
                  <a:lnTo>
                    <a:pt x="5612551" y="5866020"/>
                  </a:lnTo>
                  <a:lnTo>
                    <a:pt x="5663294" y="5866051"/>
                  </a:lnTo>
                  <a:lnTo>
                    <a:pt x="5714036" y="5866082"/>
                  </a:lnTo>
                  <a:lnTo>
                    <a:pt x="5749061" y="5866251"/>
                  </a:lnTo>
                  <a:lnTo>
                    <a:pt x="5784090" y="5866481"/>
                  </a:lnTo>
                  <a:lnTo>
                    <a:pt x="5819110" y="5866398"/>
                  </a:lnTo>
                  <a:lnTo>
                    <a:pt x="5854105" y="5865631"/>
                  </a:lnTo>
                  <a:lnTo>
                    <a:pt x="5904153" y="5862458"/>
                  </a:lnTo>
                  <a:lnTo>
                    <a:pt x="5952623" y="5856572"/>
                  </a:lnTo>
                  <a:lnTo>
                    <a:pt x="5999458" y="5848053"/>
                  </a:lnTo>
                  <a:lnTo>
                    <a:pt x="6044602" y="5836979"/>
                  </a:lnTo>
                  <a:lnTo>
                    <a:pt x="6087997" y="5823429"/>
                  </a:lnTo>
                  <a:lnTo>
                    <a:pt x="6129588" y="5807481"/>
                  </a:lnTo>
                  <a:lnTo>
                    <a:pt x="6169318" y="5789215"/>
                  </a:lnTo>
                  <a:lnTo>
                    <a:pt x="6207131" y="5768708"/>
                  </a:lnTo>
                  <a:lnTo>
                    <a:pt x="6242971" y="5746040"/>
                  </a:lnTo>
                  <a:lnTo>
                    <a:pt x="6276780" y="5721288"/>
                  </a:lnTo>
                  <a:lnTo>
                    <a:pt x="6308502" y="5694533"/>
                  </a:lnTo>
                  <a:lnTo>
                    <a:pt x="6338082" y="5665851"/>
                  </a:lnTo>
                  <a:lnTo>
                    <a:pt x="6365462" y="5635323"/>
                  </a:lnTo>
                  <a:lnTo>
                    <a:pt x="6390586" y="5603025"/>
                  </a:lnTo>
                  <a:lnTo>
                    <a:pt x="6413398" y="5569038"/>
                  </a:lnTo>
                  <a:lnTo>
                    <a:pt x="6433841" y="5533440"/>
                  </a:lnTo>
                  <a:lnTo>
                    <a:pt x="6451859" y="5496309"/>
                  </a:lnTo>
                  <a:lnTo>
                    <a:pt x="6467395" y="5457724"/>
                  </a:lnTo>
                  <a:lnTo>
                    <a:pt x="6480393" y="5417763"/>
                  </a:lnTo>
                  <a:lnTo>
                    <a:pt x="6490796" y="5376506"/>
                  </a:lnTo>
                  <a:lnTo>
                    <a:pt x="6498548" y="5334031"/>
                  </a:lnTo>
                  <a:lnTo>
                    <a:pt x="6503593" y="5290415"/>
                  </a:lnTo>
                  <a:lnTo>
                    <a:pt x="6505874" y="5245739"/>
                  </a:lnTo>
                  <a:lnTo>
                    <a:pt x="6505335" y="5200081"/>
                  </a:lnTo>
                  <a:lnTo>
                    <a:pt x="6501919" y="5153519"/>
                  </a:lnTo>
                  <a:lnTo>
                    <a:pt x="6495570" y="5106132"/>
                  </a:lnTo>
                  <a:lnTo>
                    <a:pt x="6486230" y="5057998"/>
                  </a:lnTo>
                  <a:lnTo>
                    <a:pt x="6473845" y="5009197"/>
                  </a:lnTo>
                  <a:lnTo>
                    <a:pt x="6459160" y="4963284"/>
                  </a:lnTo>
                  <a:lnTo>
                    <a:pt x="6441765" y="4918713"/>
                  </a:lnTo>
                  <a:lnTo>
                    <a:pt x="6421959" y="4875273"/>
                  </a:lnTo>
                  <a:lnTo>
                    <a:pt x="6400041" y="4832753"/>
                  </a:lnTo>
                  <a:lnTo>
                    <a:pt x="6376309" y="4790942"/>
                  </a:lnTo>
                  <a:lnTo>
                    <a:pt x="6351355" y="4748743"/>
                  </a:lnTo>
                  <a:lnTo>
                    <a:pt x="6324330" y="4703114"/>
                  </a:lnTo>
                  <a:lnTo>
                    <a:pt x="6295288" y="4654145"/>
                  </a:lnTo>
                  <a:lnTo>
                    <a:pt x="6264282" y="4601922"/>
                  </a:lnTo>
                  <a:lnTo>
                    <a:pt x="6231364" y="4546535"/>
                  </a:lnTo>
                  <a:lnTo>
                    <a:pt x="6196588" y="4488070"/>
                  </a:lnTo>
                  <a:lnTo>
                    <a:pt x="6160005" y="4426616"/>
                  </a:lnTo>
                  <a:lnTo>
                    <a:pt x="6121669" y="4362262"/>
                  </a:lnTo>
                  <a:lnTo>
                    <a:pt x="6101860" y="4329024"/>
                  </a:lnTo>
                  <a:lnTo>
                    <a:pt x="6081633" y="4295095"/>
                  </a:lnTo>
                  <a:lnTo>
                    <a:pt x="6060994" y="4260484"/>
                  </a:lnTo>
                  <a:lnTo>
                    <a:pt x="6039949" y="4225203"/>
                  </a:lnTo>
                  <a:lnTo>
                    <a:pt x="6018506" y="4189263"/>
                  </a:lnTo>
                  <a:lnTo>
                    <a:pt x="5996671" y="4152675"/>
                  </a:lnTo>
                  <a:lnTo>
                    <a:pt x="5974450" y="4115449"/>
                  </a:lnTo>
                  <a:lnTo>
                    <a:pt x="5951850" y="4077598"/>
                  </a:lnTo>
                  <a:lnTo>
                    <a:pt x="5928879" y="4039131"/>
                  </a:lnTo>
                  <a:lnTo>
                    <a:pt x="5905541" y="4000061"/>
                  </a:lnTo>
                  <a:lnTo>
                    <a:pt x="5881844" y="3960397"/>
                  </a:lnTo>
                  <a:lnTo>
                    <a:pt x="5857795" y="3920152"/>
                  </a:lnTo>
                  <a:lnTo>
                    <a:pt x="5833400" y="3879335"/>
                  </a:lnTo>
                  <a:lnTo>
                    <a:pt x="5808665" y="3837958"/>
                  </a:lnTo>
                  <a:lnTo>
                    <a:pt x="5783598" y="3796033"/>
                  </a:lnTo>
                  <a:lnTo>
                    <a:pt x="5758205" y="3753569"/>
                  </a:lnTo>
                  <a:lnTo>
                    <a:pt x="5732493" y="3710578"/>
                  </a:lnTo>
                  <a:lnTo>
                    <a:pt x="5706467" y="3667072"/>
                  </a:lnTo>
                  <a:lnTo>
                    <a:pt x="5680135" y="3623060"/>
                  </a:lnTo>
                  <a:lnTo>
                    <a:pt x="5653504" y="3578555"/>
                  </a:lnTo>
                  <a:lnTo>
                    <a:pt x="5626579" y="3533566"/>
                  </a:lnTo>
                  <a:lnTo>
                    <a:pt x="5599368" y="3488106"/>
                  </a:lnTo>
                  <a:lnTo>
                    <a:pt x="5571877" y="3442185"/>
                  </a:lnTo>
                  <a:lnTo>
                    <a:pt x="5544113" y="3395813"/>
                  </a:lnTo>
                  <a:lnTo>
                    <a:pt x="5516082" y="3349003"/>
                  </a:lnTo>
                  <a:lnTo>
                    <a:pt x="5487791" y="3301765"/>
                  </a:lnTo>
                  <a:lnTo>
                    <a:pt x="5459247" y="3254111"/>
                  </a:lnTo>
                  <a:lnTo>
                    <a:pt x="5430456" y="3206050"/>
                  </a:lnTo>
                  <a:lnTo>
                    <a:pt x="5401424" y="3157594"/>
                  </a:lnTo>
                  <a:lnTo>
                    <a:pt x="5372159" y="3108755"/>
                  </a:lnTo>
                  <a:lnTo>
                    <a:pt x="5342667" y="3059543"/>
                  </a:lnTo>
                  <a:lnTo>
                    <a:pt x="5312954" y="3009969"/>
                  </a:lnTo>
                  <a:lnTo>
                    <a:pt x="5283027" y="2960044"/>
                  </a:lnTo>
                  <a:lnTo>
                    <a:pt x="5252894" y="2909780"/>
                  </a:lnTo>
                  <a:lnTo>
                    <a:pt x="5222559" y="2859187"/>
                  </a:lnTo>
                  <a:lnTo>
                    <a:pt x="5192030" y="2808275"/>
                  </a:lnTo>
                  <a:lnTo>
                    <a:pt x="5161314" y="2757058"/>
                  </a:lnTo>
                  <a:lnTo>
                    <a:pt x="5130417" y="2705544"/>
                  </a:lnTo>
                  <a:lnTo>
                    <a:pt x="5099346" y="2653746"/>
                  </a:lnTo>
                  <a:lnTo>
                    <a:pt x="5068107" y="2601674"/>
                  </a:lnTo>
                  <a:lnTo>
                    <a:pt x="5036707" y="2549340"/>
                  </a:lnTo>
                  <a:lnTo>
                    <a:pt x="5005153" y="2496753"/>
                  </a:lnTo>
                  <a:lnTo>
                    <a:pt x="4973451" y="2443926"/>
                  </a:lnTo>
                  <a:lnTo>
                    <a:pt x="4941607" y="2390870"/>
                  </a:lnTo>
                  <a:lnTo>
                    <a:pt x="4909629" y="2337594"/>
                  </a:lnTo>
                  <a:lnTo>
                    <a:pt x="4877523" y="2284112"/>
                  </a:lnTo>
                  <a:lnTo>
                    <a:pt x="4845295" y="2230432"/>
                  </a:lnTo>
                  <a:lnTo>
                    <a:pt x="4812953" y="2176567"/>
                  </a:lnTo>
                  <a:lnTo>
                    <a:pt x="4780502" y="2122527"/>
                  </a:lnTo>
                  <a:lnTo>
                    <a:pt x="4747950" y="2068324"/>
                  </a:lnTo>
                  <a:lnTo>
                    <a:pt x="4715302" y="2013968"/>
                  </a:lnTo>
                  <a:lnTo>
                    <a:pt x="4682566" y="1959471"/>
                  </a:lnTo>
                  <a:lnTo>
                    <a:pt x="4649749" y="1904843"/>
                  </a:lnTo>
                  <a:lnTo>
                    <a:pt x="4616856" y="1850095"/>
                  </a:lnTo>
                  <a:lnTo>
                    <a:pt x="4583894" y="1795239"/>
                  </a:lnTo>
                  <a:lnTo>
                    <a:pt x="4550870" y="1740285"/>
                  </a:lnTo>
                  <a:lnTo>
                    <a:pt x="4517791" y="1685245"/>
                  </a:lnTo>
                  <a:lnTo>
                    <a:pt x="4484663" y="1630130"/>
                  </a:lnTo>
                  <a:lnTo>
                    <a:pt x="4451493" y="1574950"/>
                  </a:lnTo>
                  <a:lnTo>
                    <a:pt x="4418287" y="1519716"/>
                  </a:lnTo>
                  <a:lnTo>
                    <a:pt x="4385052" y="1464440"/>
                  </a:lnTo>
                  <a:lnTo>
                    <a:pt x="4351795" y="1409133"/>
                  </a:lnTo>
                  <a:lnTo>
                    <a:pt x="4318522" y="1353805"/>
                  </a:lnTo>
                  <a:lnTo>
                    <a:pt x="4285239" y="1298468"/>
                  </a:lnTo>
                  <a:lnTo>
                    <a:pt x="4251954" y="1243132"/>
                  </a:lnTo>
                  <a:lnTo>
                    <a:pt x="4218673" y="1187809"/>
                  </a:lnTo>
                  <a:lnTo>
                    <a:pt x="4185402" y="1132510"/>
                  </a:lnTo>
                  <a:lnTo>
                    <a:pt x="4152149" y="1077245"/>
                  </a:lnTo>
                  <a:lnTo>
                    <a:pt x="4118919" y="1022026"/>
                  </a:lnTo>
                  <a:lnTo>
                    <a:pt x="4085720" y="966864"/>
                  </a:lnTo>
                  <a:lnTo>
                    <a:pt x="4052558" y="911769"/>
                  </a:lnTo>
                  <a:lnTo>
                    <a:pt x="4019439" y="856753"/>
                  </a:lnTo>
                  <a:lnTo>
                    <a:pt x="3986371" y="801826"/>
                  </a:lnTo>
                  <a:lnTo>
                    <a:pt x="3953359" y="747001"/>
                  </a:lnTo>
                  <a:lnTo>
                    <a:pt x="3920411" y="692287"/>
                  </a:lnTo>
                  <a:lnTo>
                    <a:pt x="3887532" y="637695"/>
                  </a:lnTo>
                  <a:lnTo>
                    <a:pt x="3854730" y="583238"/>
                  </a:lnTo>
                  <a:lnTo>
                    <a:pt x="3822012" y="528925"/>
                  </a:lnTo>
                  <a:lnTo>
                    <a:pt x="3789383" y="474768"/>
                  </a:lnTo>
                  <a:lnTo>
                    <a:pt x="3756850" y="420778"/>
                  </a:lnTo>
                  <a:lnTo>
                    <a:pt x="3724421" y="366965"/>
                  </a:lnTo>
                  <a:lnTo>
                    <a:pt x="3692101" y="313342"/>
                  </a:lnTo>
                  <a:lnTo>
                    <a:pt x="3659897" y="259918"/>
                  </a:lnTo>
                  <a:lnTo>
                    <a:pt x="3627816" y="206705"/>
                  </a:lnTo>
                  <a:lnTo>
                    <a:pt x="3595864" y="153714"/>
                  </a:lnTo>
                  <a:lnTo>
                    <a:pt x="3564048" y="100956"/>
                  </a:lnTo>
                  <a:lnTo>
                    <a:pt x="3532375" y="48441"/>
                  </a:lnTo>
                  <a:lnTo>
                    <a:pt x="3503155" y="0"/>
                  </a:lnTo>
                </a:path>
              </a:pathLst>
            </a:custGeom>
            <a:ln w="31412">
              <a:solidFill>
                <a:srgbClr val="FFFFFF"/>
              </a:solidFill>
            </a:ln>
          </p:spPr>
          <p:txBody>
            <a:bodyPr wrap="square" lIns="0" tIns="0" rIns="0" bIns="0" rtlCol="0"/>
            <a:lstStyle/>
            <a:p>
              <a:pPr defTabSz="554492"/>
              <a:endParaRPr sz="1092" kern="0">
                <a:solidFill>
                  <a:sysClr val="windowText" lastClr="000000"/>
                </a:solidFill>
              </a:endParaRPr>
            </a:p>
          </p:txBody>
        </p:sp>
        <p:sp>
          <p:nvSpPr>
            <p:cNvPr id="14" name="object 11">
              <a:extLst>
                <a:ext uri="{FF2B5EF4-FFF2-40B4-BE49-F238E27FC236}">
                  <a16:creationId xmlns:a16="http://schemas.microsoft.com/office/drawing/2014/main" id="{DFB19322-D328-6050-F3D4-FB69C730BC7E}"/>
                </a:ext>
              </a:extLst>
            </p:cNvPr>
            <p:cNvSpPr/>
            <p:nvPr/>
          </p:nvSpPr>
          <p:spPr>
            <a:xfrm>
              <a:off x="0" y="0"/>
              <a:ext cx="4424045" cy="4857115"/>
            </a:xfrm>
            <a:custGeom>
              <a:avLst/>
              <a:gdLst/>
              <a:ahLst/>
              <a:cxnLst/>
              <a:rect l="l" t="t" r="r" b="b"/>
              <a:pathLst>
                <a:path w="4424045" h="4857115">
                  <a:moveTo>
                    <a:pt x="0" y="4854300"/>
                  </a:moveTo>
                  <a:lnTo>
                    <a:pt x="79877" y="4854350"/>
                  </a:lnTo>
                  <a:lnTo>
                    <a:pt x="130619" y="4854381"/>
                  </a:lnTo>
                  <a:lnTo>
                    <a:pt x="181362" y="4854412"/>
                  </a:lnTo>
                  <a:lnTo>
                    <a:pt x="232104" y="4854444"/>
                  </a:lnTo>
                  <a:lnTo>
                    <a:pt x="282846" y="4854475"/>
                  </a:lnTo>
                  <a:lnTo>
                    <a:pt x="333588" y="4854507"/>
                  </a:lnTo>
                  <a:lnTo>
                    <a:pt x="384331" y="4854538"/>
                  </a:lnTo>
                  <a:lnTo>
                    <a:pt x="435073" y="4854570"/>
                  </a:lnTo>
                  <a:lnTo>
                    <a:pt x="485815" y="4854601"/>
                  </a:lnTo>
                  <a:lnTo>
                    <a:pt x="536557" y="4854632"/>
                  </a:lnTo>
                  <a:lnTo>
                    <a:pt x="587300" y="4854664"/>
                  </a:lnTo>
                  <a:lnTo>
                    <a:pt x="638042" y="4854695"/>
                  </a:lnTo>
                  <a:lnTo>
                    <a:pt x="688784" y="4854726"/>
                  </a:lnTo>
                  <a:lnTo>
                    <a:pt x="739526" y="4854758"/>
                  </a:lnTo>
                  <a:lnTo>
                    <a:pt x="790269" y="4854789"/>
                  </a:lnTo>
                  <a:lnTo>
                    <a:pt x="841011" y="4854820"/>
                  </a:lnTo>
                  <a:lnTo>
                    <a:pt x="891753" y="4854852"/>
                  </a:lnTo>
                  <a:lnTo>
                    <a:pt x="942495" y="4854883"/>
                  </a:lnTo>
                  <a:lnTo>
                    <a:pt x="993238" y="4854914"/>
                  </a:lnTo>
                  <a:lnTo>
                    <a:pt x="1043980" y="4854946"/>
                  </a:lnTo>
                  <a:lnTo>
                    <a:pt x="1094722" y="4854977"/>
                  </a:lnTo>
                  <a:lnTo>
                    <a:pt x="1145464" y="4855008"/>
                  </a:lnTo>
                  <a:lnTo>
                    <a:pt x="1196207" y="4855040"/>
                  </a:lnTo>
                  <a:lnTo>
                    <a:pt x="1246949" y="4855071"/>
                  </a:lnTo>
                  <a:lnTo>
                    <a:pt x="1297691" y="4855102"/>
                  </a:lnTo>
                  <a:lnTo>
                    <a:pt x="1348433" y="4855133"/>
                  </a:lnTo>
                  <a:lnTo>
                    <a:pt x="1399175" y="4855165"/>
                  </a:lnTo>
                  <a:lnTo>
                    <a:pt x="1449918" y="4855196"/>
                  </a:lnTo>
                  <a:lnTo>
                    <a:pt x="1500660" y="4855227"/>
                  </a:lnTo>
                  <a:lnTo>
                    <a:pt x="1551402" y="4855258"/>
                  </a:lnTo>
                  <a:lnTo>
                    <a:pt x="1602144" y="4855290"/>
                  </a:lnTo>
                  <a:lnTo>
                    <a:pt x="1652887" y="4855321"/>
                  </a:lnTo>
                  <a:lnTo>
                    <a:pt x="1703629" y="4855352"/>
                  </a:lnTo>
                  <a:lnTo>
                    <a:pt x="1754371" y="4855383"/>
                  </a:lnTo>
                  <a:lnTo>
                    <a:pt x="1805113" y="4855414"/>
                  </a:lnTo>
                  <a:lnTo>
                    <a:pt x="1855856" y="4855446"/>
                  </a:lnTo>
                  <a:lnTo>
                    <a:pt x="1906598" y="4855477"/>
                  </a:lnTo>
                  <a:lnTo>
                    <a:pt x="1957340" y="4855508"/>
                  </a:lnTo>
                  <a:lnTo>
                    <a:pt x="2008083" y="4855539"/>
                  </a:lnTo>
                  <a:lnTo>
                    <a:pt x="2058825" y="4855570"/>
                  </a:lnTo>
                  <a:lnTo>
                    <a:pt x="2109567" y="4855601"/>
                  </a:lnTo>
                  <a:lnTo>
                    <a:pt x="2160309" y="4855632"/>
                  </a:lnTo>
                  <a:lnTo>
                    <a:pt x="2211052" y="4855664"/>
                  </a:lnTo>
                  <a:lnTo>
                    <a:pt x="2261794" y="4855695"/>
                  </a:lnTo>
                  <a:lnTo>
                    <a:pt x="2312536" y="4855726"/>
                  </a:lnTo>
                  <a:lnTo>
                    <a:pt x="2363278" y="4855757"/>
                  </a:lnTo>
                  <a:lnTo>
                    <a:pt x="2414021" y="4855788"/>
                  </a:lnTo>
                  <a:lnTo>
                    <a:pt x="2464763" y="4855819"/>
                  </a:lnTo>
                  <a:lnTo>
                    <a:pt x="2515505" y="4855850"/>
                  </a:lnTo>
                  <a:lnTo>
                    <a:pt x="2566248" y="4855881"/>
                  </a:lnTo>
                  <a:lnTo>
                    <a:pt x="2616990" y="4855912"/>
                  </a:lnTo>
                  <a:lnTo>
                    <a:pt x="2667732" y="4855943"/>
                  </a:lnTo>
                  <a:lnTo>
                    <a:pt x="2718474" y="4855974"/>
                  </a:lnTo>
                  <a:lnTo>
                    <a:pt x="2769217" y="4856005"/>
                  </a:lnTo>
                  <a:lnTo>
                    <a:pt x="2819959" y="4856036"/>
                  </a:lnTo>
                  <a:lnTo>
                    <a:pt x="2870701" y="4856067"/>
                  </a:lnTo>
                  <a:lnTo>
                    <a:pt x="2921444" y="4856098"/>
                  </a:lnTo>
                  <a:lnTo>
                    <a:pt x="2972186" y="4856129"/>
                  </a:lnTo>
                  <a:lnTo>
                    <a:pt x="3022928" y="4856160"/>
                  </a:lnTo>
                  <a:lnTo>
                    <a:pt x="3073671" y="4856191"/>
                  </a:lnTo>
                  <a:lnTo>
                    <a:pt x="3124413" y="4856222"/>
                  </a:lnTo>
                  <a:lnTo>
                    <a:pt x="3175155" y="4856253"/>
                  </a:lnTo>
                  <a:lnTo>
                    <a:pt x="3225898" y="4856284"/>
                  </a:lnTo>
                  <a:lnTo>
                    <a:pt x="3276640" y="4856315"/>
                  </a:lnTo>
                  <a:lnTo>
                    <a:pt x="3327382" y="4856346"/>
                  </a:lnTo>
                  <a:lnTo>
                    <a:pt x="3378125" y="4856377"/>
                  </a:lnTo>
                  <a:lnTo>
                    <a:pt x="3428867" y="4856408"/>
                  </a:lnTo>
                  <a:lnTo>
                    <a:pt x="3479609" y="4856439"/>
                  </a:lnTo>
                  <a:lnTo>
                    <a:pt x="3530352" y="4856469"/>
                  </a:lnTo>
                  <a:lnTo>
                    <a:pt x="3581094" y="4856500"/>
                  </a:lnTo>
                  <a:lnTo>
                    <a:pt x="3631837" y="4856531"/>
                  </a:lnTo>
                  <a:lnTo>
                    <a:pt x="3666861" y="4856701"/>
                  </a:lnTo>
                  <a:lnTo>
                    <a:pt x="3701891" y="4856930"/>
                  </a:lnTo>
                  <a:lnTo>
                    <a:pt x="3736910" y="4856848"/>
                  </a:lnTo>
                  <a:lnTo>
                    <a:pt x="3771906" y="4856081"/>
                  </a:lnTo>
                  <a:lnTo>
                    <a:pt x="3821954" y="4852907"/>
                  </a:lnTo>
                  <a:lnTo>
                    <a:pt x="3870424" y="4847021"/>
                  </a:lnTo>
                  <a:lnTo>
                    <a:pt x="3917259" y="4838502"/>
                  </a:lnTo>
                  <a:lnTo>
                    <a:pt x="3962402" y="4827428"/>
                  </a:lnTo>
                  <a:lnTo>
                    <a:pt x="4005798" y="4813878"/>
                  </a:lnTo>
                  <a:lnTo>
                    <a:pt x="4047389" y="4797931"/>
                  </a:lnTo>
                  <a:lnTo>
                    <a:pt x="4087119" y="4779664"/>
                  </a:lnTo>
                  <a:lnTo>
                    <a:pt x="4124932" y="4759158"/>
                  </a:lnTo>
                  <a:lnTo>
                    <a:pt x="4160771" y="4736489"/>
                  </a:lnTo>
                  <a:lnTo>
                    <a:pt x="4194580" y="4711738"/>
                  </a:lnTo>
                  <a:lnTo>
                    <a:pt x="4226303" y="4684982"/>
                  </a:lnTo>
                  <a:lnTo>
                    <a:pt x="4255882" y="4656301"/>
                  </a:lnTo>
                  <a:lnTo>
                    <a:pt x="4283262" y="4625772"/>
                  </a:lnTo>
                  <a:lnTo>
                    <a:pt x="4308387" y="4593475"/>
                  </a:lnTo>
                  <a:lnTo>
                    <a:pt x="4331198" y="4559488"/>
                  </a:lnTo>
                  <a:lnTo>
                    <a:pt x="4351641" y="4523890"/>
                  </a:lnTo>
                  <a:lnTo>
                    <a:pt x="4369659" y="4486759"/>
                  </a:lnTo>
                  <a:lnTo>
                    <a:pt x="4385195" y="4448173"/>
                  </a:lnTo>
                  <a:lnTo>
                    <a:pt x="4398193" y="4408213"/>
                  </a:lnTo>
                  <a:lnTo>
                    <a:pt x="4408597" y="4366956"/>
                  </a:lnTo>
                  <a:lnTo>
                    <a:pt x="4416349" y="4324480"/>
                  </a:lnTo>
                  <a:lnTo>
                    <a:pt x="4421394" y="4280865"/>
                  </a:lnTo>
                  <a:lnTo>
                    <a:pt x="4423675" y="4236189"/>
                  </a:lnTo>
                  <a:lnTo>
                    <a:pt x="4423136" y="4190531"/>
                  </a:lnTo>
                  <a:lnTo>
                    <a:pt x="4419719" y="4143969"/>
                  </a:lnTo>
                  <a:lnTo>
                    <a:pt x="4413370" y="4096581"/>
                  </a:lnTo>
                  <a:lnTo>
                    <a:pt x="4404031" y="4048448"/>
                  </a:lnTo>
                  <a:lnTo>
                    <a:pt x="4391646" y="3999646"/>
                  </a:lnTo>
                  <a:lnTo>
                    <a:pt x="4376961" y="3953734"/>
                  </a:lnTo>
                  <a:lnTo>
                    <a:pt x="4359566" y="3909163"/>
                  </a:lnTo>
                  <a:lnTo>
                    <a:pt x="4339760" y="3865723"/>
                  </a:lnTo>
                  <a:lnTo>
                    <a:pt x="4317842" y="3823203"/>
                  </a:lnTo>
                  <a:lnTo>
                    <a:pt x="4294110" y="3781391"/>
                  </a:lnTo>
                  <a:lnTo>
                    <a:pt x="4255289" y="3716001"/>
                  </a:lnTo>
                  <a:lnTo>
                    <a:pt x="4235177" y="3682348"/>
                  </a:lnTo>
                  <a:lnTo>
                    <a:pt x="4214609" y="3648074"/>
                  </a:lnTo>
                  <a:lnTo>
                    <a:pt x="4193595" y="3613191"/>
                  </a:lnTo>
                  <a:lnTo>
                    <a:pt x="4172145" y="3577714"/>
                  </a:lnTo>
                  <a:lnTo>
                    <a:pt x="4150268" y="3541654"/>
                  </a:lnTo>
                  <a:lnTo>
                    <a:pt x="4127974" y="3505026"/>
                  </a:lnTo>
                  <a:lnTo>
                    <a:pt x="4105272" y="3467842"/>
                  </a:lnTo>
                  <a:lnTo>
                    <a:pt x="4082173" y="3430115"/>
                  </a:lnTo>
                  <a:lnTo>
                    <a:pt x="4058685" y="3391858"/>
                  </a:lnTo>
                  <a:lnTo>
                    <a:pt x="4034818" y="3353085"/>
                  </a:lnTo>
                  <a:lnTo>
                    <a:pt x="4010583" y="3313808"/>
                  </a:lnTo>
                  <a:lnTo>
                    <a:pt x="3985988" y="3274041"/>
                  </a:lnTo>
                  <a:lnTo>
                    <a:pt x="3961043" y="3233796"/>
                  </a:lnTo>
                  <a:lnTo>
                    <a:pt x="3935758" y="3193087"/>
                  </a:lnTo>
                  <a:lnTo>
                    <a:pt x="3910142" y="3151927"/>
                  </a:lnTo>
                  <a:lnTo>
                    <a:pt x="3884205" y="3110328"/>
                  </a:lnTo>
                  <a:lnTo>
                    <a:pt x="3857957" y="3068304"/>
                  </a:lnTo>
                  <a:lnTo>
                    <a:pt x="3831406" y="3025868"/>
                  </a:lnTo>
                  <a:lnTo>
                    <a:pt x="3804564" y="2983034"/>
                  </a:lnTo>
                  <a:lnTo>
                    <a:pt x="3777438" y="2939813"/>
                  </a:lnTo>
                  <a:lnTo>
                    <a:pt x="3750040" y="2896219"/>
                  </a:lnTo>
                  <a:lnTo>
                    <a:pt x="3722378" y="2852266"/>
                  </a:lnTo>
                  <a:lnTo>
                    <a:pt x="3694462" y="2807966"/>
                  </a:lnTo>
                  <a:lnTo>
                    <a:pt x="3666302" y="2763332"/>
                  </a:lnTo>
                  <a:lnTo>
                    <a:pt x="3637908" y="2718378"/>
                  </a:lnTo>
                  <a:lnTo>
                    <a:pt x="3609288" y="2673116"/>
                  </a:lnTo>
                  <a:lnTo>
                    <a:pt x="3580453" y="2627560"/>
                  </a:lnTo>
                  <a:lnTo>
                    <a:pt x="3551411" y="2581723"/>
                  </a:lnTo>
                  <a:lnTo>
                    <a:pt x="3522174" y="2535617"/>
                  </a:lnTo>
                  <a:lnTo>
                    <a:pt x="3492750" y="2489256"/>
                  </a:lnTo>
                  <a:lnTo>
                    <a:pt x="3463149" y="2442653"/>
                  </a:lnTo>
                  <a:lnTo>
                    <a:pt x="3433380" y="2395820"/>
                  </a:lnTo>
                  <a:lnTo>
                    <a:pt x="3403454" y="2348772"/>
                  </a:lnTo>
                  <a:lnTo>
                    <a:pt x="3373379" y="2301521"/>
                  </a:lnTo>
                  <a:lnTo>
                    <a:pt x="3343166" y="2254080"/>
                  </a:lnTo>
                  <a:lnTo>
                    <a:pt x="3312823" y="2206462"/>
                  </a:lnTo>
                  <a:lnTo>
                    <a:pt x="3282361" y="2158681"/>
                  </a:lnTo>
                  <a:lnTo>
                    <a:pt x="3251789" y="2110748"/>
                  </a:lnTo>
                  <a:lnTo>
                    <a:pt x="3221117" y="2062679"/>
                  </a:lnTo>
                  <a:lnTo>
                    <a:pt x="3190354" y="2014484"/>
                  </a:lnTo>
                  <a:lnTo>
                    <a:pt x="3159511" y="1966179"/>
                  </a:lnTo>
                  <a:lnTo>
                    <a:pt x="3128595" y="1917775"/>
                  </a:lnTo>
                  <a:lnTo>
                    <a:pt x="3097618" y="1869285"/>
                  </a:lnTo>
                  <a:lnTo>
                    <a:pt x="3066589" y="1820724"/>
                  </a:lnTo>
                  <a:lnTo>
                    <a:pt x="3035517" y="1772103"/>
                  </a:lnTo>
                  <a:lnTo>
                    <a:pt x="3004412" y="1723437"/>
                  </a:lnTo>
                  <a:lnTo>
                    <a:pt x="2973283" y="1674737"/>
                  </a:lnTo>
                  <a:lnTo>
                    <a:pt x="2942141" y="1626017"/>
                  </a:lnTo>
                  <a:lnTo>
                    <a:pt x="2910994" y="1577291"/>
                  </a:lnTo>
                  <a:lnTo>
                    <a:pt x="2879853" y="1528570"/>
                  </a:lnTo>
                  <a:lnTo>
                    <a:pt x="2848727" y="1479869"/>
                  </a:lnTo>
                  <a:lnTo>
                    <a:pt x="2817625" y="1431200"/>
                  </a:lnTo>
                  <a:lnTo>
                    <a:pt x="2786557" y="1382577"/>
                  </a:lnTo>
                  <a:lnTo>
                    <a:pt x="2755533" y="1334012"/>
                  </a:lnTo>
                  <a:lnTo>
                    <a:pt x="2724563" y="1285519"/>
                  </a:lnTo>
                  <a:lnTo>
                    <a:pt x="2693655" y="1237111"/>
                  </a:lnTo>
                  <a:lnTo>
                    <a:pt x="2662820" y="1188800"/>
                  </a:lnTo>
                  <a:lnTo>
                    <a:pt x="2632067" y="1140600"/>
                  </a:lnTo>
                  <a:lnTo>
                    <a:pt x="2601406" y="1092523"/>
                  </a:lnTo>
                  <a:lnTo>
                    <a:pt x="2570846" y="1044584"/>
                  </a:lnTo>
                  <a:lnTo>
                    <a:pt x="2540398" y="996795"/>
                  </a:lnTo>
                  <a:lnTo>
                    <a:pt x="2510069" y="949168"/>
                  </a:lnTo>
                  <a:lnTo>
                    <a:pt x="2479871" y="901718"/>
                  </a:lnTo>
                  <a:lnTo>
                    <a:pt x="2449813" y="854457"/>
                  </a:lnTo>
                  <a:lnTo>
                    <a:pt x="2419904" y="807398"/>
                  </a:lnTo>
                  <a:lnTo>
                    <a:pt x="2390154" y="760555"/>
                  </a:lnTo>
                  <a:lnTo>
                    <a:pt x="2360573" y="713940"/>
                  </a:lnTo>
                  <a:lnTo>
                    <a:pt x="2331169" y="667567"/>
                  </a:lnTo>
                  <a:lnTo>
                    <a:pt x="2301954" y="621448"/>
                  </a:lnTo>
                  <a:lnTo>
                    <a:pt x="2272936" y="575597"/>
                  </a:lnTo>
                  <a:lnTo>
                    <a:pt x="2244125" y="530026"/>
                  </a:lnTo>
                  <a:lnTo>
                    <a:pt x="2215530" y="484749"/>
                  </a:lnTo>
                  <a:lnTo>
                    <a:pt x="2187162" y="439779"/>
                  </a:lnTo>
                  <a:lnTo>
                    <a:pt x="2159029" y="395129"/>
                  </a:lnTo>
                  <a:lnTo>
                    <a:pt x="2131142" y="350812"/>
                  </a:lnTo>
                  <a:lnTo>
                    <a:pt x="2103510" y="306841"/>
                  </a:lnTo>
                  <a:lnTo>
                    <a:pt x="2076142" y="263230"/>
                  </a:lnTo>
                  <a:lnTo>
                    <a:pt x="2049048" y="219990"/>
                  </a:lnTo>
                  <a:lnTo>
                    <a:pt x="2022239" y="177136"/>
                  </a:lnTo>
                  <a:lnTo>
                    <a:pt x="1995722" y="134680"/>
                  </a:lnTo>
                  <a:lnTo>
                    <a:pt x="1969509" y="92635"/>
                  </a:lnTo>
                  <a:lnTo>
                    <a:pt x="1943608" y="51015"/>
                  </a:lnTo>
                  <a:lnTo>
                    <a:pt x="1918029" y="9832"/>
                  </a:lnTo>
                  <a:lnTo>
                    <a:pt x="1911935" y="0"/>
                  </a:lnTo>
                </a:path>
              </a:pathLst>
            </a:custGeom>
            <a:ln w="31412">
              <a:solidFill>
                <a:srgbClr val="FFFFFF"/>
              </a:solidFill>
            </a:ln>
          </p:spPr>
          <p:txBody>
            <a:bodyPr wrap="square" lIns="0" tIns="0" rIns="0" bIns="0" rtlCol="0"/>
            <a:lstStyle/>
            <a:p>
              <a:pPr defTabSz="554492"/>
              <a:endParaRPr sz="1092" kern="0">
                <a:solidFill>
                  <a:sysClr val="windowText" lastClr="000000"/>
                </a:solidFill>
              </a:endParaRPr>
            </a:p>
          </p:txBody>
        </p:sp>
        <p:sp>
          <p:nvSpPr>
            <p:cNvPr id="15" name="object 12">
              <a:extLst>
                <a:ext uri="{FF2B5EF4-FFF2-40B4-BE49-F238E27FC236}">
                  <a16:creationId xmlns:a16="http://schemas.microsoft.com/office/drawing/2014/main" id="{7B45C54C-EF82-3E37-EABB-5494E694554D}"/>
                </a:ext>
              </a:extLst>
            </p:cNvPr>
            <p:cNvSpPr/>
            <p:nvPr/>
          </p:nvSpPr>
          <p:spPr>
            <a:xfrm>
              <a:off x="9787" y="0"/>
              <a:ext cx="8691880" cy="7082154"/>
            </a:xfrm>
            <a:custGeom>
              <a:avLst/>
              <a:gdLst/>
              <a:ahLst/>
              <a:cxnLst/>
              <a:rect l="l" t="t" r="r" b="b"/>
              <a:pathLst>
                <a:path w="8691880" h="7082155">
                  <a:moveTo>
                    <a:pt x="0" y="7077369"/>
                  </a:moveTo>
                  <a:lnTo>
                    <a:pt x="42823" y="7077396"/>
                  </a:lnTo>
                  <a:lnTo>
                    <a:pt x="85964" y="7077423"/>
                  </a:lnTo>
                  <a:lnTo>
                    <a:pt x="129418" y="7077449"/>
                  </a:lnTo>
                  <a:lnTo>
                    <a:pt x="173181" y="7077476"/>
                  </a:lnTo>
                  <a:lnTo>
                    <a:pt x="217248" y="7077503"/>
                  </a:lnTo>
                  <a:lnTo>
                    <a:pt x="261616" y="7077529"/>
                  </a:lnTo>
                  <a:lnTo>
                    <a:pt x="306281" y="7077556"/>
                  </a:lnTo>
                  <a:lnTo>
                    <a:pt x="351237" y="7077583"/>
                  </a:lnTo>
                  <a:lnTo>
                    <a:pt x="396481" y="7077609"/>
                  </a:lnTo>
                  <a:lnTo>
                    <a:pt x="442009" y="7077636"/>
                  </a:lnTo>
                  <a:lnTo>
                    <a:pt x="487817" y="7077663"/>
                  </a:lnTo>
                  <a:lnTo>
                    <a:pt x="533899" y="7077689"/>
                  </a:lnTo>
                  <a:lnTo>
                    <a:pt x="580253" y="7077716"/>
                  </a:lnTo>
                  <a:lnTo>
                    <a:pt x="626874" y="7077742"/>
                  </a:lnTo>
                  <a:lnTo>
                    <a:pt x="673757" y="7077769"/>
                  </a:lnTo>
                  <a:lnTo>
                    <a:pt x="720899" y="7077796"/>
                  </a:lnTo>
                  <a:lnTo>
                    <a:pt x="768295" y="7077822"/>
                  </a:lnTo>
                  <a:lnTo>
                    <a:pt x="815941" y="7077849"/>
                  </a:lnTo>
                  <a:lnTo>
                    <a:pt x="863833" y="7077875"/>
                  </a:lnTo>
                  <a:lnTo>
                    <a:pt x="911966" y="7077902"/>
                  </a:lnTo>
                  <a:lnTo>
                    <a:pt x="960337" y="7077929"/>
                  </a:lnTo>
                  <a:lnTo>
                    <a:pt x="1008941" y="7077955"/>
                  </a:lnTo>
                  <a:lnTo>
                    <a:pt x="1057775" y="7077982"/>
                  </a:lnTo>
                  <a:lnTo>
                    <a:pt x="1106833" y="7078008"/>
                  </a:lnTo>
                  <a:lnTo>
                    <a:pt x="1156112" y="7078035"/>
                  </a:lnTo>
                  <a:lnTo>
                    <a:pt x="1205607" y="7078061"/>
                  </a:lnTo>
                  <a:lnTo>
                    <a:pt x="1255314" y="7078088"/>
                  </a:lnTo>
                  <a:lnTo>
                    <a:pt x="1305230" y="7078115"/>
                  </a:lnTo>
                  <a:lnTo>
                    <a:pt x="1355349" y="7078141"/>
                  </a:lnTo>
                  <a:lnTo>
                    <a:pt x="1405668" y="7078168"/>
                  </a:lnTo>
                  <a:lnTo>
                    <a:pt x="1456182" y="7078194"/>
                  </a:lnTo>
                  <a:lnTo>
                    <a:pt x="1506888" y="7078221"/>
                  </a:lnTo>
                  <a:lnTo>
                    <a:pt x="1557780" y="7078247"/>
                  </a:lnTo>
                  <a:lnTo>
                    <a:pt x="1608856" y="7078274"/>
                  </a:lnTo>
                  <a:lnTo>
                    <a:pt x="1660110" y="7078300"/>
                  </a:lnTo>
                  <a:lnTo>
                    <a:pt x="1711538" y="7078327"/>
                  </a:lnTo>
                  <a:lnTo>
                    <a:pt x="1763137" y="7078353"/>
                  </a:lnTo>
                  <a:lnTo>
                    <a:pt x="1814901" y="7078380"/>
                  </a:lnTo>
                  <a:lnTo>
                    <a:pt x="1866828" y="7078406"/>
                  </a:lnTo>
                  <a:lnTo>
                    <a:pt x="1918912" y="7078433"/>
                  </a:lnTo>
                  <a:lnTo>
                    <a:pt x="1971149" y="7078459"/>
                  </a:lnTo>
                  <a:lnTo>
                    <a:pt x="2023536" y="7078486"/>
                  </a:lnTo>
                  <a:lnTo>
                    <a:pt x="2076067" y="7078512"/>
                  </a:lnTo>
                  <a:lnTo>
                    <a:pt x="2128740" y="7078539"/>
                  </a:lnTo>
                  <a:lnTo>
                    <a:pt x="2181549" y="7078565"/>
                  </a:lnTo>
                  <a:lnTo>
                    <a:pt x="2234490" y="7078591"/>
                  </a:lnTo>
                  <a:lnTo>
                    <a:pt x="2287559" y="7078618"/>
                  </a:lnTo>
                  <a:lnTo>
                    <a:pt x="2340753" y="7078644"/>
                  </a:lnTo>
                  <a:lnTo>
                    <a:pt x="2394066" y="7078671"/>
                  </a:lnTo>
                  <a:lnTo>
                    <a:pt x="2447495" y="7078697"/>
                  </a:lnTo>
                  <a:lnTo>
                    <a:pt x="2501035" y="7078724"/>
                  </a:lnTo>
                  <a:lnTo>
                    <a:pt x="2554683" y="7078750"/>
                  </a:lnTo>
                  <a:lnTo>
                    <a:pt x="2608433" y="7078776"/>
                  </a:lnTo>
                  <a:lnTo>
                    <a:pt x="2662282" y="7078803"/>
                  </a:lnTo>
                  <a:lnTo>
                    <a:pt x="2716226" y="7078829"/>
                  </a:lnTo>
                  <a:lnTo>
                    <a:pt x="2770260" y="7078856"/>
                  </a:lnTo>
                  <a:lnTo>
                    <a:pt x="2824380" y="7078882"/>
                  </a:lnTo>
                  <a:lnTo>
                    <a:pt x="2878582" y="7078908"/>
                  </a:lnTo>
                  <a:lnTo>
                    <a:pt x="2932862" y="7078935"/>
                  </a:lnTo>
                  <a:lnTo>
                    <a:pt x="2987215" y="7078961"/>
                  </a:lnTo>
                  <a:lnTo>
                    <a:pt x="3041638" y="7078987"/>
                  </a:lnTo>
                  <a:lnTo>
                    <a:pt x="3096126" y="7079014"/>
                  </a:lnTo>
                  <a:lnTo>
                    <a:pt x="3150675" y="7079040"/>
                  </a:lnTo>
                  <a:lnTo>
                    <a:pt x="3205280" y="7079067"/>
                  </a:lnTo>
                  <a:lnTo>
                    <a:pt x="3259938" y="7079093"/>
                  </a:lnTo>
                  <a:lnTo>
                    <a:pt x="3314645" y="7079119"/>
                  </a:lnTo>
                  <a:lnTo>
                    <a:pt x="3369395" y="7079146"/>
                  </a:lnTo>
                  <a:lnTo>
                    <a:pt x="3424186" y="7079172"/>
                  </a:lnTo>
                  <a:lnTo>
                    <a:pt x="3479012" y="7079198"/>
                  </a:lnTo>
                  <a:lnTo>
                    <a:pt x="3533870" y="7079225"/>
                  </a:lnTo>
                  <a:lnTo>
                    <a:pt x="3588755" y="7079251"/>
                  </a:lnTo>
                  <a:lnTo>
                    <a:pt x="3643663" y="7079277"/>
                  </a:lnTo>
                  <a:lnTo>
                    <a:pt x="3698590" y="7079303"/>
                  </a:lnTo>
                  <a:lnTo>
                    <a:pt x="3753532" y="7079330"/>
                  </a:lnTo>
                  <a:lnTo>
                    <a:pt x="3808484" y="7079356"/>
                  </a:lnTo>
                  <a:lnTo>
                    <a:pt x="3863443" y="7079382"/>
                  </a:lnTo>
                  <a:lnTo>
                    <a:pt x="3918403" y="7079409"/>
                  </a:lnTo>
                  <a:lnTo>
                    <a:pt x="3973362" y="7079435"/>
                  </a:lnTo>
                  <a:lnTo>
                    <a:pt x="4028314" y="7079461"/>
                  </a:lnTo>
                  <a:lnTo>
                    <a:pt x="4083256" y="7079487"/>
                  </a:lnTo>
                  <a:lnTo>
                    <a:pt x="4138183" y="7079514"/>
                  </a:lnTo>
                  <a:lnTo>
                    <a:pt x="4193091" y="7079540"/>
                  </a:lnTo>
                  <a:lnTo>
                    <a:pt x="4247976" y="7079566"/>
                  </a:lnTo>
                  <a:lnTo>
                    <a:pt x="4302834" y="7079592"/>
                  </a:lnTo>
                  <a:lnTo>
                    <a:pt x="4357660" y="7079619"/>
                  </a:lnTo>
                  <a:lnTo>
                    <a:pt x="4412451" y="7079645"/>
                  </a:lnTo>
                  <a:lnTo>
                    <a:pt x="4467201" y="7079671"/>
                  </a:lnTo>
                  <a:lnTo>
                    <a:pt x="4521907" y="7079697"/>
                  </a:lnTo>
                  <a:lnTo>
                    <a:pt x="4576566" y="7079724"/>
                  </a:lnTo>
                  <a:lnTo>
                    <a:pt x="4631171" y="7079750"/>
                  </a:lnTo>
                  <a:lnTo>
                    <a:pt x="4685720" y="7079776"/>
                  </a:lnTo>
                  <a:lnTo>
                    <a:pt x="4740208" y="7079802"/>
                  </a:lnTo>
                  <a:lnTo>
                    <a:pt x="4794631" y="7079828"/>
                  </a:lnTo>
                  <a:lnTo>
                    <a:pt x="4848984" y="7079855"/>
                  </a:lnTo>
                  <a:lnTo>
                    <a:pt x="4903264" y="7079881"/>
                  </a:lnTo>
                  <a:lnTo>
                    <a:pt x="4957466" y="7079907"/>
                  </a:lnTo>
                  <a:lnTo>
                    <a:pt x="5011586" y="7079933"/>
                  </a:lnTo>
                  <a:lnTo>
                    <a:pt x="5065620" y="7079959"/>
                  </a:lnTo>
                  <a:lnTo>
                    <a:pt x="5119564" y="7079985"/>
                  </a:lnTo>
                  <a:lnTo>
                    <a:pt x="5173413" y="7080012"/>
                  </a:lnTo>
                  <a:lnTo>
                    <a:pt x="5227163" y="7080038"/>
                  </a:lnTo>
                  <a:lnTo>
                    <a:pt x="5280811" y="7080064"/>
                  </a:lnTo>
                  <a:lnTo>
                    <a:pt x="5334351" y="7080090"/>
                  </a:lnTo>
                  <a:lnTo>
                    <a:pt x="5387780" y="7080116"/>
                  </a:lnTo>
                  <a:lnTo>
                    <a:pt x="5441093" y="7080142"/>
                  </a:lnTo>
                  <a:lnTo>
                    <a:pt x="5494286" y="7080168"/>
                  </a:lnTo>
                  <a:lnTo>
                    <a:pt x="5547356" y="7080194"/>
                  </a:lnTo>
                  <a:lnTo>
                    <a:pt x="5600297" y="7080221"/>
                  </a:lnTo>
                  <a:lnTo>
                    <a:pt x="5653106" y="7080247"/>
                  </a:lnTo>
                  <a:lnTo>
                    <a:pt x="5705779" y="7080273"/>
                  </a:lnTo>
                  <a:lnTo>
                    <a:pt x="5758310" y="7080299"/>
                  </a:lnTo>
                  <a:lnTo>
                    <a:pt x="5810697" y="7080325"/>
                  </a:lnTo>
                  <a:lnTo>
                    <a:pt x="5862934" y="7080351"/>
                  </a:lnTo>
                  <a:lnTo>
                    <a:pt x="5915018" y="7080377"/>
                  </a:lnTo>
                  <a:lnTo>
                    <a:pt x="5966944" y="7080403"/>
                  </a:lnTo>
                  <a:lnTo>
                    <a:pt x="6018709" y="7080429"/>
                  </a:lnTo>
                  <a:lnTo>
                    <a:pt x="6070308" y="7080455"/>
                  </a:lnTo>
                  <a:lnTo>
                    <a:pt x="6121736" y="7080481"/>
                  </a:lnTo>
                  <a:lnTo>
                    <a:pt x="6172990" y="7080507"/>
                  </a:lnTo>
                  <a:lnTo>
                    <a:pt x="6224065" y="7080534"/>
                  </a:lnTo>
                  <a:lnTo>
                    <a:pt x="6274958" y="7080560"/>
                  </a:lnTo>
                  <a:lnTo>
                    <a:pt x="6325664" y="7080586"/>
                  </a:lnTo>
                  <a:lnTo>
                    <a:pt x="6376178" y="7080612"/>
                  </a:lnTo>
                  <a:lnTo>
                    <a:pt x="6426497" y="7080638"/>
                  </a:lnTo>
                  <a:lnTo>
                    <a:pt x="6476616" y="7080664"/>
                  </a:lnTo>
                  <a:lnTo>
                    <a:pt x="6526532" y="7080690"/>
                  </a:lnTo>
                  <a:lnTo>
                    <a:pt x="6576239" y="7080716"/>
                  </a:lnTo>
                  <a:lnTo>
                    <a:pt x="6625734" y="7080742"/>
                  </a:lnTo>
                  <a:lnTo>
                    <a:pt x="6675013" y="7080768"/>
                  </a:lnTo>
                  <a:lnTo>
                    <a:pt x="6724071" y="7080794"/>
                  </a:lnTo>
                  <a:lnTo>
                    <a:pt x="6772904" y="7080820"/>
                  </a:lnTo>
                  <a:lnTo>
                    <a:pt x="6821509" y="7080846"/>
                  </a:lnTo>
                  <a:lnTo>
                    <a:pt x="6869880" y="7080872"/>
                  </a:lnTo>
                  <a:lnTo>
                    <a:pt x="6918013" y="7080898"/>
                  </a:lnTo>
                  <a:lnTo>
                    <a:pt x="6965905" y="7080924"/>
                  </a:lnTo>
                  <a:lnTo>
                    <a:pt x="7013551" y="7080950"/>
                  </a:lnTo>
                  <a:lnTo>
                    <a:pt x="7060947" y="7080976"/>
                  </a:lnTo>
                  <a:lnTo>
                    <a:pt x="7108089" y="7081002"/>
                  </a:lnTo>
                  <a:lnTo>
                    <a:pt x="7154972" y="7081027"/>
                  </a:lnTo>
                  <a:lnTo>
                    <a:pt x="7201593" y="7081053"/>
                  </a:lnTo>
                  <a:lnTo>
                    <a:pt x="7247947" y="7081079"/>
                  </a:lnTo>
                  <a:lnTo>
                    <a:pt x="7294029" y="7081105"/>
                  </a:lnTo>
                  <a:lnTo>
                    <a:pt x="7339837" y="7081131"/>
                  </a:lnTo>
                  <a:lnTo>
                    <a:pt x="7385365" y="7081157"/>
                  </a:lnTo>
                  <a:lnTo>
                    <a:pt x="7430609" y="7081183"/>
                  </a:lnTo>
                  <a:lnTo>
                    <a:pt x="7475565" y="7081209"/>
                  </a:lnTo>
                  <a:lnTo>
                    <a:pt x="7520230" y="7081235"/>
                  </a:lnTo>
                  <a:lnTo>
                    <a:pt x="7564598" y="7081261"/>
                  </a:lnTo>
                  <a:lnTo>
                    <a:pt x="7608665" y="7081287"/>
                  </a:lnTo>
                  <a:lnTo>
                    <a:pt x="7652428" y="7081313"/>
                  </a:lnTo>
                  <a:lnTo>
                    <a:pt x="7695882" y="7081338"/>
                  </a:lnTo>
                  <a:lnTo>
                    <a:pt x="7739023" y="7081364"/>
                  </a:lnTo>
                  <a:lnTo>
                    <a:pt x="7781846" y="7081390"/>
                  </a:lnTo>
                  <a:lnTo>
                    <a:pt x="7822077" y="7081590"/>
                  </a:lnTo>
                  <a:lnTo>
                    <a:pt x="7862311" y="7081856"/>
                  </a:lnTo>
                  <a:lnTo>
                    <a:pt x="7902531" y="7081761"/>
                  </a:lnTo>
                  <a:lnTo>
                    <a:pt x="7942721" y="7080877"/>
                  </a:lnTo>
                  <a:lnTo>
                    <a:pt x="7993119" y="7077859"/>
                  </a:lnTo>
                  <a:lnTo>
                    <a:pt x="8042134" y="7072447"/>
                  </a:lnTo>
                  <a:lnTo>
                    <a:pt x="8089724" y="7064703"/>
                  </a:lnTo>
                  <a:lnTo>
                    <a:pt x="8135845" y="7054686"/>
                  </a:lnTo>
                  <a:lnTo>
                    <a:pt x="8180454" y="7042457"/>
                  </a:lnTo>
                  <a:lnTo>
                    <a:pt x="8223507" y="7028077"/>
                  </a:lnTo>
                  <a:lnTo>
                    <a:pt x="8264961" y="7011606"/>
                  </a:lnTo>
                  <a:lnTo>
                    <a:pt x="8304772" y="6993104"/>
                  </a:lnTo>
                  <a:lnTo>
                    <a:pt x="8342897" y="6972633"/>
                  </a:lnTo>
                  <a:lnTo>
                    <a:pt x="8379293" y="6950252"/>
                  </a:lnTo>
                  <a:lnTo>
                    <a:pt x="8413916" y="6926022"/>
                  </a:lnTo>
                  <a:lnTo>
                    <a:pt x="8446723" y="6900003"/>
                  </a:lnTo>
                  <a:lnTo>
                    <a:pt x="8477669" y="6872257"/>
                  </a:lnTo>
                  <a:lnTo>
                    <a:pt x="8506713" y="6842843"/>
                  </a:lnTo>
                  <a:lnTo>
                    <a:pt x="8533810" y="6811822"/>
                  </a:lnTo>
                  <a:lnTo>
                    <a:pt x="8558917" y="6779254"/>
                  </a:lnTo>
                  <a:lnTo>
                    <a:pt x="8581990" y="6745200"/>
                  </a:lnTo>
                  <a:lnTo>
                    <a:pt x="8602987" y="6709721"/>
                  </a:lnTo>
                  <a:lnTo>
                    <a:pt x="8621863" y="6672877"/>
                  </a:lnTo>
                  <a:lnTo>
                    <a:pt x="8638576" y="6634728"/>
                  </a:lnTo>
                  <a:lnTo>
                    <a:pt x="8653081" y="6595335"/>
                  </a:lnTo>
                  <a:lnTo>
                    <a:pt x="8665335" y="6554758"/>
                  </a:lnTo>
                  <a:lnTo>
                    <a:pt x="8675296" y="6513058"/>
                  </a:lnTo>
                  <a:lnTo>
                    <a:pt x="8682919" y="6470296"/>
                  </a:lnTo>
                  <a:lnTo>
                    <a:pt x="8688161" y="6426531"/>
                  </a:lnTo>
                  <a:lnTo>
                    <a:pt x="8690979" y="6381825"/>
                  </a:lnTo>
                  <a:lnTo>
                    <a:pt x="8691329" y="6336238"/>
                  </a:lnTo>
                  <a:lnTo>
                    <a:pt x="8689168" y="6289830"/>
                  </a:lnTo>
                  <a:lnTo>
                    <a:pt x="8684452" y="6242661"/>
                  </a:lnTo>
                  <a:lnTo>
                    <a:pt x="8677138" y="6194793"/>
                  </a:lnTo>
                  <a:lnTo>
                    <a:pt x="8667183" y="6146286"/>
                  </a:lnTo>
                  <a:lnTo>
                    <a:pt x="8654542" y="6097200"/>
                  </a:lnTo>
                  <a:lnTo>
                    <a:pt x="8637675" y="6044467"/>
                  </a:lnTo>
                  <a:lnTo>
                    <a:pt x="8617698" y="5993274"/>
                  </a:lnTo>
                  <a:lnTo>
                    <a:pt x="8594952" y="5943379"/>
                  </a:lnTo>
                  <a:lnTo>
                    <a:pt x="8569780" y="5894541"/>
                  </a:lnTo>
                  <a:lnTo>
                    <a:pt x="8542525" y="5846517"/>
                  </a:lnTo>
                  <a:lnTo>
                    <a:pt x="8519611" y="5807779"/>
                  </a:lnTo>
                  <a:lnTo>
                    <a:pt x="8494820" y="5765954"/>
                  </a:lnTo>
                  <a:lnTo>
                    <a:pt x="8468191" y="5721104"/>
                  </a:lnTo>
                  <a:lnTo>
                    <a:pt x="8439762" y="5673292"/>
                  </a:lnTo>
                  <a:lnTo>
                    <a:pt x="8409570" y="5622581"/>
                  </a:lnTo>
                  <a:lnTo>
                    <a:pt x="8377656" y="5569035"/>
                  </a:lnTo>
                  <a:lnTo>
                    <a:pt x="8344056" y="5512716"/>
                  </a:lnTo>
                  <a:lnTo>
                    <a:pt x="8308809" y="5453686"/>
                  </a:lnTo>
                  <a:lnTo>
                    <a:pt x="8271954" y="5392011"/>
                  </a:lnTo>
                  <a:lnTo>
                    <a:pt x="8233528" y="5327751"/>
                  </a:lnTo>
                  <a:lnTo>
                    <a:pt x="8213738" y="5294672"/>
                  </a:lnTo>
                  <a:lnTo>
                    <a:pt x="8193571" y="5260970"/>
                  </a:lnTo>
                  <a:lnTo>
                    <a:pt x="8173029" y="5226655"/>
                  </a:lnTo>
                  <a:lnTo>
                    <a:pt x="8152119" y="5191732"/>
                  </a:lnTo>
                  <a:lnTo>
                    <a:pt x="8130846" y="5156211"/>
                  </a:lnTo>
                  <a:lnTo>
                    <a:pt x="8109213" y="5120099"/>
                  </a:lnTo>
                  <a:lnTo>
                    <a:pt x="8087226" y="5083405"/>
                  </a:lnTo>
                  <a:lnTo>
                    <a:pt x="8064889" y="5046135"/>
                  </a:lnTo>
                  <a:lnTo>
                    <a:pt x="8042208" y="5008298"/>
                  </a:lnTo>
                  <a:lnTo>
                    <a:pt x="8019187" y="4969901"/>
                  </a:lnTo>
                  <a:lnTo>
                    <a:pt x="7995831" y="4930954"/>
                  </a:lnTo>
                  <a:lnTo>
                    <a:pt x="7972145" y="4891462"/>
                  </a:lnTo>
                  <a:lnTo>
                    <a:pt x="7948133" y="4851435"/>
                  </a:lnTo>
                  <a:lnTo>
                    <a:pt x="7923800" y="4810881"/>
                  </a:lnTo>
                  <a:lnTo>
                    <a:pt x="7899151" y="4769806"/>
                  </a:lnTo>
                  <a:lnTo>
                    <a:pt x="7874192" y="4728219"/>
                  </a:lnTo>
                  <a:lnTo>
                    <a:pt x="7848926" y="4686128"/>
                  </a:lnTo>
                  <a:lnTo>
                    <a:pt x="7823358" y="4643541"/>
                  </a:lnTo>
                  <a:lnTo>
                    <a:pt x="7797494" y="4600465"/>
                  </a:lnTo>
                  <a:lnTo>
                    <a:pt x="7771337" y="4556909"/>
                  </a:lnTo>
                  <a:lnTo>
                    <a:pt x="7744893" y="4512880"/>
                  </a:lnTo>
                  <a:lnTo>
                    <a:pt x="7718167" y="4468387"/>
                  </a:lnTo>
                  <a:lnTo>
                    <a:pt x="7691164" y="4423436"/>
                  </a:lnTo>
                  <a:lnTo>
                    <a:pt x="7663887" y="4378037"/>
                  </a:lnTo>
                  <a:lnTo>
                    <a:pt x="7636343" y="4332196"/>
                  </a:lnTo>
                  <a:lnTo>
                    <a:pt x="7608535" y="4285922"/>
                  </a:lnTo>
                  <a:lnTo>
                    <a:pt x="7580469" y="4239222"/>
                  </a:lnTo>
                  <a:lnTo>
                    <a:pt x="7552149" y="4192105"/>
                  </a:lnTo>
                  <a:lnTo>
                    <a:pt x="7523580" y="4144579"/>
                  </a:lnTo>
                  <a:lnTo>
                    <a:pt x="7494767" y="4096650"/>
                  </a:lnTo>
                  <a:lnTo>
                    <a:pt x="7465715" y="4048328"/>
                  </a:lnTo>
                  <a:lnTo>
                    <a:pt x="7436428" y="3999620"/>
                  </a:lnTo>
                  <a:lnTo>
                    <a:pt x="7406912" y="3950533"/>
                  </a:lnTo>
                  <a:lnTo>
                    <a:pt x="7377170" y="3901076"/>
                  </a:lnTo>
                  <a:lnTo>
                    <a:pt x="7347209" y="3851257"/>
                  </a:lnTo>
                  <a:lnTo>
                    <a:pt x="7317032" y="3801084"/>
                  </a:lnTo>
                  <a:lnTo>
                    <a:pt x="7286644" y="3750563"/>
                  </a:lnTo>
                  <a:lnTo>
                    <a:pt x="7256051" y="3699704"/>
                  </a:lnTo>
                  <a:lnTo>
                    <a:pt x="7225257" y="3648514"/>
                  </a:lnTo>
                  <a:lnTo>
                    <a:pt x="7194266" y="3597001"/>
                  </a:lnTo>
                  <a:lnTo>
                    <a:pt x="7163085" y="3545173"/>
                  </a:lnTo>
                  <a:lnTo>
                    <a:pt x="7131716" y="3493038"/>
                  </a:lnTo>
                  <a:lnTo>
                    <a:pt x="7100166" y="3440603"/>
                  </a:lnTo>
                  <a:lnTo>
                    <a:pt x="7068438" y="3387876"/>
                  </a:lnTo>
                  <a:lnTo>
                    <a:pt x="7036539" y="3334866"/>
                  </a:lnTo>
                  <a:lnTo>
                    <a:pt x="7004472" y="3281581"/>
                  </a:lnTo>
                  <a:lnTo>
                    <a:pt x="6972242" y="3228027"/>
                  </a:lnTo>
                  <a:lnTo>
                    <a:pt x="6939854" y="3174213"/>
                  </a:lnTo>
                  <a:lnTo>
                    <a:pt x="6907314" y="3120148"/>
                  </a:lnTo>
                  <a:lnTo>
                    <a:pt x="6874625" y="3065838"/>
                  </a:lnTo>
                  <a:lnTo>
                    <a:pt x="6841792" y="3011291"/>
                  </a:lnTo>
                  <a:lnTo>
                    <a:pt x="6808821" y="2956516"/>
                  </a:lnTo>
                  <a:lnTo>
                    <a:pt x="6775716" y="2901521"/>
                  </a:lnTo>
                  <a:lnTo>
                    <a:pt x="6742481" y="2846313"/>
                  </a:lnTo>
                  <a:lnTo>
                    <a:pt x="6709122" y="2790899"/>
                  </a:lnTo>
                  <a:lnTo>
                    <a:pt x="6675644" y="2735289"/>
                  </a:lnTo>
                  <a:lnTo>
                    <a:pt x="6642051" y="2679490"/>
                  </a:lnTo>
                  <a:lnTo>
                    <a:pt x="6608348" y="2623509"/>
                  </a:lnTo>
                  <a:lnTo>
                    <a:pt x="6574540" y="2567356"/>
                  </a:lnTo>
                  <a:lnTo>
                    <a:pt x="6540631" y="2511036"/>
                  </a:lnTo>
                  <a:lnTo>
                    <a:pt x="6506627" y="2454559"/>
                  </a:lnTo>
                  <a:lnTo>
                    <a:pt x="6472532" y="2397932"/>
                  </a:lnTo>
                  <a:lnTo>
                    <a:pt x="6438350" y="2341164"/>
                  </a:lnTo>
                  <a:lnTo>
                    <a:pt x="6404088" y="2284261"/>
                  </a:lnTo>
                  <a:lnTo>
                    <a:pt x="6369749" y="2227232"/>
                  </a:lnTo>
                  <a:lnTo>
                    <a:pt x="6335338" y="2170085"/>
                  </a:lnTo>
                  <a:lnTo>
                    <a:pt x="6300861" y="2112828"/>
                  </a:lnTo>
                  <a:lnTo>
                    <a:pt x="6266321" y="2055468"/>
                  </a:lnTo>
                  <a:lnTo>
                    <a:pt x="6231724" y="1998014"/>
                  </a:lnTo>
                  <a:lnTo>
                    <a:pt x="6197075" y="1940473"/>
                  </a:lnTo>
                  <a:lnTo>
                    <a:pt x="6162378" y="1882853"/>
                  </a:lnTo>
                  <a:lnTo>
                    <a:pt x="6127638" y="1825162"/>
                  </a:lnTo>
                  <a:lnTo>
                    <a:pt x="6092859" y="1767408"/>
                  </a:lnTo>
                  <a:lnTo>
                    <a:pt x="6058048" y="1709598"/>
                  </a:lnTo>
                  <a:lnTo>
                    <a:pt x="6023207" y="1651742"/>
                  </a:lnTo>
                  <a:lnTo>
                    <a:pt x="5988343" y="1593846"/>
                  </a:lnTo>
                  <a:lnTo>
                    <a:pt x="5953461" y="1535918"/>
                  </a:lnTo>
                  <a:lnTo>
                    <a:pt x="5918563" y="1477966"/>
                  </a:lnTo>
                  <a:lnTo>
                    <a:pt x="5883657" y="1419999"/>
                  </a:lnTo>
                  <a:lnTo>
                    <a:pt x="5848745" y="1362024"/>
                  </a:lnTo>
                  <a:lnTo>
                    <a:pt x="5813834" y="1304048"/>
                  </a:lnTo>
                  <a:lnTo>
                    <a:pt x="5778928" y="1246081"/>
                  </a:lnTo>
                  <a:lnTo>
                    <a:pt x="5744032" y="1188129"/>
                  </a:lnTo>
                  <a:lnTo>
                    <a:pt x="5709150" y="1130200"/>
                  </a:lnTo>
                  <a:lnTo>
                    <a:pt x="5674288" y="1072303"/>
                  </a:lnTo>
                  <a:lnTo>
                    <a:pt x="5639449" y="1014446"/>
                  </a:lnTo>
                  <a:lnTo>
                    <a:pt x="5604640" y="956635"/>
                  </a:lnTo>
                  <a:lnTo>
                    <a:pt x="5569864" y="898880"/>
                  </a:lnTo>
                  <a:lnTo>
                    <a:pt x="5535126" y="841187"/>
                  </a:lnTo>
                  <a:lnTo>
                    <a:pt x="5500432" y="783565"/>
                  </a:lnTo>
                  <a:lnTo>
                    <a:pt x="5465786" y="726022"/>
                  </a:lnTo>
                  <a:lnTo>
                    <a:pt x="5431193" y="668565"/>
                  </a:lnTo>
                  <a:lnTo>
                    <a:pt x="5396658" y="611203"/>
                  </a:lnTo>
                  <a:lnTo>
                    <a:pt x="5362184" y="553943"/>
                  </a:lnTo>
                  <a:lnTo>
                    <a:pt x="5327778" y="496794"/>
                  </a:lnTo>
                  <a:lnTo>
                    <a:pt x="5293445" y="439762"/>
                  </a:lnTo>
                  <a:lnTo>
                    <a:pt x="5259187" y="382856"/>
                  </a:lnTo>
                  <a:lnTo>
                    <a:pt x="5225012" y="326084"/>
                  </a:lnTo>
                  <a:lnTo>
                    <a:pt x="5190923" y="269454"/>
                  </a:lnTo>
                  <a:lnTo>
                    <a:pt x="5156925" y="212973"/>
                  </a:lnTo>
                  <a:lnTo>
                    <a:pt x="5123023" y="156650"/>
                  </a:lnTo>
                  <a:lnTo>
                    <a:pt x="5089221" y="100492"/>
                  </a:lnTo>
                  <a:lnTo>
                    <a:pt x="5055525" y="44507"/>
                  </a:lnTo>
                  <a:lnTo>
                    <a:pt x="5028739" y="0"/>
                  </a:lnTo>
                </a:path>
              </a:pathLst>
            </a:custGeom>
            <a:ln w="31412">
              <a:solidFill>
                <a:srgbClr val="FFFFFF"/>
              </a:solidFill>
            </a:ln>
          </p:spPr>
          <p:txBody>
            <a:bodyPr wrap="square" lIns="0" tIns="0" rIns="0" bIns="0" rtlCol="0"/>
            <a:lstStyle/>
            <a:p>
              <a:pPr defTabSz="554492"/>
              <a:endParaRPr sz="1092" kern="0">
                <a:solidFill>
                  <a:sysClr val="windowText" lastClr="000000"/>
                </a:solidFill>
              </a:endParaRPr>
            </a:p>
          </p:txBody>
        </p:sp>
      </p:grpSp>
      <p:sp>
        <p:nvSpPr>
          <p:cNvPr id="25" name="Rectangle 23">
            <a:extLst>
              <a:ext uri="{FF2B5EF4-FFF2-40B4-BE49-F238E27FC236}">
                <a16:creationId xmlns:a16="http://schemas.microsoft.com/office/drawing/2014/main" id="{96A30D99-6C48-58E3-62F3-558A52C39A3B}"/>
              </a:ext>
            </a:extLst>
          </p:cNvPr>
          <p:cNvSpPr>
            <a:spLocks noChangeArrowheads="1"/>
          </p:cNvSpPr>
          <p:nvPr/>
        </p:nvSpPr>
        <p:spPr bwMode="auto">
          <a:xfrm rot="5596563">
            <a:off x="6667304" y="-1091832"/>
            <a:ext cx="112046" cy="224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5449" tIns="27725" rIns="55449" bIns="27725" numCol="1" anchor="ctr" anchorCtr="0" compatLnSpc="1">
            <a:prstTxWarp prst="textNoShape">
              <a:avLst/>
            </a:prstTxWarp>
            <a:spAutoFit/>
          </a:bodyPr>
          <a:lstStyle/>
          <a:p>
            <a:pPr defTabSz="554492"/>
            <a:endParaRPr lang="en-GB" sz="1092" kern="0">
              <a:solidFill>
                <a:sysClr val="windowText" lastClr="000000"/>
              </a:solidFill>
            </a:endParaRPr>
          </a:p>
        </p:txBody>
      </p:sp>
      <p:sp>
        <p:nvSpPr>
          <p:cNvPr id="26" name="Rectangle 34">
            <a:extLst>
              <a:ext uri="{FF2B5EF4-FFF2-40B4-BE49-F238E27FC236}">
                <a16:creationId xmlns:a16="http://schemas.microsoft.com/office/drawing/2014/main" id="{E5D81E24-DFE6-FB85-EF4B-5A1BC303BF42}"/>
              </a:ext>
            </a:extLst>
          </p:cNvPr>
          <p:cNvSpPr>
            <a:spLocks noChangeArrowheads="1"/>
          </p:cNvSpPr>
          <p:nvPr/>
        </p:nvSpPr>
        <p:spPr bwMode="auto">
          <a:xfrm rot="5596563">
            <a:off x="6667304" y="-953209"/>
            <a:ext cx="112046" cy="224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5449" tIns="27725" rIns="55449" bIns="27725" numCol="1" anchor="ctr" anchorCtr="0" compatLnSpc="1">
            <a:prstTxWarp prst="textNoShape">
              <a:avLst/>
            </a:prstTxWarp>
            <a:spAutoFit/>
          </a:bodyPr>
          <a:lstStyle/>
          <a:p>
            <a:pPr defTabSz="554492"/>
            <a:endParaRPr lang="en-GB" sz="1092" kern="0">
              <a:solidFill>
                <a:sysClr val="windowText" lastClr="000000"/>
              </a:solidFill>
            </a:endParaRPr>
          </a:p>
        </p:txBody>
      </p:sp>
      <p:sp>
        <p:nvSpPr>
          <p:cNvPr id="3" name="Oval 2">
            <a:extLst>
              <a:ext uri="{FF2B5EF4-FFF2-40B4-BE49-F238E27FC236}">
                <a16:creationId xmlns:a16="http://schemas.microsoft.com/office/drawing/2014/main" id="{92A12A7D-48E4-C82F-BDCC-05F0BC9E4569}"/>
              </a:ext>
            </a:extLst>
          </p:cNvPr>
          <p:cNvSpPr/>
          <p:nvPr/>
        </p:nvSpPr>
        <p:spPr>
          <a:xfrm flipH="1">
            <a:off x="3719648" y="1681962"/>
            <a:ext cx="3303822" cy="3424626"/>
          </a:xfrm>
          <a:prstGeom prst="ellipse">
            <a:avLst/>
          </a:prstGeom>
          <a:noFill/>
          <a:ln w="19050" cap="flat" cmpd="sng" algn="ctr">
            <a:solidFill>
              <a:srgbClr val="F2F2F2"/>
            </a:solidFill>
            <a:prstDash val="solid"/>
            <a:miter lim="800000"/>
          </a:ln>
          <a:effectLst/>
        </p:spPr>
        <p:txBody>
          <a:bodyPr rtlCol="0" anchor="ctr"/>
          <a:lstStyle/>
          <a:p>
            <a:pPr defTabSz="554492"/>
            <a:endParaRPr lang="en-GB" sz="1092" kern="0">
              <a:solidFill>
                <a:sysClr val="windowText" lastClr="000000"/>
              </a:solidFill>
            </a:endParaRPr>
          </a:p>
        </p:txBody>
      </p:sp>
      <p:sp>
        <p:nvSpPr>
          <p:cNvPr id="28" name="Rectangle 27">
            <a:extLst>
              <a:ext uri="{FF2B5EF4-FFF2-40B4-BE49-F238E27FC236}">
                <a16:creationId xmlns:a16="http://schemas.microsoft.com/office/drawing/2014/main" id="{FF2910E1-BF41-F933-EAAC-D33A610C712F}"/>
              </a:ext>
            </a:extLst>
          </p:cNvPr>
          <p:cNvSpPr>
            <a:spLocks noChangeArrowheads="1"/>
          </p:cNvSpPr>
          <p:nvPr/>
        </p:nvSpPr>
        <p:spPr bwMode="auto">
          <a:xfrm>
            <a:off x="4030212" y="1720411"/>
            <a:ext cx="2836520" cy="318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5449" tIns="27725" rIns="55449" bIns="27725" numCol="1" anchor="ctr" anchorCtr="0" compatLnSpc="1">
            <a:prstTxWarp prst="textNoShape">
              <a:avLst/>
            </a:prstTxWarp>
            <a:spAutoFit/>
          </a:bodyPr>
          <a:lstStyle/>
          <a:p>
            <a:pPr algn="ctr" defTabSz="554510" rtl="1" eaLnBrk="0" fontAlgn="base" hangingPunct="0">
              <a:lnSpc>
                <a:spcPct val="150000"/>
              </a:lnSpc>
              <a:spcBef>
                <a:spcPct val="0"/>
              </a:spcBef>
              <a:spcAft>
                <a:spcPct val="0"/>
              </a:spcAft>
            </a:pPr>
            <a:r>
              <a:rPr lang="ar-SA" altLang="en-US" sz="3500" b="1" kern="0" dirty="0">
                <a:ln w="0"/>
                <a:solidFill>
                  <a:schemeClr val="bg1"/>
                </a:solidFill>
                <a:effectLst>
                  <a:outerShdw blurRad="38100" dist="25400" dir="5400000" algn="ctr" rotWithShape="0">
                    <a:srgbClr val="6E747A">
                      <a:alpha val="43000"/>
                    </a:srgbClr>
                  </a:outerShdw>
                </a:effectLst>
                <a:latin typeface="Neo Sans Arabic Bold" panose="020B0804030504040204" pitchFamily="34" charset="-78"/>
                <a:ea typeface="Neo Sans Arabic" panose="020B0504030504040204" pitchFamily="34" charset="-78"/>
                <a:cs typeface="Neo Sans Arabic Bold" panose="020B0804030504040204" pitchFamily="34" charset="-78"/>
              </a:rPr>
              <a:t>نموذج تطبيقي لإدارة السمعة الرقمية</a:t>
            </a:r>
            <a:endParaRPr lang="ar-SA" altLang="en-US" sz="3500" b="1" kern="0" dirty="0">
              <a:ln w="0"/>
              <a:solidFill>
                <a:schemeClr val="bg1"/>
              </a:solidFill>
              <a:effectLst>
                <a:outerShdw blurRad="38100" dist="25400" dir="5400000" algn="ctr" rotWithShape="0">
                  <a:srgbClr val="6E747A">
                    <a:alpha val="43000"/>
                  </a:srgbClr>
                </a:outerShdw>
              </a:effectLst>
              <a:latin typeface="Neo Sans Arabic Bold" panose="020B0804030504040204" pitchFamily="34" charset="-78"/>
              <a:cs typeface="Neo Sans Arabic Bold" panose="020B0804030504040204" pitchFamily="34" charset="-78"/>
            </a:endParaRPr>
          </a:p>
        </p:txBody>
      </p:sp>
      <p:pic>
        <p:nvPicPr>
          <p:cNvPr id="6" name="object 6">
            <a:extLst>
              <a:ext uri="{FF2B5EF4-FFF2-40B4-BE49-F238E27FC236}">
                <a16:creationId xmlns:a16="http://schemas.microsoft.com/office/drawing/2014/main" id="{D3201859-F4AE-CBAE-8F4E-1217C0330AF5}"/>
              </a:ext>
            </a:extLst>
          </p:cNvPr>
          <p:cNvPicPr/>
          <p:nvPr/>
        </p:nvPicPr>
        <p:blipFill>
          <a:blip r:embed="rId3" cstate="print"/>
          <a:stretch>
            <a:fillRect/>
          </a:stretch>
        </p:blipFill>
        <p:spPr>
          <a:xfrm>
            <a:off x="10289897" y="154911"/>
            <a:ext cx="1633614" cy="944684"/>
          </a:xfrm>
          <a:prstGeom prst="rect">
            <a:avLst/>
          </a:prstGeom>
        </p:spPr>
      </p:pic>
    </p:spTree>
    <p:extLst>
      <p:ext uri="{BB962C8B-B14F-4D97-AF65-F5344CB8AC3E}">
        <p14:creationId xmlns:p14="http://schemas.microsoft.com/office/powerpoint/2010/main" val="3738575761"/>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DC7D2-2B1F-D2AE-509F-DB318A8BB0A3}"/>
            </a:ext>
          </a:extLst>
        </p:cNvPr>
        <p:cNvGrpSpPr/>
        <p:nvPr/>
      </p:nvGrpSpPr>
      <p:grpSpPr>
        <a:xfrm>
          <a:off x="0" y="0"/>
          <a:ext cx="0" cy="0"/>
          <a:chOff x="0" y="0"/>
          <a:chExt cx="0" cy="0"/>
        </a:xfrm>
      </p:grpSpPr>
      <p:sp>
        <p:nvSpPr>
          <p:cNvPr id="29" name="object 3">
            <a:extLst>
              <a:ext uri="{FF2B5EF4-FFF2-40B4-BE49-F238E27FC236}">
                <a16:creationId xmlns:a16="http://schemas.microsoft.com/office/drawing/2014/main" id="{06E01B60-3D67-CBDB-2A21-5E1BFFBBB14F}"/>
              </a:ext>
            </a:extLst>
          </p:cNvPr>
          <p:cNvSpPr/>
          <p:nvPr/>
        </p:nvSpPr>
        <p:spPr>
          <a:xfrm>
            <a:off x="429" y="3"/>
            <a:ext cx="12191145" cy="68576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165363"/>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dirty="0">
              <a:ln>
                <a:noFill/>
              </a:ln>
              <a:solidFill>
                <a:sysClr val="windowText" lastClr="000000"/>
              </a:solidFill>
              <a:effectLst/>
              <a:uLnTx/>
              <a:uFillTx/>
              <a:latin typeface="Calibri"/>
              <a:ea typeface="+mn-ea"/>
              <a:cs typeface="+mn-cs"/>
            </a:endParaRPr>
          </a:p>
        </p:txBody>
      </p:sp>
      <p:pic>
        <p:nvPicPr>
          <p:cNvPr id="11" name="Picture 10" descr="A white background with blue lines&#10;&#10;AI-generated content may be incorrect.">
            <a:extLst>
              <a:ext uri="{FF2B5EF4-FFF2-40B4-BE49-F238E27FC236}">
                <a16:creationId xmlns:a16="http://schemas.microsoft.com/office/drawing/2014/main" id="{13740FE5-792E-B74B-41A0-3749B09A3C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9" y="241"/>
            <a:ext cx="12191145" cy="6857519"/>
          </a:xfrm>
          <a:prstGeom prst="rect">
            <a:avLst/>
          </a:prstGeom>
        </p:spPr>
      </p:pic>
      <p:sp>
        <p:nvSpPr>
          <p:cNvPr id="25" name="Rectangle 23">
            <a:extLst>
              <a:ext uri="{FF2B5EF4-FFF2-40B4-BE49-F238E27FC236}">
                <a16:creationId xmlns:a16="http://schemas.microsoft.com/office/drawing/2014/main" id="{BE810266-0E7A-48DA-A1D7-084E934B5027}"/>
              </a:ext>
            </a:extLst>
          </p:cNvPr>
          <p:cNvSpPr>
            <a:spLocks noChangeArrowheads="1"/>
          </p:cNvSpPr>
          <p:nvPr/>
        </p:nvSpPr>
        <p:spPr bwMode="auto">
          <a:xfrm>
            <a:off x="428" y="26598"/>
            <a:ext cx="112046" cy="224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5449" tIns="27725" rIns="55449" bIns="27725" numCol="1" anchor="ctr" anchorCtr="0" compatLnSpc="1">
            <a:prstTxWarp prst="textNoShape">
              <a:avLst/>
            </a:prstTxWarp>
            <a:spAutoFit/>
          </a:bodyPr>
          <a:lstStyle/>
          <a:p>
            <a:pPr defTabSz="554492"/>
            <a:endParaRPr lang="en-GB" sz="1092" kern="0">
              <a:solidFill>
                <a:sysClr val="windowText" lastClr="000000"/>
              </a:solidFill>
            </a:endParaRPr>
          </a:p>
        </p:txBody>
      </p:sp>
      <p:sp>
        <p:nvSpPr>
          <p:cNvPr id="26" name="Rectangle 34">
            <a:extLst>
              <a:ext uri="{FF2B5EF4-FFF2-40B4-BE49-F238E27FC236}">
                <a16:creationId xmlns:a16="http://schemas.microsoft.com/office/drawing/2014/main" id="{29631D17-B610-9C75-1305-317E044950DC}"/>
              </a:ext>
            </a:extLst>
          </p:cNvPr>
          <p:cNvSpPr>
            <a:spLocks noChangeArrowheads="1"/>
          </p:cNvSpPr>
          <p:nvPr/>
        </p:nvSpPr>
        <p:spPr bwMode="auto">
          <a:xfrm>
            <a:off x="428" y="165221"/>
            <a:ext cx="112046" cy="224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5449" tIns="27725" rIns="55449" bIns="27725" numCol="1" anchor="ctr" anchorCtr="0" compatLnSpc="1">
            <a:prstTxWarp prst="textNoShape">
              <a:avLst/>
            </a:prstTxWarp>
            <a:spAutoFit/>
          </a:bodyPr>
          <a:lstStyle/>
          <a:p>
            <a:pPr defTabSz="554492"/>
            <a:endParaRPr lang="en-GB" sz="1092" kern="0">
              <a:solidFill>
                <a:sysClr val="windowText" lastClr="000000"/>
              </a:solidFill>
            </a:endParaRPr>
          </a:p>
        </p:txBody>
      </p:sp>
      <p:sp>
        <p:nvSpPr>
          <p:cNvPr id="31" name="Freeform: Shape 23">
            <a:extLst>
              <a:ext uri="{FF2B5EF4-FFF2-40B4-BE49-F238E27FC236}">
                <a16:creationId xmlns:a16="http://schemas.microsoft.com/office/drawing/2014/main" id="{25025BC9-2CF9-23F2-6772-3A8AEF75B5BA}"/>
              </a:ext>
            </a:extLst>
          </p:cNvPr>
          <p:cNvSpPr>
            <a:spLocks noChangeAspect="1"/>
          </p:cNvSpPr>
          <p:nvPr/>
        </p:nvSpPr>
        <p:spPr>
          <a:xfrm>
            <a:off x="4270709" y="1895871"/>
            <a:ext cx="3650109" cy="3711110"/>
          </a:xfrm>
          <a:custGeom>
            <a:avLst/>
            <a:gdLst>
              <a:gd name="connsiteX0" fmla="*/ 1632503 w 2337564"/>
              <a:gd name="connsiteY0" fmla="*/ 0 h 2376629"/>
              <a:gd name="connsiteX1" fmla="*/ 1973743 w 2337564"/>
              <a:gd name="connsiteY1" fmla="*/ 536479 h 2376629"/>
              <a:gd name="connsiteX2" fmla="*/ 1338632 w 2337564"/>
              <a:gd name="connsiteY2" fmla="*/ 566281 h 2376629"/>
              <a:gd name="connsiteX3" fmla="*/ 1411376 w 2337564"/>
              <a:gd name="connsiteY3" fmla="*/ 426106 h 2376629"/>
              <a:gd name="connsiteX4" fmla="*/ 1336049 w 2337564"/>
              <a:gd name="connsiteY4" fmla="*/ 414609 h 2376629"/>
              <a:gd name="connsiteX5" fmla="*/ 1241029 w 2337564"/>
              <a:gd name="connsiteY5" fmla="*/ 409812 h 2376629"/>
              <a:gd name="connsiteX6" fmla="*/ 311684 w 2337564"/>
              <a:gd name="connsiteY6" fmla="*/ 1339156 h 2376629"/>
              <a:gd name="connsiteX7" fmla="*/ 1241029 w 2337564"/>
              <a:gd name="connsiteY7" fmla="*/ 2268501 h 2376629"/>
              <a:gd name="connsiteX8" fmla="*/ 1276800 w 2337564"/>
              <a:gd name="connsiteY8" fmla="*/ 2266695 h 2376629"/>
              <a:gd name="connsiteX9" fmla="*/ 1283069 w 2337564"/>
              <a:gd name="connsiteY9" fmla="*/ 2267289 h 2376629"/>
              <a:gd name="connsiteX10" fmla="*/ 2146453 w 2337564"/>
              <a:gd name="connsiteY10" fmla="*/ 1724859 h 2376629"/>
              <a:gd name="connsiteX11" fmla="*/ 2329590 w 2337564"/>
              <a:gd name="connsiteY11" fmla="*/ 1186157 h 2376629"/>
              <a:gd name="connsiteX12" fmla="*/ 2331676 w 2337564"/>
              <a:gd name="connsiteY12" fmla="*/ 1091239 h 2376629"/>
              <a:gd name="connsiteX13" fmla="*/ 2337564 w 2337564"/>
              <a:gd name="connsiteY13" fmla="*/ 1207847 h 2376629"/>
              <a:gd name="connsiteX14" fmla="*/ 1168782 w 2337564"/>
              <a:gd name="connsiteY14" fmla="*/ 2376629 h 2376629"/>
              <a:gd name="connsiteX15" fmla="*/ 0 w 2337564"/>
              <a:gd name="connsiteY15" fmla="*/ 1207847 h 2376629"/>
              <a:gd name="connsiteX16" fmla="*/ 1168782 w 2337564"/>
              <a:gd name="connsiteY16" fmla="*/ 39065 h 2376629"/>
              <a:gd name="connsiteX17" fmla="*/ 1516342 w 2337564"/>
              <a:gd name="connsiteY17" fmla="*/ 91611 h 2376629"/>
              <a:gd name="connsiteX18" fmla="*/ 1574009 w 2337564"/>
              <a:gd name="connsiteY18" fmla="*/ 112718 h 237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37564" h="2376629">
                <a:moveTo>
                  <a:pt x="1632503" y="0"/>
                </a:moveTo>
                <a:lnTo>
                  <a:pt x="1973743" y="536479"/>
                </a:lnTo>
                <a:lnTo>
                  <a:pt x="1338632" y="566281"/>
                </a:lnTo>
                <a:lnTo>
                  <a:pt x="1411376" y="426106"/>
                </a:lnTo>
                <a:lnTo>
                  <a:pt x="1336049" y="414609"/>
                </a:lnTo>
                <a:cubicBezTo>
                  <a:pt x="1304807" y="411437"/>
                  <a:pt x="1273108" y="409812"/>
                  <a:pt x="1241029" y="409812"/>
                </a:cubicBezTo>
                <a:cubicBezTo>
                  <a:pt x="727767" y="409811"/>
                  <a:pt x="311684" y="825893"/>
                  <a:pt x="311684" y="1339156"/>
                </a:cubicBezTo>
                <a:cubicBezTo>
                  <a:pt x="311685" y="1852419"/>
                  <a:pt x="727767" y="2268501"/>
                  <a:pt x="1241029" y="2268501"/>
                </a:cubicBezTo>
                <a:lnTo>
                  <a:pt x="1276800" y="2266695"/>
                </a:lnTo>
                <a:lnTo>
                  <a:pt x="1283069" y="2267289"/>
                </a:lnTo>
                <a:cubicBezTo>
                  <a:pt x="1587888" y="2277898"/>
                  <a:pt x="1931140" y="2074979"/>
                  <a:pt x="2146453" y="1724859"/>
                </a:cubicBezTo>
                <a:cubicBezTo>
                  <a:pt x="2254110" y="1549799"/>
                  <a:pt x="2314494" y="1362798"/>
                  <a:pt x="2329590" y="1186157"/>
                </a:cubicBezTo>
                <a:lnTo>
                  <a:pt x="2331676" y="1091239"/>
                </a:lnTo>
                <a:lnTo>
                  <a:pt x="2337564" y="1207847"/>
                </a:lnTo>
                <a:cubicBezTo>
                  <a:pt x="2337564" y="1853347"/>
                  <a:pt x="1814282" y="2376629"/>
                  <a:pt x="1168782" y="2376629"/>
                </a:cubicBezTo>
                <a:cubicBezTo>
                  <a:pt x="523282" y="2376629"/>
                  <a:pt x="0" y="1853347"/>
                  <a:pt x="0" y="1207847"/>
                </a:cubicBezTo>
                <a:cubicBezTo>
                  <a:pt x="0" y="562347"/>
                  <a:pt x="523282" y="39065"/>
                  <a:pt x="1168782" y="39065"/>
                </a:cubicBezTo>
                <a:cubicBezTo>
                  <a:pt x="1289813" y="39065"/>
                  <a:pt x="1406548" y="57462"/>
                  <a:pt x="1516342" y="91611"/>
                </a:cubicBezTo>
                <a:lnTo>
                  <a:pt x="1574009" y="112718"/>
                </a:lnTo>
                <a:close/>
              </a:path>
            </a:pathLst>
          </a:custGeom>
          <a:solidFill>
            <a:srgbClr val="165363"/>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1" name="Group 70">
            <a:extLst>
              <a:ext uri="{FF2B5EF4-FFF2-40B4-BE49-F238E27FC236}">
                <a16:creationId xmlns:a16="http://schemas.microsoft.com/office/drawing/2014/main" id="{51CD6C30-A57C-60E4-A153-26CC61AEAB48}"/>
              </a:ext>
            </a:extLst>
          </p:cNvPr>
          <p:cNvGrpSpPr/>
          <p:nvPr/>
        </p:nvGrpSpPr>
        <p:grpSpPr>
          <a:xfrm>
            <a:off x="309401" y="284483"/>
            <a:ext cx="11573197" cy="747189"/>
            <a:chOff x="323529" y="284483"/>
            <a:chExt cx="11573197" cy="747189"/>
          </a:xfrm>
        </p:grpSpPr>
        <p:pic>
          <p:nvPicPr>
            <p:cNvPr id="37" name="Picture 36">
              <a:extLst>
                <a:ext uri="{FF2B5EF4-FFF2-40B4-BE49-F238E27FC236}">
                  <a16:creationId xmlns:a16="http://schemas.microsoft.com/office/drawing/2014/main" id="{3575A6B5-DA03-FF74-C55E-76E75CB8E6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6541" y="284483"/>
              <a:ext cx="7735824" cy="557434"/>
            </a:xfrm>
            <a:prstGeom prst="rect">
              <a:avLst/>
            </a:prstGeom>
          </p:spPr>
        </p:pic>
        <p:sp>
          <p:nvSpPr>
            <p:cNvPr id="38" name="Text Placeholder 1">
              <a:extLst>
                <a:ext uri="{FF2B5EF4-FFF2-40B4-BE49-F238E27FC236}">
                  <a16:creationId xmlns:a16="http://schemas.microsoft.com/office/drawing/2014/main" id="{705256A2-B139-BB61-DDE8-6D2901B8D206}"/>
                </a:ext>
              </a:extLst>
            </p:cNvPr>
            <p:cNvSpPr txBox="1">
              <a:spLocks/>
            </p:cNvSpPr>
            <p:nvPr/>
          </p:nvSpPr>
          <p:spPr>
            <a:xfrm>
              <a:off x="323529" y="307425"/>
              <a:ext cx="11573197" cy="724247"/>
            </a:xfrm>
            <a:prstGeom prst="rect">
              <a:avLst/>
            </a:prstGeom>
          </p:spPr>
          <p:txBody>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algn="ctr" rtl="1"/>
              <a:r>
                <a:rPr lang="ar-EG" sz="2400" kern="0" dirty="0">
                  <a:solidFill>
                    <a:schemeClr val="bg1"/>
                  </a:solidFill>
                  <a:latin typeface="Neo Sans Arabic Bold" panose="020B0804030504040204" pitchFamily="34" charset="-78"/>
                  <a:cs typeface="Neo Sans Arabic Bold" panose="020B0804030504040204" pitchFamily="34" charset="-78"/>
                </a:rPr>
                <a:t>نموذج تطبيقي لإدارة السمعة الرقمية</a:t>
              </a:r>
            </a:p>
          </p:txBody>
        </p:sp>
      </p:grpSp>
      <p:sp>
        <p:nvSpPr>
          <p:cNvPr id="40" name="TextBox 39">
            <a:extLst>
              <a:ext uri="{FF2B5EF4-FFF2-40B4-BE49-F238E27FC236}">
                <a16:creationId xmlns:a16="http://schemas.microsoft.com/office/drawing/2014/main" id="{C11360E4-BBBE-A946-B4E2-1A0C894A3A15}"/>
              </a:ext>
            </a:extLst>
          </p:cNvPr>
          <p:cNvSpPr txBox="1"/>
          <p:nvPr/>
        </p:nvSpPr>
        <p:spPr>
          <a:xfrm>
            <a:off x="1857001" y="1954650"/>
            <a:ext cx="2632161" cy="400110"/>
          </a:xfrm>
          <a:prstGeom prst="rect">
            <a:avLst/>
          </a:prstGeom>
          <a:noFill/>
        </p:spPr>
        <p:txBody>
          <a:bodyPr wrap="square" rtlCol="0">
            <a:spAutoFit/>
          </a:bodyPr>
          <a:lstStyle/>
          <a:p>
            <a:pPr algn="r"/>
            <a:r>
              <a:rPr lang="ar-EG" altLang="ko-KR" sz="2000" dirty="0">
                <a:solidFill>
                  <a:srgbClr val="165363"/>
                </a:solidFill>
                <a:latin typeface="Neo Sans Arabic" panose="020B0504030504040204" pitchFamily="34" charset="-78"/>
                <a:cs typeface="Neo Sans Arabic" panose="020B0504030504040204" pitchFamily="34" charset="-78"/>
              </a:rPr>
              <a:t>التفاعل الإيجابي</a:t>
            </a:r>
          </a:p>
        </p:txBody>
      </p:sp>
      <p:sp>
        <p:nvSpPr>
          <p:cNvPr id="43" name="TextBox 42">
            <a:extLst>
              <a:ext uri="{FF2B5EF4-FFF2-40B4-BE49-F238E27FC236}">
                <a16:creationId xmlns:a16="http://schemas.microsoft.com/office/drawing/2014/main" id="{49B6A4E5-6844-62C8-E3FC-0874E9A78C34}"/>
              </a:ext>
            </a:extLst>
          </p:cNvPr>
          <p:cNvSpPr txBox="1"/>
          <p:nvPr/>
        </p:nvSpPr>
        <p:spPr>
          <a:xfrm>
            <a:off x="594299" y="3767361"/>
            <a:ext cx="3082541" cy="400110"/>
          </a:xfrm>
          <a:prstGeom prst="rect">
            <a:avLst/>
          </a:prstGeom>
          <a:noFill/>
        </p:spPr>
        <p:txBody>
          <a:bodyPr wrap="square" rtlCol="0">
            <a:spAutoFit/>
          </a:bodyPr>
          <a:lstStyle/>
          <a:p>
            <a:pPr algn="r"/>
            <a:r>
              <a:rPr lang="ar-EG" altLang="ko-KR" sz="2000" dirty="0">
                <a:solidFill>
                  <a:srgbClr val="165363"/>
                </a:solidFill>
                <a:latin typeface="Neo Sans Arabic" panose="020B0504030504040204" pitchFamily="34" charset="-78"/>
                <a:cs typeface="Neo Sans Arabic" panose="020B0504030504040204" pitchFamily="34" charset="-78"/>
              </a:rPr>
              <a:t>التعامل مع الأزمات الرقمية </a:t>
            </a:r>
          </a:p>
        </p:txBody>
      </p:sp>
      <p:sp>
        <p:nvSpPr>
          <p:cNvPr id="46" name="TextBox 45">
            <a:extLst>
              <a:ext uri="{FF2B5EF4-FFF2-40B4-BE49-F238E27FC236}">
                <a16:creationId xmlns:a16="http://schemas.microsoft.com/office/drawing/2014/main" id="{9808F701-F538-7A9E-85CC-2E3EDE51C84E}"/>
              </a:ext>
            </a:extLst>
          </p:cNvPr>
          <p:cNvSpPr txBox="1"/>
          <p:nvPr/>
        </p:nvSpPr>
        <p:spPr>
          <a:xfrm>
            <a:off x="1989304" y="5268156"/>
            <a:ext cx="2632161" cy="400110"/>
          </a:xfrm>
          <a:prstGeom prst="rect">
            <a:avLst/>
          </a:prstGeom>
          <a:noFill/>
        </p:spPr>
        <p:txBody>
          <a:bodyPr wrap="square" rtlCol="0">
            <a:spAutoFit/>
          </a:bodyPr>
          <a:lstStyle/>
          <a:p>
            <a:pPr algn="r"/>
            <a:r>
              <a:rPr lang="ar-EG" altLang="ko-KR" sz="2000" dirty="0">
                <a:solidFill>
                  <a:srgbClr val="165363"/>
                </a:solidFill>
                <a:latin typeface="Neo Sans Arabic" panose="020B0504030504040204" pitchFamily="34" charset="-78"/>
                <a:cs typeface="Neo Sans Arabic" panose="020B0504030504040204" pitchFamily="34" charset="-78"/>
              </a:rPr>
              <a:t>إدارة المحتوى  </a:t>
            </a:r>
          </a:p>
        </p:txBody>
      </p:sp>
      <p:sp>
        <p:nvSpPr>
          <p:cNvPr id="49" name="TextBox 48">
            <a:extLst>
              <a:ext uri="{FF2B5EF4-FFF2-40B4-BE49-F238E27FC236}">
                <a16:creationId xmlns:a16="http://schemas.microsoft.com/office/drawing/2014/main" id="{F63B622E-A775-72A7-E9DA-0CA320CBB7C9}"/>
              </a:ext>
            </a:extLst>
          </p:cNvPr>
          <p:cNvSpPr txBox="1"/>
          <p:nvPr/>
        </p:nvSpPr>
        <p:spPr>
          <a:xfrm>
            <a:off x="7470687" y="5236101"/>
            <a:ext cx="2632161" cy="400110"/>
          </a:xfrm>
          <a:prstGeom prst="rect">
            <a:avLst/>
          </a:prstGeom>
          <a:noFill/>
        </p:spPr>
        <p:txBody>
          <a:bodyPr wrap="square" rtlCol="0">
            <a:spAutoFit/>
          </a:bodyPr>
          <a:lstStyle/>
          <a:p>
            <a:r>
              <a:rPr lang="ar-EG" altLang="ko-KR" sz="2000" dirty="0">
                <a:solidFill>
                  <a:srgbClr val="165363"/>
                </a:solidFill>
                <a:latin typeface="Neo Sans Arabic" panose="020B0504030504040204" pitchFamily="34" charset="-78"/>
                <a:cs typeface="Neo Sans Arabic" panose="020B0504030504040204" pitchFamily="34" charset="-78"/>
              </a:rPr>
              <a:t>بناء الهوية الرقمية  </a:t>
            </a:r>
          </a:p>
        </p:txBody>
      </p:sp>
      <p:sp>
        <p:nvSpPr>
          <p:cNvPr id="52" name="TextBox 51">
            <a:extLst>
              <a:ext uri="{FF2B5EF4-FFF2-40B4-BE49-F238E27FC236}">
                <a16:creationId xmlns:a16="http://schemas.microsoft.com/office/drawing/2014/main" id="{8595F2C4-6FBA-6090-F993-07061DDE37E8}"/>
              </a:ext>
            </a:extLst>
          </p:cNvPr>
          <p:cNvSpPr txBox="1"/>
          <p:nvPr/>
        </p:nvSpPr>
        <p:spPr>
          <a:xfrm>
            <a:off x="8108346" y="4287309"/>
            <a:ext cx="2632161" cy="400110"/>
          </a:xfrm>
          <a:prstGeom prst="rect">
            <a:avLst/>
          </a:prstGeom>
          <a:noFill/>
        </p:spPr>
        <p:txBody>
          <a:bodyPr wrap="square" rtlCol="0">
            <a:spAutoFit/>
          </a:bodyPr>
          <a:lstStyle/>
          <a:p>
            <a:r>
              <a:rPr lang="ar-EG" altLang="ko-KR" sz="2000" dirty="0">
                <a:solidFill>
                  <a:srgbClr val="165363"/>
                </a:solidFill>
                <a:latin typeface="Neo Sans Arabic" panose="020B0504030504040204" pitchFamily="34" charset="-78"/>
                <a:cs typeface="Neo Sans Arabic" panose="020B0504030504040204" pitchFamily="34" charset="-78"/>
              </a:rPr>
              <a:t>المراقبة والتحليل  </a:t>
            </a:r>
          </a:p>
        </p:txBody>
      </p:sp>
      <p:pic>
        <p:nvPicPr>
          <p:cNvPr id="55" name="Picture 54" descr="A blue and black computer with a thumb up and stars&#10;&#10;AI-generated content may be incorrect.">
            <a:extLst>
              <a:ext uri="{FF2B5EF4-FFF2-40B4-BE49-F238E27FC236}">
                <a16:creationId xmlns:a16="http://schemas.microsoft.com/office/drawing/2014/main" id="{4689DF6B-037E-54DD-1A32-DFE6AAF5B9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9948" y="3357430"/>
            <a:ext cx="1031629" cy="1031629"/>
          </a:xfrm>
          <a:prstGeom prst="rect">
            <a:avLst/>
          </a:prstGeom>
        </p:spPr>
      </p:pic>
      <p:grpSp>
        <p:nvGrpSpPr>
          <p:cNvPr id="58" name="Group 57">
            <a:extLst>
              <a:ext uri="{FF2B5EF4-FFF2-40B4-BE49-F238E27FC236}">
                <a16:creationId xmlns:a16="http://schemas.microsoft.com/office/drawing/2014/main" id="{815E6138-CA17-EA9C-6C36-ED45BE7B8252}"/>
              </a:ext>
            </a:extLst>
          </p:cNvPr>
          <p:cNvGrpSpPr/>
          <p:nvPr/>
        </p:nvGrpSpPr>
        <p:grpSpPr>
          <a:xfrm>
            <a:off x="7502771" y="4195488"/>
            <a:ext cx="540000" cy="540000"/>
            <a:chOff x="7502771" y="4195488"/>
            <a:chExt cx="540000" cy="540000"/>
          </a:xfrm>
        </p:grpSpPr>
        <p:sp>
          <p:nvSpPr>
            <p:cNvPr id="36" name="타원 8">
              <a:extLst>
                <a:ext uri="{FF2B5EF4-FFF2-40B4-BE49-F238E27FC236}">
                  <a16:creationId xmlns:a16="http://schemas.microsoft.com/office/drawing/2014/main" id="{E6AC453A-EEFF-4996-927E-F515E3FD09D0}"/>
                </a:ext>
              </a:extLst>
            </p:cNvPr>
            <p:cNvSpPr>
              <a:spLocks noChangeAspect="1"/>
            </p:cNvSpPr>
            <p:nvPr/>
          </p:nvSpPr>
          <p:spPr>
            <a:xfrm>
              <a:off x="7502771" y="4195488"/>
              <a:ext cx="540000" cy="540000"/>
            </a:xfrm>
            <a:prstGeom prst="ellipse">
              <a:avLst/>
            </a:prstGeom>
            <a:solidFill>
              <a:srgbClr val="20849C"/>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57" name="Picture 56" descr="A white icon of a computer with a magnifying glass&#10;&#10;AI-generated content may be incorrect.">
              <a:extLst>
                <a:ext uri="{FF2B5EF4-FFF2-40B4-BE49-F238E27FC236}">
                  <a16:creationId xmlns:a16="http://schemas.microsoft.com/office/drawing/2014/main" id="{03DCC410-FFFB-70F2-81AA-C76ED24BC9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96091" y="4296470"/>
              <a:ext cx="353360" cy="353360"/>
            </a:xfrm>
            <a:prstGeom prst="rect">
              <a:avLst/>
            </a:prstGeom>
          </p:spPr>
        </p:pic>
      </p:grpSp>
      <p:grpSp>
        <p:nvGrpSpPr>
          <p:cNvPr id="61" name="Group 60">
            <a:extLst>
              <a:ext uri="{FF2B5EF4-FFF2-40B4-BE49-F238E27FC236}">
                <a16:creationId xmlns:a16="http://schemas.microsoft.com/office/drawing/2014/main" id="{4758D58B-4DEB-4AA5-DA09-6FB04F05A86B}"/>
              </a:ext>
            </a:extLst>
          </p:cNvPr>
          <p:cNvGrpSpPr/>
          <p:nvPr/>
        </p:nvGrpSpPr>
        <p:grpSpPr>
          <a:xfrm>
            <a:off x="6573733" y="4917727"/>
            <a:ext cx="720000" cy="720000"/>
            <a:chOff x="6573733" y="4917727"/>
            <a:chExt cx="720000" cy="720000"/>
          </a:xfrm>
        </p:grpSpPr>
        <p:sp>
          <p:nvSpPr>
            <p:cNvPr id="32" name="타원 4">
              <a:extLst>
                <a:ext uri="{FF2B5EF4-FFF2-40B4-BE49-F238E27FC236}">
                  <a16:creationId xmlns:a16="http://schemas.microsoft.com/office/drawing/2014/main" id="{0F06A7C0-4F34-912E-3C90-1ED292368BFA}"/>
                </a:ext>
              </a:extLst>
            </p:cNvPr>
            <p:cNvSpPr>
              <a:spLocks noChangeAspect="1"/>
            </p:cNvSpPr>
            <p:nvPr/>
          </p:nvSpPr>
          <p:spPr>
            <a:xfrm>
              <a:off x="6573733" y="4917727"/>
              <a:ext cx="720000" cy="720000"/>
            </a:xfrm>
            <a:prstGeom prst="ellipse">
              <a:avLst/>
            </a:prstGeom>
            <a:solidFill>
              <a:srgbClr val="59A694"/>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0" name="Picture 59" descr="A white computer with a fingerprint on it&#10;&#10;AI-generated content may be incorrect.">
              <a:extLst>
                <a:ext uri="{FF2B5EF4-FFF2-40B4-BE49-F238E27FC236}">
                  <a16:creationId xmlns:a16="http://schemas.microsoft.com/office/drawing/2014/main" id="{C963BDC0-A871-0D74-D009-A699BD5D7A1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76888" y="5044946"/>
              <a:ext cx="513689" cy="513689"/>
            </a:xfrm>
            <a:prstGeom prst="rect">
              <a:avLst/>
            </a:prstGeom>
          </p:spPr>
        </p:pic>
      </p:grpSp>
      <p:grpSp>
        <p:nvGrpSpPr>
          <p:cNvPr id="64" name="Group 63">
            <a:extLst>
              <a:ext uri="{FF2B5EF4-FFF2-40B4-BE49-F238E27FC236}">
                <a16:creationId xmlns:a16="http://schemas.microsoft.com/office/drawing/2014/main" id="{DA5C7A3D-9253-13C7-C4EA-BD5E7FA209C3}"/>
              </a:ext>
            </a:extLst>
          </p:cNvPr>
          <p:cNvGrpSpPr/>
          <p:nvPr/>
        </p:nvGrpSpPr>
        <p:grpSpPr>
          <a:xfrm>
            <a:off x="4972221" y="4829551"/>
            <a:ext cx="900000" cy="900000"/>
            <a:chOff x="4972221" y="4829551"/>
            <a:chExt cx="900000" cy="900000"/>
          </a:xfrm>
        </p:grpSpPr>
        <p:sp>
          <p:nvSpPr>
            <p:cNvPr id="33" name="타원 5">
              <a:extLst>
                <a:ext uri="{FF2B5EF4-FFF2-40B4-BE49-F238E27FC236}">
                  <a16:creationId xmlns:a16="http://schemas.microsoft.com/office/drawing/2014/main" id="{10B2A28C-184C-3099-B652-8DE4B5BAB855}"/>
                </a:ext>
              </a:extLst>
            </p:cNvPr>
            <p:cNvSpPr>
              <a:spLocks noChangeAspect="1"/>
            </p:cNvSpPr>
            <p:nvPr/>
          </p:nvSpPr>
          <p:spPr>
            <a:xfrm>
              <a:off x="4972221" y="4829551"/>
              <a:ext cx="900000" cy="900000"/>
            </a:xfrm>
            <a:prstGeom prst="ellipse">
              <a:avLst/>
            </a:prstGeom>
            <a:solidFill>
              <a:srgbClr val="74B4A5"/>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3" name="Picture 62" descr="A white icon of a document with a gear and buttons&#10;&#10;AI-generated content may be incorrect.">
              <a:extLst>
                <a:ext uri="{FF2B5EF4-FFF2-40B4-BE49-F238E27FC236}">
                  <a16:creationId xmlns:a16="http://schemas.microsoft.com/office/drawing/2014/main" id="{A88B212B-1958-6B99-892F-5AB90F5535A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50629" y="4966914"/>
              <a:ext cx="621626" cy="621626"/>
            </a:xfrm>
            <a:prstGeom prst="rect">
              <a:avLst/>
            </a:prstGeom>
          </p:spPr>
        </p:pic>
      </p:grpSp>
      <p:grpSp>
        <p:nvGrpSpPr>
          <p:cNvPr id="67" name="Group 66">
            <a:extLst>
              <a:ext uri="{FF2B5EF4-FFF2-40B4-BE49-F238E27FC236}">
                <a16:creationId xmlns:a16="http://schemas.microsoft.com/office/drawing/2014/main" id="{29AC6EB5-F57B-6A97-098B-6947A8B89773}"/>
              </a:ext>
            </a:extLst>
          </p:cNvPr>
          <p:cNvGrpSpPr/>
          <p:nvPr/>
        </p:nvGrpSpPr>
        <p:grpSpPr>
          <a:xfrm>
            <a:off x="3892221" y="3449097"/>
            <a:ext cx="1080000" cy="1080000"/>
            <a:chOff x="3892221" y="3449097"/>
            <a:chExt cx="1080000" cy="1080000"/>
          </a:xfrm>
        </p:grpSpPr>
        <p:sp>
          <p:nvSpPr>
            <p:cNvPr id="34" name="타원 6">
              <a:extLst>
                <a:ext uri="{FF2B5EF4-FFF2-40B4-BE49-F238E27FC236}">
                  <a16:creationId xmlns:a16="http://schemas.microsoft.com/office/drawing/2014/main" id="{59107D39-566F-45DD-1E93-074D887D4FBD}"/>
                </a:ext>
              </a:extLst>
            </p:cNvPr>
            <p:cNvSpPr>
              <a:spLocks noChangeAspect="1"/>
            </p:cNvSpPr>
            <p:nvPr/>
          </p:nvSpPr>
          <p:spPr>
            <a:xfrm>
              <a:off x="3892221" y="3449097"/>
              <a:ext cx="1080000" cy="1080000"/>
            </a:xfrm>
            <a:prstGeom prst="ellipse">
              <a:avLst/>
            </a:prstGeom>
            <a:solidFill>
              <a:srgbClr val="8DB7E0"/>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6" name="Picture 65" descr="A white line drawing of a computer with a graph and a triangle&#10;&#10;AI-generated content may be incorrect.">
              <a:extLst>
                <a:ext uri="{FF2B5EF4-FFF2-40B4-BE49-F238E27FC236}">
                  <a16:creationId xmlns:a16="http://schemas.microsoft.com/office/drawing/2014/main" id="{D8FEE4C8-92DF-5E63-1C8E-C22F6C267FB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21128" y="3514587"/>
              <a:ext cx="819910" cy="819910"/>
            </a:xfrm>
            <a:prstGeom prst="rect">
              <a:avLst/>
            </a:prstGeom>
          </p:spPr>
        </p:pic>
      </p:grpSp>
      <p:grpSp>
        <p:nvGrpSpPr>
          <p:cNvPr id="70" name="Group 69">
            <a:extLst>
              <a:ext uri="{FF2B5EF4-FFF2-40B4-BE49-F238E27FC236}">
                <a16:creationId xmlns:a16="http://schemas.microsoft.com/office/drawing/2014/main" id="{D66EBEF4-206F-61CA-1EE4-5411AC24C155}"/>
              </a:ext>
            </a:extLst>
          </p:cNvPr>
          <p:cNvGrpSpPr/>
          <p:nvPr/>
        </p:nvGrpSpPr>
        <p:grpSpPr>
          <a:xfrm>
            <a:off x="4707615" y="1816977"/>
            <a:ext cx="1260000" cy="1260000"/>
            <a:chOff x="4707615" y="1816977"/>
            <a:chExt cx="1260000" cy="1260000"/>
          </a:xfrm>
        </p:grpSpPr>
        <p:sp>
          <p:nvSpPr>
            <p:cNvPr id="35" name="타원 7">
              <a:extLst>
                <a:ext uri="{FF2B5EF4-FFF2-40B4-BE49-F238E27FC236}">
                  <a16:creationId xmlns:a16="http://schemas.microsoft.com/office/drawing/2014/main" id="{1AC59BA9-B7F1-E3FF-FB05-25FC71C700CB}"/>
                </a:ext>
              </a:extLst>
            </p:cNvPr>
            <p:cNvSpPr>
              <a:spLocks noChangeAspect="1"/>
            </p:cNvSpPr>
            <p:nvPr/>
          </p:nvSpPr>
          <p:spPr>
            <a:xfrm>
              <a:off x="4707615" y="1816977"/>
              <a:ext cx="1260000" cy="1260000"/>
            </a:xfrm>
            <a:prstGeom prst="ellipse">
              <a:avLst/>
            </a:prstGeom>
            <a:solidFill>
              <a:srgbClr val="165363"/>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9" name="Picture 68" descr="A white and black logo&#10;&#10;AI-generated content may be incorrect.">
              <a:extLst>
                <a:ext uri="{FF2B5EF4-FFF2-40B4-BE49-F238E27FC236}">
                  <a16:creationId xmlns:a16="http://schemas.microsoft.com/office/drawing/2014/main" id="{0FB0F4AB-5DFC-6410-6EFD-58C6FFE1B88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35318" y="1991310"/>
              <a:ext cx="900001" cy="900001"/>
            </a:xfrm>
            <a:prstGeom prst="rect">
              <a:avLst/>
            </a:prstGeom>
          </p:spPr>
        </p:pic>
      </p:grpSp>
    </p:spTree>
    <p:extLst>
      <p:ext uri="{BB962C8B-B14F-4D97-AF65-F5344CB8AC3E}">
        <p14:creationId xmlns:p14="http://schemas.microsoft.com/office/powerpoint/2010/main" val="22970041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58"/>
                                        </p:tgtEl>
                                        <p:attrNameLst>
                                          <p:attrName>style.visibility</p:attrName>
                                        </p:attrNameLst>
                                      </p:cBhvr>
                                      <p:to>
                                        <p:strVal val="visible"/>
                                      </p:to>
                                    </p:set>
                                    <p:anim calcmode="lin" valueType="num">
                                      <p:cBhvr>
                                        <p:cTn id="17" dur="500" fill="hold"/>
                                        <p:tgtEl>
                                          <p:spTgt spid="58"/>
                                        </p:tgtEl>
                                        <p:attrNameLst>
                                          <p:attrName>ppt_w</p:attrName>
                                        </p:attrNameLst>
                                      </p:cBhvr>
                                      <p:tavLst>
                                        <p:tav tm="0">
                                          <p:val>
                                            <p:fltVal val="0"/>
                                          </p:val>
                                        </p:tav>
                                        <p:tav tm="100000">
                                          <p:val>
                                            <p:strVal val="#ppt_w"/>
                                          </p:val>
                                        </p:tav>
                                      </p:tavLst>
                                    </p:anim>
                                    <p:anim calcmode="lin" valueType="num">
                                      <p:cBhvr>
                                        <p:cTn id="18" dur="500" fill="hold"/>
                                        <p:tgtEl>
                                          <p:spTgt spid="58"/>
                                        </p:tgtEl>
                                        <p:attrNameLst>
                                          <p:attrName>ppt_h</p:attrName>
                                        </p:attrNameLst>
                                      </p:cBhvr>
                                      <p:tavLst>
                                        <p:tav tm="0">
                                          <p:val>
                                            <p:fltVal val="0"/>
                                          </p:val>
                                        </p:tav>
                                        <p:tav tm="100000">
                                          <p:val>
                                            <p:strVal val="#ppt_h"/>
                                          </p:val>
                                        </p:tav>
                                      </p:tavLst>
                                    </p:anim>
                                    <p:animEffect transition="in" filter="fade">
                                      <p:cBhvr>
                                        <p:cTn id="19" dur="500"/>
                                        <p:tgtEl>
                                          <p:spTgt spid="58"/>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right)">
                                      <p:cBhvr>
                                        <p:cTn id="22" dur="50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anim calcmode="lin" valueType="num">
                                      <p:cBhvr>
                                        <p:cTn id="27" dur="500" fill="hold"/>
                                        <p:tgtEl>
                                          <p:spTgt spid="61"/>
                                        </p:tgtEl>
                                        <p:attrNameLst>
                                          <p:attrName>ppt_w</p:attrName>
                                        </p:attrNameLst>
                                      </p:cBhvr>
                                      <p:tavLst>
                                        <p:tav tm="0">
                                          <p:val>
                                            <p:fltVal val="0"/>
                                          </p:val>
                                        </p:tav>
                                        <p:tav tm="100000">
                                          <p:val>
                                            <p:strVal val="#ppt_w"/>
                                          </p:val>
                                        </p:tav>
                                      </p:tavLst>
                                    </p:anim>
                                    <p:anim calcmode="lin" valueType="num">
                                      <p:cBhvr>
                                        <p:cTn id="28" dur="500" fill="hold"/>
                                        <p:tgtEl>
                                          <p:spTgt spid="61"/>
                                        </p:tgtEl>
                                        <p:attrNameLst>
                                          <p:attrName>ppt_h</p:attrName>
                                        </p:attrNameLst>
                                      </p:cBhvr>
                                      <p:tavLst>
                                        <p:tav tm="0">
                                          <p:val>
                                            <p:fltVal val="0"/>
                                          </p:val>
                                        </p:tav>
                                        <p:tav tm="100000">
                                          <p:val>
                                            <p:strVal val="#ppt_h"/>
                                          </p:val>
                                        </p:tav>
                                      </p:tavLst>
                                    </p:anim>
                                    <p:animEffect transition="in" filter="fade">
                                      <p:cBhvr>
                                        <p:cTn id="29" dur="500"/>
                                        <p:tgtEl>
                                          <p:spTgt spid="61"/>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wipe(right)">
                                      <p:cBhvr>
                                        <p:cTn id="32" dur="500"/>
                                        <p:tgtEl>
                                          <p:spTgt spid="49"/>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64"/>
                                        </p:tgtEl>
                                        <p:attrNameLst>
                                          <p:attrName>style.visibility</p:attrName>
                                        </p:attrNameLst>
                                      </p:cBhvr>
                                      <p:to>
                                        <p:strVal val="visible"/>
                                      </p:to>
                                    </p:set>
                                    <p:anim calcmode="lin" valueType="num">
                                      <p:cBhvr>
                                        <p:cTn id="37" dur="500" fill="hold"/>
                                        <p:tgtEl>
                                          <p:spTgt spid="64"/>
                                        </p:tgtEl>
                                        <p:attrNameLst>
                                          <p:attrName>ppt_w</p:attrName>
                                        </p:attrNameLst>
                                      </p:cBhvr>
                                      <p:tavLst>
                                        <p:tav tm="0">
                                          <p:val>
                                            <p:fltVal val="0"/>
                                          </p:val>
                                        </p:tav>
                                        <p:tav tm="100000">
                                          <p:val>
                                            <p:strVal val="#ppt_w"/>
                                          </p:val>
                                        </p:tav>
                                      </p:tavLst>
                                    </p:anim>
                                    <p:anim calcmode="lin" valueType="num">
                                      <p:cBhvr>
                                        <p:cTn id="38" dur="500" fill="hold"/>
                                        <p:tgtEl>
                                          <p:spTgt spid="64"/>
                                        </p:tgtEl>
                                        <p:attrNameLst>
                                          <p:attrName>ppt_h</p:attrName>
                                        </p:attrNameLst>
                                      </p:cBhvr>
                                      <p:tavLst>
                                        <p:tav tm="0">
                                          <p:val>
                                            <p:fltVal val="0"/>
                                          </p:val>
                                        </p:tav>
                                        <p:tav tm="100000">
                                          <p:val>
                                            <p:strVal val="#ppt_h"/>
                                          </p:val>
                                        </p:tav>
                                      </p:tavLst>
                                    </p:anim>
                                    <p:animEffect transition="in" filter="fade">
                                      <p:cBhvr>
                                        <p:cTn id="39" dur="500"/>
                                        <p:tgtEl>
                                          <p:spTgt spid="64"/>
                                        </p:tgtEl>
                                      </p:cBhvr>
                                    </p:animEffect>
                                  </p:childTnLst>
                                </p:cTn>
                              </p:par>
                              <p:par>
                                <p:cTn id="40" presetID="22" presetClass="entr" presetSubtype="2" fill="hold" grpId="0" nodeType="with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wipe(right)">
                                      <p:cBhvr>
                                        <p:cTn id="42" dur="500"/>
                                        <p:tgtEl>
                                          <p:spTgt spid="46"/>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67"/>
                                        </p:tgtEl>
                                        <p:attrNameLst>
                                          <p:attrName>style.visibility</p:attrName>
                                        </p:attrNameLst>
                                      </p:cBhvr>
                                      <p:to>
                                        <p:strVal val="visible"/>
                                      </p:to>
                                    </p:set>
                                    <p:anim calcmode="lin" valueType="num">
                                      <p:cBhvr>
                                        <p:cTn id="47" dur="500" fill="hold"/>
                                        <p:tgtEl>
                                          <p:spTgt spid="67"/>
                                        </p:tgtEl>
                                        <p:attrNameLst>
                                          <p:attrName>ppt_w</p:attrName>
                                        </p:attrNameLst>
                                      </p:cBhvr>
                                      <p:tavLst>
                                        <p:tav tm="0">
                                          <p:val>
                                            <p:fltVal val="0"/>
                                          </p:val>
                                        </p:tav>
                                        <p:tav tm="100000">
                                          <p:val>
                                            <p:strVal val="#ppt_w"/>
                                          </p:val>
                                        </p:tav>
                                      </p:tavLst>
                                    </p:anim>
                                    <p:anim calcmode="lin" valueType="num">
                                      <p:cBhvr>
                                        <p:cTn id="48" dur="500" fill="hold"/>
                                        <p:tgtEl>
                                          <p:spTgt spid="67"/>
                                        </p:tgtEl>
                                        <p:attrNameLst>
                                          <p:attrName>ppt_h</p:attrName>
                                        </p:attrNameLst>
                                      </p:cBhvr>
                                      <p:tavLst>
                                        <p:tav tm="0">
                                          <p:val>
                                            <p:fltVal val="0"/>
                                          </p:val>
                                        </p:tav>
                                        <p:tav tm="100000">
                                          <p:val>
                                            <p:strVal val="#ppt_h"/>
                                          </p:val>
                                        </p:tav>
                                      </p:tavLst>
                                    </p:anim>
                                    <p:animEffect transition="in" filter="fade">
                                      <p:cBhvr>
                                        <p:cTn id="49" dur="500"/>
                                        <p:tgtEl>
                                          <p:spTgt spid="67"/>
                                        </p:tgtEl>
                                      </p:cBhvr>
                                    </p:animEffect>
                                  </p:childTnLst>
                                </p:cTn>
                              </p:par>
                              <p:par>
                                <p:cTn id="50" presetID="22" presetClass="entr" presetSubtype="2"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wipe(right)">
                                      <p:cBhvr>
                                        <p:cTn id="52" dur="500"/>
                                        <p:tgtEl>
                                          <p:spTgt spid="43"/>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70"/>
                                        </p:tgtEl>
                                        <p:attrNameLst>
                                          <p:attrName>style.visibility</p:attrName>
                                        </p:attrNameLst>
                                      </p:cBhvr>
                                      <p:to>
                                        <p:strVal val="visible"/>
                                      </p:to>
                                    </p:set>
                                    <p:anim calcmode="lin" valueType="num">
                                      <p:cBhvr>
                                        <p:cTn id="57" dur="500" fill="hold"/>
                                        <p:tgtEl>
                                          <p:spTgt spid="70"/>
                                        </p:tgtEl>
                                        <p:attrNameLst>
                                          <p:attrName>ppt_w</p:attrName>
                                        </p:attrNameLst>
                                      </p:cBhvr>
                                      <p:tavLst>
                                        <p:tav tm="0">
                                          <p:val>
                                            <p:fltVal val="0"/>
                                          </p:val>
                                        </p:tav>
                                        <p:tav tm="100000">
                                          <p:val>
                                            <p:strVal val="#ppt_w"/>
                                          </p:val>
                                        </p:tav>
                                      </p:tavLst>
                                    </p:anim>
                                    <p:anim calcmode="lin" valueType="num">
                                      <p:cBhvr>
                                        <p:cTn id="58" dur="500" fill="hold"/>
                                        <p:tgtEl>
                                          <p:spTgt spid="70"/>
                                        </p:tgtEl>
                                        <p:attrNameLst>
                                          <p:attrName>ppt_h</p:attrName>
                                        </p:attrNameLst>
                                      </p:cBhvr>
                                      <p:tavLst>
                                        <p:tav tm="0">
                                          <p:val>
                                            <p:fltVal val="0"/>
                                          </p:val>
                                        </p:tav>
                                        <p:tav tm="100000">
                                          <p:val>
                                            <p:strVal val="#ppt_h"/>
                                          </p:val>
                                        </p:tav>
                                      </p:tavLst>
                                    </p:anim>
                                    <p:animEffect transition="in" filter="fade">
                                      <p:cBhvr>
                                        <p:cTn id="59" dur="500"/>
                                        <p:tgtEl>
                                          <p:spTgt spid="70"/>
                                        </p:tgtEl>
                                      </p:cBhvr>
                                    </p:animEffect>
                                  </p:childTnLst>
                                </p:cTn>
                              </p:par>
                              <p:par>
                                <p:cTn id="60" presetID="22" presetClass="entr" presetSubtype="2" fill="hold" grpId="0" nodeType="with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wipe(right)">
                                      <p:cBhvr>
                                        <p:cTn id="6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40" grpId="0"/>
      <p:bldP spid="43" grpId="0"/>
      <p:bldP spid="46" grpId="0"/>
      <p:bldP spid="49" grpId="0"/>
      <p:bldP spid="5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1191A-4A0C-C006-82B8-07C701C610D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471BC58-1011-6924-4687-C2F5408C028E}"/>
              </a:ext>
            </a:extLst>
          </p:cNvPr>
          <p:cNvPicPr>
            <a:picLocks noChangeAspect="1"/>
          </p:cNvPicPr>
          <p:nvPr/>
        </p:nvPicPr>
        <p:blipFill>
          <a:blip r:embed="rId2">
            <a:extLst>
              <a:ext uri="{28A0092B-C50C-407E-A947-70E740481C1C}">
                <a14:useLocalDpi xmlns:a14="http://schemas.microsoft.com/office/drawing/2010/main" val="0"/>
              </a:ext>
            </a:extLst>
          </a:blip>
          <a:srcRect t="19923" b="19923"/>
          <a:stretch/>
        </p:blipFill>
        <p:spPr>
          <a:xfrm flipH="1">
            <a:off x="6345902" y="1924964"/>
            <a:ext cx="6517563" cy="5040688"/>
          </a:xfrm>
          <a:prstGeom prst="homePlate">
            <a:avLst/>
          </a:prstGeom>
        </p:spPr>
      </p:pic>
      <p:grpSp>
        <p:nvGrpSpPr>
          <p:cNvPr id="3" name="object 3">
            <a:extLst>
              <a:ext uri="{FF2B5EF4-FFF2-40B4-BE49-F238E27FC236}">
                <a16:creationId xmlns:a16="http://schemas.microsoft.com/office/drawing/2014/main" id="{875708F8-C218-C47B-70A2-6C09D9C5DB97}"/>
              </a:ext>
            </a:extLst>
          </p:cNvPr>
          <p:cNvGrpSpPr/>
          <p:nvPr/>
        </p:nvGrpSpPr>
        <p:grpSpPr>
          <a:xfrm flipH="1">
            <a:off x="-2062083" y="5181762"/>
            <a:ext cx="4012757" cy="2806736"/>
            <a:chOff x="13503008" y="6696033"/>
            <a:chExt cx="6617334" cy="4628515"/>
          </a:xfrm>
        </p:grpSpPr>
        <p:sp>
          <p:nvSpPr>
            <p:cNvPr id="4" name="object 4">
              <a:extLst>
                <a:ext uri="{FF2B5EF4-FFF2-40B4-BE49-F238E27FC236}">
                  <a16:creationId xmlns:a16="http://schemas.microsoft.com/office/drawing/2014/main" id="{6CAB002A-BE19-9DB2-6C06-9871F4589C4C}"/>
                </a:ext>
              </a:extLst>
            </p:cNvPr>
            <p:cNvSpPr/>
            <p:nvPr/>
          </p:nvSpPr>
          <p:spPr>
            <a:xfrm>
              <a:off x="14546481" y="8567806"/>
              <a:ext cx="5294630" cy="2741295"/>
            </a:xfrm>
            <a:custGeom>
              <a:avLst/>
              <a:gdLst/>
              <a:ahLst/>
              <a:cxnLst/>
              <a:rect l="l" t="t" r="r" b="b"/>
              <a:pathLst>
                <a:path w="5294630" h="2741295">
                  <a:moveTo>
                    <a:pt x="1607" y="2740750"/>
                  </a:moveTo>
                  <a:lnTo>
                    <a:pt x="1578" y="2693255"/>
                  </a:lnTo>
                  <a:lnTo>
                    <a:pt x="1546" y="2642667"/>
                  </a:lnTo>
                  <a:lnTo>
                    <a:pt x="1515" y="2592078"/>
                  </a:lnTo>
                  <a:lnTo>
                    <a:pt x="1484" y="2541490"/>
                  </a:lnTo>
                  <a:lnTo>
                    <a:pt x="1453" y="2490902"/>
                  </a:lnTo>
                  <a:lnTo>
                    <a:pt x="1422" y="2440314"/>
                  </a:lnTo>
                  <a:lnTo>
                    <a:pt x="1391" y="2389725"/>
                  </a:lnTo>
                  <a:lnTo>
                    <a:pt x="1360" y="2339137"/>
                  </a:lnTo>
                  <a:lnTo>
                    <a:pt x="1329" y="2288549"/>
                  </a:lnTo>
                  <a:lnTo>
                    <a:pt x="1298" y="2237961"/>
                  </a:lnTo>
                  <a:lnTo>
                    <a:pt x="1267" y="2187373"/>
                  </a:lnTo>
                  <a:lnTo>
                    <a:pt x="1236" y="2136784"/>
                  </a:lnTo>
                  <a:lnTo>
                    <a:pt x="1205" y="2086196"/>
                  </a:lnTo>
                  <a:lnTo>
                    <a:pt x="1174" y="2035608"/>
                  </a:lnTo>
                  <a:lnTo>
                    <a:pt x="1143" y="1985020"/>
                  </a:lnTo>
                  <a:lnTo>
                    <a:pt x="1112" y="1934431"/>
                  </a:lnTo>
                  <a:lnTo>
                    <a:pt x="1081" y="1883843"/>
                  </a:lnTo>
                  <a:lnTo>
                    <a:pt x="1050" y="1833255"/>
                  </a:lnTo>
                  <a:lnTo>
                    <a:pt x="1019" y="1782667"/>
                  </a:lnTo>
                  <a:lnTo>
                    <a:pt x="989" y="1732078"/>
                  </a:lnTo>
                  <a:lnTo>
                    <a:pt x="958" y="1681490"/>
                  </a:lnTo>
                  <a:lnTo>
                    <a:pt x="927" y="1630902"/>
                  </a:lnTo>
                  <a:lnTo>
                    <a:pt x="896" y="1580314"/>
                  </a:lnTo>
                  <a:lnTo>
                    <a:pt x="865" y="1529725"/>
                  </a:lnTo>
                  <a:lnTo>
                    <a:pt x="834" y="1479137"/>
                  </a:lnTo>
                  <a:lnTo>
                    <a:pt x="803" y="1428549"/>
                  </a:lnTo>
                  <a:lnTo>
                    <a:pt x="772" y="1377961"/>
                  </a:lnTo>
                  <a:lnTo>
                    <a:pt x="741" y="1327372"/>
                  </a:lnTo>
                  <a:lnTo>
                    <a:pt x="711" y="1276784"/>
                  </a:lnTo>
                  <a:lnTo>
                    <a:pt x="680" y="1226196"/>
                  </a:lnTo>
                  <a:lnTo>
                    <a:pt x="649" y="1175608"/>
                  </a:lnTo>
                  <a:lnTo>
                    <a:pt x="618" y="1125019"/>
                  </a:lnTo>
                  <a:lnTo>
                    <a:pt x="587" y="1074431"/>
                  </a:lnTo>
                  <a:lnTo>
                    <a:pt x="557" y="1023843"/>
                  </a:lnTo>
                  <a:lnTo>
                    <a:pt x="526" y="973255"/>
                  </a:ln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7"/>
                  </a:lnTo>
                  <a:lnTo>
                    <a:pt x="819942" y="62471"/>
                  </a:lnTo>
                  <a:lnTo>
                    <a:pt x="865232" y="84829"/>
                  </a:lnTo>
                  <a:lnTo>
                    <a:pt x="909518" y="109679"/>
                  </a:lnTo>
                  <a:lnTo>
                    <a:pt x="951803" y="134689"/>
                  </a:lnTo>
                  <a:lnTo>
                    <a:pt x="998084" y="162110"/>
                  </a:lnTo>
                  <a:lnTo>
                    <a:pt x="1048239" y="191871"/>
                  </a:lnTo>
                  <a:lnTo>
                    <a:pt x="1102147" y="223898"/>
                  </a:lnTo>
                  <a:lnTo>
                    <a:pt x="1159688" y="258119"/>
                  </a:lnTo>
                  <a:lnTo>
                    <a:pt x="1220738" y="294461"/>
                  </a:lnTo>
                  <a:lnTo>
                    <a:pt x="1285178" y="332852"/>
                  </a:lnTo>
                  <a:lnTo>
                    <a:pt x="1318631" y="352792"/>
                  </a:lnTo>
                  <a:lnTo>
                    <a:pt x="1352885" y="373218"/>
                  </a:lnTo>
                  <a:lnTo>
                    <a:pt x="1387927" y="394119"/>
                  </a:lnTo>
                  <a:lnTo>
                    <a:pt x="1423739" y="415487"/>
                  </a:lnTo>
                  <a:lnTo>
                    <a:pt x="1460308" y="437312"/>
                  </a:lnTo>
                  <a:lnTo>
                    <a:pt x="1497618" y="459586"/>
                  </a:lnTo>
                  <a:lnTo>
                    <a:pt x="1535655" y="482299"/>
                  </a:lnTo>
                  <a:lnTo>
                    <a:pt x="1574402" y="505443"/>
                  </a:lnTo>
                  <a:lnTo>
                    <a:pt x="1613844" y="529007"/>
                  </a:lnTo>
                  <a:lnTo>
                    <a:pt x="1653967" y="552984"/>
                  </a:lnTo>
                  <a:lnTo>
                    <a:pt x="1694756" y="577364"/>
                  </a:lnTo>
                  <a:lnTo>
                    <a:pt x="1736194" y="602138"/>
                  </a:lnTo>
                  <a:lnTo>
                    <a:pt x="1778268" y="627296"/>
                  </a:lnTo>
                  <a:lnTo>
                    <a:pt x="1820961" y="652831"/>
                  </a:lnTo>
                  <a:lnTo>
                    <a:pt x="1864259" y="678732"/>
                  </a:lnTo>
                  <a:lnTo>
                    <a:pt x="1908147" y="704990"/>
                  </a:lnTo>
                  <a:lnTo>
                    <a:pt x="1952609" y="731597"/>
                  </a:lnTo>
                  <a:lnTo>
                    <a:pt x="1997630" y="758544"/>
                  </a:lnTo>
                  <a:lnTo>
                    <a:pt x="2043195" y="785821"/>
                  </a:lnTo>
                  <a:lnTo>
                    <a:pt x="2089289" y="813419"/>
                  </a:lnTo>
                  <a:lnTo>
                    <a:pt x="2135897" y="841329"/>
                  </a:lnTo>
                  <a:lnTo>
                    <a:pt x="2183003" y="869542"/>
                  </a:lnTo>
                  <a:lnTo>
                    <a:pt x="2230593" y="898049"/>
                  </a:lnTo>
                  <a:lnTo>
                    <a:pt x="2278650" y="926841"/>
                  </a:lnTo>
                  <a:lnTo>
                    <a:pt x="2327161" y="955908"/>
                  </a:lnTo>
                  <a:lnTo>
                    <a:pt x="2376110" y="985243"/>
                  </a:lnTo>
                  <a:lnTo>
                    <a:pt x="2425481" y="1014835"/>
                  </a:lnTo>
                  <a:lnTo>
                    <a:pt x="2475260" y="1044675"/>
                  </a:lnTo>
                  <a:lnTo>
                    <a:pt x="2525431" y="1074755"/>
                  </a:lnTo>
                  <a:lnTo>
                    <a:pt x="2575980" y="1105065"/>
                  </a:lnTo>
                  <a:lnTo>
                    <a:pt x="2626890" y="1135597"/>
                  </a:lnTo>
                  <a:lnTo>
                    <a:pt x="2678148" y="1166340"/>
                  </a:lnTo>
                  <a:lnTo>
                    <a:pt x="2729737" y="1197287"/>
                  </a:lnTo>
                  <a:lnTo>
                    <a:pt x="2781643" y="1228427"/>
                  </a:lnTo>
                  <a:lnTo>
                    <a:pt x="2833850" y="1259753"/>
                  </a:lnTo>
                  <a:lnTo>
                    <a:pt x="2886343" y="1291254"/>
                  </a:lnTo>
                  <a:lnTo>
                    <a:pt x="2939108" y="1322922"/>
                  </a:lnTo>
                  <a:lnTo>
                    <a:pt x="2992128" y="1354747"/>
                  </a:lnTo>
                  <a:lnTo>
                    <a:pt x="3045389" y="1386722"/>
                  </a:lnTo>
                  <a:lnTo>
                    <a:pt x="3098876" y="1418835"/>
                  </a:lnTo>
                  <a:lnTo>
                    <a:pt x="3152573" y="1451079"/>
                  </a:lnTo>
                  <a:lnTo>
                    <a:pt x="3206465" y="1483444"/>
                  </a:lnTo>
                  <a:lnTo>
                    <a:pt x="3260538" y="1515921"/>
                  </a:lnTo>
                  <a:lnTo>
                    <a:pt x="3314775" y="1548501"/>
                  </a:lnTo>
                  <a:lnTo>
                    <a:pt x="3369162" y="1581176"/>
                  </a:lnTo>
                  <a:lnTo>
                    <a:pt x="3423684" y="1613935"/>
                  </a:lnTo>
                  <a:lnTo>
                    <a:pt x="3478325" y="1646770"/>
                  </a:lnTo>
                  <a:lnTo>
                    <a:pt x="3533071" y="1679671"/>
                  </a:lnTo>
                  <a:lnTo>
                    <a:pt x="3587905" y="1712631"/>
                  </a:lnTo>
                  <a:lnTo>
                    <a:pt x="3642814" y="1745639"/>
                  </a:lnTo>
                  <a:lnTo>
                    <a:pt x="3697781" y="1778686"/>
                  </a:lnTo>
                  <a:lnTo>
                    <a:pt x="3752792" y="1811764"/>
                  </a:lnTo>
                  <a:lnTo>
                    <a:pt x="3807832" y="1844862"/>
                  </a:lnTo>
                  <a:lnTo>
                    <a:pt x="3862884" y="1877973"/>
                  </a:lnTo>
                  <a:lnTo>
                    <a:pt x="3917935" y="1911088"/>
                  </a:lnTo>
                  <a:lnTo>
                    <a:pt x="3972969" y="1944196"/>
                  </a:lnTo>
                  <a:lnTo>
                    <a:pt x="4027971" y="1977289"/>
                  </a:lnTo>
                  <a:lnTo>
                    <a:pt x="4082925" y="2010358"/>
                  </a:lnTo>
                  <a:lnTo>
                    <a:pt x="4137817" y="2043393"/>
                  </a:lnTo>
                  <a:lnTo>
                    <a:pt x="4192631" y="2076387"/>
                  </a:lnTo>
                  <a:lnTo>
                    <a:pt x="4247352" y="2109328"/>
                  </a:lnTo>
                  <a:lnTo>
                    <a:pt x="4301965" y="2142210"/>
                  </a:lnTo>
                  <a:lnTo>
                    <a:pt x="4356455" y="2175021"/>
                  </a:lnTo>
                  <a:lnTo>
                    <a:pt x="4410807" y="2207754"/>
                  </a:lnTo>
                  <a:lnTo>
                    <a:pt x="4465005" y="2240399"/>
                  </a:lnTo>
                  <a:lnTo>
                    <a:pt x="4519035" y="2272948"/>
                  </a:lnTo>
                  <a:lnTo>
                    <a:pt x="4572881" y="2305390"/>
                  </a:lnTo>
                  <a:lnTo>
                    <a:pt x="4626527" y="2337717"/>
                  </a:lnTo>
                  <a:lnTo>
                    <a:pt x="4679960" y="2369920"/>
                  </a:lnTo>
                  <a:lnTo>
                    <a:pt x="4733163" y="2401990"/>
                  </a:lnTo>
                  <a:lnTo>
                    <a:pt x="4786122" y="2433917"/>
                  </a:lnTo>
                  <a:lnTo>
                    <a:pt x="4838821" y="2465693"/>
                  </a:lnTo>
                  <a:lnTo>
                    <a:pt x="4891245" y="2497309"/>
                  </a:lnTo>
                  <a:lnTo>
                    <a:pt x="4943380" y="2528755"/>
                  </a:lnTo>
                  <a:lnTo>
                    <a:pt x="4995209" y="2560022"/>
                  </a:lnTo>
                  <a:lnTo>
                    <a:pt x="5046718" y="2591101"/>
                  </a:lnTo>
                  <a:lnTo>
                    <a:pt x="5097891" y="2621984"/>
                  </a:lnTo>
                  <a:lnTo>
                    <a:pt x="5148714" y="2652660"/>
                  </a:lnTo>
                  <a:lnTo>
                    <a:pt x="5199171" y="2683122"/>
                  </a:lnTo>
                  <a:lnTo>
                    <a:pt x="5249247" y="2713359"/>
                  </a:lnTo>
                  <a:lnTo>
                    <a:pt x="5294600" y="2740750"/>
                  </a:lnTo>
                </a:path>
              </a:pathLst>
            </a:custGeom>
            <a:ln w="31412">
              <a:solidFill>
                <a:srgbClr val="6B8285"/>
              </a:solidFill>
            </a:ln>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sp>
          <p:nvSpPr>
            <p:cNvPr id="5" name="object 5">
              <a:extLst>
                <a:ext uri="{FF2B5EF4-FFF2-40B4-BE49-F238E27FC236}">
                  <a16:creationId xmlns:a16="http://schemas.microsoft.com/office/drawing/2014/main" id="{06429655-5DBF-B260-7C32-B0061C2636C8}"/>
                </a:ext>
              </a:extLst>
            </p:cNvPr>
            <p:cNvSpPr/>
            <p:nvPr/>
          </p:nvSpPr>
          <p:spPr>
            <a:xfrm>
              <a:off x="15400194" y="10328593"/>
              <a:ext cx="2305050" cy="980440"/>
            </a:xfrm>
            <a:custGeom>
              <a:avLst/>
              <a:gdLst/>
              <a:ahLst/>
              <a:cxnLst/>
              <a:rect l="l" t="t" r="r" b="b"/>
              <a:pathLst>
                <a:path w="2305050" h="980440">
                  <a:moveTo>
                    <a:pt x="530" y="979963"/>
                  </a:move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6"/>
                  </a:lnTo>
                  <a:lnTo>
                    <a:pt x="819942" y="62467"/>
                  </a:lnTo>
                  <a:lnTo>
                    <a:pt x="865232" y="84825"/>
                  </a:lnTo>
                  <a:lnTo>
                    <a:pt x="909518" y="109679"/>
                  </a:lnTo>
                  <a:lnTo>
                    <a:pt x="974681" y="148396"/>
                  </a:lnTo>
                  <a:lnTo>
                    <a:pt x="1008373" y="168569"/>
                  </a:lnTo>
                  <a:lnTo>
                    <a:pt x="1042782" y="189267"/>
                  </a:lnTo>
                  <a:lnTo>
                    <a:pt x="1077889" y="210478"/>
                  </a:lnTo>
                  <a:lnTo>
                    <a:pt x="1113677" y="232187"/>
                  </a:lnTo>
                  <a:lnTo>
                    <a:pt x="1150128" y="254383"/>
                  </a:lnTo>
                  <a:lnTo>
                    <a:pt x="1187224" y="277051"/>
                  </a:lnTo>
                  <a:lnTo>
                    <a:pt x="1224948" y="300179"/>
                  </a:lnTo>
                  <a:lnTo>
                    <a:pt x="1263280" y="323754"/>
                  </a:lnTo>
                  <a:lnTo>
                    <a:pt x="1302203" y="347762"/>
                  </a:lnTo>
                  <a:lnTo>
                    <a:pt x="1341700" y="372190"/>
                  </a:lnTo>
                  <a:lnTo>
                    <a:pt x="1381752" y="397025"/>
                  </a:lnTo>
                  <a:lnTo>
                    <a:pt x="1422342" y="422255"/>
                  </a:lnTo>
                  <a:lnTo>
                    <a:pt x="1463451" y="447864"/>
                  </a:lnTo>
                  <a:lnTo>
                    <a:pt x="1505062" y="473842"/>
                  </a:lnTo>
                  <a:lnTo>
                    <a:pt x="1547157" y="500174"/>
                  </a:lnTo>
                  <a:lnTo>
                    <a:pt x="1589718" y="526847"/>
                  </a:lnTo>
                  <a:lnTo>
                    <a:pt x="1632726" y="553848"/>
                  </a:lnTo>
                  <a:lnTo>
                    <a:pt x="1676165" y="581165"/>
                  </a:lnTo>
                  <a:lnTo>
                    <a:pt x="1720016" y="608783"/>
                  </a:lnTo>
                  <a:lnTo>
                    <a:pt x="1764262" y="636690"/>
                  </a:lnTo>
                  <a:lnTo>
                    <a:pt x="1808883" y="664872"/>
                  </a:lnTo>
                  <a:lnTo>
                    <a:pt x="1853863" y="693317"/>
                  </a:lnTo>
                  <a:lnTo>
                    <a:pt x="1899184" y="722011"/>
                  </a:lnTo>
                  <a:lnTo>
                    <a:pt x="1944828" y="750941"/>
                  </a:lnTo>
                  <a:lnTo>
                    <a:pt x="1990776" y="780094"/>
                  </a:lnTo>
                  <a:lnTo>
                    <a:pt x="2037011" y="809457"/>
                  </a:lnTo>
                  <a:lnTo>
                    <a:pt x="2083515" y="839017"/>
                  </a:lnTo>
                  <a:lnTo>
                    <a:pt x="2130270" y="868760"/>
                  </a:lnTo>
                  <a:lnTo>
                    <a:pt x="2177258" y="898673"/>
                  </a:lnTo>
                  <a:lnTo>
                    <a:pt x="2224461" y="928744"/>
                  </a:lnTo>
                  <a:lnTo>
                    <a:pt x="2271862" y="958958"/>
                  </a:lnTo>
                  <a:lnTo>
                    <a:pt x="2304796" y="979963"/>
                  </a:lnTo>
                </a:path>
              </a:pathLst>
            </a:custGeom>
            <a:ln w="31412">
              <a:solidFill>
                <a:srgbClr val="6B8285"/>
              </a:solidFill>
            </a:ln>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sp>
          <p:nvSpPr>
            <p:cNvPr id="6" name="object 6">
              <a:extLst>
                <a:ext uri="{FF2B5EF4-FFF2-40B4-BE49-F238E27FC236}">
                  <a16:creationId xmlns:a16="http://schemas.microsoft.com/office/drawing/2014/main" id="{8778CCA0-2A80-3F30-C71B-1AE1216759F6}"/>
                </a:ext>
              </a:extLst>
            </p:cNvPr>
            <p:cNvSpPr/>
            <p:nvPr/>
          </p:nvSpPr>
          <p:spPr>
            <a:xfrm>
              <a:off x="13518714" y="6711740"/>
              <a:ext cx="6585584" cy="4597400"/>
            </a:xfrm>
            <a:custGeom>
              <a:avLst/>
              <a:gdLst/>
              <a:ahLst/>
              <a:cxnLst/>
              <a:rect l="l" t="t" r="r" b="b"/>
              <a:pathLst>
                <a:path w="6585584" h="4597400">
                  <a:moveTo>
                    <a:pt x="2738" y="4596816"/>
                  </a:moveTo>
                  <a:lnTo>
                    <a:pt x="2688" y="4516366"/>
                  </a:lnTo>
                  <a:lnTo>
                    <a:pt x="2657" y="4465724"/>
                  </a:lnTo>
                  <a:lnTo>
                    <a:pt x="2625" y="4415083"/>
                  </a:lnTo>
                  <a:lnTo>
                    <a:pt x="2594" y="4364441"/>
                  </a:lnTo>
                  <a:lnTo>
                    <a:pt x="2562" y="4313800"/>
                  </a:lnTo>
                  <a:lnTo>
                    <a:pt x="2531" y="4263158"/>
                  </a:lnTo>
                  <a:lnTo>
                    <a:pt x="2500" y="4212517"/>
                  </a:lnTo>
                  <a:lnTo>
                    <a:pt x="2469" y="4161875"/>
                  </a:lnTo>
                  <a:lnTo>
                    <a:pt x="2437" y="4111234"/>
                  </a:lnTo>
                  <a:lnTo>
                    <a:pt x="2406" y="4060592"/>
                  </a:lnTo>
                  <a:lnTo>
                    <a:pt x="2375" y="4009951"/>
                  </a:lnTo>
                  <a:lnTo>
                    <a:pt x="2343" y="3959309"/>
                  </a:lnTo>
                  <a:lnTo>
                    <a:pt x="2312" y="3908668"/>
                  </a:lnTo>
                  <a:lnTo>
                    <a:pt x="2281" y="3858027"/>
                  </a:lnTo>
                  <a:lnTo>
                    <a:pt x="2250" y="3807385"/>
                  </a:lnTo>
                  <a:lnTo>
                    <a:pt x="2218" y="3756744"/>
                  </a:lnTo>
                  <a:lnTo>
                    <a:pt x="2187" y="3706102"/>
                  </a:lnTo>
                  <a:lnTo>
                    <a:pt x="2156" y="3655461"/>
                  </a:lnTo>
                  <a:lnTo>
                    <a:pt x="2125" y="3604819"/>
                  </a:lnTo>
                  <a:lnTo>
                    <a:pt x="2094" y="3554178"/>
                  </a:lnTo>
                  <a:lnTo>
                    <a:pt x="2062" y="3503536"/>
                  </a:lnTo>
                  <a:lnTo>
                    <a:pt x="2031" y="3452895"/>
                  </a:lnTo>
                  <a:lnTo>
                    <a:pt x="2000" y="3402253"/>
                  </a:lnTo>
                  <a:lnTo>
                    <a:pt x="1969" y="3351612"/>
                  </a:lnTo>
                  <a:lnTo>
                    <a:pt x="1938" y="3300970"/>
                  </a:lnTo>
                  <a:lnTo>
                    <a:pt x="1907" y="3250329"/>
                  </a:lnTo>
                  <a:lnTo>
                    <a:pt x="1875" y="3199688"/>
                  </a:lnTo>
                  <a:lnTo>
                    <a:pt x="1844" y="3149046"/>
                  </a:lnTo>
                  <a:lnTo>
                    <a:pt x="1813" y="3098405"/>
                  </a:lnTo>
                  <a:lnTo>
                    <a:pt x="1782" y="3047763"/>
                  </a:lnTo>
                  <a:lnTo>
                    <a:pt x="1751" y="2997122"/>
                  </a:lnTo>
                  <a:lnTo>
                    <a:pt x="1720" y="2946480"/>
                  </a:lnTo>
                  <a:lnTo>
                    <a:pt x="1689" y="2895839"/>
                  </a:lnTo>
                  <a:lnTo>
                    <a:pt x="1658" y="2845198"/>
                  </a:lnTo>
                  <a:lnTo>
                    <a:pt x="1626" y="2794556"/>
                  </a:lnTo>
                  <a:lnTo>
                    <a:pt x="1595" y="2743915"/>
                  </a:lnTo>
                  <a:lnTo>
                    <a:pt x="1564" y="2693273"/>
                  </a:lnTo>
                  <a:lnTo>
                    <a:pt x="1533" y="2642632"/>
                  </a:lnTo>
                  <a:lnTo>
                    <a:pt x="1502" y="2591991"/>
                  </a:lnTo>
                  <a:lnTo>
                    <a:pt x="1471" y="2541349"/>
                  </a:lnTo>
                  <a:lnTo>
                    <a:pt x="1440" y="2490708"/>
                  </a:lnTo>
                  <a:lnTo>
                    <a:pt x="1409" y="2440066"/>
                  </a:lnTo>
                  <a:lnTo>
                    <a:pt x="1378" y="2389425"/>
                  </a:lnTo>
                  <a:lnTo>
                    <a:pt x="1347" y="2338784"/>
                  </a:lnTo>
                  <a:lnTo>
                    <a:pt x="1316" y="2288142"/>
                  </a:lnTo>
                  <a:lnTo>
                    <a:pt x="1285" y="2237501"/>
                  </a:lnTo>
                  <a:lnTo>
                    <a:pt x="1254" y="2186860"/>
                  </a:lnTo>
                  <a:lnTo>
                    <a:pt x="1223" y="2136218"/>
                  </a:lnTo>
                  <a:lnTo>
                    <a:pt x="1192" y="2085577"/>
                  </a:lnTo>
                  <a:lnTo>
                    <a:pt x="1161" y="2034936"/>
                  </a:lnTo>
                  <a:lnTo>
                    <a:pt x="1130" y="1984294"/>
                  </a:lnTo>
                  <a:lnTo>
                    <a:pt x="1099" y="1933653"/>
                  </a:lnTo>
                  <a:lnTo>
                    <a:pt x="1068" y="1883011"/>
                  </a:lnTo>
                  <a:lnTo>
                    <a:pt x="1037" y="1832370"/>
                  </a:lnTo>
                  <a:lnTo>
                    <a:pt x="1006" y="1781729"/>
                  </a:lnTo>
                  <a:lnTo>
                    <a:pt x="975" y="1731087"/>
                  </a:lnTo>
                  <a:lnTo>
                    <a:pt x="944" y="1680446"/>
                  </a:lnTo>
                  <a:lnTo>
                    <a:pt x="913" y="1629805"/>
                  </a:lnTo>
                  <a:lnTo>
                    <a:pt x="882" y="1579164"/>
                  </a:lnTo>
                  <a:lnTo>
                    <a:pt x="851" y="1528522"/>
                  </a:lnTo>
                  <a:lnTo>
                    <a:pt x="820" y="1477881"/>
                  </a:lnTo>
                  <a:lnTo>
                    <a:pt x="790" y="1427240"/>
                  </a:lnTo>
                  <a:lnTo>
                    <a:pt x="759" y="1376598"/>
                  </a:lnTo>
                  <a:lnTo>
                    <a:pt x="728" y="1325957"/>
                  </a:lnTo>
                  <a:lnTo>
                    <a:pt x="697" y="1275316"/>
                  </a:lnTo>
                  <a:lnTo>
                    <a:pt x="666" y="1224674"/>
                  </a:lnTo>
                  <a:lnTo>
                    <a:pt x="635" y="1174033"/>
                  </a:lnTo>
                  <a:lnTo>
                    <a:pt x="604" y="1123392"/>
                  </a:lnTo>
                  <a:lnTo>
                    <a:pt x="573" y="1072751"/>
                  </a:lnTo>
                  <a:lnTo>
                    <a:pt x="542" y="1022109"/>
                  </a:lnTo>
                  <a:lnTo>
                    <a:pt x="512" y="971468"/>
                  </a:lnTo>
                  <a:lnTo>
                    <a:pt x="481" y="920827"/>
                  </a:lnTo>
                  <a:lnTo>
                    <a:pt x="450" y="870186"/>
                  </a:lnTo>
                  <a:lnTo>
                    <a:pt x="419" y="819544"/>
                  </a:lnTo>
                  <a:lnTo>
                    <a:pt x="388" y="768903"/>
                  </a:lnTo>
                  <a:lnTo>
                    <a:pt x="223" y="734879"/>
                  </a:lnTo>
                  <a:lnTo>
                    <a:pt x="0" y="700855"/>
                  </a:lnTo>
                  <a:lnTo>
                    <a:pt x="80" y="666843"/>
                  </a:lnTo>
                  <a:lnTo>
                    <a:pt x="828" y="632855"/>
                  </a:lnTo>
                  <a:lnTo>
                    <a:pt x="4076" y="582472"/>
                  </a:lnTo>
                  <a:lnTo>
                    <a:pt x="10153" y="533741"/>
                  </a:lnTo>
                  <a:lnTo>
                    <a:pt x="18976" y="486722"/>
                  </a:lnTo>
                  <a:lnTo>
                    <a:pt x="30457" y="441476"/>
                  </a:lnTo>
                  <a:lnTo>
                    <a:pt x="44513" y="398065"/>
                  </a:lnTo>
                  <a:lnTo>
                    <a:pt x="61058" y="356549"/>
                  </a:lnTo>
                  <a:lnTo>
                    <a:pt x="80007" y="316990"/>
                  </a:lnTo>
                  <a:lnTo>
                    <a:pt x="101275" y="279448"/>
                  </a:lnTo>
                  <a:lnTo>
                    <a:pt x="124777" y="243986"/>
                  </a:lnTo>
                  <a:lnTo>
                    <a:pt x="150426" y="210665"/>
                  </a:lnTo>
                  <a:lnTo>
                    <a:pt x="178140" y="179544"/>
                  </a:lnTo>
                  <a:lnTo>
                    <a:pt x="207831" y="150686"/>
                  </a:lnTo>
                  <a:lnTo>
                    <a:pt x="239415" y="124152"/>
                  </a:lnTo>
                  <a:lnTo>
                    <a:pt x="272808" y="100002"/>
                  </a:lnTo>
                  <a:lnTo>
                    <a:pt x="307922" y="78299"/>
                  </a:lnTo>
                  <a:lnTo>
                    <a:pt x="344675" y="59103"/>
                  </a:lnTo>
                  <a:lnTo>
                    <a:pt x="382979" y="42475"/>
                  </a:lnTo>
                  <a:lnTo>
                    <a:pt x="422751" y="28476"/>
                  </a:lnTo>
                  <a:lnTo>
                    <a:pt x="463905" y="17168"/>
                  </a:lnTo>
                  <a:lnTo>
                    <a:pt x="506355" y="8612"/>
                  </a:lnTo>
                  <a:lnTo>
                    <a:pt x="550018" y="2869"/>
                  </a:lnTo>
                  <a:lnTo>
                    <a:pt x="594806" y="0"/>
                  </a:lnTo>
                  <a:lnTo>
                    <a:pt x="640636" y="65"/>
                  </a:lnTo>
                  <a:lnTo>
                    <a:pt x="687423" y="3128"/>
                  </a:lnTo>
                  <a:lnTo>
                    <a:pt x="735080" y="9248"/>
                  </a:lnTo>
                  <a:lnTo>
                    <a:pt x="783523" y="18486"/>
                  </a:lnTo>
                  <a:lnTo>
                    <a:pt x="832667" y="30905"/>
                  </a:lnTo>
                  <a:lnTo>
                    <a:pt x="877258" y="45170"/>
                  </a:lnTo>
                  <a:lnTo>
                    <a:pt x="920547" y="62066"/>
                  </a:lnTo>
                  <a:lnTo>
                    <a:pt x="962740" y="81302"/>
                  </a:lnTo>
                  <a:lnTo>
                    <a:pt x="1004039" y="102588"/>
                  </a:lnTo>
                  <a:lnTo>
                    <a:pt x="1044650" y="125635"/>
                  </a:lnTo>
                  <a:lnTo>
                    <a:pt x="1082528" y="148044"/>
                  </a:lnTo>
                  <a:lnTo>
                    <a:pt x="1123845" y="172544"/>
                  </a:lnTo>
                  <a:lnTo>
                    <a:pt x="1168521" y="199084"/>
                  </a:lnTo>
                  <a:lnTo>
                    <a:pt x="1216474" y="227617"/>
                  </a:lnTo>
                  <a:lnTo>
                    <a:pt x="1267624" y="258093"/>
                  </a:lnTo>
                  <a:lnTo>
                    <a:pt x="1321890" y="290462"/>
                  </a:lnTo>
                  <a:lnTo>
                    <a:pt x="1379190" y="324676"/>
                  </a:lnTo>
                  <a:lnTo>
                    <a:pt x="1439445" y="360685"/>
                  </a:lnTo>
                  <a:lnTo>
                    <a:pt x="1502572" y="398440"/>
                  </a:lnTo>
                  <a:lnTo>
                    <a:pt x="1568491" y="437892"/>
                  </a:lnTo>
                  <a:lnTo>
                    <a:pt x="1602473" y="458238"/>
                  </a:lnTo>
                  <a:lnTo>
                    <a:pt x="1637122" y="478991"/>
                  </a:lnTo>
                  <a:lnTo>
                    <a:pt x="1672428" y="500143"/>
                  </a:lnTo>
                  <a:lnTo>
                    <a:pt x="1708382" y="521689"/>
                  </a:lnTo>
                  <a:lnTo>
                    <a:pt x="1744973" y="543622"/>
                  </a:lnTo>
                  <a:lnTo>
                    <a:pt x="1782192" y="565936"/>
                  </a:lnTo>
                  <a:lnTo>
                    <a:pt x="1820028" y="588625"/>
                  </a:lnTo>
                  <a:lnTo>
                    <a:pt x="1858470" y="611683"/>
                  </a:lnTo>
                  <a:lnTo>
                    <a:pt x="1897510" y="635103"/>
                  </a:lnTo>
                  <a:lnTo>
                    <a:pt x="1937136" y="658880"/>
                  </a:lnTo>
                  <a:lnTo>
                    <a:pt x="1977339" y="683008"/>
                  </a:lnTo>
                  <a:lnTo>
                    <a:pt x="2018108" y="707479"/>
                  </a:lnTo>
                  <a:lnTo>
                    <a:pt x="2059434" y="732289"/>
                  </a:lnTo>
                  <a:lnTo>
                    <a:pt x="2101306" y="757431"/>
                  </a:lnTo>
                  <a:lnTo>
                    <a:pt x="2143714" y="782899"/>
                  </a:lnTo>
                  <a:lnTo>
                    <a:pt x="2186648" y="808686"/>
                  </a:lnTo>
                  <a:lnTo>
                    <a:pt x="2230098" y="834787"/>
                  </a:lnTo>
                  <a:lnTo>
                    <a:pt x="2274054" y="861195"/>
                  </a:lnTo>
                  <a:lnTo>
                    <a:pt x="2318506" y="887904"/>
                  </a:lnTo>
                  <a:lnTo>
                    <a:pt x="2363444" y="914908"/>
                  </a:lnTo>
                  <a:lnTo>
                    <a:pt x="2408856" y="942201"/>
                  </a:lnTo>
                  <a:lnTo>
                    <a:pt x="2454735" y="969777"/>
                  </a:lnTo>
                  <a:lnTo>
                    <a:pt x="2501068" y="997630"/>
                  </a:lnTo>
                  <a:lnTo>
                    <a:pt x="2547847" y="1025753"/>
                  </a:lnTo>
                  <a:lnTo>
                    <a:pt x="2595060" y="1054140"/>
                  </a:lnTo>
                  <a:lnTo>
                    <a:pt x="2642699" y="1082785"/>
                  </a:lnTo>
                  <a:lnTo>
                    <a:pt x="2690752" y="1111683"/>
                  </a:lnTo>
                  <a:lnTo>
                    <a:pt x="2739210" y="1140826"/>
                  </a:lnTo>
                  <a:lnTo>
                    <a:pt x="2788063" y="1170209"/>
                  </a:lnTo>
                  <a:lnTo>
                    <a:pt x="2837300" y="1199825"/>
                  </a:lnTo>
                  <a:lnTo>
                    <a:pt x="2886911" y="1229669"/>
                  </a:lnTo>
                  <a:lnTo>
                    <a:pt x="2936887" y="1259734"/>
                  </a:lnTo>
                  <a:lnTo>
                    <a:pt x="2987217" y="1290014"/>
                  </a:lnTo>
                  <a:lnTo>
                    <a:pt x="3037891" y="1320503"/>
                  </a:lnTo>
                  <a:lnTo>
                    <a:pt x="3088898" y="1351195"/>
                  </a:lnTo>
                  <a:lnTo>
                    <a:pt x="3140230" y="1382083"/>
                  </a:lnTo>
                  <a:lnTo>
                    <a:pt x="3191875" y="1413162"/>
                  </a:lnTo>
                  <a:lnTo>
                    <a:pt x="3243823" y="1444426"/>
                  </a:lnTo>
                  <a:lnTo>
                    <a:pt x="3296065" y="1475867"/>
                  </a:lnTo>
                  <a:lnTo>
                    <a:pt x="3348591" y="1507481"/>
                  </a:lnTo>
                  <a:lnTo>
                    <a:pt x="3401389" y="1539260"/>
                  </a:lnTo>
                  <a:lnTo>
                    <a:pt x="3454451" y="1571199"/>
                  </a:lnTo>
                  <a:lnTo>
                    <a:pt x="3507765" y="1603292"/>
                  </a:lnTo>
                  <a:lnTo>
                    <a:pt x="3561323" y="1635532"/>
                  </a:lnTo>
                  <a:lnTo>
                    <a:pt x="3615113" y="1667913"/>
                  </a:lnTo>
                  <a:lnTo>
                    <a:pt x="3669126" y="1700430"/>
                  </a:lnTo>
                  <a:lnTo>
                    <a:pt x="3723351" y="1733075"/>
                  </a:lnTo>
                  <a:lnTo>
                    <a:pt x="3777779" y="1765844"/>
                  </a:lnTo>
                  <a:lnTo>
                    <a:pt x="3832399" y="1798729"/>
                  </a:lnTo>
                  <a:lnTo>
                    <a:pt x="3887201" y="1831724"/>
                  </a:lnTo>
                  <a:lnTo>
                    <a:pt x="3942175" y="1864824"/>
                  </a:lnTo>
                  <a:lnTo>
                    <a:pt x="3997311" y="1898022"/>
                  </a:lnTo>
                  <a:lnTo>
                    <a:pt x="4052599" y="1931313"/>
                  </a:lnTo>
                  <a:lnTo>
                    <a:pt x="4108029" y="1964689"/>
                  </a:lnTo>
                  <a:lnTo>
                    <a:pt x="4163590" y="1998145"/>
                  </a:lnTo>
                  <a:lnTo>
                    <a:pt x="4219273" y="2031674"/>
                  </a:lnTo>
                  <a:lnTo>
                    <a:pt x="4275067" y="2065271"/>
                  </a:lnTo>
                  <a:lnTo>
                    <a:pt x="4330963" y="2098930"/>
                  </a:lnTo>
                  <a:lnTo>
                    <a:pt x="4386949" y="2132643"/>
                  </a:lnTo>
                  <a:lnTo>
                    <a:pt x="4443017" y="2166406"/>
                  </a:lnTo>
                  <a:lnTo>
                    <a:pt x="4499155" y="2200211"/>
                  </a:lnTo>
                  <a:lnTo>
                    <a:pt x="4555354" y="2234053"/>
                  </a:lnTo>
                  <a:lnTo>
                    <a:pt x="4611604" y="2267926"/>
                  </a:lnTo>
                  <a:lnTo>
                    <a:pt x="4667895" y="2301823"/>
                  </a:lnTo>
                  <a:lnTo>
                    <a:pt x="4724216" y="2335738"/>
                  </a:lnTo>
                  <a:lnTo>
                    <a:pt x="4780557" y="2369666"/>
                  </a:lnTo>
                  <a:lnTo>
                    <a:pt x="4836909" y="2403599"/>
                  </a:lnTo>
                  <a:lnTo>
                    <a:pt x="4893260" y="2437533"/>
                  </a:lnTo>
                  <a:lnTo>
                    <a:pt x="4949602" y="2471460"/>
                  </a:lnTo>
                  <a:lnTo>
                    <a:pt x="5005923" y="2505374"/>
                  </a:lnTo>
                  <a:lnTo>
                    <a:pt x="5062214" y="2539270"/>
                  </a:lnTo>
                  <a:lnTo>
                    <a:pt x="5118465" y="2573141"/>
                  </a:lnTo>
                  <a:lnTo>
                    <a:pt x="5174666" y="2606981"/>
                  </a:lnTo>
                  <a:lnTo>
                    <a:pt x="5230805" y="2640784"/>
                  </a:lnTo>
                  <a:lnTo>
                    <a:pt x="5286875" y="2674544"/>
                  </a:lnTo>
                  <a:lnTo>
                    <a:pt x="5342863" y="2708255"/>
                  </a:lnTo>
                  <a:lnTo>
                    <a:pt x="5398760" y="2741910"/>
                  </a:lnTo>
                  <a:lnTo>
                    <a:pt x="5454557" y="2775503"/>
                  </a:lnTo>
                  <a:lnTo>
                    <a:pt x="5510242" y="2809028"/>
                  </a:lnTo>
                  <a:lnTo>
                    <a:pt x="5565806" y="2842480"/>
                  </a:lnTo>
                  <a:lnTo>
                    <a:pt x="5621238" y="2875851"/>
                  </a:lnTo>
                  <a:lnTo>
                    <a:pt x="5676529" y="2909136"/>
                  </a:lnTo>
                  <a:lnTo>
                    <a:pt x="5731669" y="2942328"/>
                  </a:lnTo>
                  <a:lnTo>
                    <a:pt x="5786646" y="2975422"/>
                  </a:lnTo>
                  <a:lnTo>
                    <a:pt x="5841452" y="3008412"/>
                  </a:lnTo>
                  <a:lnTo>
                    <a:pt x="5896076" y="3041290"/>
                  </a:lnTo>
                  <a:lnTo>
                    <a:pt x="5950508" y="3074051"/>
                  </a:lnTo>
                  <a:lnTo>
                    <a:pt x="6004738" y="3106689"/>
                  </a:lnTo>
                  <a:lnTo>
                    <a:pt x="6058755" y="3139198"/>
                  </a:lnTo>
                  <a:lnTo>
                    <a:pt x="6112550" y="3171571"/>
                  </a:lnTo>
                  <a:lnTo>
                    <a:pt x="6166113" y="3203803"/>
                  </a:lnTo>
                  <a:lnTo>
                    <a:pt x="6219432" y="3235887"/>
                  </a:lnTo>
                  <a:lnTo>
                    <a:pt x="6272499" y="3267817"/>
                  </a:lnTo>
                  <a:lnTo>
                    <a:pt x="6325303" y="3299587"/>
                  </a:lnTo>
                  <a:lnTo>
                    <a:pt x="6377835" y="3331190"/>
                  </a:lnTo>
                  <a:lnTo>
                    <a:pt x="6430083" y="3362621"/>
                  </a:lnTo>
                  <a:lnTo>
                    <a:pt x="6482038" y="3393874"/>
                  </a:lnTo>
                  <a:lnTo>
                    <a:pt x="6533689" y="3424942"/>
                  </a:lnTo>
                  <a:lnTo>
                    <a:pt x="6585027" y="3455819"/>
                  </a:lnTo>
                  <a:lnTo>
                    <a:pt x="6585385" y="3456034"/>
                  </a:lnTo>
                </a:path>
              </a:pathLst>
            </a:custGeom>
            <a:ln w="31412">
              <a:solidFill>
                <a:srgbClr val="6B8285"/>
              </a:solidFill>
            </a:ln>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grpSp>
      <p:grpSp>
        <p:nvGrpSpPr>
          <p:cNvPr id="22" name="Group 21">
            <a:extLst>
              <a:ext uri="{FF2B5EF4-FFF2-40B4-BE49-F238E27FC236}">
                <a16:creationId xmlns:a16="http://schemas.microsoft.com/office/drawing/2014/main" id="{A6ED2FB4-A2EC-16CB-183B-270A84095133}"/>
              </a:ext>
            </a:extLst>
          </p:cNvPr>
          <p:cNvGrpSpPr/>
          <p:nvPr/>
        </p:nvGrpSpPr>
        <p:grpSpPr>
          <a:xfrm flipH="1">
            <a:off x="-9198" y="0"/>
            <a:ext cx="12210398" cy="2337727"/>
            <a:chOff x="-15874" y="0"/>
            <a:chExt cx="20135850" cy="3855085"/>
          </a:xfrm>
        </p:grpSpPr>
        <p:grpSp>
          <p:nvGrpSpPr>
            <p:cNvPr id="15" name="object 2">
              <a:extLst>
                <a:ext uri="{FF2B5EF4-FFF2-40B4-BE49-F238E27FC236}">
                  <a16:creationId xmlns:a16="http://schemas.microsoft.com/office/drawing/2014/main" id="{61AC5264-DE33-8458-BB2C-D2CD04DBA02F}"/>
                </a:ext>
              </a:extLst>
            </p:cNvPr>
            <p:cNvGrpSpPr/>
            <p:nvPr/>
          </p:nvGrpSpPr>
          <p:grpSpPr>
            <a:xfrm>
              <a:off x="-15874" y="0"/>
              <a:ext cx="20135850" cy="3855085"/>
              <a:chOff x="-15874" y="0"/>
              <a:chExt cx="20135850" cy="3855085"/>
            </a:xfrm>
          </p:grpSpPr>
          <p:sp>
            <p:nvSpPr>
              <p:cNvPr id="16" name="object 3">
                <a:extLst>
                  <a:ext uri="{FF2B5EF4-FFF2-40B4-BE49-F238E27FC236}">
                    <a16:creationId xmlns:a16="http://schemas.microsoft.com/office/drawing/2014/main" id="{3738768D-E8A9-AD60-71CC-7C974F97ABB7}"/>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chemeClr val="bg1"/>
              </a:solidFill>
            </p:spPr>
            <p:txBody>
              <a:bodyPr wrap="square" lIns="0" tIns="0" rIns="0" bIns="0" rtlCol="0"/>
              <a:lstStyle/>
              <a:p>
                <a:pPr defTabSz="554492">
                  <a:buClr>
                    <a:srgbClr val="000000"/>
                  </a:buClr>
                  <a:defRPr/>
                </a:pPr>
                <a:endParaRPr sz="849" kern="0" dirty="0">
                  <a:solidFill>
                    <a:srgbClr val="000000"/>
                  </a:solidFill>
                  <a:latin typeface="Arial"/>
                  <a:cs typeface="Arial"/>
                  <a:sym typeface="Arial"/>
                </a:endParaRPr>
              </a:p>
            </p:txBody>
          </p:sp>
          <p:sp>
            <p:nvSpPr>
              <p:cNvPr id="17" name="object 4">
                <a:extLst>
                  <a:ext uri="{FF2B5EF4-FFF2-40B4-BE49-F238E27FC236}">
                    <a16:creationId xmlns:a16="http://schemas.microsoft.com/office/drawing/2014/main" id="{17D9846C-B866-C9F7-98EF-E030F010E28D}"/>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grpSp>
        <p:sp>
          <p:nvSpPr>
            <p:cNvPr id="21" name="object 4">
              <a:extLst>
                <a:ext uri="{FF2B5EF4-FFF2-40B4-BE49-F238E27FC236}">
                  <a16:creationId xmlns:a16="http://schemas.microsoft.com/office/drawing/2014/main" id="{7C73916E-46C3-EF10-D0D0-A8EDC9B206FC}"/>
                </a:ext>
              </a:extLst>
            </p:cNvPr>
            <p:cNvSpPr/>
            <p:nvPr/>
          </p:nvSpPr>
          <p:spPr>
            <a:xfrm>
              <a:off x="603250" y="0"/>
              <a:ext cx="19500850" cy="2828304"/>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grpSp>
      <p:sp>
        <p:nvSpPr>
          <p:cNvPr id="23" name="object 5">
            <a:extLst>
              <a:ext uri="{FF2B5EF4-FFF2-40B4-BE49-F238E27FC236}">
                <a16:creationId xmlns:a16="http://schemas.microsoft.com/office/drawing/2014/main" id="{B757AF52-AF0F-95A1-8B2C-C70B372676F6}"/>
              </a:ext>
            </a:extLst>
          </p:cNvPr>
          <p:cNvSpPr txBox="1"/>
          <p:nvPr/>
        </p:nvSpPr>
        <p:spPr>
          <a:xfrm>
            <a:off x="-131691" y="419862"/>
            <a:ext cx="11078342" cy="378664"/>
          </a:xfrm>
          <a:prstGeom prst="rect">
            <a:avLst/>
          </a:prstGeom>
        </p:spPr>
        <p:txBody>
          <a:bodyPr vert="horz" wrap="square" lIns="0" tIns="9242" rIns="0" bIns="0" rtlCol="0">
            <a:spAutoFit/>
          </a:bodyPr>
          <a:lstStyle/>
          <a:p>
            <a:pPr marL="4087069" marR="3081" algn="r" defTabSz="554492">
              <a:spcBef>
                <a:spcPts val="73"/>
              </a:spcBef>
              <a:buClr>
                <a:srgbClr val="000000"/>
              </a:buClr>
              <a:defRPr/>
            </a:pPr>
            <a:r>
              <a:rPr lang="ar-EG" sz="2400" b="1" kern="0" dirty="0">
                <a:solidFill>
                  <a:srgbClr val="4BACC6">
                    <a:lumMod val="50000"/>
                  </a:srgbClr>
                </a:solidFill>
                <a:latin typeface="Neo Sans Arabic Bold" panose="020B0804030504040204" pitchFamily="34" charset="-78"/>
                <a:cs typeface="Neo Sans Arabic Bold" panose="020B0804030504040204" pitchFamily="34" charset="-78"/>
                <a:sym typeface="Arial"/>
              </a:rPr>
              <a:t>نشاط " تطبيق المتدربين على إدارة السمعة الرقمية"</a:t>
            </a:r>
          </a:p>
        </p:txBody>
      </p:sp>
      <p:sp>
        <p:nvSpPr>
          <p:cNvPr id="24" name="object 6">
            <a:extLst>
              <a:ext uri="{FF2B5EF4-FFF2-40B4-BE49-F238E27FC236}">
                <a16:creationId xmlns:a16="http://schemas.microsoft.com/office/drawing/2014/main" id="{1951D2E0-0823-4FAC-2B0E-A371C226FF24}"/>
              </a:ext>
            </a:extLst>
          </p:cNvPr>
          <p:cNvSpPr/>
          <p:nvPr/>
        </p:nvSpPr>
        <p:spPr>
          <a:xfrm>
            <a:off x="11041470" y="424638"/>
            <a:ext cx="327305" cy="462848"/>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4F25F4E8-72BE-EFAE-D946-F894CFC70220}"/>
              </a:ext>
            </a:extLst>
          </p:cNvPr>
          <p:cNvSpPr txBox="1"/>
          <p:nvPr/>
        </p:nvSpPr>
        <p:spPr>
          <a:xfrm>
            <a:off x="1791585" y="3018086"/>
            <a:ext cx="2558471" cy="369332"/>
          </a:xfrm>
          <a:prstGeom prst="rect">
            <a:avLst/>
          </a:prstGeom>
          <a:noFill/>
        </p:spPr>
        <p:txBody>
          <a:bodyPr wrap="square" rtlCol="0">
            <a:spAutoFit/>
          </a:bodyPr>
          <a:lstStyle/>
          <a:p>
            <a:pPr algn="r"/>
            <a:r>
              <a:rPr kumimoji="0" lang="ar-EG" sz="18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نشاط جماعي</a:t>
            </a:r>
          </a:p>
        </p:txBody>
      </p:sp>
      <p:sp>
        <p:nvSpPr>
          <p:cNvPr id="10" name="TextBox 9">
            <a:extLst>
              <a:ext uri="{FF2B5EF4-FFF2-40B4-BE49-F238E27FC236}">
                <a16:creationId xmlns:a16="http://schemas.microsoft.com/office/drawing/2014/main" id="{459E8035-6176-5BFF-AA1F-CCC60DBC50D4}"/>
              </a:ext>
            </a:extLst>
          </p:cNvPr>
          <p:cNvSpPr txBox="1"/>
          <p:nvPr/>
        </p:nvSpPr>
        <p:spPr>
          <a:xfrm>
            <a:off x="224237" y="3463402"/>
            <a:ext cx="4125820" cy="1937262"/>
          </a:xfrm>
          <a:prstGeom prst="rect">
            <a:avLst/>
          </a:prstGeom>
          <a:noFill/>
        </p:spPr>
        <p:txBody>
          <a:bodyPr wrap="square" rtlCol="0">
            <a:spAutoFit/>
          </a:bodyPr>
          <a:lstStyle/>
          <a:p>
            <a:pPr algn="r">
              <a:lnSpc>
                <a:spcPct val="150000"/>
              </a:lnSpc>
            </a:pPr>
            <a:r>
              <a:rPr lang="ar-EG" b="1" kern="0" dirty="0">
                <a:solidFill>
                  <a:schemeClr val="bg1"/>
                </a:solidFill>
                <a:latin typeface="Neo Sans Arabic Bold" panose="020B0804030504040204" pitchFamily="34" charset="-78"/>
                <a:cs typeface="Neo Sans Arabic Bold" panose="020B0804030504040204" pitchFamily="34" charset="-78"/>
                <a:sym typeface="Arial"/>
              </a:rPr>
              <a:t>المطلوب:</a:t>
            </a:r>
          </a:p>
          <a:p>
            <a:pPr marL="285750" indent="-285750" algn="r" rtl="1">
              <a:lnSpc>
                <a:spcPct val="150000"/>
              </a:lnSpc>
              <a:buFont typeface="Arial" panose="020B0604020202020204" pitchFamily="34" charset="0"/>
              <a:buChar char="•"/>
            </a:pPr>
            <a:r>
              <a:rPr kumimoji="0" lang="ar-EG"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إعداد منشور يمثل المملكة العربية السعودية بشكل إيجابي.</a:t>
            </a:r>
          </a:p>
          <a:p>
            <a:pPr marL="285750" indent="-285750" algn="r" rtl="1">
              <a:lnSpc>
                <a:spcPct val="150000"/>
              </a:lnSpc>
              <a:buFont typeface="Arial" panose="020B0604020202020204" pitchFamily="34" charset="0"/>
              <a:buChar char="•"/>
            </a:pPr>
            <a:r>
              <a:rPr kumimoji="0" lang="ar-EG"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المنشور عن الإنجازات السعودية، الثقافة، القيم الوطنية</a:t>
            </a:r>
            <a:r>
              <a:rPr kumimoji="0" lang="en-GB"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a:t>
            </a:r>
            <a:endParaRPr kumimoji="0" lang="ar-EG"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endParaRPr>
          </a:p>
        </p:txBody>
      </p:sp>
      <p:sp>
        <p:nvSpPr>
          <p:cNvPr id="12" name="object 6">
            <a:extLst>
              <a:ext uri="{FF2B5EF4-FFF2-40B4-BE49-F238E27FC236}">
                <a16:creationId xmlns:a16="http://schemas.microsoft.com/office/drawing/2014/main" id="{83365B50-28EE-8709-5DC9-0138BD6C2BF0}"/>
              </a:ext>
            </a:extLst>
          </p:cNvPr>
          <p:cNvSpPr/>
          <p:nvPr/>
        </p:nvSpPr>
        <p:spPr>
          <a:xfrm flipH="1">
            <a:off x="9724589" y="2297563"/>
            <a:ext cx="2466982" cy="4390079"/>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 name="object 6">
            <a:extLst>
              <a:ext uri="{FF2B5EF4-FFF2-40B4-BE49-F238E27FC236}">
                <a16:creationId xmlns:a16="http://schemas.microsoft.com/office/drawing/2014/main" id="{71948FF5-C68A-5DE3-0B92-FC6CF9D50E6A}"/>
              </a:ext>
            </a:extLst>
          </p:cNvPr>
          <p:cNvSpPr/>
          <p:nvPr/>
        </p:nvSpPr>
        <p:spPr>
          <a:xfrm flipH="1">
            <a:off x="5019150" y="3433706"/>
            <a:ext cx="3016095" cy="3017506"/>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40893893"/>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630502" y="3710364"/>
            <a:ext cx="876215" cy="869886"/>
            <a:chOff x="12786102" y="5671659"/>
            <a:chExt cx="1444944" cy="1434506"/>
          </a:xfrm>
        </p:grpSpPr>
        <p:pic>
          <p:nvPicPr>
            <p:cNvPr id="3" name="object 3"/>
            <p:cNvPicPr/>
            <p:nvPr/>
          </p:nvPicPr>
          <p:blipFill>
            <a:blip r:embed="rId2" cstate="print"/>
            <a:stretch>
              <a:fillRect/>
            </a:stretch>
          </p:blipFill>
          <p:spPr>
            <a:xfrm>
              <a:off x="12786102" y="5671659"/>
              <a:ext cx="1444944" cy="1434506"/>
            </a:xfrm>
            <a:prstGeom prst="rect">
              <a:avLst/>
            </a:prstGeom>
          </p:spPr>
        </p:pic>
        <p:sp>
          <p:nvSpPr>
            <p:cNvPr id="4" name="object 4"/>
            <p:cNvSpPr/>
            <p:nvPr/>
          </p:nvSpPr>
          <p:spPr>
            <a:xfrm>
              <a:off x="12940400" y="5744742"/>
              <a:ext cx="1179195" cy="1179195"/>
            </a:xfrm>
            <a:custGeom>
              <a:avLst/>
              <a:gdLst/>
              <a:ahLst/>
              <a:cxnLst/>
              <a:rect l="l" t="t" r="r" b="b"/>
              <a:pathLst>
                <a:path w="1179194" h="1179195">
                  <a:moveTo>
                    <a:pt x="589500" y="0"/>
                  </a:moveTo>
                  <a:lnTo>
                    <a:pt x="541223" y="1957"/>
                  </a:lnTo>
                  <a:lnTo>
                    <a:pt x="494007" y="7729"/>
                  </a:lnTo>
                  <a:lnTo>
                    <a:pt x="448007" y="17161"/>
                  </a:lnTo>
                  <a:lnTo>
                    <a:pt x="403374" y="30102"/>
                  </a:lnTo>
                  <a:lnTo>
                    <a:pt x="360261" y="46397"/>
                  </a:lnTo>
                  <a:lnTo>
                    <a:pt x="318822" y="65895"/>
                  </a:lnTo>
                  <a:lnTo>
                    <a:pt x="279209" y="88442"/>
                  </a:lnTo>
                  <a:lnTo>
                    <a:pt x="241575" y="113886"/>
                  </a:lnTo>
                  <a:lnTo>
                    <a:pt x="206073" y="142073"/>
                  </a:lnTo>
                  <a:lnTo>
                    <a:pt x="172857" y="172850"/>
                  </a:lnTo>
                  <a:lnTo>
                    <a:pt x="142078" y="206066"/>
                  </a:lnTo>
                  <a:lnTo>
                    <a:pt x="113890" y="241566"/>
                  </a:lnTo>
                  <a:lnTo>
                    <a:pt x="88445" y="279198"/>
                  </a:lnTo>
                  <a:lnTo>
                    <a:pt x="65898" y="318810"/>
                  </a:lnTo>
                  <a:lnTo>
                    <a:pt x="46399" y="360248"/>
                  </a:lnTo>
                  <a:lnTo>
                    <a:pt x="30103" y="403359"/>
                  </a:lnTo>
                  <a:lnTo>
                    <a:pt x="17162" y="447990"/>
                  </a:lnTo>
                  <a:lnTo>
                    <a:pt x="7729" y="493989"/>
                  </a:lnTo>
                  <a:lnTo>
                    <a:pt x="1957" y="541203"/>
                  </a:lnTo>
                  <a:lnTo>
                    <a:pt x="0" y="589479"/>
                  </a:lnTo>
                  <a:lnTo>
                    <a:pt x="1957" y="637758"/>
                  </a:lnTo>
                  <a:lnTo>
                    <a:pt x="7729" y="684974"/>
                  </a:lnTo>
                  <a:lnTo>
                    <a:pt x="17162" y="730976"/>
                  </a:lnTo>
                  <a:lnTo>
                    <a:pt x="30103" y="775609"/>
                  </a:lnTo>
                  <a:lnTo>
                    <a:pt x="46399" y="818722"/>
                  </a:lnTo>
                  <a:lnTo>
                    <a:pt x="65898" y="860162"/>
                  </a:lnTo>
                  <a:lnTo>
                    <a:pt x="88445" y="899775"/>
                  </a:lnTo>
                  <a:lnTo>
                    <a:pt x="113890" y="937408"/>
                  </a:lnTo>
                  <a:lnTo>
                    <a:pt x="142078" y="972910"/>
                  </a:lnTo>
                  <a:lnTo>
                    <a:pt x="172857" y="1006126"/>
                  </a:lnTo>
                  <a:lnTo>
                    <a:pt x="206073" y="1036904"/>
                  </a:lnTo>
                  <a:lnTo>
                    <a:pt x="241575" y="1065092"/>
                  </a:lnTo>
                  <a:lnTo>
                    <a:pt x="279209" y="1090536"/>
                  </a:lnTo>
                  <a:lnTo>
                    <a:pt x="318822" y="1113083"/>
                  </a:lnTo>
                  <a:lnTo>
                    <a:pt x="360261" y="1132581"/>
                  </a:lnTo>
                  <a:lnTo>
                    <a:pt x="403374" y="1148877"/>
                  </a:lnTo>
                  <a:lnTo>
                    <a:pt x="448007" y="1161817"/>
                  </a:lnTo>
                  <a:lnTo>
                    <a:pt x="494007" y="1171250"/>
                  </a:lnTo>
                  <a:lnTo>
                    <a:pt x="541223" y="1177021"/>
                  </a:lnTo>
                  <a:lnTo>
                    <a:pt x="589500" y="1178979"/>
                  </a:lnTo>
                  <a:lnTo>
                    <a:pt x="637776" y="1177021"/>
                  </a:lnTo>
                  <a:lnTo>
                    <a:pt x="684990" y="1171250"/>
                  </a:lnTo>
                  <a:lnTo>
                    <a:pt x="730989" y="1161817"/>
                  </a:lnTo>
                  <a:lnTo>
                    <a:pt x="775621" y="1148877"/>
                  </a:lnTo>
                  <a:lnTo>
                    <a:pt x="818733" y="1132581"/>
                  </a:lnTo>
                  <a:lnTo>
                    <a:pt x="860171" y="1113083"/>
                  </a:lnTo>
                  <a:lnTo>
                    <a:pt x="899783" y="1090536"/>
                  </a:lnTo>
                  <a:lnTo>
                    <a:pt x="937416" y="1065092"/>
                  </a:lnTo>
                  <a:lnTo>
                    <a:pt x="972918" y="1036904"/>
                  </a:lnTo>
                  <a:lnTo>
                    <a:pt x="1006134" y="1006126"/>
                  </a:lnTo>
                  <a:lnTo>
                    <a:pt x="1036912" y="972910"/>
                  </a:lnTo>
                  <a:lnTo>
                    <a:pt x="1065100" y="937408"/>
                  </a:lnTo>
                  <a:lnTo>
                    <a:pt x="1090544" y="899775"/>
                  </a:lnTo>
                  <a:lnTo>
                    <a:pt x="1113092" y="860162"/>
                  </a:lnTo>
                  <a:lnTo>
                    <a:pt x="1132590" y="818722"/>
                  </a:lnTo>
                  <a:lnTo>
                    <a:pt x="1148886" y="775609"/>
                  </a:lnTo>
                  <a:lnTo>
                    <a:pt x="1161827" y="730976"/>
                  </a:lnTo>
                  <a:lnTo>
                    <a:pt x="1171260" y="684974"/>
                  </a:lnTo>
                  <a:lnTo>
                    <a:pt x="1177032" y="637758"/>
                  </a:lnTo>
                  <a:lnTo>
                    <a:pt x="1178990" y="589479"/>
                  </a:lnTo>
                  <a:lnTo>
                    <a:pt x="1177032" y="541203"/>
                  </a:lnTo>
                  <a:lnTo>
                    <a:pt x="1171260" y="493989"/>
                  </a:lnTo>
                  <a:lnTo>
                    <a:pt x="1161827" y="447990"/>
                  </a:lnTo>
                  <a:lnTo>
                    <a:pt x="1148886" y="403359"/>
                  </a:lnTo>
                  <a:lnTo>
                    <a:pt x="1132590" y="360248"/>
                  </a:lnTo>
                  <a:lnTo>
                    <a:pt x="1113092" y="318810"/>
                  </a:lnTo>
                  <a:lnTo>
                    <a:pt x="1090544" y="279198"/>
                  </a:lnTo>
                  <a:lnTo>
                    <a:pt x="1065100" y="241566"/>
                  </a:lnTo>
                  <a:lnTo>
                    <a:pt x="1036912" y="206066"/>
                  </a:lnTo>
                  <a:lnTo>
                    <a:pt x="1006134" y="172850"/>
                  </a:lnTo>
                  <a:lnTo>
                    <a:pt x="972918" y="142073"/>
                  </a:lnTo>
                  <a:lnTo>
                    <a:pt x="937416" y="113886"/>
                  </a:lnTo>
                  <a:lnTo>
                    <a:pt x="899783" y="88442"/>
                  </a:lnTo>
                  <a:lnTo>
                    <a:pt x="860171" y="65895"/>
                  </a:lnTo>
                  <a:lnTo>
                    <a:pt x="818733" y="46397"/>
                  </a:lnTo>
                  <a:lnTo>
                    <a:pt x="775621" y="30102"/>
                  </a:lnTo>
                  <a:lnTo>
                    <a:pt x="730989" y="17161"/>
                  </a:lnTo>
                  <a:lnTo>
                    <a:pt x="684990" y="7729"/>
                  </a:lnTo>
                  <a:lnTo>
                    <a:pt x="637776" y="1957"/>
                  </a:lnTo>
                  <a:lnTo>
                    <a:pt x="589500" y="0"/>
                  </a:lnTo>
                  <a:close/>
                </a:path>
              </a:pathLst>
            </a:custGeom>
            <a:solidFill>
              <a:srgbClr val="FFFFFF"/>
            </a:solidFill>
          </p:spPr>
          <p:txBody>
            <a:bodyPr wrap="square" lIns="0" tIns="0" rIns="0" bIns="0" rtlCol="0"/>
            <a:lstStyle/>
            <a:p>
              <a:pPr rtl="1"/>
              <a:endParaRPr sz="1092" dirty="0">
                <a:latin typeface="Neo Sans Arabic" panose="020B0504030504040204" pitchFamily="34" charset="-78"/>
                <a:cs typeface="Neo Sans Arabic" panose="020B0504030504040204" pitchFamily="34" charset="-78"/>
              </a:endParaRPr>
            </a:p>
          </p:txBody>
        </p:sp>
        <p:sp>
          <p:nvSpPr>
            <p:cNvPr id="5" name="object 5"/>
            <p:cNvSpPr/>
            <p:nvPr/>
          </p:nvSpPr>
          <p:spPr>
            <a:xfrm>
              <a:off x="12940400" y="5744742"/>
              <a:ext cx="1179195" cy="1179195"/>
            </a:xfrm>
            <a:custGeom>
              <a:avLst/>
              <a:gdLst/>
              <a:ahLst/>
              <a:cxnLst/>
              <a:rect l="l" t="t" r="r" b="b"/>
              <a:pathLst>
                <a:path w="1179194" h="1179195">
                  <a:moveTo>
                    <a:pt x="589500" y="1178979"/>
                  </a:moveTo>
                  <a:lnTo>
                    <a:pt x="541223" y="1177021"/>
                  </a:lnTo>
                  <a:lnTo>
                    <a:pt x="494007" y="1171250"/>
                  </a:lnTo>
                  <a:lnTo>
                    <a:pt x="448007" y="1161817"/>
                  </a:lnTo>
                  <a:lnTo>
                    <a:pt x="403374" y="1148877"/>
                  </a:lnTo>
                  <a:lnTo>
                    <a:pt x="360261" y="1132581"/>
                  </a:lnTo>
                  <a:lnTo>
                    <a:pt x="318822" y="1113083"/>
                  </a:lnTo>
                  <a:lnTo>
                    <a:pt x="279209" y="1090536"/>
                  </a:lnTo>
                  <a:lnTo>
                    <a:pt x="241575" y="1065092"/>
                  </a:lnTo>
                  <a:lnTo>
                    <a:pt x="206073" y="1036904"/>
                  </a:lnTo>
                  <a:lnTo>
                    <a:pt x="172857" y="1006126"/>
                  </a:lnTo>
                  <a:lnTo>
                    <a:pt x="142078" y="972910"/>
                  </a:lnTo>
                  <a:lnTo>
                    <a:pt x="113890" y="937408"/>
                  </a:lnTo>
                  <a:lnTo>
                    <a:pt x="88445" y="899775"/>
                  </a:lnTo>
                  <a:lnTo>
                    <a:pt x="65898" y="860162"/>
                  </a:lnTo>
                  <a:lnTo>
                    <a:pt x="46399" y="818722"/>
                  </a:lnTo>
                  <a:lnTo>
                    <a:pt x="30103" y="775609"/>
                  </a:lnTo>
                  <a:lnTo>
                    <a:pt x="17162" y="730976"/>
                  </a:lnTo>
                  <a:lnTo>
                    <a:pt x="7729" y="684974"/>
                  </a:lnTo>
                  <a:lnTo>
                    <a:pt x="1957" y="637758"/>
                  </a:lnTo>
                  <a:lnTo>
                    <a:pt x="0" y="589479"/>
                  </a:lnTo>
                  <a:lnTo>
                    <a:pt x="1957" y="541203"/>
                  </a:lnTo>
                  <a:lnTo>
                    <a:pt x="7729" y="493989"/>
                  </a:lnTo>
                  <a:lnTo>
                    <a:pt x="17162" y="447990"/>
                  </a:lnTo>
                  <a:lnTo>
                    <a:pt x="30103" y="403359"/>
                  </a:lnTo>
                  <a:lnTo>
                    <a:pt x="46399" y="360248"/>
                  </a:lnTo>
                  <a:lnTo>
                    <a:pt x="65898" y="318810"/>
                  </a:lnTo>
                  <a:lnTo>
                    <a:pt x="88445" y="279198"/>
                  </a:lnTo>
                  <a:lnTo>
                    <a:pt x="113890" y="241566"/>
                  </a:lnTo>
                  <a:lnTo>
                    <a:pt x="142078" y="206066"/>
                  </a:lnTo>
                  <a:lnTo>
                    <a:pt x="172857" y="172850"/>
                  </a:lnTo>
                  <a:lnTo>
                    <a:pt x="206073" y="142073"/>
                  </a:lnTo>
                  <a:lnTo>
                    <a:pt x="241575" y="113886"/>
                  </a:lnTo>
                  <a:lnTo>
                    <a:pt x="279209" y="88442"/>
                  </a:lnTo>
                  <a:lnTo>
                    <a:pt x="318822" y="65895"/>
                  </a:lnTo>
                  <a:lnTo>
                    <a:pt x="360261" y="46397"/>
                  </a:lnTo>
                  <a:lnTo>
                    <a:pt x="403374" y="30102"/>
                  </a:lnTo>
                  <a:lnTo>
                    <a:pt x="448007" y="17161"/>
                  </a:lnTo>
                  <a:lnTo>
                    <a:pt x="494007" y="7729"/>
                  </a:lnTo>
                  <a:lnTo>
                    <a:pt x="541223" y="1957"/>
                  </a:lnTo>
                  <a:lnTo>
                    <a:pt x="589500" y="0"/>
                  </a:lnTo>
                  <a:lnTo>
                    <a:pt x="637776" y="1957"/>
                  </a:lnTo>
                  <a:lnTo>
                    <a:pt x="684990" y="7729"/>
                  </a:lnTo>
                  <a:lnTo>
                    <a:pt x="730989" y="17161"/>
                  </a:lnTo>
                  <a:lnTo>
                    <a:pt x="775621" y="30102"/>
                  </a:lnTo>
                  <a:lnTo>
                    <a:pt x="818733" y="46397"/>
                  </a:lnTo>
                  <a:lnTo>
                    <a:pt x="860171" y="65895"/>
                  </a:lnTo>
                  <a:lnTo>
                    <a:pt x="899783" y="88442"/>
                  </a:lnTo>
                  <a:lnTo>
                    <a:pt x="937416" y="113886"/>
                  </a:lnTo>
                  <a:lnTo>
                    <a:pt x="972918" y="142073"/>
                  </a:lnTo>
                  <a:lnTo>
                    <a:pt x="1006134" y="172850"/>
                  </a:lnTo>
                  <a:lnTo>
                    <a:pt x="1036912" y="206066"/>
                  </a:lnTo>
                  <a:lnTo>
                    <a:pt x="1065100" y="241566"/>
                  </a:lnTo>
                  <a:lnTo>
                    <a:pt x="1090544" y="279198"/>
                  </a:lnTo>
                  <a:lnTo>
                    <a:pt x="1113092" y="318810"/>
                  </a:lnTo>
                  <a:lnTo>
                    <a:pt x="1132590" y="360248"/>
                  </a:lnTo>
                  <a:lnTo>
                    <a:pt x="1148886" y="403359"/>
                  </a:lnTo>
                  <a:lnTo>
                    <a:pt x="1161827" y="447990"/>
                  </a:lnTo>
                  <a:lnTo>
                    <a:pt x="1171260" y="493989"/>
                  </a:lnTo>
                  <a:lnTo>
                    <a:pt x="1177032" y="541203"/>
                  </a:lnTo>
                  <a:lnTo>
                    <a:pt x="1178990" y="589479"/>
                  </a:lnTo>
                  <a:lnTo>
                    <a:pt x="1177032" y="637758"/>
                  </a:lnTo>
                  <a:lnTo>
                    <a:pt x="1171260" y="684974"/>
                  </a:lnTo>
                  <a:lnTo>
                    <a:pt x="1161827" y="730976"/>
                  </a:lnTo>
                  <a:lnTo>
                    <a:pt x="1148886" y="775609"/>
                  </a:lnTo>
                  <a:lnTo>
                    <a:pt x="1132590" y="818722"/>
                  </a:lnTo>
                  <a:lnTo>
                    <a:pt x="1113092" y="860162"/>
                  </a:lnTo>
                  <a:lnTo>
                    <a:pt x="1090544" y="899775"/>
                  </a:lnTo>
                  <a:lnTo>
                    <a:pt x="1065100" y="937408"/>
                  </a:lnTo>
                  <a:lnTo>
                    <a:pt x="1036912" y="972910"/>
                  </a:lnTo>
                  <a:lnTo>
                    <a:pt x="1006134" y="1006126"/>
                  </a:lnTo>
                  <a:lnTo>
                    <a:pt x="972918" y="1036904"/>
                  </a:lnTo>
                  <a:lnTo>
                    <a:pt x="937416" y="1065092"/>
                  </a:lnTo>
                  <a:lnTo>
                    <a:pt x="899783" y="1090536"/>
                  </a:lnTo>
                  <a:lnTo>
                    <a:pt x="860171" y="1113083"/>
                  </a:lnTo>
                  <a:lnTo>
                    <a:pt x="818733" y="1132581"/>
                  </a:lnTo>
                  <a:lnTo>
                    <a:pt x="775621" y="1148877"/>
                  </a:lnTo>
                  <a:lnTo>
                    <a:pt x="730989" y="1161817"/>
                  </a:lnTo>
                  <a:lnTo>
                    <a:pt x="684990" y="1171250"/>
                  </a:lnTo>
                  <a:lnTo>
                    <a:pt x="637776" y="1177021"/>
                  </a:lnTo>
                  <a:lnTo>
                    <a:pt x="589500" y="1178979"/>
                  </a:lnTo>
                  <a:close/>
                </a:path>
              </a:pathLst>
            </a:custGeom>
            <a:ln w="33234">
              <a:solidFill>
                <a:srgbClr val="36B79F"/>
              </a:solidFill>
            </a:ln>
          </p:spPr>
          <p:txBody>
            <a:bodyPr wrap="square" lIns="0" tIns="0" rIns="0" bIns="0" rtlCol="0"/>
            <a:lstStyle/>
            <a:p>
              <a:pPr rtl="1"/>
              <a:endParaRPr sz="1092">
                <a:latin typeface="Neo Sans Arabic" panose="020B0504030504040204" pitchFamily="34" charset="-78"/>
                <a:cs typeface="Neo Sans Arabic" panose="020B0504030504040204" pitchFamily="34" charset="-78"/>
              </a:endParaRPr>
            </a:p>
          </p:txBody>
        </p:sp>
      </p:grpSp>
      <p:pic>
        <p:nvPicPr>
          <p:cNvPr id="12" name="object 12"/>
          <p:cNvPicPr/>
          <p:nvPr/>
        </p:nvPicPr>
        <p:blipFill>
          <a:blip r:embed="rId3" cstate="print"/>
          <a:stretch>
            <a:fillRect/>
          </a:stretch>
        </p:blipFill>
        <p:spPr>
          <a:xfrm>
            <a:off x="10627421" y="1582235"/>
            <a:ext cx="882565" cy="882585"/>
          </a:xfrm>
          <a:prstGeom prst="rect">
            <a:avLst/>
          </a:prstGeom>
        </p:spPr>
      </p:pic>
      <p:pic>
        <p:nvPicPr>
          <p:cNvPr id="13" name="object 13"/>
          <p:cNvPicPr/>
          <p:nvPr/>
        </p:nvPicPr>
        <p:blipFill>
          <a:blip r:embed="rId4" cstate="print"/>
          <a:stretch>
            <a:fillRect/>
          </a:stretch>
        </p:blipFill>
        <p:spPr>
          <a:xfrm>
            <a:off x="10710074" y="1617963"/>
            <a:ext cx="744809" cy="744809"/>
          </a:xfrm>
          <a:prstGeom prst="rect">
            <a:avLst/>
          </a:prstGeom>
        </p:spPr>
      </p:pic>
      <p:grpSp>
        <p:nvGrpSpPr>
          <p:cNvPr id="14" name="object 14"/>
          <p:cNvGrpSpPr/>
          <p:nvPr/>
        </p:nvGrpSpPr>
        <p:grpSpPr>
          <a:xfrm>
            <a:off x="428" y="0"/>
            <a:ext cx="4802525" cy="6857615"/>
            <a:chOff x="0" y="0"/>
            <a:chExt cx="7919720" cy="11308715"/>
          </a:xfrm>
        </p:grpSpPr>
        <p:sp>
          <p:nvSpPr>
            <p:cNvPr id="15" name="object 15"/>
            <p:cNvSpPr/>
            <p:nvPr/>
          </p:nvSpPr>
          <p:spPr>
            <a:xfrm>
              <a:off x="0" y="0"/>
              <a:ext cx="7686675" cy="7173595"/>
            </a:xfrm>
            <a:custGeom>
              <a:avLst/>
              <a:gdLst/>
              <a:ahLst/>
              <a:cxnLst/>
              <a:rect l="l" t="t" r="r" b="b"/>
              <a:pathLst>
                <a:path w="7686675" h="7173595">
                  <a:moveTo>
                    <a:pt x="7234135" y="0"/>
                  </a:moveTo>
                  <a:lnTo>
                    <a:pt x="0" y="0"/>
                  </a:lnTo>
                  <a:lnTo>
                    <a:pt x="0" y="7173466"/>
                  </a:lnTo>
                  <a:lnTo>
                    <a:pt x="4148125" y="7173466"/>
                  </a:lnTo>
                  <a:lnTo>
                    <a:pt x="5827403" y="4331856"/>
                  </a:lnTo>
                  <a:lnTo>
                    <a:pt x="7604752" y="1253468"/>
                  </a:lnTo>
                  <a:lnTo>
                    <a:pt x="7628007" y="1209064"/>
                  </a:lnTo>
                  <a:lnTo>
                    <a:pt x="7647386" y="1163345"/>
                  </a:lnTo>
                  <a:lnTo>
                    <a:pt x="7662890" y="1116549"/>
                  </a:lnTo>
                  <a:lnTo>
                    <a:pt x="7674517" y="1068916"/>
                  </a:lnTo>
                  <a:lnTo>
                    <a:pt x="7682269" y="1020685"/>
                  </a:lnTo>
                  <a:lnTo>
                    <a:pt x="7686145" y="972095"/>
                  </a:lnTo>
                  <a:lnTo>
                    <a:pt x="7686145" y="923386"/>
                  </a:lnTo>
                  <a:lnTo>
                    <a:pt x="7682269" y="874797"/>
                  </a:lnTo>
                  <a:lnTo>
                    <a:pt x="7674517" y="826566"/>
                  </a:lnTo>
                  <a:lnTo>
                    <a:pt x="7662890" y="778934"/>
                  </a:lnTo>
                  <a:lnTo>
                    <a:pt x="7647386" y="732140"/>
                  </a:lnTo>
                  <a:lnTo>
                    <a:pt x="7628007" y="686422"/>
                  </a:lnTo>
                  <a:lnTo>
                    <a:pt x="7604752" y="642021"/>
                  </a:lnTo>
                  <a:lnTo>
                    <a:pt x="7234135" y="0"/>
                  </a:lnTo>
                  <a:close/>
                </a:path>
              </a:pathLst>
            </a:custGeom>
            <a:solidFill>
              <a:srgbClr val="005363"/>
            </a:solidFill>
          </p:spPr>
          <p:txBody>
            <a:bodyPr wrap="square" lIns="0" tIns="0" rIns="0" bIns="0" rtlCol="0"/>
            <a:lstStyle/>
            <a:p>
              <a:endParaRPr sz="1092"/>
            </a:p>
          </p:txBody>
        </p:sp>
        <p:sp>
          <p:nvSpPr>
            <p:cNvPr id="16" name="object 16"/>
            <p:cNvSpPr/>
            <p:nvPr/>
          </p:nvSpPr>
          <p:spPr>
            <a:xfrm>
              <a:off x="0" y="0"/>
              <a:ext cx="7919720" cy="11308715"/>
            </a:xfrm>
            <a:custGeom>
              <a:avLst/>
              <a:gdLst/>
              <a:ahLst/>
              <a:cxnLst/>
              <a:rect l="l" t="t" r="r" b="b"/>
              <a:pathLst>
                <a:path w="7919720" h="11308715">
                  <a:moveTo>
                    <a:pt x="5107896" y="0"/>
                  </a:moveTo>
                  <a:lnTo>
                    <a:pt x="0" y="0"/>
                  </a:lnTo>
                  <a:lnTo>
                    <a:pt x="0" y="11308556"/>
                  </a:lnTo>
                  <a:lnTo>
                    <a:pt x="4359451" y="11308556"/>
                  </a:lnTo>
                  <a:lnTo>
                    <a:pt x="6004047" y="8525645"/>
                  </a:lnTo>
                  <a:lnTo>
                    <a:pt x="7835457" y="5354003"/>
                  </a:lnTo>
                  <a:lnTo>
                    <a:pt x="7857805" y="5311584"/>
                  </a:lnTo>
                  <a:lnTo>
                    <a:pt x="7876714" y="5267978"/>
                  </a:lnTo>
                  <a:lnTo>
                    <a:pt x="7892186" y="5223380"/>
                  </a:lnTo>
                  <a:lnTo>
                    <a:pt x="7904219" y="5177990"/>
                  </a:lnTo>
                  <a:lnTo>
                    <a:pt x="7912814" y="5132003"/>
                  </a:lnTo>
                  <a:lnTo>
                    <a:pt x="7917971" y="5085619"/>
                  </a:lnTo>
                  <a:lnTo>
                    <a:pt x="7919696" y="5039034"/>
                  </a:lnTo>
                  <a:lnTo>
                    <a:pt x="7917971" y="4992445"/>
                  </a:lnTo>
                  <a:lnTo>
                    <a:pt x="7912814" y="4946051"/>
                  </a:lnTo>
                  <a:lnTo>
                    <a:pt x="7904219" y="4900049"/>
                  </a:lnTo>
                  <a:lnTo>
                    <a:pt x="7892186" y="4854636"/>
                  </a:lnTo>
                  <a:lnTo>
                    <a:pt x="7876714" y="4810009"/>
                  </a:lnTo>
                  <a:lnTo>
                    <a:pt x="7857805" y="4766367"/>
                  </a:lnTo>
                  <a:lnTo>
                    <a:pt x="7835457" y="4723907"/>
                  </a:lnTo>
                  <a:lnTo>
                    <a:pt x="5107896" y="0"/>
                  </a:lnTo>
                  <a:close/>
                </a:path>
              </a:pathLst>
            </a:custGeom>
            <a:solidFill>
              <a:srgbClr val="8DB7E0">
                <a:alpha val="50000"/>
              </a:srgbClr>
            </a:solidFill>
          </p:spPr>
          <p:txBody>
            <a:bodyPr wrap="square" lIns="0" tIns="0" rIns="0" bIns="0" rtlCol="0"/>
            <a:lstStyle/>
            <a:p>
              <a:endParaRPr sz="1092"/>
            </a:p>
          </p:txBody>
        </p:sp>
        <p:pic>
          <p:nvPicPr>
            <p:cNvPr id="17" name="object 17"/>
            <p:cNvPicPr/>
            <p:nvPr/>
          </p:nvPicPr>
          <p:blipFill>
            <a:blip r:embed="rId5" cstate="print"/>
            <a:stretch>
              <a:fillRect/>
            </a:stretch>
          </p:blipFill>
          <p:spPr>
            <a:xfrm>
              <a:off x="0" y="0"/>
              <a:ext cx="7686635" cy="11282389"/>
            </a:xfrm>
            <a:prstGeom prst="rect">
              <a:avLst/>
            </a:prstGeom>
          </p:spPr>
        </p:pic>
        <p:pic>
          <p:nvPicPr>
            <p:cNvPr id="18" name="object 18"/>
            <p:cNvPicPr/>
            <p:nvPr/>
          </p:nvPicPr>
          <p:blipFill>
            <a:blip r:embed="rId6" cstate="print"/>
            <a:stretch>
              <a:fillRect/>
            </a:stretch>
          </p:blipFill>
          <p:spPr>
            <a:xfrm>
              <a:off x="0" y="0"/>
              <a:ext cx="7686145" cy="11282382"/>
            </a:xfrm>
            <a:prstGeom prst="rect">
              <a:avLst/>
            </a:prstGeom>
          </p:spPr>
        </p:pic>
        <p:pic>
          <p:nvPicPr>
            <p:cNvPr id="19" name="object 19"/>
            <p:cNvPicPr/>
            <p:nvPr/>
          </p:nvPicPr>
          <p:blipFill>
            <a:blip r:embed="rId7" cstate="print"/>
            <a:stretch>
              <a:fillRect/>
            </a:stretch>
          </p:blipFill>
          <p:spPr>
            <a:xfrm>
              <a:off x="5880497" y="10642336"/>
              <a:ext cx="476756" cy="248390"/>
            </a:xfrm>
            <a:prstGeom prst="rect">
              <a:avLst/>
            </a:prstGeom>
          </p:spPr>
        </p:pic>
      </p:grpSp>
      <p:sp>
        <p:nvSpPr>
          <p:cNvPr id="20" name="object 20"/>
          <p:cNvSpPr txBox="1">
            <a:spLocks noGrp="1"/>
          </p:cNvSpPr>
          <p:nvPr>
            <p:ph type="title"/>
          </p:nvPr>
        </p:nvSpPr>
        <p:spPr>
          <a:xfrm>
            <a:off x="6140002" y="551170"/>
            <a:ext cx="5678932" cy="558112"/>
          </a:xfrm>
          <a:prstGeom prst="rect">
            <a:avLst/>
          </a:prstGeom>
        </p:spPr>
        <p:txBody>
          <a:bodyPr vert="horz" wrap="square" lIns="0" tIns="167396" rIns="0" bIns="0" rtlCol="0" anchor="ctr">
            <a:spAutoFit/>
          </a:bodyPr>
          <a:lstStyle/>
          <a:p>
            <a:pPr marL="313442" marR="3081" algn="r" rtl="1">
              <a:lnSpc>
                <a:spcPct val="116500"/>
              </a:lnSpc>
              <a:spcBef>
                <a:spcPts val="55"/>
              </a:spcBef>
            </a:pPr>
            <a:r>
              <a:rPr lang="ar-EG" sz="2400" spc="69" dirty="0">
                <a:latin typeface="Neo Sans Arabic Bold" panose="020B0804030504040204" pitchFamily="34" charset="-78"/>
                <a:cs typeface="Neo Sans Arabic Bold" panose="020B0804030504040204" pitchFamily="34" charset="-78"/>
              </a:rPr>
              <a:t>خاتمة المحور الأول</a:t>
            </a:r>
            <a:endParaRPr sz="2400" spc="67" dirty="0">
              <a:latin typeface="Neo Sans Arabic Bold" panose="020B0804030504040204" pitchFamily="34" charset="-78"/>
              <a:cs typeface="Neo Sans Arabic Bold" panose="020B0804030504040204" pitchFamily="34" charset="-78"/>
            </a:endParaRPr>
          </a:p>
        </p:txBody>
      </p:sp>
      <p:sp>
        <p:nvSpPr>
          <p:cNvPr id="26" name="object 26"/>
          <p:cNvSpPr txBox="1"/>
          <p:nvPr/>
        </p:nvSpPr>
        <p:spPr>
          <a:xfrm>
            <a:off x="7666074" y="1844233"/>
            <a:ext cx="2878903" cy="283998"/>
          </a:xfrm>
          <a:prstGeom prst="rect">
            <a:avLst/>
          </a:prstGeom>
        </p:spPr>
        <p:txBody>
          <a:bodyPr vert="horz" wrap="square" lIns="0" tIns="6931" rIns="0" bIns="0" rtlCol="0">
            <a:spAutoFit/>
          </a:bodyPr>
          <a:lstStyle/>
          <a:p>
            <a:pPr marL="7701" marR="3081" algn="r" rtl="1">
              <a:spcBef>
                <a:spcPts val="55"/>
              </a:spcBef>
            </a:pPr>
            <a:r>
              <a:rPr lang="ar-EG" b="1" dirty="0">
                <a:solidFill>
                  <a:srgbClr val="33B9A0"/>
                </a:solidFill>
                <a:latin typeface="Neo Sans Arabic" panose="020B0504030504040204" pitchFamily="34" charset="-78"/>
                <a:cs typeface="Neo Sans Arabic" panose="020B0504030504040204" pitchFamily="34" charset="-78"/>
              </a:rPr>
              <a:t>أدوات تحليل السمعة الرقمية</a:t>
            </a:r>
          </a:p>
        </p:txBody>
      </p:sp>
      <p:sp>
        <p:nvSpPr>
          <p:cNvPr id="27" name="object 27"/>
          <p:cNvSpPr txBox="1"/>
          <p:nvPr/>
        </p:nvSpPr>
        <p:spPr>
          <a:xfrm>
            <a:off x="7132507" y="3967774"/>
            <a:ext cx="3412470" cy="283998"/>
          </a:xfrm>
          <a:prstGeom prst="rect">
            <a:avLst/>
          </a:prstGeom>
        </p:spPr>
        <p:txBody>
          <a:bodyPr vert="horz" wrap="square" lIns="0" tIns="6931" rIns="0" bIns="0" rtlCol="0">
            <a:spAutoFit/>
          </a:bodyPr>
          <a:lstStyle/>
          <a:p>
            <a:pPr marL="7701" marR="3081" algn="r" rtl="1">
              <a:spcBef>
                <a:spcPts val="55"/>
              </a:spcBef>
            </a:pPr>
            <a:r>
              <a:rPr lang="ar-EG" b="1" dirty="0">
                <a:solidFill>
                  <a:srgbClr val="33B9A0"/>
                </a:solidFill>
                <a:latin typeface="Neo Sans Arabic" panose="020B0504030504040204" pitchFamily="34" charset="-78"/>
                <a:cs typeface="Neo Sans Arabic" panose="020B0504030504040204" pitchFamily="34" charset="-78"/>
              </a:rPr>
              <a:t>أدوات التحقق من الأخبار</a:t>
            </a:r>
          </a:p>
        </p:txBody>
      </p:sp>
      <p:pic>
        <p:nvPicPr>
          <p:cNvPr id="47" name="Picture 46" descr="A blue line drawing of a person in a circle&#10;&#10;AI-generated content may be incorrect.">
            <a:extLst>
              <a:ext uri="{FF2B5EF4-FFF2-40B4-BE49-F238E27FC236}">
                <a16:creationId xmlns:a16="http://schemas.microsoft.com/office/drawing/2014/main" id="{3B4A740E-BA1C-8E24-B4B8-3C12C735E22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896707" y="3935689"/>
            <a:ext cx="374066" cy="374066"/>
          </a:xfrm>
          <a:prstGeom prst="rect">
            <a:avLst/>
          </a:prstGeom>
        </p:spPr>
      </p:pic>
      <p:sp>
        <p:nvSpPr>
          <p:cNvPr id="11" name="TextBox 10">
            <a:extLst>
              <a:ext uri="{FF2B5EF4-FFF2-40B4-BE49-F238E27FC236}">
                <a16:creationId xmlns:a16="http://schemas.microsoft.com/office/drawing/2014/main" id="{A4A7FEF3-C802-090B-9248-4F978FC976B6}"/>
              </a:ext>
            </a:extLst>
          </p:cNvPr>
          <p:cNvSpPr txBox="1"/>
          <p:nvPr/>
        </p:nvSpPr>
        <p:spPr>
          <a:xfrm>
            <a:off x="4661313" y="2221922"/>
            <a:ext cx="5865268" cy="1392304"/>
          </a:xfrm>
          <a:prstGeom prst="rect">
            <a:avLst/>
          </a:prstGeom>
          <a:noFill/>
        </p:spPr>
        <p:txBody>
          <a:bodyPr wrap="square">
            <a:spAutoFit/>
          </a:bodyPr>
          <a:lstStyle/>
          <a:p>
            <a:pPr marL="285750" indent="-285750" algn="r" rtl="1">
              <a:lnSpc>
                <a:spcPct val="150000"/>
              </a:lnSpc>
              <a:buFont typeface="Arial" panose="020B0604020202020204" pitchFamily="34" charset="0"/>
              <a:buChar char="•"/>
            </a:pPr>
            <a:r>
              <a:rPr lang="en-US" sz="1455" dirty="0">
                <a:solidFill>
                  <a:srgbClr val="104C5D"/>
                </a:solidFill>
                <a:latin typeface="Neo Sans Arabic" panose="020B0504030504040204" pitchFamily="34" charset="-78"/>
                <a:cs typeface="Neo Sans Arabic" panose="020B0504030504040204" pitchFamily="34" charset="-78"/>
              </a:rPr>
              <a:t>Google Alerts</a:t>
            </a:r>
            <a:r>
              <a:rPr lang="ar-EG" sz="1455" dirty="0">
                <a:solidFill>
                  <a:srgbClr val="104C5D"/>
                </a:solidFill>
                <a:latin typeface="Neo Sans Arabic" panose="020B0504030504040204" pitchFamily="34" charset="-78"/>
                <a:cs typeface="Neo Sans Arabic" panose="020B0504030504040204" pitchFamily="34" charset="-78"/>
              </a:rPr>
              <a:t>.</a:t>
            </a:r>
          </a:p>
          <a:p>
            <a:pPr marL="285750" indent="-285750" algn="r" rtl="1">
              <a:lnSpc>
                <a:spcPct val="150000"/>
              </a:lnSpc>
              <a:buFont typeface="Arial" panose="020B0604020202020204" pitchFamily="34" charset="0"/>
              <a:buChar char="•"/>
            </a:pPr>
            <a:r>
              <a:rPr lang="en-US" sz="1455" dirty="0">
                <a:solidFill>
                  <a:srgbClr val="104C5D"/>
                </a:solidFill>
                <a:latin typeface="Neo Sans Arabic" panose="020B0504030504040204" pitchFamily="34" charset="-78"/>
                <a:cs typeface="Neo Sans Arabic" panose="020B0504030504040204" pitchFamily="34" charset="-78"/>
              </a:rPr>
              <a:t>Hootsuite</a:t>
            </a:r>
            <a:r>
              <a:rPr lang="ar-EG" sz="1455" dirty="0">
                <a:solidFill>
                  <a:srgbClr val="104C5D"/>
                </a:solidFill>
                <a:latin typeface="Neo Sans Arabic" panose="020B0504030504040204" pitchFamily="34" charset="-78"/>
                <a:cs typeface="Neo Sans Arabic" panose="020B0504030504040204" pitchFamily="34" charset="-78"/>
              </a:rPr>
              <a:t>.</a:t>
            </a:r>
          </a:p>
          <a:p>
            <a:pPr marL="285750" indent="-285750" algn="r" rtl="1">
              <a:lnSpc>
                <a:spcPct val="150000"/>
              </a:lnSpc>
              <a:buFont typeface="Arial" panose="020B0604020202020204" pitchFamily="34" charset="0"/>
              <a:buChar char="•"/>
            </a:pPr>
            <a:r>
              <a:rPr lang="en-US" sz="1455" dirty="0" err="1">
                <a:solidFill>
                  <a:srgbClr val="104C5D"/>
                </a:solidFill>
                <a:latin typeface="Neo Sans Arabic" panose="020B0504030504040204" pitchFamily="34" charset="-78"/>
                <a:cs typeface="Neo Sans Arabic" panose="020B0504030504040204" pitchFamily="34" charset="-78"/>
              </a:rPr>
              <a:t>Brandwatch</a:t>
            </a:r>
            <a:r>
              <a:rPr lang="ar-EG" sz="1455" dirty="0">
                <a:solidFill>
                  <a:srgbClr val="104C5D"/>
                </a:solidFill>
                <a:latin typeface="Neo Sans Arabic" panose="020B0504030504040204" pitchFamily="34" charset="-78"/>
                <a:cs typeface="Neo Sans Arabic" panose="020B0504030504040204" pitchFamily="34" charset="-78"/>
              </a:rPr>
              <a:t>.</a:t>
            </a:r>
          </a:p>
          <a:p>
            <a:pPr marL="285750" indent="-285750" algn="r" rtl="1">
              <a:lnSpc>
                <a:spcPct val="150000"/>
              </a:lnSpc>
              <a:buFont typeface="Arial" panose="020B0604020202020204" pitchFamily="34" charset="0"/>
              <a:buChar char="•"/>
            </a:pPr>
            <a:r>
              <a:rPr lang="en-US" sz="1455" dirty="0">
                <a:solidFill>
                  <a:srgbClr val="104C5D"/>
                </a:solidFill>
                <a:latin typeface="Neo Sans Arabic" panose="020B0504030504040204" pitchFamily="34" charset="-78"/>
                <a:cs typeface="Neo Sans Arabic" panose="020B0504030504040204" pitchFamily="34" charset="-78"/>
              </a:rPr>
              <a:t>Buffer</a:t>
            </a:r>
            <a:r>
              <a:rPr lang="ar-EG" sz="1455" dirty="0">
                <a:solidFill>
                  <a:srgbClr val="104C5D"/>
                </a:solidFill>
                <a:latin typeface="Neo Sans Arabic" panose="020B0504030504040204" pitchFamily="34" charset="-78"/>
                <a:cs typeface="Neo Sans Arabic" panose="020B0504030504040204" pitchFamily="34" charset="-78"/>
              </a:rPr>
              <a:t>.</a:t>
            </a:r>
          </a:p>
        </p:txBody>
      </p:sp>
      <p:sp>
        <p:nvSpPr>
          <p:cNvPr id="23" name="TextBox 22">
            <a:extLst>
              <a:ext uri="{FF2B5EF4-FFF2-40B4-BE49-F238E27FC236}">
                <a16:creationId xmlns:a16="http://schemas.microsoft.com/office/drawing/2014/main" id="{3628C4A5-AD06-7F89-35A3-68504A971789}"/>
              </a:ext>
            </a:extLst>
          </p:cNvPr>
          <p:cNvSpPr txBox="1"/>
          <p:nvPr/>
        </p:nvSpPr>
        <p:spPr>
          <a:xfrm>
            <a:off x="4661313" y="4350443"/>
            <a:ext cx="5865268" cy="720582"/>
          </a:xfrm>
          <a:prstGeom prst="rect">
            <a:avLst/>
          </a:prstGeom>
          <a:noFill/>
        </p:spPr>
        <p:txBody>
          <a:bodyPr wrap="square">
            <a:spAutoFit/>
          </a:bodyPr>
          <a:lstStyle/>
          <a:p>
            <a:pPr marL="285750" indent="-285750" algn="r" rtl="1">
              <a:lnSpc>
                <a:spcPct val="150000"/>
              </a:lnSpc>
              <a:buFont typeface="Arial" panose="020B0604020202020204" pitchFamily="34" charset="0"/>
              <a:buChar char="•"/>
            </a:pPr>
            <a:r>
              <a:rPr lang="en-US" sz="1455" dirty="0">
                <a:solidFill>
                  <a:srgbClr val="104C5D"/>
                </a:solidFill>
                <a:latin typeface="Neo Sans Arabic" panose="020B0504030504040204" pitchFamily="34" charset="-78"/>
                <a:cs typeface="Neo Sans Arabic" panose="020B0504030504040204" pitchFamily="34" charset="-78"/>
              </a:rPr>
              <a:t>Snopes</a:t>
            </a:r>
            <a:r>
              <a:rPr lang="ar-EG" sz="1455" dirty="0">
                <a:solidFill>
                  <a:srgbClr val="104C5D"/>
                </a:solidFill>
                <a:latin typeface="Neo Sans Arabic" panose="020B0504030504040204" pitchFamily="34" charset="-78"/>
                <a:cs typeface="Neo Sans Arabic" panose="020B0504030504040204" pitchFamily="34" charset="-78"/>
              </a:rPr>
              <a:t>.</a:t>
            </a:r>
          </a:p>
          <a:p>
            <a:pPr marL="285750" indent="-285750" algn="r" rtl="1">
              <a:lnSpc>
                <a:spcPct val="150000"/>
              </a:lnSpc>
              <a:buFont typeface="Arial" panose="020B0604020202020204" pitchFamily="34" charset="0"/>
              <a:buChar char="•"/>
            </a:pPr>
            <a:r>
              <a:rPr lang="en-US" sz="1455" dirty="0" err="1">
                <a:solidFill>
                  <a:srgbClr val="104C5D"/>
                </a:solidFill>
                <a:latin typeface="Neo Sans Arabic" panose="020B0504030504040204" pitchFamily="34" charset="-78"/>
                <a:cs typeface="Neo Sans Arabic" panose="020B0504030504040204" pitchFamily="34" charset="-78"/>
              </a:rPr>
              <a:t>FastCheckNI</a:t>
            </a:r>
            <a:r>
              <a:rPr lang="ar-EG" sz="1455" dirty="0">
                <a:solidFill>
                  <a:srgbClr val="104C5D"/>
                </a:solidFill>
                <a:latin typeface="Neo Sans Arabic" panose="020B0504030504040204" pitchFamily="34" charset="-78"/>
                <a:cs typeface="Neo Sans Arabic" panose="020B0504030504040204" pitchFamily="34" charset="-78"/>
              </a:rPr>
              <a:t>.</a:t>
            </a:r>
          </a:p>
        </p:txBody>
      </p:sp>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8B41985-1F60-37FE-42B5-74444EC92F1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65BD5F6-4DF9-BC1D-45CA-E9DF0F6408BB}"/>
              </a:ext>
            </a:extLst>
          </p:cNvPr>
          <p:cNvSpPr/>
          <p:nvPr/>
        </p:nvSpPr>
        <p:spPr>
          <a:xfrm>
            <a:off x="429" y="3"/>
            <a:ext cx="12191145"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065362"/>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 name="object 3">
            <a:extLst>
              <a:ext uri="{FF2B5EF4-FFF2-40B4-BE49-F238E27FC236}">
                <a16:creationId xmlns:a16="http://schemas.microsoft.com/office/drawing/2014/main" id="{52D543B0-676B-1700-118C-C9772DA99AC9}"/>
              </a:ext>
            </a:extLst>
          </p:cNvPr>
          <p:cNvSpPr/>
          <p:nvPr/>
        </p:nvSpPr>
        <p:spPr>
          <a:xfrm>
            <a:off x="320841" y="1"/>
            <a:ext cx="4819083" cy="6321604"/>
          </a:xfrm>
          <a:custGeom>
            <a:avLst/>
            <a:gdLst/>
            <a:ahLst/>
            <a:cxnLst/>
            <a:rect l="l" t="t" r="r" b="b"/>
            <a:pathLst>
              <a:path w="7947025" h="10424795">
                <a:moveTo>
                  <a:pt x="0" y="3040436"/>
                </a:moveTo>
                <a:lnTo>
                  <a:pt x="0" y="6831246"/>
                </a:lnTo>
                <a:lnTo>
                  <a:pt x="3217193" y="9898433"/>
                </a:lnTo>
                <a:lnTo>
                  <a:pt x="3257168" y="9935729"/>
                </a:lnTo>
                <a:lnTo>
                  <a:pt x="3297290" y="9971655"/>
                </a:lnTo>
                <a:lnTo>
                  <a:pt x="3337553" y="10006211"/>
                </a:lnTo>
                <a:lnTo>
                  <a:pt x="3377948" y="10039396"/>
                </a:lnTo>
                <a:lnTo>
                  <a:pt x="3418469" y="10071210"/>
                </a:lnTo>
                <a:lnTo>
                  <a:pt x="3459108" y="10101654"/>
                </a:lnTo>
                <a:lnTo>
                  <a:pt x="3499857" y="10130727"/>
                </a:lnTo>
                <a:lnTo>
                  <a:pt x="3540710" y="10158430"/>
                </a:lnTo>
                <a:lnTo>
                  <a:pt x="3581658" y="10184762"/>
                </a:lnTo>
                <a:lnTo>
                  <a:pt x="3622695" y="10209723"/>
                </a:lnTo>
                <a:lnTo>
                  <a:pt x="3663813" y="10233314"/>
                </a:lnTo>
                <a:lnTo>
                  <a:pt x="3705005" y="10255534"/>
                </a:lnTo>
                <a:lnTo>
                  <a:pt x="3746263" y="10276382"/>
                </a:lnTo>
                <a:lnTo>
                  <a:pt x="3787580" y="10295860"/>
                </a:lnTo>
                <a:lnTo>
                  <a:pt x="3828948" y="10313967"/>
                </a:lnTo>
                <a:lnTo>
                  <a:pt x="3870361" y="10330703"/>
                </a:lnTo>
                <a:lnTo>
                  <a:pt x="3911811" y="10346068"/>
                </a:lnTo>
                <a:lnTo>
                  <a:pt x="3953290" y="10360062"/>
                </a:lnTo>
                <a:lnTo>
                  <a:pt x="3994791" y="10372685"/>
                </a:lnTo>
                <a:lnTo>
                  <a:pt x="4036306" y="10383937"/>
                </a:lnTo>
                <a:lnTo>
                  <a:pt x="4077829" y="10393817"/>
                </a:lnTo>
                <a:lnTo>
                  <a:pt x="4119352" y="10402326"/>
                </a:lnTo>
                <a:lnTo>
                  <a:pt x="4160867" y="10409464"/>
                </a:lnTo>
                <a:lnTo>
                  <a:pt x="4202368" y="10415231"/>
                </a:lnTo>
                <a:lnTo>
                  <a:pt x="4243846" y="10419626"/>
                </a:lnTo>
                <a:lnTo>
                  <a:pt x="4285295" y="10422650"/>
                </a:lnTo>
                <a:lnTo>
                  <a:pt x="4326706" y="10424302"/>
                </a:lnTo>
                <a:lnTo>
                  <a:pt x="4368073" y="10424583"/>
                </a:lnTo>
                <a:lnTo>
                  <a:pt x="4409388" y="10423492"/>
                </a:lnTo>
                <a:lnTo>
                  <a:pt x="4450645" y="10421030"/>
                </a:lnTo>
                <a:lnTo>
                  <a:pt x="4491834" y="10417196"/>
                </a:lnTo>
                <a:lnTo>
                  <a:pt x="4532950" y="10411990"/>
                </a:lnTo>
                <a:lnTo>
                  <a:pt x="4573984" y="10405412"/>
                </a:lnTo>
                <a:lnTo>
                  <a:pt x="4614930" y="10397463"/>
                </a:lnTo>
                <a:lnTo>
                  <a:pt x="4655779" y="10388142"/>
                </a:lnTo>
                <a:lnTo>
                  <a:pt x="4696526" y="10377449"/>
                </a:lnTo>
                <a:lnTo>
                  <a:pt x="4737161" y="10365384"/>
                </a:lnTo>
                <a:lnTo>
                  <a:pt x="4777678" y="10351947"/>
                </a:lnTo>
                <a:lnTo>
                  <a:pt x="4818069" y="10337139"/>
                </a:lnTo>
                <a:lnTo>
                  <a:pt x="4858328" y="10320958"/>
                </a:lnTo>
                <a:lnTo>
                  <a:pt x="4898446" y="10303405"/>
                </a:lnTo>
                <a:lnTo>
                  <a:pt x="4938416" y="10284480"/>
                </a:lnTo>
                <a:lnTo>
                  <a:pt x="4978231" y="10264183"/>
                </a:lnTo>
                <a:lnTo>
                  <a:pt x="5017884" y="10242513"/>
                </a:lnTo>
                <a:lnTo>
                  <a:pt x="5057367" y="10219472"/>
                </a:lnTo>
                <a:lnTo>
                  <a:pt x="5096672" y="10195058"/>
                </a:lnTo>
                <a:lnTo>
                  <a:pt x="5135793" y="10169271"/>
                </a:lnTo>
                <a:lnTo>
                  <a:pt x="5174722" y="10142112"/>
                </a:lnTo>
                <a:lnTo>
                  <a:pt x="5213451" y="10113581"/>
                </a:lnTo>
                <a:lnTo>
                  <a:pt x="5251974" y="10083678"/>
                </a:lnTo>
                <a:lnTo>
                  <a:pt x="5290282" y="10052401"/>
                </a:lnTo>
                <a:lnTo>
                  <a:pt x="5328369" y="10019753"/>
                </a:lnTo>
                <a:lnTo>
                  <a:pt x="5366227" y="9985731"/>
                </a:lnTo>
                <a:lnTo>
                  <a:pt x="5403849" y="9950337"/>
                </a:lnTo>
                <a:lnTo>
                  <a:pt x="5440162" y="9914355"/>
                </a:lnTo>
                <a:lnTo>
                  <a:pt x="5475162" y="9877566"/>
                </a:lnTo>
                <a:lnTo>
                  <a:pt x="5508849" y="9840001"/>
                </a:lnTo>
                <a:lnTo>
                  <a:pt x="5541223" y="9801686"/>
                </a:lnTo>
                <a:lnTo>
                  <a:pt x="5572284" y="9762651"/>
                </a:lnTo>
                <a:lnTo>
                  <a:pt x="5602032" y="9722923"/>
                </a:lnTo>
                <a:lnTo>
                  <a:pt x="5630467" y="9682532"/>
                </a:lnTo>
                <a:lnTo>
                  <a:pt x="5657588" y="9641506"/>
                </a:lnTo>
                <a:lnTo>
                  <a:pt x="5683397" y="9599873"/>
                </a:lnTo>
                <a:lnTo>
                  <a:pt x="5707892" y="9557662"/>
                </a:lnTo>
                <a:lnTo>
                  <a:pt x="5731073" y="9514901"/>
                </a:lnTo>
                <a:lnTo>
                  <a:pt x="5752941" y="9471619"/>
                </a:lnTo>
                <a:lnTo>
                  <a:pt x="5773496" y="9427844"/>
                </a:lnTo>
                <a:lnTo>
                  <a:pt x="5792737" y="9383604"/>
                </a:lnTo>
                <a:lnTo>
                  <a:pt x="5810665" y="9338929"/>
                </a:lnTo>
                <a:lnTo>
                  <a:pt x="5827279" y="9293846"/>
                </a:lnTo>
                <a:lnTo>
                  <a:pt x="5842580" y="9248384"/>
                </a:lnTo>
                <a:lnTo>
                  <a:pt x="5856566" y="9202571"/>
                </a:lnTo>
                <a:lnTo>
                  <a:pt x="5869239" y="9156436"/>
                </a:lnTo>
                <a:lnTo>
                  <a:pt x="5880598" y="9110007"/>
                </a:lnTo>
                <a:lnTo>
                  <a:pt x="6662269" y="5731984"/>
                </a:lnTo>
                <a:lnTo>
                  <a:pt x="3435710" y="5731984"/>
                </a:lnTo>
                <a:lnTo>
                  <a:pt x="0" y="3040436"/>
                </a:lnTo>
                <a:close/>
              </a:path>
              <a:path w="7947025" h="10424795">
                <a:moveTo>
                  <a:pt x="7944868" y="0"/>
                </a:moveTo>
                <a:lnTo>
                  <a:pt x="5788153" y="0"/>
                </a:lnTo>
                <a:lnTo>
                  <a:pt x="3435710" y="5731984"/>
                </a:lnTo>
                <a:lnTo>
                  <a:pt x="6662269" y="5731984"/>
                </a:lnTo>
                <a:lnTo>
                  <a:pt x="7919625" y="298265"/>
                </a:lnTo>
                <a:lnTo>
                  <a:pt x="7929406" y="251192"/>
                </a:lnTo>
                <a:lnTo>
                  <a:pt x="7936986" y="204183"/>
                </a:lnTo>
                <a:lnTo>
                  <a:pt x="7942401" y="157294"/>
                </a:lnTo>
                <a:lnTo>
                  <a:pt x="7945685" y="110581"/>
                </a:lnTo>
                <a:lnTo>
                  <a:pt x="7946873" y="64097"/>
                </a:lnTo>
                <a:lnTo>
                  <a:pt x="7946000" y="17900"/>
                </a:lnTo>
                <a:lnTo>
                  <a:pt x="7944868" y="0"/>
                </a:lnTo>
                <a:close/>
              </a:path>
            </a:pathLst>
          </a:custGeom>
          <a:solidFill>
            <a:srgbClr val="FFFFFF">
              <a:alpha val="19999"/>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 name="object 4">
            <a:extLst>
              <a:ext uri="{FF2B5EF4-FFF2-40B4-BE49-F238E27FC236}">
                <a16:creationId xmlns:a16="http://schemas.microsoft.com/office/drawing/2014/main" id="{87B06781-67A8-BD9C-F2EF-3C3B1E92F1D5}"/>
              </a:ext>
            </a:extLst>
          </p:cNvPr>
          <p:cNvSpPr/>
          <p:nvPr/>
        </p:nvSpPr>
        <p:spPr>
          <a:xfrm>
            <a:off x="9155468" y="3884790"/>
            <a:ext cx="3036235" cy="2973083"/>
          </a:xfrm>
          <a:custGeom>
            <a:avLst/>
            <a:gdLst/>
            <a:ahLst/>
            <a:cxnLst/>
            <a:rect l="l" t="t" r="r" b="b"/>
            <a:pathLst>
              <a:path w="5006975" h="4902834">
                <a:moveTo>
                  <a:pt x="5006760" y="0"/>
                </a:moveTo>
                <a:lnTo>
                  <a:pt x="1102860" y="1168046"/>
                </a:lnTo>
                <a:lnTo>
                  <a:pt x="1056987" y="1182481"/>
                </a:lnTo>
                <a:lnTo>
                  <a:pt x="1011537" y="1198360"/>
                </a:lnTo>
                <a:lnTo>
                  <a:pt x="966547" y="1215682"/>
                </a:lnTo>
                <a:lnTo>
                  <a:pt x="922052" y="1234444"/>
                </a:lnTo>
                <a:lnTo>
                  <a:pt x="878086" y="1254643"/>
                </a:lnTo>
                <a:lnTo>
                  <a:pt x="834686" y="1276278"/>
                </a:lnTo>
                <a:lnTo>
                  <a:pt x="791886" y="1299346"/>
                </a:lnTo>
                <a:lnTo>
                  <a:pt x="749721" y="1323845"/>
                </a:lnTo>
                <a:lnTo>
                  <a:pt x="708228" y="1349772"/>
                </a:lnTo>
                <a:lnTo>
                  <a:pt x="667441" y="1377126"/>
                </a:lnTo>
                <a:lnTo>
                  <a:pt x="627395" y="1405904"/>
                </a:lnTo>
                <a:lnTo>
                  <a:pt x="588126" y="1436103"/>
                </a:lnTo>
                <a:lnTo>
                  <a:pt x="549669" y="1467722"/>
                </a:lnTo>
                <a:lnTo>
                  <a:pt x="512059" y="1500758"/>
                </a:lnTo>
                <a:lnTo>
                  <a:pt x="475332" y="1535208"/>
                </a:lnTo>
                <a:lnTo>
                  <a:pt x="439523" y="1571072"/>
                </a:lnTo>
                <a:lnTo>
                  <a:pt x="404666" y="1608345"/>
                </a:lnTo>
                <a:lnTo>
                  <a:pt x="370798" y="1647026"/>
                </a:lnTo>
                <a:lnTo>
                  <a:pt x="337997" y="1686735"/>
                </a:lnTo>
                <a:lnTo>
                  <a:pt x="306719" y="1726607"/>
                </a:lnTo>
                <a:lnTo>
                  <a:pt x="276963" y="1766633"/>
                </a:lnTo>
                <a:lnTo>
                  <a:pt x="248728" y="1806804"/>
                </a:lnTo>
                <a:lnTo>
                  <a:pt x="222015" y="1847111"/>
                </a:lnTo>
                <a:lnTo>
                  <a:pt x="196822" y="1887545"/>
                </a:lnTo>
                <a:lnTo>
                  <a:pt x="173149" y="1928098"/>
                </a:lnTo>
                <a:lnTo>
                  <a:pt x="150994" y="1968761"/>
                </a:lnTo>
                <a:lnTo>
                  <a:pt x="130359" y="2009524"/>
                </a:lnTo>
                <a:lnTo>
                  <a:pt x="111241" y="2050379"/>
                </a:lnTo>
                <a:lnTo>
                  <a:pt x="93641" y="2091316"/>
                </a:lnTo>
                <a:lnTo>
                  <a:pt x="77557" y="2132327"/>
                </a:lnTo>
                <a:lnTo>
                  <a:pt x="62989" y="2173404"/>
                </a:lnTo>
                <a:lnTo>
                  <a:pt x="49937" y="2214536"/>
                </a:lnTo>
                <a:lnTo>
                  <a:pt x="38399" y="2255715"/>
                </a:lnTo>
                <a:lnTo>
                  <a:pt x="28376" y="2296932"/>
                </a:lnTo>
                <a:lnTo>
                  <a:pt x="19866" y="2338178"/>
                </a:lnTo>
                <a:lnTo>
                  <a:pt x="12870" y="2379444"/>
                </a:lnTo>
                <a:lnTo>
                  <a:pt x="7385" y="2420722"/>
                </a:lnTo>
                <a:lnTo>
                  <a:pt x="3412" y="2462002"/>
                </a:lnTo>
                <a:lnTo>
                  <a:pt x="951" y="2503276"/>
                </a:lnTo>
                <a:lnTo>
                  <a:pt x="0" y="2544534"/>
                </a:lnTo>
                <a:lnTo>
                  <a:pt x="558" y="2585768"/>
                </a:lnTo>
                <a:lnTo>
                  <a:pt x="2626" y="2626968"/>
                </a:lnTo>
                <a:lnTo>
                  <a:pt x="6203" y="2668127"/>
                </a:lnTo>
                <a:lnTo>
                  <a:pt x="11287" y="2709234"/>
                </a:lnTo>
                <a:lnTo>
                  <a:pt x="17879" y="2750281"/>
                </a:lnTo>
                <a:lnTo>
                  <a:pt x="25978" y="2791259"/>
                </a:lnTo>
                <a:lnTo>
                  <a:pt x="35582" y="2832159"/>
                </a:lnTo>
                <a:lnTo>
                  <a:pt x="46693" y="2872972"/>
                </a:lnTo>
                <a:lnTo>
                  <a:pt x="59308" y="2913689"/>
                </a:lnTo>
                <a:lnTo>
                  <a:pt x="73428" y="2954302"/>
                </a:lnTo>
                <a:lnTo>
                  <a:pt x="89051" y="2994801"/>
                </a:lnTo>
                <a:lnTo>
                  <a:pt x="106177" y="3035177"/>
                </a:lnTo>
                <a:lnTo>
                  <a:pt x="124805" y="3075422"/>
                </a:lnTo>
                <a:lnTo>
                  <a:pt x="144936" y="3115526"/>
                </a:lnTo>
                <a:lnTo>
                  <a:pt x="166567" y="3155481"/>
                </a:lnTo>
                <a:lnTo>
                  <a:pt x="189700" y="3195278"/>
                </a:lnTo>
                <a:lnTo>
                  <a:pt x="214332" y="3234908"/>
                </a:lnTo>
                <a:lnTo>
                  <a:pt x="240463" y="3274361"/>
                </a:lnTo>
                <a:lnTo>
                  <a:pt x="268093" y="3313630"/>
                </a:lnTo>
                <a:lnTo>
                  <a:pt x="297221" y="3352704"/>
                </a:lnTo>
                <a:lnTo>
                  <a:pt x="327847" y="3391576"/>
                </a:lnTo>
                <a:lnTo>
                  <a:pt x="359970" y="3430236"/>
                </a:lnTo>
                <a:lnTo>
                  <a:pt x="393588" y="3468675"/>
                </a:lnTo>
                <a:lnTo>
                  <a:pt x="428703" y="3506884"/>
                </a:lnTo>
                <a:lnTo>
                  <a:pt x="465312" y="3544855"/>
                </a:lnTo>
                <a:lnTo>
                  <a:pt x="503416" y="3582578"/>
                </a:lnTo>
                <a:lnTo>
                  <a:pt x="543013" y="3620045"/>
                </a:lnTo>
                <a:lnTo>
                  <a:pt x="1929878" y="4902250"/>
                </a:lnTo>
                <a:lnTo>
                  <a:pt x="5006760" y="4902250"/>
                </a:lnTo>
                <a:lnTo>
                  <a:pt x="5006760" y="3981983"/>
                </a:lnTo>
                <a:lnTo>
                  <a:pt x="4295548" y="3183838"/>
                </a:lnTo>
                <a:lnTo>
                  <a:pt x="5006760" y="2837848"/>
                </a:lnTo>
                <a:lnTo>
                  <a:pt x="5006760" y="0"/>
                </a:lnTo>
                <a:close/>
              </a:path>
            </a:pathLst>
          </a:custGeom>
          <a:solidFill>
            <a:srgbClr val="FFFFFF">
              <a:alpha val="9999"/>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5" name="object 5">
            <a:extLst>
              <a:ext uri="{FF2B5EF4-FFF2-40B4-BE49-F238E27FC236}">
                <a16:creationId xmlns:a16="http://schemas.microsoft.com/office/drawing/2014/main" id="{0E0FF2D1-D3C9-5EE6-1E27-A96E05516458}"/>
              </a:ext>
            </a:extLst>
          </p:cNvPr>
          <p:cNvPicPr/>
          <p:nvPr/>
        </p:nvPicPr>
        <p:blipFill>
          <a:blip r:embed="rId3" cstate="print"/>
          <a:stretch>
            <a:fillRect/>
          </a:stretch>
        </p:blipFill>
        <p:spPr>
          <a:xfrm>
            <a:off x="429" y="0"/>
            <a:ext cx="4721613" cy="6321476"/>
          </a:xfrm>
          <a:prstGeom prst="rect">
            <a:avLst/>
          </a:prstGeom>
        </p:spPr>
      </p:pic>
      <p:grpSp>
        <p:nvGrpSpPr>
          <p:cNvPr id="10" name="Group 9">
            <a:extLst>
              <a:ext uri="{FF2B5EF4-FFF2-40B4-BE49-F238E27FC236}">
                <a16:creationId xmlns:a16="http://schemas.microsoft.com/office/drawing/2014/main" id="{3FE158FA-AF34-7A22-08DE-625E9B69A73A}"/>
              </a:ext>
            </a:extLst>
          </p:cNvPr>
          <p:cNvGrpSpPr/>
          <p:nvPr/>
        </p:nvGrpSpPr>
        <p:grpSpPr>
          <a:xfrm>
            <a:off x="4975904" y="1574351"/>
            <a:ext cx="6836185" cy="4125988"/>
            <a:chOff x="4975904" y="1821796"/>
            <a:chExt cx="6836185" cy="4125988"/>
          </a:xfrm>
        </p:grpSpPr>
        <p:pic>
          <p:nvPicPr>
            <p:cNvPr id="8" name="Picture 7">
              <a:extLst>
                <a:ext uri="{FF2B5EF4-FFF2-40B4-BE49-F238E27FC236}">
                  <a16:creationId xmlns:a16="http://schemas.microsoft.com/office/drawing/2014/main" id="{E984883B-7F09-EC0B-7E35-F73DFBE1D1CE}"/>
                </a:ext>
              </a:extLst>
            </p:cNvPr>
            <p:cNvPicPr>
              <a:picLocks noChangeAspect="1"/>
            </p:cNvPicPr>
            <p:nvPr/>
          </p:nvPicPr>
          <p:blipFill>
            <a:blip r:embed="rId4">
              <a:extLst>
                <a:ext uri="{28A0092B-C50C-407E-A947-70E740481C1C}">
                  <a14:useLocalDpi xmlns:a14="http://schemas.microsoft.com/office/drawing/2010/main" val="0"/>
                </a:ext>
              </a:extLst>
            </a:blip>
            <a:srcRect l="9298" t="9762" r="10222" b="12777"/>
            <a:stretch/>
          </p:blipFill>
          <p:spPr>
            <a:xfrm>
              <a:off x="4975904" y="1821796"/>
              <a:ext cx="4286741" cy="4125988"/>
            </a:xfrm>
            <a:prstGeom prst="rect">
              <a:avLst/>
            </a:prstGeom>
          </p:spPr>
        </p:pic>
        <p:sp>
          <p:nvSpPr>
            <p:cNvPr id="9" name="TextBox 8">
              <a:extLst>
                <a:ext uri="{FF2B5EF4-FFF2-40B4-BE49-F238E27FC236}">
                  <a16:creationId xmlns:a16="http://schemas.microsoft.com/office/drawing/2014/main" id="{E9A07E17-677D-7B1E-E8AB-CA6609D8E539}"/>
                </a:ext>
              </a:extLst>
            </p:cNvPr>
            <p:cNvSpPr txBox="1"/>
            <p:nvPr/>
          </p:nvSpPr>
          <p:spPr>
            <a:xfrm>
              <a:off x="7120876" y="2378589"/>
              <a:ext cx="4691213" cy="1297856"/>
            </a:xfrm>
            <a:prstGeom prst="rect">
              <a:avLst/>
            </a:prstGeom>
            <a:noFill/>
          </p:spPr>
          <p:txBody>
            <a:bodyPr wrap="square">
              <a:spAutoFit/>
            </a:bodyPr>
            <a:lstStyle/>
            <a:p>
              <a:pPr marL="277246" marR="0" lvl="0" indent="0" algn="r" defTabSz="277246" rtl="1" eaLnBrk="1" fontAlgn="auto" latinLnBrk="0" hangingPunct="1">
                <a:lnSpc>
                  <a:spcPct val="150000"/>
                </a:lnSpc>
                <a:spcBef>
                  <a:spcPts val="0"/>
                </a:spcBef>
                <a:spcAft>
                  <a:spcPts val="0"/>
                </a:spcAft>
                <a:buClrTx/>
                <a:buSzTx/>
                <a:buFontTx/>
                <a:buNone/>
                <a:tabLst/>
                <a:defRPr/>
              </a:pPr>
              <a:r>
                <a:rPr kumimoji="0" lang="ar-EG"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Neo Sans Arabic" panose="020B0504030504040204" pitchFamily="34" charset="-78"/>
                  <a:ea typeface="Times New Roman" panose="02020603050405020304" pitchFamily="18" charset="0"/>
                  <a:cs typeface="Neo Sans Arabic" panose="020B0504030504040204" pitchFamily="34" charset="-78"/>
                </a:rPr>
                <a:t>استراحة</a:t>
              </a:r>
            </a:p>
          </p:txBody>
        </p:sp>
      </p:grpSp>
      <p:pic>
        <p:nvPicPr>
          <p:cNvPr id="7" name="object 6">
            <a:extLst>
              <a:ext uri="{FF2B5EF4-FFF2-40B4-BE49-F238E27FC236}">
                <a16:creationId xmlns:a16="http://schemas.microsoft.com/office/drawing/2014/main" id="{E7406C73-E9A0-F246-2D55-E4F665BBDC59}"/>
              </a:ext>
            </a:extLst>
          </p:cNvPr>
          <p:cNvPicPr/>
          <p:nvPr/>
        </p:nvPicPr>
        <p:blipFill>
          <a:blip r:embed="rId5" cstate="print"/>
          <a:stretch>
            <a:fillRect/>
          </a:stretch>
        </p:blipFill>
        <p:spPr>
          <a:xfrm>
            <a:off x="10289897" y="154911"/>
            <a:ext cx="1633614" cy="944684"/>
          </a:xfrm>
          <a:prstGeom prst="rect">
            <a:avLst/>
          </a:prstGeom>
        </p:spPr>
      </p:pic>
    </p:spTree>
    <p:extLst>
      <p:ext uri="{BB962C8B-B14F-4D97-AF65-F5344CB8AC3E}">
        <p14:creationId xmlns:p14="http://schemas.microsoft.com/office/powerpoint/2010/main" val="3066874169"/>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A22D-EB98-B315-87FD-306F8A683FCD}"/>
            </a:ext>
          </a:extLst>
        </p:cNvPr>
        <p:cNvGrpSpPr/>
        <p:nvPr/>
      </p:nvGrpSpPr>
      <p:grpSpPr>
        <a:xfrm>
          <a:off x="0" y="0"/>
          <a:ext cx="0" cy="0"/>
          <a:chOff x="0" y="0"/>
          <a:chExt cx="0" cy="0"/>
        </a:xfrm>
      </p:grpSpPr>
      <p:grpSp>
        <p:nvGrpSpPr>
          <p:cNvPr id="65" name="object 2">
            <a:extLst>
              <a:ext uri="{FF2B5EF4-FFF2-40B4-BE49-F238E27FC236}">
                <a16:creationId xmlns:a16="http://schemas.microsoft.com/office/drawing/2014/main" id="{F661A269-943F-A9BD-AC1E-0D8FDE9575C4}"/>
              </a:ext>
            </a:extLst>
          </p:cNvPr>
          <p:cNvGrpSpPr/>
          <p:nvPr/>
        </p:nvGrpSpPr>
        <p:grpSpPr>
          <a:xfrm>
            <a:off x="-9198" y="2"/>
            <a:ext cx="12210398" cy="2337727"/>
            <a:chOff x="-15874" y="0"/>
            <a:chExt cx="20135850" cy="3855085"/>
          </a:xfrm>
        </p:grpSpPr>
        <p:sp>
          <p:nvSpPr>
            <p:cNvPr id="66" name="object 3">
              <a:extLst>
                <a:ext uri="{FF2B5EF4-FFF2-40B4-BE49-F238E27FC236}">
                  <a16:creationId xmlns:a16="http://schemas.microsoft.com/office/drawing/2014/main" id="{2AF8909E-C07B-AA3F-5034-84734E798618}"/>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7" name="object 4">
              <a:extLst>
                <a:ext uri="{FF2B5EF4-FFF2-40B4-BE49-F238E27FC236}">
                  <a16:creationId xmlns:a16="http://schemas.microsoft.com/office/drawing/2014/main" id="{C6FD6360-AD40-1278-569F-E118BE51BC99}"/>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grpSp>
      <p:grpSp>
        <p:nvGrpSpPr>
          <p:cNvPr id="68" name="object 7">
            <a:extLst>
              <a:ext uri="{FF2B5EF4-FFF2-40B4-BE49-F238E27FC236}">
                <a16:creationId xmlns:a16="http://schemas.microsoft.com/office/drawing/2014/main" id="{0C63A48D-AE70-BF55-D112-95FC124E2077}"/>
              </a:ext>
            </a:extLst>
          </p:cNvPr>
          <p:cNvGrpSpPr/>
          <p:nvPr/>
        </p:nvGrpSpPr>
        <p:grpSpPr>
          <a:xfrm>
            <a:off x="610708" y="6089796"/>
            <a:ext cx="10928133" cy="758577"/>
            <a:chOff x="1006398" y="10073811"/>
            <a:chExt cx="18021300" cy="1250950"/>
          </a:xfrm>
        </p:grpSpPr>
        <p:sp>
          <p:nvSpPr>
            <p:cNvPr id="69" name="object 8">
              <a:extLst>
                <a:ext uri="{FF2B5EF4-FFF2-40B4-BE49-F238E27FC236}">
                  <a16:creationId xmlns:a16="http://schemas.microsoft.com/office/drawing/2014/main" id="{1C525584-EC2F-1176-C029-793C018361C1}"/>
                </a:ext>
              </a:extLst>
            </p:cNvPr>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0" name="object 9">
              <a:extLst>
                <a:ext uri="{FF2B5EF4-FFF2-40B4-BE49-F238E27FC236}">
                  <a16:creationId xmlns:a16="http://schemas.microsoft.com/office/drawing/2014/main" id="{6BB07805-0733-4C4C-E25D-531655531EF3}"/>
                </a:ext>
              </a:extLst>
            </p:cNvPr>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3" name="object 3">
            <a:extLst>
              <a:ext uri="{FF2B5EF4-FFF2-40B4-BE49-F238E27FC236}">
                <a16:creationId xmlns:a16="http://schemas.microsoft.com/office/drawing/2014/main" id="{16DAC196-BB19-90D3-7A6A-FBCC3CED8D0B}"/>
              </a:ext>
            </a:extLst>
          </p:cNvPr>
          <p:cNvSpPr/>
          <p:nvPr/>
        </p:nvSpPr>
        <p:spPr>
          <a:xfrm>
            <a:off x="11608293" y="317796"/>
            <a:ext cx="583373" cy="6539937"/>
          </a:xfrm>
          <a:custGeom>
            <a:avLst/>
            <a:gdLst/>
            <a:ahLst/>
            <a:cxnLst/>
            <a:rect l="l" t="t" r="r" b="b"/>
            <a:pathLst>
              <a:path w="962025" h="10784840">
                <a:moveTo>
                  <a:pt x="961863" y="0"/>
                </a:moveTo>
                <a:lnTo>
                  <a:pt x="648833" y="18513"/>
                </a:lnTo>
                <a:lnTo>
                  <a:pt x="601798" y="22889"/>
                </a:lnTo>
                <a:lnTo>
                  <a:pt x="555800" y="30321"/>
                </a:lnTo>
                <a:lnTo>
                  <a:pt x="510934" y="40702"/>
                </a:lnTo>
                <a:lnTo>
                  <a:pt x="467297" y="53924"/>
                </a:lnTo>
                <a:lnTo>
                  <a:pt x="424985" y="69877"/>
                </a:lnTo>
                <a:lnTo>
                  <a:pt x="384096" y="88453"/>
                </a:lnTo>
                <a:lnTo>
                  <a:pt x="344725" y="109544"/>
                </a:lnTo>
                <a:lnTo>
                  <a:pt x="306969" y="133041"/>
                </a:lnTo>
                <a:lnTo>
                  <a:pt x="270925" y="158835"/>
                </a:lnTo>
                <a:lnTo>
                  <a:pt x="236688" y="186818"/>
                </a:lnTo>
                <a:lnTo>
                  <a:pt x="204355" y="216880"/>
                </a:lnTo>
                <a:lnTo>
                  <a:pt x="174023" y="248915"/>
                </a:lnTo>
                <a:lnTo>
                  <a:pt x="145788" y="282812"/>
                </a:lnTo>
                <a:lnTo>
                  <a:pt x="119747" y="318464"/>
                </a:lnTo>
                <a:lnTo>
                  <a:pt x="95996" y="355761"/>
                </a:lnTo>
                <a:lnTo>
                  <a:pt x="74631" y="394596"/>
                </a:lnTo>
                <a:lnTo>
                  <a:pt x="55749" y="434859"/>
                </a:lnTo>
                <a:lnTo>
                  <a:pt x="39446" y="476442"/>
                </a:lnTo>
                <a:lnTo>
                  <a:pt x="25820" y="519237"/>
                </a:lnTo>
                <a:lnTo>
                  <a:pt x="14965" y="563134"/>
                </a:lnTo>
                <a:lnTo>
                  <a:pt x="6979" y="608026"/>
                </a:lnTo>
                <a:lnTo>
                  <a:pt x="1959" y="653803"/>
                </a:lnTo>
                <a:lnTo>
                  <a:pt x="0" y="700358"/>
                </a:lnTo>
                <a:lnTo>
                  <a:pt x="1198" y="747580"/>
                </a:lnTo>
                <a:lnTo>
                  <a:pt x="594831" y="10784488"/>
                </a:lnTo>
                <a:lnTo>
                  <a:pt x="961863" y="10784488"/>
                </a:lnTo>
                <a:lnTo>
                  <a:pt x="961863" y="0"/>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grpSp>
        <p:nvGrpSpPr>
          <p:cNvPr id="75" name="Group 74">
            <a:extLst>
              <a:ext uri="{FF2B5EF4-FFF2-40B4-BE49-F238E27FC236}">
                <a16:creationId xmlns:a16="http://schemas.microsoft.com/office/drawing/2014/main" id="{D69D334D-1823-3A8D-9FDB-0EB4AB9495EF}"/>
              </a:ext>
            </a:extLst>
          </p:cNvPr>
          <p:cNvGrpSpPr/>
          <p:nvPr/>
        </p:nvGrpSpPr>
        <p:grpSpPr>
          <a:xfrm>
            <a:off x="1193957" y="814558"/>
            <a:ext cx="9106949" cy="5664154"/>
            <a:chOff x="1663417" y="1325350"/>
            <a:chExt cx="15018033" cy="9340609"/>
          </a:xfrm>
        </p:grpSpPr>
        <p:grpSp>
          <p:nvGrpSpPr>
            <p:cNvPr id="15" name="Group 14">
              <a:extLst>
                <a:ext uri="{FF2B5EF4-FFF2-40B4-BE49-F238E27FC236}">
                  <a16:creationId xmlns:a16="http://schemas.microsoft.com/office/drawing/2014/main" id="{34A4E683-CFC7-BB9A-76A3-1EEFFE5BEEDD}"/>
                </a:ext>
              </a:extLst>
            </p:cNvPr>
            <p:cNvGrpSpPr/>
            <p:nvPr/>
          </p:nvGrpSpPr>
          <p:grpSpPr>
            <a:xfrm>
              <a:off x="1663417" y="4792529"/>
              <a:ext cx="15018033" cy="5873430"/>
              <a:chOff x="563093" y="1323975"/>
              <a:chExt cx="11065814" cy="4343400"/>
            </a:xfrm>
            <a:solidFill>
              <a:schemeClr val="bg1">
                <a:lumMod val="75000"/>
              </a:schemeClr>
            </a:solidFill>
          </p:grpSpPr>
          <p:sp>
            <p:nvSpPr>
              <p:cNvPr id="16" name="Shape 6">
                <a:extLst>
                  <a:ext uri="{FF2B5EF4-FFF2-40B4-BE49-F238E27FC236}">
                    <a16:creationId xmlns:a16="http://schemas.microsoft.com/office/drawing/2014/main" id="{A8E9366C-8FDC-7E26-1C3A-62614A06B4DC}"/>
                  </a:ext>
                </a:extLst>
              </p:cNvPr>
              <p:cNvSpPr/>
              <p:nvPr/>
            </p:nvSpPr>
            <p:spPr>
              <a:xfrm>
                <a:off x="563093" y="1323975"/>
                <a:ext cx="4538841" cy="1813066"/>
              </a:xfrm>
              <a:custGeom>
                <a:avLst/>
                <a:gdLst/>
                <a:ahLst/>
                <a:cxnLst>
                  <a:cxn ang="0">
                    <a:pos x="wd2" y="hd2"/>
                  </a:cxn>
                  <a:cxn ang="5400000">
                    <a:pos x="wd2" y="hd2"/>
                  </a:cxn>
                  <a:cxn ang="10800000">
                    <a:pos x="wd2" y="hd2"/>
                  </a:cxn>
                  <a:cxn ang="16200000">
                    <a:pos x="wd2" y="hd2"/>
                  </a:cxn>
                </a:cxnLst>
                <a:rect l="0" t="0" r="r" b="b"/>
                <a:pathLst>
                  <a:path w="21551" h="21600" extrusionOk="0">
                    <a:moveTo>
                      <a:pt x="18159" y="0"/>
                    </a:moveTo>
                    <a:cubicBezTo>
                      <a:pt x="18031" y="0"/>
                      <a:pt x="17913" y="147"/>
                      <a:pt x="17895" y="329"/>
                    </a:cubicBezTo>
                    <a:cubicBezTo>
                      <a:pt x="17878" y="512"/>
                      <a:pt x="17968" y="662"/>
                      <a:pt x="18097" y="662"/>
                    </a:cubicBezTo>
                    <a:cubicBezTo>
                      <a:pt x="18226" y="662"/>
                      <a:pt x="18344" y="512"/>
                      <a:pt x="18361" y="329"/>
                    </a:cubicBezTo>
                    <a:cubicBezTo>
                      <a:pt x="18377" y="147"/>
                      <a:pt x="18287" y="0"/>
                      <a:pt x="18159" y="0"/>
                    </a:cubicBezTo>
                    <a:close/>
                    <a:moveTo>
                      <a:pt x="18721" y="0"/>
                    </a:moveTo>
                    <a:cubicBezTo>
                      <a:pt x="18593" y="0"/>
                      <a:pt x="18476" y="147"/>
                      <a:pt x="18460" y="329"/>
                    </a:cubicBezTo>
                    <a:cubicBezTo>
                      <a:pt x="18444" y="512"/>
                      <a:pt x="18535" y="662"/>
                      <a:pt x="18664" y="662"/>
                    </a:cubicBezTo>
                    <a:cubicBezTo>
                      <a:pt x="18793" y="662"/>
                      <a:pt x="18910" y="512"/>
                      <a:pt x="18925" y="329"/>
                    </a:cubicBezTo>
                    <a:cubicBezTo>
                      <a:pt x="18940" y="147"/>
                      <a:pt x="18849" y="0"/>
                      <a:pt x="18721" y="0"/>
                    </a:cubicBezTo>
                    <a:close/>
                    <a:moveTo>
                      <a:pt x="19293" y="0"/>
                    </a:moveTo>
                    <a:cubicBezTo>
                      <a:pt x="19166" y="0"/>
                      <a:pt x="19050" y="147"/>
                      <a:pt x="19035" y="329"/>
                    </a:cubicBezTo>
                    <a:cubicBezTo>
                      <a:pt x="19020" y="512"/>
                      <a:pt x="19113" y="662"/>
                      <a:pt x="19242" y="662"/>
                    </a:cubicBezTo>
                    <a:cubicBezTo>
                      <a:pt x="19371" y="662"/>
                      <a:pt x="19487" y="512"/>
                      <a:pt x="19500" y="329"/>
                    </a:cubicBezTo>
                    <a:cubicBezTo>
                      <a:pt x="19514" y="147"/>
                      <a:pt x="19421" y="0"/>
                      <a:pt x="19293" y="0"/>
                    </a:cubicBezTo>
                    <a:close/>
                    <a:moveTo>
                      <a:pt x="19856" y="0"/>
                    </a:moveTo>
                    <a:cubicBezTo>
                      <a:pt x="19728" y="0"/>
                      <a:pt x="19613" y="147"/>
                      <a:pt x="19600" y="329"/>
                    </a:cubicBezTo>
                    <a:cubicBezTo>
                      <a:pt x="19586" y="512"/>
                      <a:pt x="19680" y="662"/>
                      <a:pt x="19809" y="662"/>
                    </a:cubicBezTo>
                    <a:cubicBezTo>
                      <a:pt x="19938" y="662"/>
                      <a:pt x="20053" y="512"/>
                      <a:pt x="20065" y="329"/>
                    </a:cubicBezTo>
                    <a:cubicBezTo>
                      <a:pt x="20077" y="147"/>
                      <a:pt x="19984" y="0"/>
                      <a:pt x="19856" y="0"/>
                    </a:cubicBezTo>
                    <a:close/>
                    <a:moveTo>
                      <a:pt x="16937" y="810"/>
                    </a:moveTo>
                    <a:cubicBezTo>
                      <a:pt x="16808" y="810"/>
                      <a:pt x="16686" y="961"/>
                      <a:pt x="16665" y="1147"/>
                    </a:cubicBezTo>
                    <a:cubicBezTo>
                      <a:pt x="16644" y="1335"/>
                      <a:pt x="16733" y="1487"/>
                      <a:pt x="16863" y="1487"/>
                    </a:cubicBezTo>
                    <a:cubicBezTo>
                      <a:pt x="16994" y="1487"/>
                      <a:pt x="17115" y="1335"/>
                      <a:pt x="17135" y="1147"/>
                    </a:cubicBezTo>
                    <a:cubicBezTo>
                      <a:pt x="17155" y="961"/>
                      <a:pt x="17066" y="810"/>
                      <a:pt x="16937" y="810"/>
                    </a:cubicBezTo>
                    <a:close/>
                    <a:moveTo>
                      <a:pt x="17509" y="810"/>
                    </a:moveTo>
                    <a:cubicBezTo>
                      <a:pt x="17380" y="810"/>
                      <a:pt x="17260" y="961"/>
                      <a:pt x="17240" y="1147"/>
                    </a:cubicBezTo>
                    <a:cubicBezTo>
                      <a:pt x="17220" y="1335"/>
                      <a:pt x="17310" y="1487"/>
                      <a:pt x="17441" y="1487"/>
                    </a:cubicBezTo>
                    <a:cubicBezTo>
                      <a:pt x="17571" y="1487"/>
                      <a:pt x="17692" y="1335"/>
                      <a:pt x="17711" y="1147"/>
                    </a:cubicBezTo>
                    <a:cubicBezTo>
                      <a:pt x="17729" y="961"/>
                      <a:pt x="17639" y="810"/>
                      <a:pt x="17509" y="810"/>
                    </a:cubicBezTo>
                    <a:close/>
                    <a:moveTo>
                      <a:pt x="18081" y="810"/>
                    </a:moveTo>
                    <a:cubicBezTo>
                      <a:pt x="17952" y="810"/>
                      <a:pt x="17833" y="961"/>
                      <a:pt x="17815" y="1147"/>
                    </a:cubicBezTo>
                    <a:cubicBezTo>
                      <a:pt x="17796" y="1335"/>
                      <a:pt x="17888" y="1487"/>
                      <a:pt x="18018" y="1487"/>
                    </a:cubicBezTo>
                    <a:cubicBezTo>
                      <a:pt x="18149" y="1487"/>
                      <a:pt x="18268" y="1335"/>
                      <a:pt x="18285" y="1147"/>
                    </a:cubicBezTo>
                    <a:cubicBezTo>
                      <a:pt x="18302" y="961"/>
                      <a:pt x="18211" y="810"/>
                      <a:pt x="18081" y="810"/>
                    </a:cubicBezTo>
                    <a:close/>
                    <a:moveTo>
                      <a:pt x="18654" y="810"/>
                    </a:moveTo>
                    <a:cubicBezTo>
                      <a:pt x="18524" y="810"/>
                      <a:pt x="18406" y="961"/>
                      <a:pt x="18390" y="1147"/>
                    </a:cubicBezTo>
                    <a:cubicBezTo>
                      <a:pt x="18373" y="1335"/>
                      <a:pt x="18465" y="1487"/>
                      <a:pt x="18595" y="1487"/>
                    </a:cubicBezTo>
                    <a:cubicBezTo>
                      <a:pt x="18726" y="1487"/>
                      <a:pt x="18845" y="1335"/>
                      <a:pt x="18860" y="1147"/>
                    </a:cubicBezTo>
                    <a:cubicBezTo>
                      <a:pt x="18876" y="961"/>
                      <a:pt x="18783" y="810"/>
                      <a:pt x="18654" y="810"/>
                    </a:cubicBezTo>
                    <a:close/>
                    <a:moveTo>
                      <a:pt x="19226" y="810"/>
                    </a:moveTo>
                    <a:cubicBezTo>
                      <a:pt x="19097" y="810"/>
                      <a:pt x="18980" y="961"/>
                      <a:pt x="18964" y="1147"/>
                    </a:cubicBezTo>
                    <a:cubicBezTo>
                      <a:pt x="18949" y="1335"/>
                      <a:pt x="19043" y="1487"/>
                      <a:pt x="19173" y="1487"/>
                    </a:cubicBezTo>
                    <a:cubicBezTo>
                      <a:pt x="19304" y="1487"/>
                      <a:pt x="19421" y="1335"/>
                      <a:pt x="19435" y="1147"/>
                    </a:cubicBezTo>
                    <a:cubicBezTo>
                      <a:pt x="19449" y="961"/>
                      <a:pt x="19355" y="810"/>
                      <a:pt x="19226" y="810"/>
                    </a:cubicBezTo>
                    <a:close/>
                    <a:moveTo>
                      <a:pt x="19799" y="810"/>
                    </a:moveTo>
                    <a:cubicBezTo>
                      <a:pt x="19669" y="810"/>
                      <a:pt x="19553" y="961"/>
                      <a:pt x="19539" y="1147"/>
                    </a:cubicBezTo>
                    <a:cubicBezTo>
                      <a:pt x="19526" y="1335"/>
                      <a:pt x="19620" y="1487"/>
                      <a:pt x="19751" y="1487"/>
                    </a:cubicBezTo>
                    <a:cubicBezTo>
                      <a:pt x="19881" y="1487"/>
                      <a:pt x="19997" y="1335"/>
                      <a:pt x="20010" y="1147"/>
                    </a:cubicBezTo>
                    <a:cubicBezTo>
                      <a:pt x="20022" y="961"/>
                      <a:pt x="19928" y="810"/>
                      <a:pt x="19799" y="810"/>
                    </a:cubicBezTo>
                    <a:close/>
                    <a:moveTo>
                      <a:pt x="15686" y="1646"/>
                    </a:moveTo>
                    <a:cubicBezTo>
                      <a:pt x="15555" y="1646"/>
                      <a:pt x="15429" y="1800"/>
                      <a:pt x="15405" y="1990"/>
                    </a:cubicBezTo>
                    <a:cubicBezTo>
                      <a:pt x="15380" y="2182"/>
                      <a:pt x="15467" y="2337"/>
                      <a:pt x="15599" y="2337"/>
                    </a:cubicBezTo>
                    <a:cubicBezTo>
                      <a:pt x="15731" y="2337"/>
                      <a:pt x="15857" y="2182"/>
                      <a:pt x="15880" y="1990"/>
                    </a:cubicBezTo>
                    <a:cubicBezTo>
                      <a:pt x="15903" y="1800"/>
                      <a:pt x="15816" y="1646"/>
                      <a:pt x="15686" y="1646"/>
                    </a:cubicBezTo>
                    <a:close/>
                    <a:moveTo>
                      <a:pt x="16258" y="1646"/>
                    </a:moveTo>
                    <a:cubicBezTo>
                      <a:pt x="16127" y="1646"/>
                      <a:pt x="16002" y="1800"/>
                      <a:pt x="15979" y="1990"/>
                    </a:cubicBezTo>
                    <a:cubicBezTo>
                      <a:pt x="15956" y="2182"/>
                      <a:pt x="16045" y="2337"/>
                      <a:pt x="16177" y="2337"/>
                    </a:cubicBezTo>
                    <a:cubicBezTo>
                      <a:pt x="16308" y="2337"/>
                      <a:pt x="16433" y="2182"/>
                      <a:pt x="16455" y="1990"/>
                    </a:cubicBezTo>
                    <a:cubicBezTo>
                      <a:pt x="16477" y="1800"/>
                      <a:pt x="16388" y="1646"/>
                      <a:pt x="16258" y="1646"/>
                    </a:cubicBezTo>
                    <a:close/>
                    <a:moveTo>
                      <a:pt x="16840" y="1646"/>
                    </a:moveTo>
                    <a:cubicBezTo>
                      <a:pt x="16709" y="1646"/>
                      <a:pt x="16586" y="1800"/>
                      <a:pt x="16564" y="1990"/>
                    </a:cubicBezTo>
                    <a:cubicBezTo>
                      <a:pt x="16543" y="2182"/>
                      <a:pt x="16632" y="2337"/>
                      <a:pt x="16764" y="2337"/>
                    </a:cubicBezTo>
                    <a:cubicBezTo>
                      <a:pt x="16896" y="2337"/>
                      <a:pt x="17019" y="2182"/>
                      <a:pt x="17040" y="1990"/>
                    </a:cubicBezTo>
                    <a:cubicBezTo>
                      <a:pt x="17060" y="1800"/>
                      <a:pt x="16970" y="1646"/>
                      <a:pt x="16840" y="1646"/>
                    </a:cubicBezTo>
                    <a:close/>
                    <a:moveTo>
                      <a:pt x="17422" y="1646"/>
                    </a:moveTo>
                    <a:cubicBezTo>
                      <a:pt x="17291" y="1646"/>
                      <a:pt x="17169" y="1800"/>
                      <a:pt x="17149" y="1990"/>
                    </a:cubicBezTo>
                    <a:cubicBezTo>
                      <a:pt x="17129" y="2182"/>
                      <a:pt x="17220" y="2337"/>
                      <a:pt x="17352" y="2337"/>
                    </a:cubicBezTo>
                    <a:cubicBezTo>
                      <a:pt x="17484" y="2337"/>
                      <a:pt x="17606" y="2182"/>
                      <a:pt x="17625" y="1990"/>
                    </a:cubicBezTo>
                    <a:cubicBezTo>
                      <a:pt x="17644" y="1800"/>
                      <a:pt x="17553" y="1646"/>
                      <a:pt x="17422" y="1646"/>
                    </a:cubicBezTo>
                    <a:close/>
                    <a:moveTo>
                      <a:pt x="18004" y="1646"/>
                    </a:moveTo>
                    <a:cubicBezTo>
                      <a:pt x="17874" y="1646"/>
                      <a:pt x="17753" y="1800"/>
                      <a:pt x="17734" y="1990"/>
                    </a:cubicBezTo>
                    <a:cubicBezTo>
                      <a:pt x="17716" y="2182"/>
                      <a:pt x="17808" y="2337"/>
                      <a:pt x="17940" y="2337"/>
                    </a:cubicBezTo>
                    <a:cubicBezTo>
                      <a:pt x="18071" y="2337"/>
                      <a:pt x="18192" y="2182"/>
                      <a:pt x="18210" y="1990"/>
                    </a:cubicBezTo>
                    <a:cubicBezTo>
                      <a:pt x="18227" y="1800"/>
                      <a:pt x="18135" y="1646"/>
                      <a:pt x="18004" y="1646"/>
                    </a:cubicBezTo>
                    <a:close/>
                    <a:moveTo>
                      <a:pt x="18587" y="1646"/>
                    </a:moveTo>
                    <a:cubicBezTo>
                      <a:pt x="18456" y="1646"/>
                      <a:pt x="18336" y="1800"/>
                      <a:pt x="18319" y="1990"/>
                    </a:cubicBezTo>
                    <a:cubicBezTo>
                      <a:pt x="18302" y="2182"/>
                      <a:pt x="18395" y="2337"/>
                      <a:pt x="18527" y="2337"/>
                    </a:cubicBezTo>
                    <a:cubicBezTo>
                      <a:pt x="18659" y="2337"/>
                      <a:pt x="18779" y="2182"/>
                      <a:pt x="18795" y="1990"/>
                    </a:cubicBezTo>
                    <a:cubicBezTo>
                      <a:pt x="18811" y="1800"/>
                      <a:pt x="18717" y="1646"/>
                      <a:pt x="18587" y="1646"/>
                    </a:cubicBezTo>
                    <a:close/>
                    <a:moveTo>
                      <a:pt x="19159" y="1646"/>
                    </a:moveTo>
                    <a:cubicBezTo>
                      <a:pt x="19028" y="1646"/>
                      <a:pt x="18909" y="1800"/>
                      <a:pt x="18894" y="1990"/>
                    </a:cubicBezTo>
                    <a:cubicBezTo>
                      <a:pt x="18878" y="2182"/>
                      <a:pt x="18972" y="2337"/>
                      <a:pt x="19104" y="2337"/>
                    </a:cubicBezTo>
                    <a:cubicBezTo>
                      <a:pt x="19236" y="2337"/>
                      <a:pt x="19355" y="2182"/>
                      <a:pt x="19369" y="1990"/>
                    </a:cubicBezTo>
                    <a:cubicBezTo>
                      <a:pt x="19384" y="1800"/>
                      <a:pt x="19289" y="1646"/>
                      <a:pt x="19159" y="1646"/>
                    </a:cubicBezTo>
                    <a:close/>
                    <a:moveTo>
                      <a:pt x="19741" y="1646"/>
                    </a:moveTo>
                    <a:cubicBezTo>
                      <a:pt x="19610" y="1646"/>
                      <a:pt x="19493" y="1800"/>
                      <a:pt x="19479" y="1990"/>
                    </a:cubicBezTo>
                    <a:cubicBezTo>
                      <a:pt x="19465" y="2182"/>
                      <a:pt x="19560" y="2337"/>
                      <a:pt x="19692" y="2337"/>
                    </a:cubicBezTo>
                    <a:cubicBezTo>
                      <a:pt x="19824" y="2337"/>
                      <a:pt x="19942" y="2182"/>
                      <a:pt x="19955" y="1990"/>
                    </a:cubicBezTo>
                    <a:cubicBezTo>
                      <a:pt x="19968" y="1800"/>
                      <a:pt x="19872" y="1646"/>
                      <a:pt x="19741" y="1646"/>
                    </a:cubicBezTo>
                    <a:close/>
                    <a:moveTo>
                      <a:pt x="20323" y="1646"/>
                    </a:moveTo>
                    <a:cubicBezTo>
                      <a:pt x="20193" y="1646"/>
                      <a:pt x="20077" y="1800"/>
                      <a:pt x="20064" y="1990"/>
                    </a:cubicBezTo>
                    <a:cubicBezTo>
                      <a:pt x="20052" y="2182"/>
                      <a:pt x="20148" y="2337"/>
                      <a:pt x="20280" y="2337"/>
                    </a:cubicBezTo>
                    <a:cubicBezTo>
                      <a:pt x="20412" y="2337"/>
                      <a:pt x="20528" y="2182"/>
                      <a:pt x="20540" y="1990"/>
                    </a:cubicBezTo>
                    <a:cubicBezTo>
                      <a:pt x="20551" y="1800"/>
                      <a:pt x="20454" y="1646"/>
                      <a:pt x="20323" y="1646"/>
                    </a:cubicBezTo>
                    <a:close/>
                    <a:moveTo>
                      <a:pt x="20906" y="1646"/>
                    </a:moveTo>
                    <a:cubicBezTo>
                      <a:pt x="20775" y="1646"/>
                      <a:pt x="20660" y="1800"/>
                      <a:pt x="20649" y="1990"/>
                    </a:cubicBezTo>
                    <a:cubicBezTo>
                      <a:pt x="20638" y="2182"/>
                      <a:pt x="20736" y="2337"/>
                      <a:pt x="20868" y="2337"/>
                    </a:cubicBezTo>
                    <a:cubicBezTo>
                      <a:pt x="21000" y="2337"/>
                      <a:pt x="21114" y="2182"/>
                      <a:pt x="21124" y="1990"/>
                    </a:cubicBezTo>
                    <a:cubicBezTo>
                      <a:pt x="21134" y="1800"/>
                      <a:pt x="21036" y="1646"/>
                      <a:pt x="20906" y="1646"/>
                    </a:cubicBezTo>
                    <a:close/>
                    <a:moveTo>
                      <a:pt x="8535" y="2482"/>
                    </a:moveTo>
                    <a:cubicBezTo>
                      <a:pt x="8403" y="2482"/>
                      <a:pt x="8261" y="2639"/>
                      <a:pt x="8218" y="2834"/>
                    </a:cubicBezTo>
                    <a:cubicBezTo>
                      <a:pt x="8174" y="3029"/>
                      <a:pt x="8247" y="3189"/>
                      <a:pt x="8380" y="3189"/>
                    </a:cubicBezTo>
                    <a:cubicBezTo>
                      <a:pt x="8514" y="3189"/>
                      <a:pt x="8657" y="3029"/>
                      <a:pt x="8699" y="2834"/>
                    </a:cubicBezTo>
                    <a:cubicBezTo>
                      <a:pt x="8741" y="2639"/>
                      <a:pt x="8667" y="2482"/>
                      <a:pt x="8535" y="2482"/>
                    </a:cubicBezTo>
                    <a:close/>
                    <a:moveTo>
                      <a:pt x="9127" y="2482"/>
                    </a:moveTo>
                    <a:cubicBezTo>
                      <a:pt x="8995" y="2482"/>
                      <a:pt x="8854" y="2639"/>
                      <a:pt x="8812" y="2834"/>
                    </a:cubicBezTo>
                    <a:cubicBezTo>
                      <a:pt x="8770" y="3029"/>
                      <a:pt x="8844" y="3189"/>
                      <a:pt x="8978" y="3189"/>
                    </a:cubicBezTo>
                    <a:cubicBezTo>
                      <a:pt x="9111" y="3189"/>
                      <a:pt x="9253" y="3029"/>
                      <a:pt x="9293" y="2834"/>
                    </a:cubicBezTo>
                    <a:cubicBezTo>
                      <a:pt x="9334" y="2639"/>
                      <a:pt x="9259" y="2482"/>
                      <a:pt x="9127" y="2482"/>
                    </a:cubicBezTo>
                    <a:close/>
                    <a:moveTo>
                      <a:pt x="9709" y="2482"/>
                    </a:moveTo>
                    <a:cubicBezTo>
                      <a:pt x="9576" y="2482"/>
                      <a:pt x="9437" y="2639"/>
                      <a:pt x="9397" y="2834"/>
                    </a:cubicBezTo>
                    <a:cubicBezTo>
                      <a:pt x="9356" y="3029"/>
                      <a:pt x="9431" y="3189"/>
                      <a:pt x="9565" y="3189"/>
                    </a:cubicBezTo>
                    <a:cubicBezTo>
                      <a:pt x="9698" y="3189"/>
                      <a:pt x="9839" y="3029"/>
                      <a:pt x="9878" y="2834"/>
                    </a:cubicBezTo>
                    <a:cubicBezTo>
                      <a:pt x="9917" y="2639"/>
                      <a:pt x="9841" y="2482"/>
                      <a:pt x="9709" y="2482"/>
                    </a:cubicBezTo>
                    <a:close/>
                    <a:moveTo>
                      <a:pt x="10301" y="2482"/>
                    </a:moveTo>
                    <a:cubicBezTo>
                      <a:pt x="10168" y="2482"/>
                      <a:pt x="10030" y="2639"/>
                      <a:pt x="9991" y="2834"/>
                    </a:cubicBezTo>
                    <a:cubicBezTo>
                      <a:pt x="9953" y="3029"/>
                      <a:pt x="10029" y="3189"/>
                      <a:pt x="10162" y="3189"/>
                    </a:cubicBezTo>
                    <a:cubicBezTo>
                      <a:pt x="10296" y="3189"/>
                      <a:pt x="10435" y="3029"/>
                      <a:pt x="10472" y="2834"/>
                    </a:cubicBezTo>
                    <a:cubicBezTo>
                      <a:pt x="10510" y="2639"/>
                      <a:pt x="10433" y="2482"/>
                      <a:pt x="10301" y="2482"/>
                    </a:cubicBezTo>
                    <a:close/>
                    <a:moveTo>
                      <a:pt x="10882" y="2482"/>
                    </a:moveTo>
                    <a:cubicBezTo>
                      <a:pt x="10750" y="2482"/>
                      <a:pt x="10613" y="2639"/>
                      <a:pt x="10576" y="2834"/>
                    </a:cubicBezTo>
                    <a:cubicBezTo>
                      <a:pt x="10538" y="3029"/>
                      <a:pt x="10617" y="3189"/>
                      <a:pt x="10750" y="3189"/>
                    </a:cubicBezTo>
                    <a:cubicBezTo>
                      <a:pt x="10883" y="3189"/>
                      <a:pt x="11021" y="3029"/>
                      <a:pt x="11057" y="2834"/>
                    </a:cubicBezTo>
                    <a:cubicBezTo>
                      <a:pt x="11093" y="2639"/>
                      <a:pt x="11015" y="2482"/>
                      <a:pt x="10882" y="2482"/>
                    </a:cubicBezTo>
                    <a:close/>
                    <a:moveTo>
                      <a:pt x="11474" y="2482"/>
                    </a:moveTo>
                    <a:cubicBezTo>
                      <a:pt x="11342" y="2482"/>
                      <a:pt x="11206" y="2639"/>
                      <a:pt x="11170" y="2834"/>
                    </a:cubicBezTo>
                    <a:cubicBezTo>
                      <a:pt x="11135" y="3029"/>
                      <a:pt x="11214" y="3189"/>
                      <a:pt x="11347" y="3189"/>
                    </a:cubicBezTo>
                    <a:cubicBezTo>
                      <a:pt x="11481" y="3189"/>
                      <a:pt x="11617" y="3029"/>
                      <a:pt x="11651" y="2834"/>
                    </a:cubicBezTo>
                    <a:cubicBezTo>
                      <a:pt x="11686" y="2639"/>
                      <a:pt x="11606" y="2482"/>
                      <a:pt x="11474" y="2482"/>
                    </a:cubicBezTo>
                    <a:close/>
                    <a:moveTo>
                      <a:pt x="14986" y="2482"/>
                    </a:moveTo>
                    <a:cubicBezTo>
                      <a:pt x="14854" y="2482"/>
                      <a:pt x="14725" y="2639"/>
                      <a:pt x="14699" y="2834"/>
                    </a:cubicBezTo>
                    <a:cubicBezTo>
                      <a:pt x="14672" y="3029"/>
                      <a:pt x="14759" y="3189"/>
                      <a:pt x="14892" y="3189"/>
                    </a:cubicBezTo>
                    <a:cubicBezTo>
                      <a:pt x="15026" y="3189"/>
                      <a:pt x="15155" y="3029"/>
                      <a:pt x="15180" y="2834"/>
                    </a:cubicBezTo>
                    <a:cubicBezTo>
                      <a:pt x="15205" y="2639"/>
                      <a:pt x="15118" y="2482"/>
                      <a:pt x="14986" y="2482"/>
                    </a:cubicBezTo>
                    <a:close/>
                    <a:moveTo>
                      <a:pt x="15578" y="2482"/>
                    </a:moveTo>
                    <a:cubicBezTo>
                      <a:pt x="15446" y="2482"/>
                      <a:pt x="15319" y="2639"/>
                      <a:pt x="15294" y="2834"/>
                    </a:cubicBezTo>
                    <a:cubicBezTo>
                      <a:pt x="15269" y="3029"/>
                      <a:pt x="15356" y="3189"/>
                      <a:pt x="15490" y="3189"/>
                    </a:cubicBezTo>
                    <a:cubicBezTo>
                      <a:pt x="15623" y="3189"/>
                      <a:pt x="15751" y="3029"/>
                      <a:pt x="15775" y="2834"/>
                    </a:cubicBezTo>
                    <a:cubicBezTo>
                      <a:pt x="15799" y="2639"/>
                      <a:pt x="15711" y="2482"/>
                      <a:pt x="15578" y="2482"/>
                    </a:cubicBezTo>
                    <a:close/>
                    <a:moveTo>
                      <a:pt x="16161" y="2482"/>
                    </a:moveTo>
                    <a:cubicBezTo>
                      <a:pt x="16028" y="2482"/>
                      <a:pt x="15902" y="2639"/>
                      <a:pt x="15879" y="2834"/>
                    </a:cubicBezTo>
                    <a:cubicBezTo>
                      <a:pt x="15855" y="3029"/>
                      <a:pt x="15944" y="3189"/>
                      <a:pt x="16078" y="3189"/>
                    </a:cubicBezTo>
                    <a:cubicBezTo>
                      <a:pt x="16211" y="3189"/>
                      <a:pt x="16337" y="3029"/>
                      <a:pt x="16360" y="2834"/>
                    </a:cubicBezTo>
                    <a:cubicBezTo>
                      <a:pt x="16382" y="2639"/>
                      <a:pt x="16293" y="2482"/>
                      <a:pt x="16161" y="2482"/>
                    </a:cubicBezTo>
                    <a:close/>
                    <a:moveTo>
                      <a:pt x="16752" y="2482"/>
                    </a:moveTo>
                    <a:cubicBezTo>
                      <a:pt x="16620" y="2482"/>
                      <a:pt x="16496" y="2639"/>
                      <a:pt x="16474" y="2834"/>
                    </a:cubicBezTo>
                    <a:cubicBezTo>
                      <a:pt x="16452" y="3029"/>
                      <a:pt x="16542" y="3189"/>
                      <a:pt x="16675" y="3189"/>
                    </a:cubicBezTo>
                    <a:cubicBezTo>
                      <a:pt x="16809" y="3189"/>
                      <a:pt x="16934" y="3029"/>
                      <a:pt x="16955" y="2834"/>
                    </a:cubicBezTo>
                    <a:cubicBezTo>
                      <a:pt x="16975" y="2639"/>
                      <a:pt x="16885" y="2482"/>
                      <a:pt x="16752" y="2482"/>
                    </a:cubicBezTo>
                    <a:close/>
                    <a:moveTo>
                      <a:pt x="17335" y="2482"/>
                    </a:moveTo>
                    <a:cubicBezTo>
                      <a:pt x="17203" y="2482"/>
                      <a:pt x="17079" y="2639"/>
                      <a:pt x="17058" y="2834"/>
                    </a:cubicBezTo>
                    <a:cubicBezTo>
                      <a:pt x="17038" y="3029"/>
                      <a:pt x="17130" y="3189"/>
                      <a:pt x="17263" y="3189"/>
                    </a:cubicBezTo>
                    <a:cubicBezTo>
                      <a:pt x="17396" y="3189"/>
                      <a:pt x="17520" y="3029"/>
                      <a:pt x="17540" y="2834"/>
                    </a:cubicBezTo>
                    <a:cubicBezTo>
                      <a:pt x="17559" y="2639"/>
                      <a:pt x="17467" y="2482"/>
                      <a:pt x="17335" y="2482"/>
                    </a:cubicBezTo>
                    <a:close/>
                    <a:moveTo>
                      <a:pt x="17927" y="2482"/>
                    </a:moveTo>
                    <a:cubicBezTo>
                      <a:pt x="17795" y="2482"/>
                      <a:pt x="17672" y="2639"/>
                      <a:pt x="17653" y="2834"/>
                    </a:cubicBezTo>
                    <a:cubicBezTo>
                      <a:pt x="17634" y="3029"/>
                      <a:pt x="17727" y="3189"/>
                      <a:pt x="17861" y="3189"/>
                    </a:cubicBezTo>
                    <a:cubicBezTo>
                      <a:pt x="17994" y="3189"/>
                      <a:pt x="18117" y="3029"/>
                      <a:pt x="18135" y="2834"/>
                    </a:cubicBezTo>
                    <a:cubicBezTo>
                      <a:pt x="18152" y="2639"/>
                      <a:pt x="18059" y="2482"/>
                      <a:pt x="17927" y="2482"/>
                    </a:cubicBezTo>
                    <a:close/>
                    <a:moveTo>
                      <a:pt x="18509" y="2482"/>
                    </a:moveTo>
                    <a:cubicBezTo>
                      <a:pt x="18377" y="2482"/>
                      <a:pt x="18256" y="2639"/>
                      <a:pt x="18238" y="2834"/>
                    </a:cubicBezTo>
                    <a:cubicBezTo>
                      <a:pt x="18221" y="3029"/>
                      <a:pt x="18315" y="3189"/>
                      <a:pt x="18448" y="3189"/>
                    </a:cubicBezTo>
                    <a:cubicBezTo>
                      <a:pt x="18582" y="3189"/>
                      <a:pt x="18703" y="3029"/>
                      <a:pt x="18719" y="2834"/>
                    </a:cubicBezTo>
                    <a:cubicBezTo>
                      <a:pt x="18736" y="2639"/>
                      <a:pt x="18642" y="2482"/>
                      <a:pt x="18509" y="2482"/>
                    </a:cubicBezTo>
                    <a:close/>
                    <a:moveTo>
                      <a:pt x="19102" y="2482"/>
                    </a:moveTo>
                    <a:cubicBezTo>
                      <a:pt x="18969" y="2482"/>
                      <a:pt x="18849" y="2639"/>
                      <a:pt x="18834" y="2834"/>
                    </a:cubicBezTo>
                    <a:cubicBezTo>
                      <a:pt x="18818" y="3029"/>
                      <a:pt x="18913" y="3189"/>
                      <a:pt x="19046" y="3189"/>
                    </a:cubicBezTo>
                    <a:cubicBezTo>
                      <a:pt x="19180" y="3189"/>
                      <a:pt x="19300" y="3029"/>
                      <a:pt x="19315" y="2834"/>
                    </a:cubicBezTo>
                    <a:cubicBezTo>
                      <a:pt x="19329" y="2639"/>
                      <a:pt x="19234" y="2482"/>
                      <a:pt x="19102" y="2482"/>
                    </a:cubicBezTo>
                    <a:close/>
                    <a:moveTo>
                      <a:pt x="19684" y="2482"/>
                    </a:moveTo>
                    <a:cubicBezTo>
                      <a:pt x="19551" y="2482"/>
                      <a:pt x="19433" y="2639"/>
                      <a:pt x="19419" y="2834"/>
                    </a:cubicBezTo>
                    <a:cubicBezTo>
                      <a:pt x="19404" y="3029"/>
                      <a:pt x="19500" y="3189"/>
                      <a:pt x="19634" y="3189"/>
                    </a:cubicBezTo>
                    <a:cubicBezTo>
                      <a:pt x="19767" y="3189"/>
                      <a:pt x="19886" y="3029"/>
                      <a:pt x="19900" y="2834"/>
                    </a:cubicBezTo>
                    <a:cubicBezTo>
                      <a:pt x="19913" y="2639"/>
                      <a:pt x="19816" y="2482"/>
                      <a:pt x="19684" y="2482"/>
                    </a:cubicBezTo>
                    <a:close/>
                    <a:moveTo>
                      <a:pt x="20266" y="2482"/>
                    </a:moveTo>
                    <a:cubicBezTo>
                      <a:pt x="20134" y="2482"/>
                      <a:pt x="20016" y="2639"/>
                      <a:pt x="20004" y="2834"/>
                    </a:cubicBezTo>
                    <a:cubicBezTo>
                      <a:pt x="19991" y="3029"/>
                      <a:pt x="20088" y="3189"/>
                      <a:pt x="20222" y="3189"/>
                    </a:cubicBezTo>
                    <a:cubicBezTo>
                      <a:pt x="20355" y="3189"/>
                      <a:pt x="20473" y="3029"/>
                      <a:pt x="20485" y="2834"/>
                    </a:cubicBezTo>
                    <a:cubicBezTo>
                      <a:pt x="20496" y="2639"/>
                      <a:pt x="20398" y="2482"/>
                      <a:pt x="20266" y="2482"/>
                    </a:cubicBezTo>
                    <a:close/>
                    <a:moveTo>
                      <a:pt x="7757" y="3368"/>
                    </a:moveTo>
                    <a:cubicBezTo>
                      <a:pt x="7623" y="3368"/>
                      <a:pt x="7477" y="3529"/>
                      <a:pt x="7432" y="3728"/>
                    </a:cubicBezTo>
                    <a:cubicBezTo>
                      <a:pt x="7386" y="3928"/>
                      <a:pt x="7458" y="4091"/>
                      <a:pt x="7593" y="4091"/>
                    </a:cubicBezTo>
                    <a:cubicBezTo>
                      <a:pt x="7728" y="4091"/>
                      <a:pt x="7874" y="3928"/>
                      <a:pt x="7918" y="3728"/>
                    </a:cubicBezTo>
                    <a:cubicBezTo>
                      <a:pt x="7963" y="3529"/>
                      <a:pt x="7890" y="3368"/>
                      <a:pt x="7757" y="3368"/>
                    </a:cubicBezTo>
                    <a:close/>
                    <a:moveTo>
                      <a:pt x="8348" y="3368"/>
                    </a:moveTo>
                    <a:cubicBezTo>
                      <a:pt x="8214" y="3368"/>
                      <a:pt x="8070" y="3529"/>
                      <a:pt x="8026" y="3728"/>
                    </a:cubicBezTo>
                    <a:cubicBezTo>
                      <a:pt x="7982" y="3928"/>
                      <a:pt x="8055" y="4091"/>
                      <a:pt x="8190" y="4091"/>
                    </a:cubicBezTo>
                    <a:cubicBezTo>
                      <a:pt x="8325" y="4091"/>
                      <a:pt x="8470" y="3928"/>
                      <a:pt x="8513" y="3728"/>
                    </a:cubicBezTo>
                    <a:cubicBezTo>
                      <a:pt x="8556" y="3529"/>
                      <a:pt x="8482" y="3368"/>
                      <a:pt x="8348" y="3368"/>
                    </a:cubicBezTo>
                    <a:close/>
                    <a:moveTo>
                      <a:pt x="8940" y="3368"/>
                    </a:moveTo>
                    <a:cubicBezTo>
                      <a:pt x="8806" y="3368"/>
                      <a:pt x="8663" y="3529"/>
                      <a:pt x="8621" y="3728"/>
                    </a:cubicBezTo>
                    <a:cubicBezTo>
                      <a:pt x="8578" y="3928"/>
                      <a:pt x="8653" y="4091"/>
                      <a:pt x="8787" y="4091"/>
                    </a:cubicBezTo>
                    <a:cubicBezTo>
                      <a:pt x="8923" y="4091"/>
                      <a:pt x="9066" y="3928"/>
                      <a:pt x="9108" y="3728"/>
                    </a:cubicBezTo>
                    <a:cubicBezTo>
                      <a:pt x="9149" y="3529"/>
                      <a:pt x="9074" y="3368"/>
                      <a:pt x="8940" y="3368"/>
                    </a:cubicBezTo>
                    <a:close/>
                    <a:moveTo>
                      <a:pt x="9532" y="3368"/>
                    </a:moveTo>
                    <a:cubicBezTo>
                      <a:pt x="9398" y="3368"/>
                      <a:pt x="9256" y="3529"/>
                      <a:pt x="9215" y="3728"/>
                    </a:cubicBezTo>
                    <a:cubicBezTo>
                      <a:pt x="9174" y="3928"/>
                      <a:pt x="9250" y="4091"/>
                      <a:pt x="9385" y="4091"/>
                    </a:cubicBezTo>
                    <a:cubicBezTo>
                      <a:pt x="9520" y="4091"/>
                      <a:pt x="9662" y="3928"/>
                      <a:pt x="9702" y="3728"/>
                    </a:cubicBezTo>
                    <a:cubicBezTo>
                      <a:pt x="9742" y="3529"/>
                      <a:pt x="9665" y="3368"/>
                      <a:pt x="9532" y="3368"/>
                    </a:cubicBezTo>
                    <a:close/>
                    <a:moveTo>
                      <a:pt x="10124" y="3368"/>
                    </a:moveTo>
                    <a:cubicBezTo>
                      <a:pt x="9990" y="3368"/>
                      <a:pt x="9849" y="3529"/>
                      <a:pt x="9810" y="3728"/>
                    </a:cubicBezTo>
                    <a:cubicBezTo>
                      <a:pt x="9770" y="3928"/>
                      <a:pt x="9847" y="4091"/>
                      <a:pt x="9982" y="4091"/>
                    </a:cubicBezTo>
                    <a:cubicBezTo>
                      <a:pt x="10117" y="4091"/>
                      <a:pt x="10258" y="3928"/>
                      <a:pt x="10297" y="3728"/>
                    </a:cubicBezTo>
                    <a:cubicBezTo>
                      <a:pt x="10335" y="3529"/>
                      <a:pt x="10257" y="3368"/>
                      <a:pt x="10124" y="3368"/>
                    </a:cubicBezTo>
                    <a:close/>
                    <a:moveTo>
                      <a:pt x="10716" y="3368"/>
                    </a:moveTo>
                    <a:cubicBezTo>
                      <a:pt x="10582" y="3368"/>
                      <a:pt x="10443" y="3529"/>
                      <a:pt x="10405" y="3728"/>
                    </a:cubicBezTo>
                    <a:cubicBezTo>
                      <a:pt x="10366" y="3928"/>
                      <a:pt x="10445" y="4091"/>
                      <a:pt x="10580" y="4091"/>
                    </a:cubicBezTo>
                    <a:cubicBezTo>
                      <a:pt x="10715" y="4091"/>
                      <a:pt x="10854" y="3928"/>
                      <a:pt x="10891" y="3728"/>
                    </a:cubicBezTo>
                    <a:cubicBezTo>
                      <a:pt x="10928" y="3529"/>
                      <a:pt x="10849" y="3368"/>
                      <a:pt x="10716" y="3368"/>
                    </a:cubicBezTo>
                    <a:close/>
                    <a:moveTo>
                      <a:pt x="11317" y="3368"/>
                    </a:moveTo>
                    <a:cubicBezTo>
                      <a:pt x="11183" y="3368"/>
                      <a:pt x="11046" y="3529"/>
                      <a:pt x="11009" y="3728"/>
                    </a:cubicBezTo>
                    <a:cubicBezTo>
                      <a:pt x="10973" y="3928"/>
                      <a:pt x="11052" y="4091"/>
                      <a:pt x="11187" y="4091"/>
                    </a:cubicBezTo>
                    <a:cubicBezTo>
                      <a:pt x="11322" y="4091"/>
                      <a:pt x="11460" y="3928"/>
                      <a:pt x="11496" y="3728"/>
                    </a:cubicBezTo>
                    <a:cubicBezTo>
                      <a:pt x="11531" y="3529"/>
                      <a:pt x="11451" y="3368"/>
                      <a:pt x="11317" y="3368"/>
                    </a:cubicBezTo>
                    <a:close/>
                    <a:moveTo>
                      <a:pt x="11909" y="3368"/>
                    </a:moveTo>
                    <a:cubicBezTo>
                      <a:pt x="11775" y="3368"/>
                      <a:pt x="11639" y="3529"/>
                      <a:pt x="11604" y="3728"/>
                    </a:cubicBezTo>
                    <a:cubicBezTo>
                      <a:pt x="11569" y="3928"/>
                      <a:pt x="11650" y="4091"/>
                      <a:pt x="11785" y="4091"/>
                    </a:cubicBezTo>
                    <a:cubicBezTo>
                      <a:pt x="11920" y="4091"/>
                      <a:pt x="12057" y="3928"/>
                      <a:pt x="12091" y="3728"/>
                    </a:cubicBezTo>
                    <a:cubicBezTo>
                      <a:pt x="12124" y="3529"/>
                      <a:pt x="12043" y="3368"/>
                      <a:pt x="11909" y="3368"/>
                    </a:cubicBezTo>
                    <a:close/>
                    <a:moveTo>
                      <a:pt x="12501" y="3368"/>
                    </a:moveTo>
                    <a:cubicBezTo>
                      <a:pt x="12368" y="3368"/>
                      <a:pt x="12232" y="3529"/>
                      <a:pt x="12199" y="3728"/>
                    </a:cubicBezTo>
                    <a:cubicBezTo>
                      <a:pt x="12165" y="3928"/>
                      <a:pt x="12248" y="4091"/>
                      <a:pt x="12383" y="4091"/>
                    </a:cubicBezTo>
                    <a:cubicBezTo>
                      <a:pt x="12518" y="4091"/>
                      <a:pt x="12653" y="3928"/>
                      <a:pt x="12685" y="3728"/>
                    </a:cubicBezTo>
                    <a:cubicBezTo>
                      <a:pt x="12718" y="3529"/>
                      <a:pt x="12635" y="3368"/>
                      <a:pt x="12501" y="3368"/>
                    </a:cubicBezTo>
                    <a:close/>
                    <a:moveTo>
                      <a:pt x="13093" y="3368"/>
                    </a:moveTo>
                    <a:cubicBezTo>
                      <a:pt x="12959" y="3368"/>
                      <a:pt x="12825" y="3529"/>
                      <a:pt x="12794" y="3728"/>
                    </a:cubicBezTo>
                    <a:cubicBezTo>
                      <a:pt x="12762" y="3928"/>
                      <a:pt x="12845" y="4091"/>
                      <a:pt x="12980" y="4091"/>
                    </a:cubicBezTo>
                    <a:cubicBezTo>
                      <a:pt x="13115" y="4091"/>
                      <a:pt x="13250" y="3928"/>
                      <a:pt x="13280" y="3728"/>
                    </a:cubicBezTo>
                    <a:cubicBezTo>
                      <a:pt x="13311" y="3529"/>
                      <a:pt x="13227" y="3368"/>
                      <a:pt x="13093" y="3368"/>
                    </a:cubicBezTo>
                    <a:close/>
                    <a:moveTo>
                      <a:pt x="13685" y="3368"/>
                    </a:moveTo>
                    <a:cubicBezTo>
                      <a:pt x="13551" y="3368"/>
                      <a:pt x="13419" y="3529"/>
                      <a:pt x="13388" y="3728"/>
                    </a:cubicBezTo>
                    <a:cubicBezTo>
                      <a:pt x="13358" y="3928"/>
                      <a:pt x="13443" y="4091"/>
                      <a:pt x="13578" y="4091"/>
                    </a:cubicBezTo>
                    <a:cubicBezTo>
                      <a:pt x="13713" y="4091"/>
                      <a:pt x="13846" y="3928"/>
                      <a:pt x="13875" y="3728"/>
                    </a:cubicBezTo>
                    <a:cubicBezTo>
                      <a:pt x="13904" y="3529"/>
                      <a:pt x="13819" y="3368"/>
                      <a:pt x="13685" y="3368"/>
                    </a:cubicBezTo>
                    <a:close/>
                    <a:moveTo>
                      <a:pt x="16063" y="3368"/>
                    </a:moveTo>
                    <a:cubicBezTo>
                      <a:pt x="15930" y="3368"/>
                      <a:pt x="15802" y="3529"/>
                      <a:pt x="15778" y="3728"/>
                    </a:cubicBezTo>
                    <a:cubicBezTo>
                      <a:pt x="15754" y="3928"/>
                      <a:pt x="15844" y="4091"/>
                      <a:pt x="15979" y="4091"/>
                    </a:cubicBezTo>
                    <a:cubicBezTo>
                      <a:pt x="16113" y="4091"/>
                      <a:pt x="16242" y="3928"/>
                      <a:pt x="16265" y="3728"/>
                    </a:cubicBezTo>
                    <a:cubicBezTo>
                      <a:pt x="16287" y="3529"/>
                      <a:pt x="16197" y="3368"/>
                      <a:pt x="16063" y="3368"/>
                    </a:cubicBezTo>
                    <a:close/>
                    <a:moveTo>
                      <a:pt x="16655" y="3368"/>
                    </a:moveTo>
                    <a:cubicBezTo>
                      <a:pt x="16521" y="3368"/>
                      <a:pt x="16395" y="3529"/>
                      <a:pt x="16373" y="3728"/>
                    </a:cubicBezTo>
                    <a:cubicBezTo>
                      <a:pt x="16350" y="3928"/>
                      <a:pt x="16441" y="4091"/>
                      <a:pt x="16576" y="4091"/>
                    </a:cubicBezTo>
                    <a:cubicBezTo>
                      <a:pt x="16711" y="4091"/>
                      <a:pt x="16838" y="3928"/>
                      <a:pt x="16859" y="3728"/>
                    </a:cubicBezTo>
                    <a:cubicBezTo>
                      <a:pt x="16881" y="3529"/>
                      <a:pt x="16789" y="3368"/>
                      <a:pt x="16655" y="3368"/>
                    </a:cubicBezTo>
                    <a:close/>
                    <a:moveTo>
                      <a:pt x="17248" y="3368"/>
                    </a:moveTo>
                    <a:cubicBezTo>
                      <a:pt x="17114" y="3368"/>
                      <a:pt x="16988" y="3529"/>
                      <a:pt x="16968" y="3728"/>
                    </a:cubicBezTo>
                    <a:cubicBezTo>
                      <a:pt x="16947" y="3928"/>
                      <a:pt x="17039" y="4091"/>
                      <a:pt x="17174" y="4091"/>
                    </a:cubicBezTo>
                    <a:cubicBezTo>
                      <a:pt x="17309" y="4091"/>
                      <a:pt x="17435" y="3928"/>
                      <a:pt x="17454" y="3728"/>
                    </a:cubicBezTo>
                    <a:cubicBezTo>
                      <a:pt x="17474" y="3529"/>
                      <a:pt x="17381" y="3368"/>
                      <a:pt x="17248" y="3368"/>
                    </a:cubicBezTo>
                    <a:close/>
                    <a:moveTo>
                      <a:pt x="17840" y="3368"/>
                    </a:moveTo>
                    <a:cubicBezTo>
                      <a:pt x="17706" y="3368"/>
                      <a:pt x="17582" y="3529"/>
                      <a:pt x="17563" y="3728"/>
                    </a:cubicBezTo>
                    <a:cubicBezTo>
                      <a:pt x="17543" y="3928"/>
                      <a:pt x="17637" y="4091"/>
                      <a:pt x="17772" y="4091"/>
                    </a:cubicBezTo>
                    <a:cubicBezTo>
                      <a:pt x="17907" y="4091"/>
                      <a:pt x="18031" y="3928"/>
                      <a:pt x="18049" y="3728"/>
                    </a:cubicBezTo>
                    <a:cubicBezTo>
                      <a:pt x="18067" y="3529"/>
                      <a:pt x="17974" y="3368"/>
                      <a:pt x="17840" y="3368"/>
                    </a:cubicBezTo>
                    <a:close/>
                    <a:moveTo>
                      <a:pt x="18432" y="3368"/>
                    </a:moveTo>
                    <a:cubicBezTo>
                      <a:pt x="18298" y="3368"/>
                      <a:pt x="18176" y="3529"/>
                      <a:pt x="18158" y="3728"/>
                    </a:cubicBezTo>
                    <a:cubicBezTo>
                      <a:pt x="18140" y="3928"/>
                      <a:pt x="18234" y="4091"/>
                      <a:pt x="18370" y="4091"/>
                    </a:cubicBezTo>
                    <a:cubicBezTo>
                      <a:pt x="18505" y="4091"/>
                      <a:pt x="18628" y="3928"/>
                      <a:pt x="18644" y="3728"/>
                    </a:cubicBezTo>
                    <a:cubicBezTo>
                      <a:pt x="18661" y="3529"/>
                      <a:pt x="18566" y="3368"/>
                      <a:pt x="18432" y="3368"/>
                    </a:cubicBezTo>
                    <a:close/>
                    <a:moveTo>
                      <a:pt x="19024" y="3368"/>
                    </a:moveTo>
                    <a:cubicBezTo>
                      <a:pt x="18891" y="3368"/>
                      <a:pt x="18769" y="3529"/>
                      <a:pt x="18753" y="3728"/>
                    </a:cubicBezTo>
                    <a:cubicBezTo>
                      <a:pt x="18736" y="3928"/>
                      <a:pt x="18833" y="4091"/>
                      <a:pt x="18968" y="4091"/>
                    </a:cubicBezTo>
                    <a:cubicBezTo>
                      <a:pt x="19103" y="4091"/>
                      <a:pt x="19224" y="3928"/>
                      <a:pt x="19239" y="3728"/>
                    </a:cubicBezTo>
                    <a:cubicBezTo>
                      <a:pt x="19254" y="3529"/>
                      <a:pt x="19158" y="3368"/>
                      <a:pt x="19024" y="3368"/>
                    </a:cubicBezTo>
                    <a:close/>
                    <a:moveTo>
                      <a:pt x="19627" y="3368"/>
                    </a:moveTo>
                    <a:cubicBezTo>
                      <a:pt x="19493" y="3368"/>
                      <a:pt x="19373" y="3529"/>
                      <a:pt x="19358" y="3728"/>
                    </a:cubicBezTo>
                    <a:cubicBezTo>
                      <a:pt x="19343" y="3928"/>
                      <a:pt x="19441" y="4091"/>
                      <a:pt x="19576" y="4091"/>
                    </a:cubicBezTo>
                    <a:cubicBezTo>
                      <a:pt x="19711" y="4091"/>
                      <a:pt x="19831" y="3928"/>
                      <a:pt x="19845" y="3728"/>
                    </a:cubicBezTo>
                    <a:cubicBezTo>
                      <a:pt x="19858" y="3529"/>
                      <a:pt x="19760" y="3368"/>
                      <a:pt x="19627" y="3368"/>
                    </a:cubicBezTo>
                    <a:close/>
                    <a:moveTo>
                      <a:pt x="20219" y="3368"/>
                    </a:moveTo>
                    <a:cubicBezTo>
                      <a:pt x="20085" y="3368"/>
                      <a:pt x="19966" y="3529"/>
                      <a:pt x="19953" y="3728"/>
                    </a:cubicBezTo>
                    <a:cubicBezTo>
                      <a:pt x="19940" y="3928"/>
                      <a:pt x="20039" y="4091"/>
                      <a:pt x="20174" y="4091"/>
                    </a:cubicBezTo>
                    <a:cubicBezTo>
                      <a:pt x="20309" y="4091"/>
                      <a:pt x="20428" y="3928"/>
                      <a:pt x="20440" y="3728"/>
                    </a:cubicBezTo>
                    <a:cubicBezTo>
                      <a:pt x="20452" y="3529"/>
                      <a:pt x="20352" y="3368"/>
                      <a:pt x="20219" y="3368"/>
                    </a:cubicBezTo>
                    <a:close/>
                    <a:moveTo>
                      <a:pt x="2146" y="4254"/>
                    </a:moveTo>
                    <a:cubicBezTo>
                      <a:pt x="2010" y="4254"/>
                      <a:pt x="1851" y="4419"/>
                      <a:pt x="1790" y="4623"/>
                    </a:cubicBezTo>
                    <a:cubicBezTo>
                      <a:pt x="1729" y="4828"/>
                      <a:pt x="1790" y="4995"/>
                      <a:pt x="1926" y="4995"/>
                    </a:cubicBezTo>
                    <a:cubicBezTo>
                      <a:pt x="2063" y="4995"/>
                      <a:pt x="2223" y="4828"/>
                      <a:pt x="2283" y="4623"/>
                    </a:cubicBezTo>
                    <a:cubicBezTo>
                      <a:pt x="2342" y="4419"/>
                      <a:pt x="2281" y="4254"/>
                      <a:pt x="2146" y="4254"/>
                    </a:cubicBezTo>
                    <a:close/>
                    <a:moveTo>
                      <a:pt x="2747" y="4254"/>
                    </a:moveTo>
                    <a:cubicBezTo>
                      <a:pt x="2612" y="4254"/>
                      <a:pt x="2454" y="4419"/>
                      <a:pt x="2395" y="4623"/>
                    </a:cubicBezTo>
                    <a:cubicBezTo>
                      <a:pt x="2335" y="4828"/>
                      <a:pt x="2397" y="4995"/>
                      <a:pt x="2533" y="4995"/>
                    </a:cubicBezTo>
                    <a:cubicBezTo>
                      <a:pt x="2670" y="4995"/>
                      <a:pt x="2829" y="4828"/>
                      <a:pt x="2887" y="4623"/>
                    </a:cubicBezTo>
                    <a:cubicBezTo>
                      <a:pt x="2945" y="4419"/>
                      <a:pt x="2883" y="4254"/>
                      <a:pt x="2747" y="4254"/>
                    </a:cubicBezTo>
                    <a:close/>
                    <a:moveTo>
                      <a:pt x="3349" y="4254"/>
                    </a:moveTo>
                    <a:cubicBezTo>
                      <a:pt x="3213" y="4254"/>
                      <a:pt x="3057" y="4419"/>
                      <a:pt x="2999" y="4623"/>
                    </a:cubicBezTo>
                    <a:cubicBezTo>
                      <a:pt x="2941" y="4828"/>
                      <a:pt x="3004" y="4995"/>
                      <a:pt x="3141" y="4995"/>
                    </a:cubicBezTo>
                    <a:cubicBezTo>
                      <a:pt x="3277" y="4995"/>
                      <a:pt x="3435" y="4828"/>
                      <a:pt x="3491" y="4623"/>
                    </a:cubicBezTo>
                    <a:cubicBezTo>
                      <a:pt x="3548" y="4419"/>
                      <a:pt x="3484" y="4254"/>
                      <a:pt x="3349" y="4254"/>
                    </a:cubicBezTo>
                    <a:close/>
                    <a:moveTo>
                      <a:pt x="3950" y="4254"/>
                    </a:moveTo>
                    <a:cubicBezTo>
                      <a:pt x="3815" y="4254"/>
                      <a:pt x="3660" y="4419"/>
                      <a:pt x="3603" y="4623"/>
                    </a:cubicBezTo>
                    <a:cubicBezTo>
                      <a:pt x="3547" y="4828"/>
                      <a:pt x="3611" y="4995"/>
                      <a:pt x="3748" y="4995"/>
                    </a:cubicBezTo>
                    <a:cubicBezTo>
                      <a:pt x="3884" y="4995"/>
                      <a:pt x="4040" y="4828"/>
                      <a:pt x="4096" y="4623"/>
                    </a:cubicBezTo>
                    <a:cubicBezTo>
                      <a:pt x="4151" y="4419"/>
                      <a:pt x="4086" y="4254"/>
                      <a:pt x="3950" y="4254"/>
                    </a:cubicBezTo>
                    <a:close/>
                    <a:moveTo>
                      <a:pt x="4552" y="4254"/>
                    </a:moveTo>
                    <a:cubicBezTo>
                      <a:pt x="4417" y="4254"/>
                      <a:pt x="4263" y="4419"/>
                      <a:pt x="4208" y="4623"/>
                    </a:cubicBezTo>
                    <a:cubicBezTo>
                      <a:pt x="4153" y="4828"/>
                      <a:pt x="4219" y="4995"/>
                      <a:pt x="4355" y="4995"/>
                    </a:cubicBezTo>
                    <a:cubicBezTo>
                      <a:pt x="4492" y="4995"/>
                      <a:pt x="4647" y="4828"/>
                      <a:pt x="4700" y="4623"/>
                    </a:cubicBezTo>
                    <a:cubicBezTo>
                      <a:pt x="4754" y="4419"/>
                      <a:pt x="4687" y="4254"/>
                      <a:pt x="4552" y="4254"/>
                    </a:cubicBezTo>
                    <a:close/>
                    <a:moveTo>
                      <a:pt x="5153" y="4254"/>
                    </a:moveTo>
                    <a:cubicBezTo>
                      <a:pt x="5018" y="4254"/>
                      <a:pt x="4865" y="4419"/>
                      <a:pt x="4812" y="4623"/>
                    </a:cubicBezTo>
                    <a:cubicBezTo>
                      <a:pt x="4759" y="4828"/>
                      <a:pt x="4826" y="4995"/>
                      <a:pt x="4963" y="4995"/>
                    </a:cubicBezTo>
                    <a:cubicBezTo>
                      <a:pt x="5099" y="4995"/>
                      <a:pt x="5252" y="4828"/>
                      <a:pt x="5305" y="4623"/>
                    </a:cubicBezTo>
                    <a:cubicBezTo>
                      <a:pt x="5356" y="4419"/>
                      <a:pt x="5288" y="4254"/>
                      <a:pt x="5153" y="4254"/>
                    </a:cubicBezTo>
                    <a:close/>
                    <a:moveTo>
                      <a:pt x="5755" y="4254"/>
                    </a:moveTo>
                    <a:cubicBezTo>
                      <a:pt x="5619" y="4254"/>
                      <a:pt x="5468" y="4419"/>
                      <a:pt x="5417" y="4623"/>
                    </a:cubicBezTo>
                    <a:cubicBezTo>
                      <a:pt x="5365" y="4828"/>
                      <a:pt x="5433" y="4995"/>
                      <a:pt x="5570" y="4995"/>
                    </a:cubicBezTo>
                    <a:cubicBezTo>
                      <a:pt x="5707" y="4995"/>
                      <a:pt x="5859" y="4828"/>
                      <a:pt x="5909" y="4623"/>
                    </a:cubicBezTo>
                    <a:cubicBezTo>
                      <a:pt x="5959" y="4419"/>
                      <a:pt x="5890" y="4254"/>
                      <a:pt x="5755" y="4254"/>
                    </a:cubicBezTo>
                    <a:close/>
                    <a:moveTo>
                      <a:pt x="6357" y="4254"/>
                    </a:moveTo>
                    <a:cubicBezTo>
                      <a:pt x="6221" y="4254"/>
                      <a:pt x="6071" y="4419"/>
                      <a:pt x="6021" y="4623"/>
                    </a:cubicBezTo>
                    <a:cubicBezTo>
                      <a:pt x="5971" y="4828"/>
                      <a:pt x="6041" y="4995"/>
                      <a:pt x="6177" y="4995"/>
                    </a:cubicBezTo>
                    <a:cubicBezTo>
                      <a:pt x="6314" y="4995"/>
                      <a:pt x="6465" y="4828"/>
                      <a:pt x="6514" y="4623"/>
                    </a:cubicBezTo>
                    <a:cubicBezTo>
                      <a:pt x="6562" y="4419"/>
                      <a:pt x="6492" y="4254"/>
                      <a:pt x="6357" y="4254"/>
                    </a:cubicBezTo>
                    <a:close/>
                    <a:moveTo>
                      <a:pt x="6948" y="4254"/>
                    </a:moveTo>
                    <a:cubicBezTo>
                      <a:pt x="6813" y="4254"/>
                      <a:pt x="6664" y="4419"/>
                      <a:pt x="6616" y="4623"/>
                    </a:cubicBezTo>
                    <a:cubicBezTo>
                      <a:pt x="6567" y="4828"/>
                      <a:pt x="6638" y="4995"/>
                      <a:pt x="6775" y="4995"/>
                    </a:cubicBezTo>
                    <a:cubicBezTo>
                      <a:pt x="6911" y="4995"/>
                      <a:pt x="7061" y="4828"/>
                      <a:pt x="7108" y="4623"/>
                    </a:cubicBezTo>
                    <a:cubicBezTo>
                      <a:pt x="7155" y="4419"/>
                      <a:pt x="7084" y="4254"/>
                      <a:pt x="6948" y="4254"/>
                    </a:cubicBezTo>
                    <a:close/>
                    <a:moveTo>
                      <a:pt x="7550" y="4254"/>
                    </a:moveTo>
                    <a:cubicBezTo>
                      <a:pt x="7414" y="4254"/>
                      <a:pt x="7267" y="4419"/>
                      <a:pt x="7220" y="4623"/>
                    </a:cubicBezTo>
                    <a:cubicBezTo>
                      <a:pt x="7173" y="4828"/>
                      <a:pt x="7246" y="4995"/>
                      <a:pt x="7382" y="4995"/>
                    </a:cubicBezTo>
                    <a:cubicBezTo>
                      <a:pt x="7519" y="4995"/>
                      <a:pt x="7667" y="4828"/>
                      <a:pt x="7713" y="4623"/>
                    </a:cubicBezTo>
                    <a:cubicBezTo>
                      <a:pt x="7758" y="4419"/>
                      <a:pt x="7685" y="4254"/>
                      <a:pt x="7550" y="4254"/>
                    </a:cubicBezTo>
                    <a:close/>
                    <a:moveTo>
                      <a:pt x="8152" y="4254"/>
                    </a:moveTo>
                    <a:cubicBezTo>
                      <a:pt x="8016" y="4254"/>
                      <a:pt x="7870" y="4419"/>
                      <a:pt x="7825" y="4623"/>
                    </a:cubicBezTo>
                    <a:cubicBezTo>
                      <a:pt x="7779" y="4828"/>
                      <a:pt x="7853" y="4995"/>
                      <a:pt x="7990" y="4995"/>
                    </a:cubicBezTo>
                    <a:cubicBezTo>
                      <a:pt x="8127" y="4995"/>
                      <a:pt x="8273" y="4828"/>
                      <a:pt x="8317" y="4623"/>
                    </a:cubicBezTo>
                    <a:cubicBezTo>
                      <a:pt x="8361" y="4419"/>
                      <a:pt x="8287" y="4254"/>
                      <a:pt x="8152" y="4254"/>
                    </a:cubicBezTo>
                    <a:close/>
                    <a:moveTo>
                      <a:pt x="8753" y="4254"/>
                    </a:moveTo>
                    <a:cubicBezTo>
                      <a:pt x="8618" y="4254"/>
                      <a:pt x="8473" y="4419"/>
                      <a:pt x="8430" y="4623"/>
                    </a:cubicBezTo>
                    <a:cubicBezTo>
                      <a:pt x="8386" y="4828"/>
                      <a:pt x="8460" y="4995"/>
                      <a:pt x="8597" y="4995"/>
                    </a:cubicBezTo>
                    <a:cubicBezTo>
                      <a:pt x="8734" y="4995"/>
                      <a:pt x="8879" y="4828"/>
                      <a:pt x="8922" y="4623"/>
                    </a:cubicBezTo>
                    <a:cubicBezTo>
                      <a:pt x="8964" y="4419"/>
                      <a:pt x="8888" y="4254"/>
                      <a:pt x="8753" y="4254"/>
                    </a:cubicBezTo>
                    <a:close/>
                    <a:moveTo>
                      <a:pt x="9355" y="4254"/>
                    </a:moveTo>
                    <a:cubicBezTo>
                      <a:pt x="9220" y="4254"/>
                      <a:pt x="9076" y="4419"/>
                      <a:pt x="9034" y="4623"/>
                    </a:cubicBezTo>
                    <a:cubicBezTo>
                      <a:pt x="8992" y="4828"/>
                      <a:pt x="9068" y="4995"/>
                      <a:pt x="9205" y="4995"/>
                    </a:cubicBezTo>
                    <a:cubicBezTo>
                      <a:pt x="9341" y="4995"/>
                      <a:pt x="9485" y="4828"/>
                      <a:pt x="9526" y="4623"/>
                    </a:cubicBezTo>
                    <a:cubicBezTo>
                      <a:pt x="9567" y="4419"/>
                      <a:pt x="9490" y="4254"/>
                      <a:pt x="9355" y="4254"/>
                    </a:cubicBezTo>
                    <a:close/>
                    <a:moveTo>
                      <a:pt x="9957" y="4254"/>
                    </a:moveTo>
                    <a:cubicBezTo>
                      <a:pt x="9821" y="4254"/>
                      <a:pt x="9679" y="4419"/>
                      <a:pt x="9639" y="4623"/>
                    </a:cubicBezTo>
                    <a:cubicBezTo>
                      <a:pt x="9598" y="4828"/>
                      <a:pt x="9676" y="4995"/>
                      <a:pt x="9812" y="4995"/>
                    </a:cubicBezTo>
                    <a:cubicBezTo>
                      <a:pt x="9949" y="4995"/>
                      <a:pt x="10092" y="4828"/>
                      <a:pt x="10131" y="4623"/>
                    </a:cubicBezTo>
                    <a:cubicBezTo>
                      <a:pt x="10170" y="4419"/>
                      <a:pt x="10092" y="4254"/>
                      <a:pt x="9957" y="4254"/>
                    </a:cubicBezTo>
                    <a:close/>
                    <a:moveTo>
                      <a:pt x="10559" y="4254"/>
                    </a:moveTo>
                    <a:cubicBezTo>
                      <a:pt x="10424" y="4254"/>
                      <a:pt x="10282" y="4419"/>
                      <a:pt x="10244" y="4623"/>
                    </a:cubicBezTo>
                    <a:cubicBezTo>
                      <a:pt x="10204" y="4828"/>
                      <a:pt x="10284" y="4995"/>
                      <a:pt x="10420" y="4995"/>
                    </a:cubicBezTo>
                    <a:cubicBezTo>
                      <a:pt x="10557" y="4995"/>
                      <a:pt x="10698" y="4828"/>
                      <a:pt x="10736" y="4623"/>
                    </a:cubicBezTo>
                    <a:cubicBezTo>
                      <a:pt x="10773" y="4419"/>
                      <a:pt x="10694" y="4254"/>
                      <a:pt x="10559" y="4254"/>
                    </a:cubicBezTo>
                    <a:close/>
                    <a:moveTo>
                      <a:pt x="11752" y="4254"/>
                    </a:moveTo>
                    <a:cubicBezTo>
                      <a:pt x="11617" y="4254"/>
                      <a:pt x="11479" y="4419"/>
                      <a:pt x="11443" y="4623"/>
                    </a:cubicBezTo>
                    <a:cubicBezTo>
                      <a:pt x="11407" y="4828"/>
                      <a:pt x="11489" y="4995"/>
                      <a:pt x="11625" y="4995"/>
                    </a:cubicBezTo>
                    <a:cubicBezTo>
                      <a:pt x="11762" y="4995"/>
                      <a:pt x="11901" y="4828"/>
                      <a:pt x="11935" y="4623"/>
                    </a:cubicBezTo>
                    <a:cubicBezTo>
                      <a:pt x="11970" y="4419"/>
                      <a:pt x="11888" y="4254"/>
                      <a:pt x="11752" y="4254"/>
                    </a:cubicBezTo>
                    <a:close/>
                    <a:moveTo>
                      <a:pt x="12354" y="4254"/>
                    </a:moveTo>
                    <a:cubicBezTo>
                      <a:pt x="12219" y="4254"/>
                      <a:pt x="12082" y="4419"/>
                      <a:pt x="12048" y="4623"/>
                    </a:cubicBezTo>
                    <a:cubicBezTo>
                      <a:pt x="12013" y="4828"/>
                      <a:pt x="12096" y="4995"/>
                      <a:pt x="12233" y="4995"/>
                    </a:cubicBezTo>
                    <a:cubicBezTo>
                      <a:pt x="12369" y="4995"/>
                      <a:pt x="12507" y="4828"/>
                      <a:pt x="12540" y="4623"/>
                    </a:cubicBezTo>
                    <a:cubicBezTo>
                      <a:pt x="12573" y="4419"/>
                      <a:pt x="12489" y="4254"/>
                      <a:pt x="12354" y="4254"/>
                    </a:cubicBezTo>
                    <a:close/>
                    <a:moveTo>
                      <a:pt x="12956" y="4254"/>
                    </a:moveTo>
                    <a:cubicBezTo>
                      <a:pt x="12821" y="4254"/>
                      <a:pt x="12685" y="4419"/>
                      <a:pt x="12652" y="4623"/>
                    </a:cubicBezTo>
                    <a:cubicBezTo>
                      <a:pt x="12620" y="4828"/>
                      <a:pt x="12704" y="4995"/>
                      <a:pt x="12841" y="4995"/>
                    </a:cubicBezTo>
                    <a:cubicBezTo>
                      <a:pt x="12977" y="4995"/>
                      <a:pt x="13114" y="4828"/>
                      <a:pt x="13145" y="4623"/>
                    </a:cubicBezTo>
                    <a:cubicBezTo>
                      <a:pt x="13176" y="4419"/>
                      <a:pt x="13092" y="4254"/>
                      <a:pt x="12956" y="4254"/>
                    </a:cubicBezTo>
                    <a:close/>
                    <a:moveTo>
                      <a:pt x="13558" y="4254"/>
                    </a:moveTo>
                    <a:cubicBezTo>
                      <a:pt x="13423" y="4254"/>
                      <a:pt x="13288" y="4419"/>
                      <a:pt x="13257" y="4623"/>
                    </a:cubicBezTo>
                    <a:cubicBezTo>
                      <a:pt x="13226" y="4828"/>
                      <a:pt x="13312" y="4995"/>
                      <a:pt x="13448" y="4995"/>
                    </a:cubicBezTo>
                    <a:cubicBezTo>
                      <a:pt x="13585" y="4995"/>
                      <a:pt x="13720" y="4828"/>
                      <a:pt x="13750" y="4623"/>
                    </a:cubicBezTo>
                    <a:cubicBezTo>
                      <a:pt x="13779" y="4419"/>
                      <a:pt x="13693" y="4254"/>
                      <a:pt x="13558" y="4254"/>
                    </a:cubicBezTo>
                    <a:close/>
                    <a:moveTo>
                      <a:pt x="14160" y="4254"/>
                    </a:moveTo>
                    <a:cubicBezTo>
                      <a:pt x="14025" y="4254"/>
                      <a:pt x="13891" y="4419"/>
                      <a:pt x="13862" y="4623"/>
                    </a:cubicBezTo>
                    <a:cubicBezTo>
                      <a:pt x="13833" y="4828"/>
                      <a:pt x="13920" y="4995"/>
                      <a:pt x="14056" y="4995"/>
                    </a:cubicBezTo>
                    <a:cubicBezTo>
                      <a:pt x="14193" y="4995"/>
                      <a:pt x="14326" y="4828"/>
                      <a:pt x="14354" y="4623"/>
                    </a:cubicBezTo>
                    <a:cubicBezTo>
                      <a:pt x="14382" y="4419"/>
                      <a:pt x="14295" y="4254"/>
                      <a:pt x="14160" y="4254"/>
                    </a:cubicBezTo>
                    <a:close/>
                    <a:moveTo>
                      <a:pt x="16558" y="4254"/>
                    </a:moveTo>
                    <a:cubicBezTo>
                      <a:pt x="16423" y="4254"/>
                      <a:pt x="16295" y="4419"/>
                      <a:pt x="16272" y="4623"/>
                    </a:cubicBezTo>
                    <a:cubicBezTo>
                      <a:pt x="16249" y="4828"/>
                      <a:pt x="16341" y="4995"/>
                      <a:pt x="16477" y="4995"/>
                    </a:cubicBezTo>
                    <a:cubicBezTo>
                      <a:pt x="16614" y="4995"/>
                      <a:pt x="16742" y="4828"/>
                      <a:pt x="16764" y="4623"/>
                    </a:cubicBezTo>
                    <a:cubicBezTo>
                      <a:pt x="16786" y="4419"/>
                      <a:pt x="16694" y="4254"/>
                      <a:pt x="16558" y="4254"/>
                    </a:cubicBezTo>
                    <a:close/>
                    <a:moveTo>
                      <a:pt x="17161" y="4254"/>
                    </a:moveTo>
                    <a:cubicBezTo>
                      <a:pt x="17025" y="4254"/>
                      <a:pt x="16898" y="4419"/>
                      <a:pt x="16877" y="4623"/>
                    </a:cubicBezTo>
                    <a:cubicBezTo>
                      <a:pt x="16855" y="4828"/>
                      <a:pt x="16949" y="4995"/>
                      <a:pt x="17085" y="4995"/>
                    </a:cubicBezTo>
                    <a:cubicBezTo>
                      <a:pt x="17222" y="4995"/>
                      <a:pt x="17349" y="4828"/>
                      <a:pt x="17369" y="4623"/>
                    </a:cubicBezTo>
                    <a:cubicBezTo>
                      <a:pt x="17389" y="4419"/>
                      <a:pt x="17296" y="4254"/>
                      <a:pt x="17161" y="4254"/>
                    </a:cubicBezTo>
                    <a:close/>
                    <a:moveTo>
                      <a:pt x="17763" y="4254"/>
                    </a:moveTo>
                    <a:cubicBezTo>
                      <a:pt x="17628" y="4254"/>
                      <a:pt x="17502" y="4419"/>
                      <a:pt x="17482" y="4623"/>
                    </a:cubicBezTo>
                    <a:cubicBezTo>
                      <a:pt x="17462" y="4828"/>
                      <a:pt x="17557" y="4995"/>
                      <a:pt x="17693" y="4995"/>
                    </a:cubicBezTo>
                    <a:cubicBezTo>
                      <a:pt x="17830" y="4995"/>
                      <a:pt x="17956" y="4828"/>
                      <a:pt x="17975" y="4623"/>
                    </a:cubicBezTo>
                    <a:cubicBezTo>
                      <a:pt x="17993" y="4419"/>
                      <a:pt x="17898" y="4254"/>
                      <a:pt x="17763" y="4254"/>
                    </a:cubicBezTo>
                    <a:close/>
                    <a:moveTo>
                      <a:pt x="18355" y="4254"/>
                    </a:moveTo>
                    <a:cubicBezTo>
                      <a:pt x="18219" y="4254"/>
                      <a:pt x="18095" y="4419"/>
                      <a:pt x="18077" y="4623"/>
                    </a:cubicBezTo>
                    <a:cubicBezTo>
                      <a:pt x="18059" y="4828"/>
                      <a:pt x="18154" y="4995"/>
                      <a:pt x="18291" y="4995"/>
                    </a:cubicBezTo>
                    <a:cubicBezTo>
                      <a:pt x="18428" y="4995"/>
                      <a:pt x="18552" y="4828"/>
                      <a:pt x="18569" y="4623"/>
                    </a:cubicBezTo>
                    <a:cubicBezTo>
                      <a:pt x="18586" y="4419"/>
                      <a:pt x="18490" y="4254"/>
                      <a:pt x="18355" y="4254"/>
                    </a:cubicBezTo>
                    <a:close/>
                    <a:moveTo>
                      <a:pt x="18957" y="4254"/>
                    </a:moveTo>
                    <a:cubicBezTo>
                      <a:pt x="18822" y="4254"/>
                      <a:pt x="18699" y="4419"/>
                      <a:pt x="18682" y="4623"/>
                    </a:cubicBezTo>
                    <a:cubicBezTo>
                      <a:pt x="18665" y="4828"/>
                      <a:pt x="18763" y="4995"/>
                      <a:pt x="18899" y="4995"/>
                    </a:cubicBezTo>
                    <a:cubicBezTo>
                      <a:pt x="19036" y="4995"/>
                      <a:pt x="19159" y="4828"/>
                      <a:pt x="19174" y="4623"/>
                    </a:cubicBezTo>
                    <a:cubicBezTo>
                      <a:pt x="19190" y="4419"/>
                      <a:pt x="19092" y="4254"/>
                      <a:pt x="18957" y="4254"/>
                    </a:cubicBezTo>
                    <a:close/>
                    <a:moveTo>
                      <a:pt x="19560" y="4254"/>
                    </a:moveTo>
                    <a:cubicBezTo>
                      <a:pt x="19424" y="4254"/>
                      <a:pt x="19302" y="4419"/>
                      <a:pt x="19287" y="4623"/>
                    </a:cubicBezTo>
                    <a:cubicBezTo>
                      <a:pt x="19272" y="4828"/>
                      <a:pt x="19371" y="4995"/>
                      <a:pt x="19508" y="4995"/>
                    </a:cubicBezTo>
                    <a:cubicBezTo>
                      <a:pt x="19644" y="4995"/>
                      <a:pt x="19766" y="4828"/>
                      <a:pt x="19780" y="4623"/>
                    </a:cubicBezTo>
                    <a:cubicBezTo>
                      <a:pt x="19793" y="4419"/>
                      <a:pt x="19695" y="4254"/>
                      <a:pt x="19560" y="4254"/>
                    </a:cubicBezTo>
                    <a:close/>
                    <a:moveTo>
                      <a:pt x="1278" y="5140"/>
                    </a:moveTo>
                    <a:cubicBezTo>
                      <a:pt x="1141" y="5140"/>
                      <a:pt x="979" y="5308"/>
                      <a:pt x="914" y="5518"/>
                    </a:cubicBezTo>
                    <a:cubicBezTo>
                      <a:pt x="850" y="5727"/>
                      <a:pt x="909" y="5898"/>
                      <a:pt x="1048" y="5898"/>
                    </a:cubicBezTo>
                    <a:cubicBezTo>
                      <a:pt x="1186" y="5898"/>
                      <a:pt x="1350" y="5727"/>
                      <a:pt x="1413" y="5518"/>
                    </a:cubicBezTo>
                    <a:cubicBezTo>
                      <a:pt x="1476" y="5308"/>
                      <a:pt x="1415" y="5140"/>
                      <a:pt x="1278" y="5140"/>
                    </a:cubicBezTo>
                    <a:close/>
                    <a:moveTo>
                      <a:pt x="1880" y="5140"/>
                    </a:moveTo>
                    <a:cubicBezTo>
                      <a:pt x="1743" y="5140"/>
                      <a:pt x="1581" y="5308"/>
                      <a:pt x="1519" y="5518"/>
                    </a:cubicBezTo>
                    <a:cubicBezTo>
                      <a:pt x="1456" y="5727"/>
                      <a:pt x="1517" y="5898"/>
                      <a:pt x="1655" y="5898"/>
                    </a:cubicBezTo>
                    <a:cubicBezTo>
                      <a:pt x="1793" y="5898"/>
                      <a:pt x="1955" y="5727"/>
                      <a:pt x="2017" y="5518"/>
                    </a:cubicBezTo>
                    <a:cubicBezTo>
                      <a:pt x="2078" y="5308"/>
                      <a:pt x="2016" y="5140"/>
                      <a:pt x="1880" y="5140"/>
                    </a:cubicBezTo>
                    <a:close/>
                    <a:moveTo>
                      <a:pt x="2491" y="5140"/>
                    </a:moveTo>
                    <a:cubicBezTo>
                      <a:pt x="2354" y="5140"/>
                      <a:pt x="2194" y="5308"/>
                      <a:pt x="2133" y="5518"/>
                    </a:cubicBezTo>
                    <a:cubicBezTo>
                      <a:pt x="2072" y="5727"/>
                      <a:pt x="2134" y="5898"/>
                      <a:pt x="2272" y="5898"/>
                    </a:cubicBezTo>
                    <a:cubicBezTo>
                      <a:pt x="2411" y="5898"/>
                      <a:pt x="2571" y="5727"/>
                      <a:pt x="2631" y="5518"/>
                    </a:cubicBezTo>
                    <a:cubicBezTo>
                      <a:pt x="2691" y="5308"/>
                      <a:pt x="2628" y="5140"/>
                      <a:pt x="2491" y="5140"/>
                    </a:cubicBezTo>
                    <a:close/>
                    <a:moveTo>
                      <a:pt x="3093" y="5140"/>
                    </a:moveTo>
                    <a:cubicBezTo>
                      <a:pt x="2956" y="5140"/>
                      <a:pt x="2797" y="5308"/>
                      <a:pt x="2737" y="5518"/>
                    </a:cubicBezTo>
                    <a:cubicBezTo>
                      <a:pt x="2678" y="5727"/>
                      <a:pt x="2741" y="5898"/>
                      <a:pt x="2880" y="5898"/>
                    </a:cubicBezTo>
                    <a:cubicBezTo>
                      <a:pt x="3018" y="5898"/>
                      <a:pt x="3177" y="5727"/>
                      <a:pt x="3235" y="5518"/>
                    </a:cubicBezTo>
                    <a:cubicBezTo>
                      <a:pt x="3293" y="5308"/>
                      <a:pt x="3229" y="5140"/>
                      <a:pt x="3093" y="5140"/>
                    </a:cubicBezTo>
                    <a:close/>
                    <a:moveTo>
                      <a:pt x="3704" y="5140"/>
                    </a:moveTo>
                    <a:cubicBezTo>
                      <a:pt x="3567" y="5140"/>
                      <a:pt x="3410" y="5308"/>
                      <a:pt x="3352" y="5518"/>
                    </a:cubicBezTo>
                    <a:cubicBezTo>
                      <a:pt x="3294" y="5727"/>
                      <a:pt x="3358" y="5898"/>
                      <a:pt x="3497" y="5898"/>
                    </a:cubicBezTo>
                    <a:cubicBezTo>
                      <a:pt x="3635" y="5898"/>
                      <a:pt x="3793" y="5727"/>
                      <a:pt x="3850" y="5518"/>
                    </a:cubicBezTo>
                    <a:cubicBezTo>
                      <a:pt x="3906" y="5308"/>
                      <a:pt x="3841" y="5140"/>
                      <a:pt x="3704" y="5140"/>
                    </a:cubicBezTo>
                    <a:close/>
                    <a:moveTo>
                      <a:pt x="4305" y="5140"/>
                    </a:moveTo>
                    <a:cubicBezTo>
                      <a:pt x="4169" y="5140"/>
                      <a:pt x="4012" y="5308"/>
                      <a:pt x="3956" y="5518"/>
                    </a:cubicBezTo>
                    <a:cubicBezTo>
                      <a:pt x="3900" y="5727"/>
                      <a:pt x="3966" y="5898"/>
                      <a:pt x="4104" y="5898"/>
                    </a:cubicBezTo>
                    <a:cubicBezTo>
                      <a:pt x="4243" y="5898"/>
                      <a:pt x="4399" y="5727"/>
                      <a:pt x="4454" y="5518"/>
                    </a:cubicBezTo>
                    <a:cubicBezTo>
                      <a:pt x="4509" y="5308"/>
                      <a:pt x="4442" y="5140"/>
                      <a:pt x="4305" y="5140"/>
                    </a:cubicBezTo>
                    <a:close/>
                    <a:moveTo>
                      <a:pt x="4917" y="5140"/>
                    </a:moveTo>
                    <a:cubicBezTo>
                      <a:pt x="4780" y="5140"/>
                      <a:pt x="4625" y="5308"/>
                      <a:pt x="4571" y="5518"/>
                    </a:cubicBezTo>
                    <a:cubicBezTo>
                      <a:pt x="4516" y="5727"/>
                      <a:pt x="4584" y="5898"/>
                      <a:pt x="4722" y="5898"/>
                    </a:cubicBezTo>
                    <a:cubicBezTo>
                      <a:pt x="4860" y="5898"/>
                      <a:pt x="5015" y="5727"/>
                      <a:pt x="5069" y="5518"/>
                    </a:cubicBezTo>
                    <a:cubicBezTo>
                      <a:pt x="5122" y="5308"/>
                      <a:pt x="5054" y="5140"/>
                      <a:pt x="4917" y="5140"/>
                    </a:cubicBezTo>
                    <a:close/>
                    <a:moveTo>
                      <a:pt x="5528" y="5140"/>
                    </a:moveTo>
                    <a:cubicBezTo>
                      <a:pt x="5391" y="5140"/>
                      <a:pt x="5238" y="5308"/>
                      <a:pt x="5185" y="5518"/>
                    </a:cubicBezTo>
                    <a:cubicBezTo>
                      <a:pt x="5132" y="5727"/>
                      <a:pt x="5201" y="5898"/>
                      <a:pt x="5339" y="5898"/>
                    </a:cubicBezTo>
                    <a:cubicBezTo>
                      <a:pt x="5477" y="5898"/>
                      <a:pt x="5632" y="5727"/>
                      <a:pt x="5683" y="5518"/>
                    </a:cubicBezTo>
                    <a:cubicBezTo>
                      <a:pt x="5735" y="5308"/>
                      <a:pt x="5665" y="5140"/>
                      <a:pt x="5528" y="5140"/>
                    </a:cubicBezTo>
                    <a:close/>
                    <a:moveTo>
                      <a:pt x="6130" y="5140"/>
                    </a:moveTo>
                    <a:cubicBezTo>
                      <a:pt x="5993" y="5140"/>
                      <a:pt x="5841" y="5308"/>
                      <a:pt x="5790" y="5518"/>
                    </a:cubicBezTo>
                    <a:cubicBezTo>
                      <a:pt x="5738" y="5727"/>
                      <a:pt x="5808" y="5898"/>
                      <a:pt x="5947" y="5898"/>
                    </a:cubicBezTo>
                    <a:cubicBezTo>
                      <a:pt x="6085" y="5898"/>
                      <a:pt x="6238" y="5727"/>
                      <a:pt x="6288" y="5518"/>
                    </a:cubicBezTo>
                    <a:cubicBezTo>
                      <a:pt x="6338" y="5308"/>
                      <a:pt x="6267" y="5140"/>
                      <a:pt x="6130" y="5140"/>
                    </a:cubicBezTo>
                    <a:close/>
                    <a:moveTo>
                      <a:pt x="6742" y="5140"/>
                    </a:moveTo>
                    <a:cubicBezTo>
                      <a:pt x="6605" y="5140"/>
                      <a:pt x="6454" y="5308"/>
                      <a:pt x="6404" y="5518"/>
                    </a:cubicBezTo>
                    <a:cubicBezTo>
                      <a:pt x="6355" y="5727"/>
                      <a:pt x="6426" y="5898"/>
                      <a:pt x="6564" y="5898"/>
                    </a:cubicBezTo>
                    <a:cubicBezTo>
                      <a:pt x="6702" y="5898"/>
                      <a:pt x="6854" y="5727"/>
                      <a:pt x="6903" y="5518"/>
                    </a:cubicBezTo>
                    <a:cubicBezTo>
                      <a:pt x="6951" y="5308"/>
                      <a:pt x="6879" y="5140"/>
                      <a:pt x="6742" y="5140"/>
                    </a:cubicBezTo>
                    <a:close/>
                    <a:moveTo>
                      <a:pt x="7343" y="5140"/>
                    </a:moveTo>
                    <a:cubicBezTo>
                      <a:pt x="7206" y="5140"/>
                      <a:pt x="7057" y="5308"/>
                      <a:pt x="7009" y="5518"/>
                    </a:cubicBezTo>
                    <a:cubicBezTo>
                      <a:pt x="6961" y="5727"/>
                      <a:pt x="7034" y="5898"/>
                      <a:pt x="7172" y="5898"/>
                    </a:cubicBezTo>
                    <a:cubicBezTo>
                      <a:pt x="7310" y="5898"/>
                      <a:pt x="7460" y="5727"/>
                      <a:pt x="7507" y="5518"/>
                    </a:cubicBezTo>
                    <a:cubicBezTo>
                      <a:pt x="7553" y="5308"/>
                      <a:pt x="7480" y="5140"/>
                      <a:pt x="7343" y="5140"/>
                    </a:cubicBezTo>
                    <a:close/>
                    <a:moveTo>
                      <a:pt x="7955" y="5140"/>
                    </a:moveTo>
                    <a:cubicBezTo>
                      <a:pt x="7818" y="5140"/>
                      <a:pt x="7670" y="5308"/>
                      <a:pt x="7623" y="5518"/>
                    </a:cubicBezTo>
                    <a:cubicBezTo>
                      <a:pt x="7577" y="5727"/>
                      <a:pt x="7651" y="5898"/>
                      <a:pt x="7789" y="5898"/>
                    </a:cubicBezTo>
                    <a:cubicBezTo>
                      <a:pt x="7928" y="5898"/>
                      <a:pt x="8077" y="5727"/>
                      <a:pt x="8122" y="5518"/>
                    </a:cubicBezTo>
                    <a:cubicBezTo>
                      <a:pt x="8167" y="5308"/>
                      <a:pt x="8092" y="5140"/>
                      <a:pt x="7955" y="5140"/>
                    </a:cubicBezTo>
                    <a:close/>
                    <a:moveTo>
                      <a:pt x="8567" y="5140"/>
                    </a:moveTo>
                    <a:cubicBezTo>
                      <a:pt x="8430" y="5140"/>
                      <a:pt x="8283" y="5308"/>
                      <a:pt x="8238" y="5518"/>
                    </a:cubicBezTo>
                    <a:cubicBezTo>
                      <a:pt x="8193" y="5727"/>
                      <a:pt x="8269" y="5898"/>
                      <a:pt x="8407" y="5898"/>
                    </a:cubicBezTo>
                    <a:cubicBezTo>
                      <a:pt x="8545" y="5898"/>
                      <a:pt x="8693" y="5727"/>
                      <a:pt x="8736" y="5518"/>
                    </a:cubicBezTo>
                    <a:cubicBezTo>
                      <a:pt x="8780" y="5308"/>
                      <a:pt x="8704" y="5140"/>
                      <a:pt x="8567" y="5140"/>
                    </a:cubicBezTo>
                    <a:close/>
                    <a:moveTo>
                      <a:pt x="9168" y="5140"/>
                    </a:moveTo>
                    <a:cubicBezTo>
                      <a:pt x="9032" y="5140"/>
                      <a:pt x="8886" y="5308"/>
                      <a:pt x="8843" y="5518"/>
                    </a:cubicBezTo>
                    <a:cubicBezTo>
                      <a:pt x="8799" y="5727"/>
                      <a:pt x="8876" y="5898"/>
                      <a:pt x="9015" y="5898"/>
                    </a:cubicBezTo>
                    <a:cubicBezTo>
                      <a:pt x="9153" y="5898"/>
                      <a:pt x="9299" y="5727"/>
                      <a:pt x="9341" y="5518"/>
                    </a:cubicBezTo>
                    <a:cubicBezTo>
                      <a:pt x="9383" y="5308"/>
                      <a:pt x="9305" y="5140"/>
                      <a:pt x="9168" y="5140"/>
                    </a:cubicBezTo>
                    <a:close/>
                    <a:moveTo>
                      <a:pt x="9780" y="5140"/>
                    </a:moveTo>
                    <a:cubicBezTo>
                      <a:pt x="9643" y="5140"/>
                      <a:pt x="9499" y="5308"/>
                      <a:pt x="9457" y="5518"/>
                    </a:cubicBezTo>
                    <a:cubicBezTo>
                      <a:pt x="9416" y="5727"/>
                      <a:pt x="9494" y="5898"/>
                      <a:pt x="9632" y="5898"/>
                    </a:cubicBezTo>
                    <a:cubicBezTo>
                      <a:pt x="9771" y="5898"/>
                      <a:pt x="9915" y="5727"/>
                      <a:pt x="9956" y="5518"/>
                    </a:cubicBezTo>
                    <a:cubicBezTo>
                      <a:pt x="9996" y="5308"/>
                      <a:pt x="9917" y="5140"/>
                      <a:pt x="9780" y="5140"/>
                    </a:cubicBezTo>
                    <a:close/>
                    <a:moveTo>
                      <a:pt x="10382" y="5140"/>
                    </a:moveTo>
                    <a:cubicBezTo>
                      <a:pt x="10245" y="5140"/>
                      <a:pt x="10102" y="5308"/>
                      <a:pt x="10062" y="5518"/>
                    </a:cubicBezTo>
                    <a:cubicBezTo>
                      <a:pt x="10022" y="5727"/>
                      <a:pt x="10102" y="5898"/>
                      <a:pt x="10240" y="5898"/>
                    </a:cubicBezTo>
                    <a:cubicBezTo>
                      <a:pt x="10378" y="5898"/>
                      <a:pt x="10522" y="5727"/>
                      <a:pt x="10560" y="5518"/>
                    </a:cubicBezTo>
                    <a:cubicBezTo>
                      <a:pt x="10599" y="5308"/>
                      <a:pt x="10519" y="5140"/>
                      <a:pt x="10382" y="5140"/>
                    </a:cubicBezTo>
                    <a:close/>
                    <a:moveTo>
                      <a:pt x="10993" y="5140"/>
                    </a:moveTo>
                    <a:cubicBezTo>
                      <a:pt x="10857" y="5140"/>
                      <a:pt x="10715" y="5308"/>
                      <a:pt x="10677" y="5518"/>
                    </a:cubicBezTo>
                    <a:cubicBezTo>
                      <a:pt x="10639" y="5727"/>
                      <a:pt x="10719" y="5898"/>
                      <a:pt x="10858" y="5898"/>
                    </a:cubicBezTo>
                    <a:cubicBezTo>
                      <a:pt x="10996" y="5898"/>
                      <a:pt x="11138" y="5727"/>
                      <a:pt x="11175" y="5518"/>
                    </a:cubicBezTo>
                    <a:cubicBezTo>
                      <a:pt x="11212" y="5308"/>
                      <a:pt x="11130" y="5140"/>
                      <a:pt x="10993" y="5140"/>
                    </a:cubicBezTo>
                    <a:close/>
                    <a:moveTo>
                      <a:pt x="11596" y="5140"/>
                    </a:moveTo>
                    <a:cubicBezTo>
                      <a:pt x="11459" y="5140"/>
                      <a:pt x="11318" y="5308"/>
                      <a:pt x="11282" y="5518"/>
                    </a:cubicBezTo>
                    <a:cubicBezTo>
                      <a:pt x="11245" y="5727"/>
                      <a:pt x="11327" y="5898"/>
                      <a:pt x="11465" y="5898"/>
                    </a:cubicBezTo>
                    <a:cubicBezTo>
                      <a:pt x="11604" y="5898"/>
                      <a:pt x="11745" y="5727"/>
                      <a:pt x="11780" y="5518"/>
                    </a:cubicBezTo>
                    <a:cubicBezTo>
                      <a:pt x="11815" y="5308"/>
                      <a:pt x="11732" y="5140"/>
                      <a:pt x="11596" y="5140"/>
                    </a:cubicBezTo>
                    <a:close/>
                    <a:moveTo>
                      <a:pt x="12208" y="5140"/>
                    </a:moveTo>
                    <a:cubicBezTo>
                      <a:pt x="12071" y="5140"/>
                      <a:pt x="11931" y="5308"/>
                      <a:pt x="11896" y="5518"/>
                    </a:cubicBezTo>
                    <a:cubicBezTo>
                      <a:pt x="11861" y="5727"/>
                      <a:pt x="11945" y="5898"/>
                      <a:pt x="12083" y="5898"/>
                    </a:cubicBezTo>
                    <a:cubicBezTo>
                      <a:pt x="12222" y="5898"/>
                      <a:pt x="12361" y="5727"/>
                      <a:pt x="12395" y="5518"/>
                    </a:cubicBezTo>
                    <a:cubicBezTo>
                      <a:pt x="12429" y="5308"/>
                      <a:pt x="12344" y="5140"/>
                      <a:pt x="12208" y="5140"/>
                    </a:cubicBezTo>
                    <a:close/>
                    <a:moveTo>
                      <a:pt x="12819" y="5140"/>
                    </a:moveTo>
                    <a:cubicBezTo>
                      <a:pt x="12683" y="5140"/>
                      <a:pt x="12545" y="5308"/>
                      <a:pt x="12511" y="5518"/>
                    </a:cubicBezTo>
                    <a:cubicBezTo>
                      <a:pt x="12478" y="5727"/>
                      <a:pt x="12563" y="5898"/>
                      <a:pt x="12701" y="5898"/>
                    </a:cubicBezTo>
                    <a:cubicBezTo>
                      <a:pt x="12839" y="5898"/>
                      <a:pt x="12978" y="5727"/>
                      <a:pt x="13010" y="5518"/>
                    </a:cubicBezTo>
                    <a:cubicBezTo>
                      <a:pt x="13042" y="5308"/>
                      <a:pt x="12956" y="5140"/>
                      <a:pt x="12819" y="5140"/>
                    </a:cubicBezTo>
                    <a:close/>
                    <a:moveTo>
                      <a:pt x="13421" y="5140"/>
                    </a:moveTo>
                    <a:cubicBezTo>
                      <a:pt x="13284" y="5140"/>
                      <a:pt x="13148" y="5308"/>
                      <a:pt x="13116" y="5518"/>
                    </a:cubicBezTo>
                    <a:cubicBezTo>
                      <a:pt x="13085" y="5727"/>
                      <a:pt x="13170" y="5898"/>
                      <a:pt x="13309" y="5898"/>
                    </a:cubicBezTo>
                    <a:cubicBezTo>
                      <a:pt x="13447" y="5898"/>
                      <a:pt x="13584" y="5727"/>
                      <a:pt x="13615" y="5518"/>
                    </a:cubicBezTo>
                    <a:cubicBezTo>
                      <a:pt x="13645" y="5308"/>
                      <a:pt x="13558" y="5140"/>
                      <a:pt x="13421" y="5140"/>
                    </a:cubicBezTo>
                    <a:close/>
                    <a:moveTo>
                      <a:pt x="14033" y="5140"/>
                    </a:moveTo>
                    <a:cubicBezTo>
                      <a:pt x="13896" y="5140"/>
                      <a:pt x="13761" y="5308"/>
                      <a:pt x="13731" y="5518"/>
                    </a:cubicBezTo>
                    <a:cubicBezTo>
                      <a:pt x="13701" y="5727"/>
                      <a:pt x="13788" y="5898"/>
                      <a:pt x="13926" y="5898"/>
                    </a:cubicBezTo>
                    <a:cubicBezTo>
                      <a:pt x="14065" y="5898"/>
                      <a:pt x="14200" y="5727"/>
                      <a:pt x="14229" y="5518"/>
                    </a:cubicBezTo>
                    <a:cubicBezTo>
                      <a:pt x="14258" y="5308"/>
                      <a:pt x="14170" y="5140"/>
                      <a:pt x="14033" y="5140"/>
                    </a:cubicBezTo>
                    <a:close/>
                    <a:moveTo>
                      <a:pt x="14635" y="5140"/>
                    </a:moveTo>
                    <a:cubicBezTo>
                      <a:pt x="14498" y="5140"/>
                      <a:pt x="14365" y="5308"/>
                      <a:pt x="14336" y="5518"/>
                    </a:cubicBezTo>
                    <a:cubicBezTo>
                      <a:pt x="14308" y="5727"/>
                      <a:pt x="14396" y="5898"/>
                      <a:pt x="14534" y="5898"/>
                    </a:cubicBezTo>
                    <a:cubicBezTo>
                      <a:pt x="14673" y="5898"/>
                      <a:pt x="14807" y="5727"/>
                      <a:pt x="14834" y="5518"/>
                    </a:cubicBezTo>
                    <a:cubicBezTo>
                      <a:pt x="14862" y="5308"/>
                      <a:pt x="14772" y="5140"/>
                      <a:pt x="14635" y="5140"/>
                    </a:cubicBezTo>
                    <a:close/>
                    <a:moveTo>
                      <a:pt x="15247" y="5140"/>
                    </a:moveTo>
                    <a:cubicBezTo>
                      <a:pt x="15110" y="5140"/>
                      <a:pt x="14978" y="5308"/>
                      <a:pt x="14951" y="5518"/>
                    </a:cubicBezTo>
                    <a:cubicBezTo>
                      <a:pt x="14924" y="5727"/>
                      <a:pt x="15014" y="5898"/>
                      <a:pt x="15152" y="5898"/>
                    </a:cubicBezTo>
                    <a:cubicBezTo>
                      <a:pt x="15291" y="5898"/>
                      <a:pt x="15423" y="5727"/>
                      <a:pt x="15449" y="5518"/>
                    </a:cubicBezTo>
                    <a:cubicBezTo>
                      <a:pt x="15475" y="5308"/>
                      <a:pt x="15384" y="5140"/>
                      <a:pt x="15247" y="5140"/>
                    </a:cubicBezTo>
                    <a:close/>
                    <a:moveTo>
                      <a:pt x="16461" y="5140"/>
                    </a:moveTo>
                    <a:cubicBezTo>
                      <a:pt x="16324" y="5140"/>
                      <a:pt x="16195" y="5308"/>
                      <a:pt x="16171" y="5518"/>
                    </a:cubicBezTo>
                    <a:cubicBezTo>
                      <a:pt x="16148" y="5727"/>
                      <a:pt x="16240" y="5898"/>
                      <a:pt x="16378" y="5898"/>
                    </a:cubicBezTo>
                    <a:cubicBezTo>
                      <a:pt x="16517" y="5898"/>
                      <a:pt x="16647" y="5727"/>
                      <a:pt x="16669" y="5518"/>
                    </a:cubicBezTo>
                    <a:cubicBezTo>
                      <a:pt x="16691" y="5308"/>
                      <a:pt x="16598" y="5140"/>
                      <a:pt x="16461" y="5140"/>
                    </a:cubicBezTo>
                    <a:close/>
                    <a:moveTo>
                      <a:pt x="17064" y="5140"/>
                    </a:moveTo>
                    <a:cubicBezTo>
                      <a:pt x="16927" y="5140"/>
                      <a:pt x="16798" y="5308"/>
                      <a:pt x="16776" y="5518"/>
                    </a:cubicBezTo>
                    <a:cubicBezTo>
                      <a:pt x="16754" y="5727"/>
                      <a:pt x="16848" y="5898"/>
                      <a:pt x="16986" y="5898"/>
                    </a:cubicBezTo>
                    <a:cubicBezTo>
                      <a:pt x="17125" y="5898"/>
                      <a:pt x="17254" y="5727"/>
                      <a:pt x="17274" y="5518"/>
                    </a:cubicBezTo>
                    <a:cubicBezTo>
                      <a:pt x="17295" y="5308"/>
                      <a:pt x="17200" y="5140"/>
                      <a:pt x="17064" y="5140"/>
                    </a:cubicBezTo>
                    <a:close/>
                    <a:moveTo>
                      <a:pt x="17676" y="5140"/>
                    </a:moveTo>
                    <a:cubicBezTo>
                      <a:pt x="17539" y="5140"/>
                      <a:pt x="17412" y="5308"/>
                      <a:pt x="17391" y="5518"/>
                    </a:cubicBezTo>
                    <a:cubicBezTo>
                      <a:pt x="17371" y="5727"/>
                      <a:pt x="17466" y="5898"/>
                      <a:pt x="17605" y="5898"/>
                    </a:cubicBezTo>
                    <a:cubicBezTo>
                      <a:pt x="17743" y="5898"/>
                      <a:pt x="17871" y="5727"/>
                      <a:pt x="17890" y="5518"/>
                    </a:cubicBezTo>
                    <a:cubicBezTo>
                      <a:pt x="17909" y="5308"/>
                      <a:pt x="17813" y="5140"/>
                      <a:pt x="17676" y="5140"/>
                    </a:cubicBezTo>
                    <a:close/>
                    <a:moveTo>
                      <a:pt x="20707" y="5140"/>
                    </a:moveTo>
                    <a:cubicBezTo>
                      <a:pt x="20570" y="5140"/>
                      <a:pt x="20449" y="5308"/>
                      <a:pt x="20437" y="5518"/>
                    </a:cubicBezTo>
                    <a:cubicBezTo>
                      <a:pt x="20425" y="5727"/>
                      <a:pt x="20527" y="5898"/>
                      <a:pt x="20665" y="5898"/>
                    </a:cubicBezTo>
                    <a:cubicBezTo>
                      <a:pt x="20804" y="5898"/>
                      <a:pt x="20924" y="5727"/>
                      <a:pt x="20935" y="5518"/>
                    </a:cubicBezTo>
                    <a:cubicBezTo>
                      <a:pt x="20946" y="5308"/>
                      <a:pt x="20844" y="5140"/>
                      <a:pt x="20707" y="5140"/>
                    </a:cubicBezTo>
                    <a:close/>
                    <a:moveTo>
                      <a:pt x="21320" y="5140"/>
                    </a:moveTo>
                    <a:cubicBezTo>
                      <a:pt x="21183" y="5140"/>
                      <a:pt x="21063" y="5308"/>
                      <a:pt x="21053" y="5518"/>
                    </a:cubicBezTo>
                    <a:cubicBezTo>
                      <a:pt x="21042" y="5727"/>
                      <a:pt x="21146" y="5898"/>
                      <a:pt x="21284" y="5898"/>
                    </a:cubicBezTo>
                    <a:cubicBezTo>
                      <a:pt x="21422" y="5898"/>
                      <a:pt x="21542" y="5727"/>
                      <a:pt x="21551" y="5518"/>
                    </a:cubicBezTo>
                    <a:cubicBezTo>
                      <a:pt x="21560" y="5308"/>
                      <a:pt x="21456" y="5140"/>
                      <a:pt x="21320" y="5140"/>
                    </a:cubicBezTo>
                    <a:close/>
                    <a:moveTo>
                      <a:pt x="1604" y="6077"/>
                    </a:moveTo>
                    <a:cubicBezTo>
                      <a:pt x="1465" y="6077"/>
                      <a:pt x="1301" y="6250"/>
                      <a:pt x="1237" y="6464"/>
                    </a:cubicBezTo>
                    <a:cubicBezTo>
                      <a:pt x="1173" y="6679"/>
                      <a:pt x="1233" y="6854"/>
                      <a:pt x="1373" y="6854"/>
                    </a:cubicBezTo>
                    <a:cubicBezTo>
                      <a:pt x="1513" y="6854"/>
                      <a:pt x="1678" y="6679"/>
                      <a:pt x="1741" y="6464"/>
                    </a:cubicBezTo>
                    <a:cubicBezTo>
                      <a:pt x="1804" y="6250"/>
                      <a:pt x="1742" y="6077"/>
                      <a:pt x="1604" y="6077"/>
                    </a:cubicBezTo>
                    <a:close/>
                    <a:moveTo>
                      <a:pt x="2225" y="6077"/>
                    </a:moveTo>
                    <a:cubicBezTo>
                      <a:pt x="2087" y="6077"/>
                      <a:pt x="1924" y="6250"/>
                      <a:pt x="1861" y="6464"/>
                    </a:cubicBezTo>
                    <a:cubicBezTo>
                      <a:pt x="1799" y="6679"/>
                      <a:pt x="1861" y="6854"/>
                      <a:pt x="2001" y="6854"/>
                    </a:cubicBezTo>
                    <a:cubicBezTo>
                      <a:pt x="2141" y="6854"/>
                      <a:pt x="2304" y="6679"/>
                      <a:pt x="2366" y="6464"/>
                    </a:cubicBezTo>
                    <a:cubicBezTo>
                      <a:pt x="2427" y="6250"/>
                      <a:pt x="2364" y="6077"/>
                      <a:pt x="2225" y="6077"/>
                    </a:cubicBezTo>
                    <a:close/>
                    <a:moveTo>
                      <a:pt x="2836" y="6077"/>
                    </a:moveTo>
                    <a:cubicBezTo>
                      <a:pt x="2698" y="6077"/>
                      <a:pt x="2537" y="6250"/>
                      <a:pt x="2476" y="6464"/>
                    </a:cubicBezTo>
                    <a:cubicBezTo>
                      <a:pt x="2415" y="6679"/>
                      <a:pt x="2478" y="6854"/>
                      <a:pt x="2618" y="6854"/>
                    </a:cubicBezTo>
                    <a:cubicBezTo>
                      <a:pt x="2758" y="6854"/>
                      <a:pt x="2920" y="6679"/>
                      <a:pt x="2980" y="6464"/>
                    </a:cubicBezTo>
                    <a:cubicBezTo>
                      <a:pt x="3039" y="6250"/>
                      <a:pt x="2975" y="6077"/>
                      <a:pt x="2836" y="6077"/>
                    </a:cubicBezTo>
                    <a:close/>
                    <a:moveTo>
                      <a:pt x="3448" y="6077"/>
                    </a:moveTo>
                    <a:cubicBezTo>
                      <a:pt x="3309" y="6077"/>
                      <a:pt x="3149" y="6250"/>
                      <a:pt x="3090" y="6464"/>
                    </a:cubicBezTo>
                    <a:cubicBezTo>
                      <a:pt x="3031" y="6679"/>
                      <a:pt x="3096" y="6854"/>
                      <a:pt x="3236" y="6854"/>
                    </a:cubicBezTo>
                    <a:cubicBezTo>
                      <a:pt x="3375" y="6854"/>
                      <a:pt x="3536" y="6679"/>
                      <a:pt x="3594" y="6464"/>
                    </a:cubicBezTo>
                    <a:cubicBezTo>
                      <a:pt x="3652" y="6250"/>
                      <a:pt x="3586" y="6077"/>
                      <a:pt x="3448" y="6077"/>
                    </a:cubicBezTo>
                    <a:close/>
                    <a:moveTo>
                      <a:pt x="4069" y="6077"/>
                    </a:moveTo>
                    <a:cubicBezTo>
                      <a:pt x="3931" y="6077"/>
                      <a:pt x="3772" y="6250"/>
                      <a:pt x="3715" y="6464"/>
                    </a:cubicBezTo>
                    <a:cubicBezTo>
                      <a:pt x="3657" y="6679"/>
                      <a:pt x="3724" y="6854"/>
                      <a:pt x="3863" y="6854"/>
                    </a:cubicBezTo>
                    <a:cubicBezTo>
                      <a:pt x="4003" y="6854"/>
                      <a:pt x="4162" y="6679"/>
                      <a:pt x="4219" y="6464"/>
                    </a:cubicBezTo>
                    <a:cubicBezTo>
                      <a:pt x="4275" y="6250"/>
                      <a:pt x="4208" y="6077"/>
                      <a:pt x="4069" y="6077"/>
                    </a:cubicBezTo>
                    <a:close/>
                    <a:moveTo>
                      <a:pt x="4681" y="6077"/>
                    </a:moveTo>
                    <a:cubicBezTo>
                      <a:pt x="4542" y="6077"/>
                      <a:pt x="4385" y="6250"/>
                      <a:pt x="4329" y="6464"/>
                    </a:cubicBezTo>
                    <a:cubicBezTo>
                      <a:pt x="4273" y="6679"/>
                      <a:pt x="4341" y="6854"/>
                      <a:pt x="4481" y="6854"/>
                    </a:cubicBezTo>
                    <a:cubicBezTo>
                      <a:pt x="4621" y="6854"/>
                      <a:pt x="4779" y="6679"/>
                      <a:pt x="4833" y="6464"/>
                    </a:cubicBezTo>
                    <a:cubicBezTo>
                      <a:pt x="4888" y="6250"/>
                      <a:pt x="4819" y="6077"/>
                      <a:pt x="4681" y="6077"/>
                    </a:cubicBezTo>
                    <a:close/>
                    <a:moveTo>
                      <a:pt x="5292" y="6077"/>
                    </a:moveTo>
                    <a:cubicBezTo>
                      <a:pt x="5154" y="6077"/>
                      <a:pt x="4998" y="6250"/>
                      <a:pt x="4944" y="6464"/>
                    </a:cubicBezTo>
                    <a:cubicBezTo>
                      <a:pt x="4889" y="6679"/>
                      <a:pt x="4958" y="6854"/>
                      <a:pt x="5098" y="6854"/>
                    </a:cubicBezTo>
                    <a:cubicBezTo>
                      <a:pt x="5238" y="6854"/>
                      <a:pt x="5395" y="6679"/>
                      <a:pt x="5448" y="6464"/>
                    </a:cubicBezTo>
                    <a:cubicBezTo>
                      <a:pt x="5500" y="6250"/>
                      <a:pt x="5431" y="6077"/>
                      <a:pt x="5292" y="6077"/>
                    </a:cubicBezTo>
                    <a:close/>
                    <a:moveTo>
                      <a:pt x="5904" y="6077"/>
                    </a:moveTo>
                    <a:cubicBezTo>
                      <a:pt x="5765" y="6077"/>
                      <a:pt x="5611" y="6250"/>
                      <a:pt x="5558" y="6464"/>
                    </a:cubicBezTo>
                    <a:cubicBezTo>
                      <a:pt x="5505" y="6679"/>
                      <a:pt x="5576" y="6854"/>
                      <a:pt x="5716" y="6854"/>
                    </a:cubicBezTo>
                    <a:cubicBezTo>
                      <a:pt x="5856" y="6854"/>
                      <a:pt x="6011" y="6679"/>
                      <a:pt x="6062" y="6464"/>
                    </a:cubicBezTo>
                    <a:cubicBezTo>
                      <a:pt x="6113" y="6250"/>
                      <a:pt x="6042" y="6077"/>
                      <a:pt x="5904" y="6077"/>
                    </a:cubicBezTo>
                    <a:close/>
                    <a:moveTo>
                      <a:pt x="6525" y="6077"/>
                    </a:moveTo>
                    <a:cubicBezTo>
                      <a:pt x="6387" y="6077"/>
                      <a:pt x="6234" y="6250"/>
                      <a:pt x="6183" y="6464"/>
                    </a:cubicBezTo>
                    <a:cubicBezTo>
                      <a:pt x="6132" y="6679"/>
                      <a:pt x="6204" y="6854"/>
                      <a:pt x="6344" y="6854"/>
                    </a:cubicBezTo>
                    <a:cubicBezTo>
                      <a:pt x="6483" y="6854"/>
                      <a:pt x="6637" y="6679"/>
                      <a:pt x="6687" y="6464"/>
                    </a:cubicBezTo>
                    <a:cubicBezTo>
                      <a:pt x="6736" y="6250"/>
                      <a:pt x="6664" y="6077"/>
                      <a:pt x="6525" y="6077"/>
                    </a:cubicBezTo>
                    <a:close/>
                    <a:moveTo>
                      <a:pt x="7137" y="6077"/>
                    </a:moveTo>
                    <a:cubicBezTo>
                      <a:pt x="6998" y="6077"/>
                      <a:pt x="6847" y="6250"/>
                      <a:pt x="6798" y="6464"/>
                    </a:cubicBezTo>
                    <a:cubicBezTo>
                      <a:pt x="6748" y="6679"/>
                      <a:pt x="6821" y="6854"/>
                      <a:pt x="6961" y="6854"/>
                    </a:cubicBezTo>
                    <a:cubicBezTo>
                      <a:pt x="7101" y="6854"/>
                      <a:pt x="7253" y="6679"/>
                      <a:pt x="7301" y="6464"/>
                    </a:cubicBezTo>
                    <a:cubicBezTo>
                      <a:pt x="7349" y="6250"/>
                      <a:pt x="7275" y="6077"/>
                      <a:pt x="7137" y="6077"/>
                    </a:cubicBezTo>
                    <a:close/>
                    <a:moveTo>
                      <a:pt x="7749" y="6077"/>
                    </a:moveTo>
                    <a:cubicBezTo>
                      <a:pt x="7610" y="6077"/>
                      <a:pt x="7460" y="6250"/>
                      <a:pt x="7412" y="6464"/>
                    </a:cubicBezTo>
                    <a:cubicBezTo>
                      <a:pt x="7365" y="6679"/>
                      <a:pt x="7439" y="6854"/>
                      <a:pt x="7579" y="6854"/>
                    </a:cubicBezTo>
                    <a:cubicBezTo>
                      <a:pt x="7719" y="6854"/>
                      <a:pt x="7870" y="6679"/>
                      <a:pt x="7916" y="6464"/>
                    </a:cubicBezTo>
                    <a:cubicBezTo>
                      <a:pt x="7962" y="6250"/>
                      <a:pt x="7887" y="6077"/>
                      <a:pt x="7749" y="6077"/>
                    </a:cubicBezTo>
                    <a:close/>
                    <a:moveTo>
                      <a:pt x="8370" y="6077"/>
                    </a:moveTo>
                    <a:cubicBezTo>
                      <a:pt x="8232" y="6077"/>
                      <a:pt x="8083" y="6250"/>
                      <a:pt x="8037" y="6464"/>
                    </a:cubicBezTo>
                    <a:cubicBezTo>
                      <a:pt x="7991" y="6679"/>
                      <a:pt x="8067" y="6854"/>
                      <a:pt x="8207" y="6854"/>
                    </a:cubicBezTo>
                    <a:cubicBezTo>
                      <a:pt x="8346" y="6854"/>
                      <a:pt x="8496" y="6679"/>
                      <a:pt x="8541" y="6464"/>
                    </a:cubicBezTo>
                    <a:cubicBezTo>
                      <a:pt x="8585" y="6250"/>
                      <a:pt x="8509" y="6077"/>
                      <a:pt x="8370" y="6077"/>
                    </a:cubicBezTo>
                    <a:close/>
                    <a:moveTo>
                      <a:pt x="8982" y="6077"/>
                    </a:moveTo>
                    <a:cubicBezTo>
                      <a:pt x="8844" y="6077"/>
                      <a:pt x="8696" y="6250"/>
                      <a:pt x="8652" y="6464"/>
                    </a:cubicBezTo>
                    <a:cubicBezTo>
                      <a:pt x="8607" y="6679"/>
                      <a:pt x="8685" y="6854"/>
                      <a:pt x="8824" y="6854"/>
                    </a:cubicBezTo>
                    <a:cubicBezTo>
                      <a:pt x="8964" y="6854"/>
                      <a:pt x="9113" y="6679"/>
                      <a:pt x="9156" y="6464"/>
                    </a:cubicBezTo>
                    <a:cubicBezTo>
                      <a:pt x="9198" y="6250"/>
                      <a:pt x="9120" y="6077"/>
                      <a:pt x="8982" y="6077"/>
                    </a:cubicBezTo>
                    <a:close/>
                    <a:moveTo>
                      <a:pt x="9594" y="6077"/>
                    </a:moveTo>
                    <a:cubicBezTo>
                      <a:pt x="9455" y="6077"/>
                      <a:pt x="9309" y="6250"/>
                      <a:pt x="9266" y="6464"/>
                    </a:cubicBezTo>
                    <a:cubicBezTo>
                      <a:pt x="9224" y="6679"/>
                      <a:pt x="9302" y="6854"/>
                      <a:pt x="9442" y="6854"/>
                    </a:cubicBezTo>
                    <a:cubicBezTo>
                      <a:pt x="9582" y="6854"/>
                      <a:pt x="9729" y="6679"/>
                      <a:pt x="9770" y="6464"/>
                    </a:cubicBezTo>
                    <a:cubicBezTo>
                      <a:pt x="9811" y="6250"/>
                      <a:pt x="9732" y="6077"/>
                      <a:pt x="9594" y="6077"/>
                    </a:cubicBezTo>
                    <a:close/>
                    <a:moveTo>
                      <a:pt x="10216" y="6077"/>
                    </a:moveTo>
                    <a:cubicBezTo>
                      <a:pt x="10077" y="6077"/>
                      <a:pt x="9932" y="6250"/>
                      <a:pt x="9891" y="6464"/>
                    </a:cubicBezTo>
                    <a:cubicBezTo>
                      <a:pt x="9850" y="6679"/>
                      <a:pt x="9930" y="6854"/>
                      <a:pt x="10070" y="6854"/>
                    </a:cubicBezTo>
                    <a:cubicBezTo>
                      <a:pt x="10210" y="6854"/>
                      <a:pt x="10356" y="6679"/>
                      <a:pt x="10395" y="6464"/>
                    </a:cubicBezTo>
                    <a:cubicBezTo>
                      <a:pt x="10435" y="6250"/>
                      <a:pt x="10354" y="6077"/>
                      <a:pt x="10216" y="6077"/>
                    </a:cubicBezTo>
                    <a:close/>
                    <a:moveTo>
                      <a:pt x="10827" y="6077"/>
                    </a:moveTo>
                    <a:cubicBezTo>
                      <a:pt x="10688" y="6077"/>
                      <a:pt x="10545" y="6250"/>
                      <a:pt x="10506" y="6464"/>
                    </a:cubicBezTo>
                    <a:cubicBezTo>
                      <a:pt x="10466" y="6679"/>
                      <a:pt x="10548" y="6854"/>
                      <a:pt x="10688" y="6854"/>
                    </a:cubicBezTo>
                    <a:cubicBezTo>
                      <a:pt x="10827" y="6854"/>
                      <a:pt x="10972" y="6679"/>
                      <a:pt x="11010" y="6464"/>
                    </a:cubicBezTo>
                    <a:cubicBezTo>
                      <a:pt x="11047" y="6250"/>
                      <a:pt x="10965" y="6077"/>
                      <a:pt x="10827" y="6077"/>
                    </a:cubicBezTo>
                    <a:close/>
                    <a:moveTo>
                      <a:pt x="13284" y="6077"/>
                    </a:moveTo>
                    <a:cubicBezTo>
                      <a:pt x="13146" y="6077"/>
                      <a:pt x="13008" y="6250"/>
                      <a:pt x="12975" y="6464"/>
                    </a:cubicBezTo>
                    <a:cubicBezTo>
                      <a:pt x="12943" y="6679"/>
                      <a:pt x="13029" y="6854"/>
                      <a:pt x="13169" y="6854"/>
                    </a:cubicBezTo>
                    <a:cubicBezTo>
                      <a:pt x="13309" y="6854"/>
                      <a:pt x="13448" y="6679"/>
                      <a:pt x="13480" y="6464"/>
                    </a:cubicBezTo>
                    <a:cubicBezTo>
                      <a:pt x="13511" y="6250"/>
                      <a:pt x="13423" y="6077"/>
                      <a:pt x="13284" y="6077"/>
                    </a:cubicBezTo>
                    <a:close/>
                    <a:moveTo>
                      <a:pt x="13896" y="6077"/>
                    </a:moveTo>
                    <a:cubicBezTo>
                      <a:pt x="13758" y="6077"/>
                      <a:pt x="13621" y="6250"/>
                      <a:pt x="13590" y="6464"/>
                    </a:cubicBezTo>
                    <a:cubicBezTo>
                      <a:pt x="13559" y="6679"/>
                      <a:pt x="13648" y="6854"/>
                      <a:pt x="13787" y="6854"/>
                    </a:cubicBezTo>
                    <a:cubicBezTo>
                      <a:pt x="13927" y="6854"/>
                      <a:pt x="14064" y="6679"/>
                      <a:pt x="14094" y="6464"/>
                    </a:cubicBezTo>
                    <a:cubicBezTo>
                      <a:pt x="14123" y="6250"/>
                      <a:pt x="14035" y="6077"/>
                      <a:pt x="13896" y="6077"/>
                    </a:cubicBezTo>
                    <a:close/>
                    <a:moveTo>
                      <a:pt x="16977" y="6077"/>
                    </a:moveTo>
                    <a:cubicBezTo>
                      <a:pt x="16838" y="6077"/>
                      <a:pt x="16708" y="6250"/>
                      <a:pt x="16685" y="6464"/>
                    </a:cubicBezTo>
                    <a:cubicBezTo>
                      <a:pt x="16663" y="6679"/>
                      <a:pt x="16758" y="6854"/>
                      <a:pt x="16898" y="6854"/>
                    </a:cubicBezTo>
                    <a:cubicBezTo>
                      <a:pt x="17038" y="6854"/>
                      <a:pt x="17169" y="6679"/>
                      <a:pt x="17190" y="6464"/>
                    </a:cubicBezTo>
                    <a:cubicBezTo>
                      <a:pt x="17211" y="6250"/>
                      <a:pt x="17115" y="6077"/>
                      <a:pt x="16977" y="6077"/>
                    </a:cubicBezTo>
                    <a:close/>
                    <a:moveTo>
                      <a:pt x="1949" y="7014"/>
                    </a:moveTo>
                    <a:cubicBezTo>
                      <a:pt x="1809" y="7014"/>
                      <a:pt x="1644" y="7191"/>
                      <a:pt x="1580" y="7410"/>
                    </a:cubicBezTo>
                    <a:cubicBezTo>
                      <a:pt x="1516" y="7630"/>
                      <a:pt x="1578" y="7810"/>
                      <a:pt x="1719" y="7810"/>
                    </a:cubicBezTo>
                    <a:cubicBezTo>
                      <a:pt x="1861" y="7810"/>
                      <a:pt x="2027" y="7630"/>
                      <a:pt x="2090" y="7410"/>
                    </a:cubicBezTo>
                    <a:cubicBezTo>
                      <a:pt x="2153" y="7191"/>
                      <a:pt x="2089" y="7014"/>
                      <a:pt x="1949" y="7014"/>
                    </a:cubicBezTo>
                    <a:close/>
                    <a:moveTo>
                      <a:pt x="2570" y="7014"/>
                    </a:moveTo>
                    <a:cubicBezTo>
                      <a:pt x="2430" y="7014"/>
                      <a:pt x="2266" y="7191"/>
                      <a:pt x="2204" y="7410"/>
                    </a:cubicBezTo>
                    <a:cubicBezTo>
                      <a:pt x="2142" y="7630"/>
                      <a:pt x="2205" y="7810"/>
                      <a:pt x="2347" y="7810"/>
                    </a:cubicBezTo>
                    <a:cubicBezTo>
                      <a:pt x="2489" y="7810"/>
                      <a:pt x="2653" y="7630"/>
                      <a:pt x="2714" y="7410"/>
                    </a:cubicBezTo>
                    <a:cubicBezTo>
                      <a:pt x="2775" y="7191"/>
                      <a:pt x="2710" y="7014"/>
                      <a:pt x="2570" y="7014"/>
                    </a:cubicBezTo>
                    <a:close/>
                    <a:moveTo>
                      <a:pt x="5056" y="7014"/>
                    </a:moveTo>
                    <a:cubicBezTo>
                      <a:pt x="4916" y="7014"/>
                      <a:pt x="4757" y="7191"/>
                      <a:pt x="4702" y="7410"/>
                    </a:cubicBezTo>
                    <a:cubicBezTo>
                      <a:pt x="4647" y="7630"/>
                      <a:pt x="4716" y="7810"/>
                      <a:pt x="4857" y="7810"/>
                    </a:cubicBezTo>
                    <a:cubicBezTo>
                      <a:pt x="4999" y="7810"/>
                      <a:pt x="5158" y="7630"/>
                      <a:pt x="5212" y="7410"/>
                    </a:cubicBezTo>
                    <a:cubicBezTo>
                      <a:pt x="5266" y="7191"/>
                      <a:pt x="5196" y="7014"/>
                      <a:pt x="5056" y="7014"/>
                    </a:cubicBezTo>
                    <a:close/>
                    <a:moveTo>
                      <a:pt x="5678" y="7014"/>
                    </a:moveTo>
                    <a:cubicBezTo>
                      <a:pt x="5537" y="7014"/>
                      <a:pt x="5380" y="7191"/>
                      <a:pt x="5327" y="7410"/>
                    </a:cubicBezTo>
                    <a:cubicBezTo>
                      <a:pt x="5273" y="7630"/>
                      <a:pt x="5343" y="7810"/>
                      <a:pt x="5485" y="7810"/>
                    </a:cubicBezTo>
                    <a:cubicBezTo>
                      <a:pt x="5627" y="7810"/>
                      <a:pt x="5784" y="7630"/>
                      <a:pt x="5837" y="7410"/>
                    </a:cubicBezTo>
                    <a:cubicBezTo>
                      <a:pt x="5889" y="7191"/>
                      <a:pt x="5818" y="7014"/>
                      <a:pt x="5678" y="7014"/>
                    </a:cubicBezTo>
                    <a:close/>
                    <a:moveTo>
                      <a:pt x="6299" y="7014"/>
                    </a:moveTo>
                    <a:cubicBezTo>
                      <a:pt x="6159" y="7014"/>
                      <a:pt x="6003" y="7191"/>
                      <a:pt x="5951" y="7410"/>
                    </a:cubicBezTo>
                    <a:cubicBezTo>
                      <a:pt x="5899" y="7630"/>
                      <a:pt x="5971" y="7810"/>
                      <a:pt x="6113" y="7810"/>
                    </a:cubicBezTo>
                    <a:cubicBezTo>
                      <a:pt x="6254" y="7810"/>
                      <a:pt x="6411" y="7630"/>
                      <a:pt x="6462" y="7410"/>
                    </a:cubicBezTo>
                    <a:cubicBezTo>
                      <a:pt x="6512" y="7191"/>
                      <a:pt x="6439" y="7014"/>
                      <a:pt x="6299" y="7014"/>
                    </a:cubicBezTo>
                    <a:close/>
                    <a:moveTo>
                      <a:pt x="6921" y="7014"/>
                    </a:moveTo>
                    <a:cubicBezTo>
                      <a:pt x="6780" y="7014"/>
                      <a:pt x="6626" y="7191"/>
                      <a:pt x="6576" y="7410"/>
                    </a:cubicBezTo>
                    <a:cubicBezTo>
                      <a:pt x="6526" y="7630"/>
                      <a:pt x="6599" y="7810"/>
                      <a:pt x="6740" y="7810"/>
                    </a:cubicBezTo>
                    <a:cubicBezTo>
                      <a:pt x="6882" y="7810"/>
                      <a:pt x="7037" y="7630"/>
                      <a:pt x="7086" y="7410"/>
                    </a:cubicBezTo>
                    <a:cubicBezTo>
                      <a:pt x="7135" y="7191"/>
                      <a:pt x="7061" y="7014"/>
                      <a:pt x="6921" y="7014"/>
                    </a:cubicBezTo>
                    <a:close/>
                    <a:moveTo>
                      <a:pt x="7542" y="7014"/>
                    </a:moveTo>
                    <a:cubicBezTo>
                      <a:pt x="7402" y="7014"/>
                      <a:pt x="7249" y="7191"/>
                      <a:pt x="7201" y="7410"/>
                    </a:cubicBezTo>
                    <a:cubicBezTo>
                      <a:pt x="7152" y="7630"/>
                      <a:pt x="7227" y="7810"/>
                      <a:pt x="7368" y="7810"/>
                    </a:cubicBezTo>
                    <a:cubicBezTo>
                      <a:pt x="7510" y="7810"/>
                      <a:pt x="7663" y="7630"/>
                      <a:pt x="7711" y="7410"/>
                    </a:cubicBezTo>
                    <a:cubicBezTo>
                      <a:pt x="7758" y="7191"/>
                      <a:pt x="7683" y="7014"/>
                      <a:pt x="7542" y="7014"/>
                    </a:cubicBezTo>
                    <a:close/>
                    <a:moveTo>
                      <a:pt x="8164" y="7014"/>
                    </a:moveTo>
                    <a:cubicBezTo>
                      <a:pt x="8024" y="7014"/>
                      <a:pt x="7872" y="7191"/>
                      <a:pt x="7825" y="7410"/>
                    </a:cubicBezTo>
                    <a:cubicBezTo>
                      <a:pt x="7778" y="7630"/>
                      <a:pt x="7855" y="7810"/>
                      <a:pt x="7996" y="7810"/>
                    </a:cubicBezTo>
                    <a:cubicBezTo>
                      <a:pt x="8138" y="7810"/>
                      <a:pt x="8290" y="7630"/>
                      <a:pt x="8336" y="7410"/>
                    </a:cubicBezTo>
                    <a:cubicBezTo>
                      <a:pt x="8381" y="7191"/>
                      <a:pt x="8304" y="7014"/>
                      <a:pt x="8164" y="7014"/>
                    </a:cubicBezTo>
                    <a:close/>
                    <a:moveTo>
                      <a:pt x="8786" y="7014"/>
                    </a:moveTo>
                    <a:cubicBezTo>
                      <a:pt x="8645" y="7014"/>
                      <a:pt x="8495" y="7191"/>
                      <a:pt x="8450" y="7410"/>
                    </a:cubicBezTo>
                    <a:cubicBezTo>
                      <a:pt x="8405" y="7630"/>
                      <a:pt x="8483" y="7810"/>
                      <a:pt x="8624" y="7810"/>
                    </a:cubicBezTo>
                    <a:cubicBezTo>
                      <a:pt x="8766" y="7810"/>
                      <a:pt x="8916" y="7630"/>
                      <a:pt x="8960" y="7410"/>
                    </a:cubicBezTo>
                    <a:cubicBezTo>
                      <a:pt x="9004" y="7191"/>
                      <a:pt x="8926" y="7014"/>
                      <a:pt x="8786" y="7014"/>
                    </a:cubicBezTo>
                    <a:close/>
                    <a:moveTo>
                      <a:pt x="9407" y="7014"/>
                    </a:moveTo>
                    <a:cubicBezTo>
                      <a:pt x="9267" y="7014"/>
                      <a:pt x="9118" y="7191"/>
                      <a:pt x="9075" y="7410"/>
                    </a:cubicBezTo>
                    <a:cubicBezTo>
                      <a:pt x="9031" y="7630"/>
                      <a:pt x="9110" y="7810"/>
                      <a:pt x="9252" y="7810"/>
                    </a:cubicBezTo>
                    <a:cubicBezTo>
                      <a:pt x="9394" y="7810"/>
                      <a:pt x="9543" y="7630"/>
                      <a:pt x="9585" y="7410"/>
                    </a:cubicBezTo>
                    <a:cubicBezTo>
                      <a:pt x="9627" y="7191"/>
                      <a:pt x="9547" y="7014"/>
                      <a:pt x="9407" y="7014"/>
                    </a:cubicBezTo>
                    <a:close/>
                    <a:moveTo>
                      <a:pt x="10029" y="7014"/>
                    </a:moveTo>
                    <a:cubicBezTo>
                      <a:pt x="9889" y="7014"/>
                      <a:pt x="9741" y="7191"/>
                      <a:pt x="9700" y="7410"/>
                    </a:cubicBezTo>
                    <a:cubicBezTo>
                      <a:pt x="9658" y="7630"/>
                      <a:pt x="9738" y="7810"/>
                      <a:pt x="9880" y="7810"/>
                    </a:cubicBezTo>
                    <a:cubicBezTo>
                      <a:pt x="10021" y="7810"/>
                      <a:pt x="10169" y="7630"/>
                      <a:pt x="10210" y="7410"/>
                    </a:cubicBezTo>
                    <a:cubicBezTo>
                      <a:pt x="10250" y="7191"/>
                      <a:pt x="10169" y="7014"/>
                      <a:pt x="10029" y="7014"/>
                    </a:cubicBezTo>
                    <a:close/>
                    <a:moveTo>
                      <a:pt x="10650" y="7014"/>
                    </a:moveTo>
                    <a:cubicBezTo>
                      <a:pt x="10510" y="7014"/>
                      <a:pt x="10364" y="7191"/>
                      <a:pt x="10324" y="7410"/>
                    </a:cubicBezTo>
                    <a:cubicBezTo>
                      <a:pt x="10284" y="7630"/>
                      <a:pt x="10366" y="7810"/>
                      <a:pt x="10508" y="7810"/>
                    </a:cubicBezTo>
                    <a:cubicBezTo>
                      <a:pt x="10649" y="7810"/>
                      <a:pt x="10796" y="7630"/>
                      <a:pt x="10835" y="7410"/>
                    </a:cubicBezTo>
                    <a:cubicBezTo>
                      <a:pt x="10873" y="7191"/>
                      <a:pt x="10791" y="7014"/>
                      <a:pt x="10650" y="7014"/>
                    </a:cubicBezTo>
                    <a:close/>
                    <a:moveTo>
                      <a:pt x="13148" y="7014"/>
                    </a:moveTo>
                    <a:cubicBezTo>
                      <a:pt x="13008" y="7014"/>
                      <a:pt x="12867" y="7191"/>
                      <a:pt x="12834" y="7410"/>
                    </a:cubicBezTo>
                    <a:cubicBezTo>
                      <a:pt x="12801" y="7630"/>
                      <a:pt x="12888" y="7810"/>
                      <a:pt x="13030" y="7810"/>
                    </a:cubicBezTo>
                    <a:cubicBezTo>
                      <a:pt x="13172" y="7810"/>
                      <a:pt x="13313" y="7630"/>
                      <a:pt x="13345" y="7410"/>
                    </a:cubicBezTo>
                    <a:cubicBezTo>
                      <a:pt x="13376" y="7191"/>
                      <a:pt x="13288" y="7014"/>
                      <a:pt x="13148" y="7014"/>
                    </a:cubicBezTo>
                    <a:close/>
                    <a:moveTo>
                      <a:pt x="13770" y="7014"/>
                    </a:moveTo>
                    <a:cubicBezTo>
                      <a:pt x="13630" y="7014"/>
                      <a:pt x="13491" y="7191"/>
                      <a:pt x="13459" y="7410"/>
                    </a:cubicBezTo>
                    <a:cubicBezTo>
                      <a:pt x="13427" y="7630"/>
                      <a:pt x="13517" y="7810"/>
                      <a:pt x="13658" y="7810"/>
                    </a:cubicBezTo>
                    <a:cubicBezTo>
                      <a:pt x="13800" y="7810"/>
                      <a:pt x="13939" y="7630"/>
                      <a:pt x="13969" y="7410"/>
                    </a:cubicBezTo>
                    <a:cubicBezTo>
                      <a:pt x="13999" y="7191"/>
                      <a:pt x="13910" y="7014"/>
                      <a:pt x="13770" y="7014"/>
                    </a:cubicBezTo>
                    <a:close/>
                    <a:moveTo>
                      <a:pt x="14392" y="7014"/>
                    </a:moveTo>
                    <a:cubicBezTo>
                      <a:pt x="14252" y="7014"/>
                      <a:pt x="14114" y="7191"/>
                      <a:pt x="14084" y="7410"/>
                    </a:cubicBezTo>
                    <a:cubicBezTo>
                      <a:pt x="14054" y="7630"/>
                      <a:pt x="14145" y="7810"/>
                      <a:pt x="14286" y="7810"/>
                    </a:cubicBezTo>
                    <a:cubicBezTo>
                      <a:pt x="14428" y="7810"/>
                      <a:pt x="14566" y="7630"/>
                      <a:pt x="14594" y="7410"/>
                    </a:cubicBezTo>
                    <a:cubicBezTo>
                      <a:pt x="14623" y="7191"/>
                      <a:pt x="14532" y="7014"/>
                      <a:pt x="14392" y="7014"/>
                    </a:cubicBezTo>
                    <a:close/>
                    <a:moveTo>
                      <a:pt x="15014" y="7014"/>
                    </a:moveTo>
                    <a:cubicBezTo>
                      <a:pt x="14874" y="7014"/>
                      <a:pt x="14737" y="7191"/>
                      <a:pt x="14709" y="7410"/>
                    </a:cubicBezTo>
                    <a:cubicBezTo>
                      <a:pt x="14681" y="7630"/>
                      <a:pt x="14773" y="7810"/>
                      <a:pt x="14914" y="7810"/>
                    </a:cubicBezTo>
                    <a:cubicBezTo>
                      <a:pt x="15056" y="7810"/>
                      <a:pt x="15193" y="7630"/>
                      <a:pt x="15219" y="7410"/>
                    </a:cubicBezTo>
                    <a:cubicBezTo>
                      <a:pt x="15246" y="7191"/>
                      <a:pt x="15154" y="7014"/>
                      <a:pt x="15014" y="7014"/>
                    </a:cubicBezTo>
                    <a:close/>
                    <a:moveTo>
                      <a:pt x="411" y="8002"/>
                    </a:moveTo>
                    <a:cubicBezTo>
                      <a:pt x="269" y="8002"/>
                      <a:pt x="98" y="8182"/>
                      <a:pt x="29" y="8407"/>
                    </a:cubicBezTo>
                    <a:cubicBezTo>
                      <a:pt x="-40" y="8632"/>
                      <a:pt x="20" y="8817"/>
                      <a:pt x="163" y="8817"/>
                    </a:cubicBezTo>
                    <a:cubicBezTo>
                      <a:pt x="306" y="8817"/>
                      <a:pt x="478" y="8632"/>
                      <a:pt x="546" y="8407"/>
                    </a:cubicBezTo>
                    <a:cubicBezTo>
                      <a:pt x="613" y="8182"/>
                      <a:pt x="553" y="8002"/>
                      <a:pt x="411" y="8002"/>
                    </a:cubicBezTo>
                    <a:close/>
                    <a:moveTo>
                      <a:pt x="1032" y="8002"/>
                    </a:moveTo>
                    <a:cubicBezTo>
                      <a:pt x="890" y="8002"/>
                      <a:pt x="721" y="8182"/>
                      <a:pt x="653" y="8407"/>
                    </a:cubicBezTo>
                    <a:cubicBezTo>
                      <a:pt x="586" y="8632"/>
                      <a:pt x="647" y="8817"/>
                      <a:pt x="791" y="8817"/>
                    </a:cubicBezTo>
                    <a:cubicBezTo>
                      <a:pt x="934" y="8817"/>
                      <a:pt x="1104" y="8632"/>
                      <a:pt x="1170" y="8407"/>
                    </a:cubicBezTo>
                    <a:cubicBezTo>
                      <a:pt x="1236" y="8182"/>
                      <a:pt x="1174" y="8002"/>
                      <a:pt x="1032" y="8002"/>
                    </a:cubicBezTo>
                    <a:close/>
                    <a:moveTo>
                      <a:pt x="6073" y="8002"/>
                    </a:moveTo>
                    <a:cubicBezTo>
                      <a:pt x="5931" y="8002"/>
                      <a:pt x="5773" y="8182"/>
                      <a:pt x="5720" y="8407"/>
                    </a:cubicBezTo>
                    <a:cubicBezTo>
                      <a:pt x="5666" y="8632"/>
                      <a:pt x="5739" y="8817"/>
                      <a:pt x="5882" y="8817"/>
                    </a:cubicBezTo>
                    <a:cubicBezTo>
                      <a:pt x="6026" y="8817"/>
                      <a:pt x="6184" y="8632"/>
                      <a:pt x="6236" y="8407"/>
                    </a:cubicBezTo>
                    <a:cubicBezTo>
                      <a:pt x="6288" y="8182"/>
                      <a:pt x="6215" y="8002"/>
                      <a:pt x="6073" y="8002"/>
                    </a:cubicBezTo>
                    <a:close/>
                    <a:moveTo>
                      <a:pt x="6704" y="8002"/>
                    </a:moveTo>
                    <a:cubicBezTo>
                      <a:pt x="6563" y="8002"/>
                      <a:pt x="6406" y="8182"/>
                      <a:pt x="6354" y="8407"/>
                    </a:cubicBezTo>
                    <a:cubicBezTo>
                      <a:pt x="6303" y="8632"/>
                      <a:pt x="6377" y="8817"/>
                      <a:pt x="6520" y="8817"/>
                    </a:cubicBezTo>
                    <a:cubicBezTo>
                      <a:pt x="6663" y="8817"/>
                      <a:pt x="6821" y="8632"/>
                      <a:pt x="6871" y="8407"/>
                    </a:cubicBezTo>
                    <a:cubicBezTo>
                      <a:pt x="6921" y="8182"/>
                      <a:pt x="6846" y="8002"/>
                      <a:pt x="6704" y="8002"/>
                    </a:cubicBezTo>
                    <a:close/>
                    <a:moveTo>
                      <a:pt x="7336" y="8002"/>
                    </a:moveTo>
                    <a:cubicBezTo>
                      <a:pt x="7194" y="8002"/>
                      <a:pt x="7039" y="8182"/>
                      <a:pt x="6989" y="8407"/>
                    </a:cubicBezTo>
                    <a:cubicBezTo>
                      <a:pt x="6939" y="8632"/>
                      <a:pt x="7015" y="8817"/>
                      <a:pt x="7158" y="8817"/>
                    </a:cubicBezTo>
                    <a:cubicBezTo>
                      <a:pt x="7302" y="8817"/>
                      <a:pt x="7457" y="8632"/>
                      <a:pt x="7506" y="8407"/>
                    </a:cubicBezTo>
                    <a:cubicBezTo>
                      <a:pt x="7554" y="8182"/>
                      <a:pt x="7478" y="8002"/>
                      <a:pt x="7336" y="8002"/>
                    </a:cubicBezTo>
                    <a:close/>
                    <a:moveTo>
                      <a:pt x="7957" y="8002"/>
                    </a:moveTo>
                    <a:cubicBezTo>
                      <a:pt x="7816" y="8002"/>
                      <a:pt x="7662" y="8182"/>
                      <a:pt x="7614" y="8407"/>
                    </a:cubicBezTo>
                    <a:cubicBezTo>
                      <a:pt x="7566" y="8632"/>
                      <a:pt x="7643" y="8817"/>
                      <a:pt x="7786" y="8817"/>
                    </a:cubicBezTo>
                    <a:cubicBezTo>
                      <a:pt x="7929" y="8817"/>
                      <a:pt x="8083" y="8632"/>
                      <a:pt x="8130" y="8407"/>
                    </a:cubicBezTo>
                    <a:cubicBezTo>
                      <a:pt x="8177" y="8182"/>
                      <a:pt x="8099" y="8002"/>
                      <a:pt x="7957" y="8002"/>
                    </a:cubicBezTo>
                    <a:close/>
                    <a:moveTo>
                      <a:pt x="8589" y="8002"/>
                    </a:moveTo>
                    <a:cubicBezTo>
                      <a:pt x="8447" y="8002"/>
                      <a:pt x="8295" y="8182"/>
                      <a:pt x="8249" y="8407"/>
                    </a:cubicBezTo>
                    <a:cubicBezTo>
                      <a:pt x="8202" y="8632"/>
                      <a:pt x="8281" y="8817"/>
                      <a:pt x="8424" y="8817"/>
                    </a:cubicBezTo>
                    <a:cubicBezTo>
                      <a:pt x="8567" y="8817"/>
                      <a:pt x="8720" y="8632"/>
                      <a:pt x="8765" y="8407"/>
                    </a:cubicBezTo>
                    <a:cubicBezTo>
                      <a:pt x="8810" y="8182"/>
                      <a:pt x="8731" y="8002"/>
                      <a:pt x="8589" y="8002"/>
                    </a:cubicBezTo>
                    <a:close/>
                    <a:moveTo>
                      <a:pt x="9221" y="8002"/>
                    </a:moveTo>
                    <a:cubicBezTo>
                      <a:pt x="9079" y="8002"/>
                      <a:pt x="8928" y="8182"/>
                      <a:pt x="8883" y="8407"/>
                    </a:cubicBezTo>
                    <a:cubicBezTo>
                      <a:pt x="8839" y="8632"/>
                      <a:pt x="8919" y="8817"/>
                      <a:pt x="9062" y="8817"/>
                    </a:cubicBezTo>
                    <a:cubicBezTo>
                      <a:pt x="9205" y="8817"/>
                      <a:pt x="9357" y="8632"/>
                      <a:pt x="9400" y="8407"/>
                    </a:cubicBezTo>
                    <a:cubicBezTo>
                      <a:pt x="9443" y="8182"/>
                      <a:pt x="9363" y="8002"/>
                      <a:pt x="9221" y="8002"/>
                    </a:cubicBezTo>
                    <a:close/>
                    <a:moveTo>
                      <a:pt x="9853" y="8002"/>
                    </a:moveTo>
                    <a:cubicBezTo>
                      <a:pt x="9711" y="8002"/>
                      <a:pt x="9561" y="8182"/>
                      <a:pt x="9518" y="8407"/>
                    </a:cubicBezTo>
                    <a:cubicBezTo>
                      <a:pt x="9475" y="8632"/>
                      <a:pt x="9557" y="8817"/>
                      <a:pt x="9700" y="8817"/>
                    </a:cubicBezTo>
                    <a:cubicBezTo>
                      <a:pt x="9843" y="8817"/>
                      <a:pt x="9994" y="8632"/>
                      <a:pt x="10035" y="8407"/>
                    </a:cubicBezTo>
                    <a:cubicBezTo>
                      <a:pt x="10077" y="8182"/>
                      <a:pt x="9995" y="8002"/>
                      <a:pt x="9853" y="8002"/>
                    </a:cubicBezTo>
                    <a:close/>
                    <a:moveTo>
                      <a:pt x="10484" y="8002"/>
                    </a:moveTo>
                    <a:cubicBezTo>
                      <a:pt x="10342" y="8002"/>
                      <a:pt x="10194" y="8182"/>
                      <a:pt x="10153" y="8407"/>
                    </a:cubicBezTo>
                    <a:cubicBezTo>
                      <a:pt x="10112" y="8632"/>
                      <a:pt x="10194" y="8817"/>
                      <a:pt x="10338" y="8817"/>
                    </a:cubicBezTo>
                    <a:cubicBezTo>
                      <a:pt x="10481" y="8817"/>
                      <a:pt x="10630" y="8632"/>
                      <a:pt x="10670" y="8407"/>
                    </a:cubicBezTo>
                    <a:cubicBezTo>
                      <a:pt x="10709" y="8182"/>
                      <a:pt x="10626" y="8002"/>
                      <a:pt x="10484" y="8002"/>
                    </a:cubicBezTo>
                    <a:close/>
                    <a:moveTo>
                      <a:pt x="11106" y="8002"/>
                    </a:moveTo>
                    <a:cubicBezTo>
                      <a:pt x="10964" y="8002"/>
                      <a:pt x="10817" y="8182"/>
                      <a:pt x="10778" y="8407"/>
                    </a:cubicBezTo>
                    <a:cubicBezTo>
                      <a:pt x="10739" y="8632"/>
                      <a:pt x="10823" y="8817"/>
                      <a:pt x="10966" y="8817"/>
                    </a:cubicBezTo>
                    <a:cubicBezTo>
                      <a:pt x="11109" y="8817"/>
                      <a:pt x="11257" y="8632"/>
                      <a:pt x="11295" y="8407"/>
                    </a:cubicBezTo>
                    <a:cubicBezTo>
                      <a:pt x="11333" y="8182"/>
                      <a:pt x="11248" y="8002"/>
                      <a:pt x="11106" y="8002"/>
                    </a:cubicBezTo>
                    <a:close/>
                    <a:moveTo>
                      <a:pt x="11738" y="8002"/>
                    </a:moveTo>
                    <a:cubicBezTo>
                      <a:pt x="11596" y="8002"/>
                      <a:pt x="11450" y="8182"/>
                      <a:pt x="11413" y="8407"/>
                    </a:cubicBezTo>
                    <a:cubicBezTo>
                      <a:pt x="11375" y="8632"/>
                      <a:pt x="11461" y="8817"/>
                      <a:pt x="11604" y="8817"/>
                    </a:cubicBezTo>
                    <a:cubicBezTo>
                      <a:pt x="11748" y="8817"/>
                      <a:pt x="11893" y="8632"/>
                      <a:pt x="11930" y="8407"/>
                    </a:cubicBezTo>
                    <a:cubicBezTo>
                      <a:pt x="11966" y="8182"/>
                      <a:pt x="11880" y="8002"/>
                      <a:pt x="11738" y="8002"/>
                    </a:cubicBezTo>
                    <a:close/>
                    <a:moveTo>
                      <a:pt x="13001" y="8002"/>
                    </a:moveTo>
                    <a:cubicBezTo>
                      <a:pt x="12860" y="8002"/>
                      <a:pt x="12717" y="8182"/>
                      <a:pt x="12683" y="8407"/>
                    </a:cubicBezTo>
                    <a:cubicBezTo>
                      <a:pt x="12649" y="8632"/>
                      <a:pt x="12737" y="8817"/>
                      <a:pt x="12880" y="8817"/>
                    </a:cubicBezTo>
                    <a:cubicBezTo>
                      <a:pt x="13024" y="8817"/>
                      <a:pt x="13167" y="8632"/>
                      <a:pt x="13200" y="8407"/>
                    </a:cubicBezTo>
                    <a:cubicBezTo>
                      <a:pt x="13232" y="8182"/>
                      <a:pt x="13143" y="8002"/>
                      <a:pt x="13001" y="8002"/>
                    </a:cubicBezTo>
                    <a:close/>
                    <a:moveTo>
                      <a:pt x="13633" y="8002"/>
                    </a:moveTo>
                    <a:cubicBezTo>
                      <a:pt x="13491" y="8002"/>
                      <a:pt x="13350" y="8182"/>
                      <a:pt x="13318" y="8407"/>
                    </a:cubicBezTo>
                    <a:cubicBezTo>
                      <a:pt x="13286" y="8632"/>
                      <a:pt x="13375" y="8817"/>
                      <a:pt x="13519" y="8817"/>
                    </a:cubicBezTo>
                    <a:cubicBezTo>
                      <a:pt x="13662" y="8817"/>
                      <a:pt x="13803" y="8632"/>
                      <a:pt x="13834" y="8407"/>
                    </a:cubicBezTo>
                    <a:cubicBezTo>
                      <a:pt x="13865" y="8182"/>
                      <a:pt x="13775" y="8002"/>
                      <a:pt x="13633" y="8002"/>
                    </a:cubicBezTo>
                    <a:close/>
                    <a:moveTo>
                      <a:pt x="14255" y="8002"/>
                    </a:moveTo>
                    <a:cubicBezTo>
                      <a:pt x="14113" y="8002"/>
                      <a:pt x="13974" y="8182"/>
                      <a:pt x="13943" y="8407"/>
                    </a:cubicBezTo>
                    <a:cubicBezTo>
                      <a:pt x="13912" y="8632"/>
                      <a:pt x="14004" y="8817"/>
                      <a:pt x="14147" y="8817"/>
                    </a:cubicBezTo>
                    <a:cubicBezTo>
                      <a:pt x="14290" y="8817"/>
                      <a:pt x="14430" y="8632"/>
                      <a:pt x="14460" y="8407"/>
                    </a:cubicBezTo>
                    <a:cubicBezTo>
                      <a:pt x="14489" y="8182"/>
                      <a:pt x="14397" y="8002"/>
                      <a:pt x="14255" y="8002"/>
                    </a:cubicBezTo>
                    <a:close/>
                    <a:moveTo>
                      <a:pt x="14887" y="8002"/>
                    </a:moveTo>
                    <a:cubicBezTo>
                      <a:pt x="14745" y="8002"/>
                      <a:pt x="14607" y="8182"/>
                      <a:pt x="14578" y="8407"/>
                    </a:cubicBezTo>
                    <a:cubicBezTo>
                      <a:pt x="14549" y="8632"/>
                      <a:pt x="14642" y="8817"/>
                      <a:pt x="14785" y="8817"/>
                    </a:cubicBezTo>
                    <a:cubicBezTo>
                      <a:pt x="14929" y="8817"/>
                      <a:pt x="15067" y="8632"/>
                      <a:pt x="15095" y="8407"/>
                    </a:cubicBezTo>
                    <a:cubicBezTo>
                      <a:pt x="15122" y="8182"/>
                      <a:pt x="15029" y="8002"/>
                      <a:pt x="14887" y="8002"/>
                    </a:cubicBezTo>
                    <a:close/>
                    <a:moveTo>
                      <a:pt x="15519" y="8002"/>
                    </a:moveTo>
                    <a:cubicBezTo>
                      <a:pt x="15378" y="8002"/>
                      <a:pt x="15240" y="8182"/>
                      <a:pt x="15213" y="8407"/>
                    </a:cubicBezTo>
                    <a:cubicBezTo>
                      <a:pt x="15186" y="8632"/>
                      <a:pt x="15280" y="8817"/>
                      <a:pt x="15423" y="8817"/>
                    </a:cubicBezTo>
                    <a:cubicBezTo>
                      <a:pt x="15567" y="8817"/>
                      <a:pt x="15704" y="8632"/>
                      <a:pt x="15730" y="8407"/>
                    </a:cubicBezTo>
                    <a:cubicBezTo>
                      <a:pt x="15756" y="8182"/>
                      <a:pt x="15661" y="8002"/>
                      <a:pt x="15519" y="8002"/>
                    </a:cubicBezTo>
                    <a:close/>
                    <a:moveTo>
                      <a:pt x="5837" y="8989"/>
                    </a:moveTo>
                    <a:cubicBezTo>
                      <a:pt x="5693" y="8989"/>
                      <a:pt x="5533" y="9174"/>
                      <a:pt x="5478" y="9405"/>
                    </a:cubicBezTo>
                    <a:cubicBezTo>
                      <a:pt x="5423" y="9636"/>
                      <a:pt x="5496" y="9824"/>
                      <a:pt x="5641" y="9824"/>
                    </a:cubicBezTo>
                    <a:cubicBezTo>
                      <a:pt x="5786" y="9824"/>
                      <a:pt x="5948" y="9636"/>
                      <a:pt x="6001" y="9405"/>
                    </a:cubicBezTo>
                    <a:cubicBezTo>
                      <a:pt x="6054" y="9174"/>
                      <a:pt x="5980" y="8989"/>
                      <a:pt x="5837" y="8989"/>
                    </a:cubicBezTo>
                    <a:close/>
                    <a:moveTo>
                      <a:pt x="6478" y="8989"/>
                    </a:moveTo>
                    <a:cubicBezTo>
                      <a:pt x="6335" y="8989"/>
                      <a:pt x="6176" y="9174"/>
                      <a:pt x="6123" y="9405"/>
                    </a:cubicBezTo>
                    <a:cubicBezTo>
                      <a:pt x="6070" y="9636"/>
                      <a:pt x="6144" y="9824"/>
                      <a:pt x="6289" y="9824"/>
                    </a:cubicBezTo>
                    <a:cubicBezTo>
                      <a:pt x="6435" y="9824"/>
                      <a:pt x="6594" y="9636"/>
                      <a:pt x="6646" y="9405"/>
                    </a:cubicBezTo>
                    <a:cubicBezTo>
                      <a:pt x="6697" y="9174"/>
                      <a:pt x="6622" y="8989"/>
                      <a:pt x="6478" y="8989"/>
                    </a:cubicBezTo>
                    <a:close/>
                    <a:moveTo>
                      <a:pt x="7110" y="8989"/>
                    </a:moveTo>
                    <a:cubicBezTo>
                      <a:pt x="6966" y="8989"/>
                      <a:pt x="6809" y="9174"/>
                      <a:pt x="6758" y="9405"/>
                    </a:cubicBezTo>
                    <a:cubicBezTo>
                      <a:pt x="6706" y="9636"/>
                      <a:pt x="6782" y="9824"/>
                      <a:pt x="6927" y="9824"/>
                    </a:cubicBezTo>
                    <a:cubicBezTo>
                      <a:pt x="7073" y="9824"/>
                      <a:pt x="7231" y="9636"/>
                      <a:pt x="7281" y="9405"/>
                    </a:cubicBezTo>
                    <a:cubicBezTo>
                      <a:pt x="7330" y="9174"/>
                      <a:pt x="7254" y="8989"/>
                      <a:pt x="7110" y="8989"/>
                    </a:cubicBezTo>
                    <a:close/>
                    <a:moveTo>
                      <a:pt x="7751" y="8989"/>
                    </a:moveTo>
                    <a:cubicBezTo>
                      <a:pt x="7608" y="8989"/>
                      <a:pt x="7452" y="9174"/>
                      <a:pt x="7402" y="9405"/>
                    </a:cubicBezTo>
                    <a:cubicBezTo>
                      <a:pt x="7353" y="9636"/>
                      <a:pt x="7431" y="9824"/>
                      <a:pt x="7576" y="9824"/>
                    </a:cubicBezTo>
                    <a:cubicBezTo>
                      <a:pt x="7721" y="9824"/>
                      <a:pt x="7878" y="9636"/>
                      <a:pt x="7926" y="9405"/>
                    </a:cubicBezTo>
                    <a:cubicBezTo>
                      <a:pt x="7973" y="9174"/>
                      <a:pt x="7895" y="8989"/>
                      <a:pt x="7751" y="8989"/>
                    </a:cubicBezTo>
                    <a:close/>
                    <a:moveTo>
                      <a:pt x="8393" y="8989"/>
                    </a:moveTo>
                    <a:cubicBezTo>
                      <a:pt x="8249" y="8989"/>
                      <a:pt x="8095" y="9174"/>
                      <a:pt x="8047" y="9405"/>
                    </a:cubicBezTo>
                    <a:cubicBezTo>
                      <a:pt x="8000" y="9636"/>
                      <a:pt x="8079" y="9824"/>
                      <a:pt x="8224" y="9824"/>
                    </a:cubicBezTo>
                    <a:cubicBezTo>
                      <a:pt x="8369" y="9824"/>
                      <a:pt x="8524" y="9636"/>
                      <a:pt x="8570" y="9405"/>
                    </a:cubicBezTo>
                    <a:cubicBezTo>
                      <a:pt x="8616" y="9174"/>
                      <a:pt x="8537" y="8989"/>
                      <a:pt x="8393" y="8989"/>
                    </a:cubicBezTo>
                    <a:close/>
                    <a:moveTo>
                      <a:pt x="9025" y="8989"/>
                    </a:moveTo>
                    <a:cubicBezTo>
                      <a:pt x="8881" y="8989"/>
                      <a:pt x="8728" y="9174"/>
                      <a:pt x="8682" y="9405"/>
                    </a:cubicBezTo>
                    <a:cubicBezTo>
                      <a:pt x="8636" y="9636"/>
                      <a:pt x="8717" y="9824"/>
                      <a:pt x="8862" y="9824"/>
                    </a:cubicBezTo>
                    <a:cubicBezTo>
                      <a:pt x="9007" y="9824"/>
                      <a:pt x="9161" y="9636"/>
                      <a:pt x="9205" y="9405"/>
                    </a:cubicBezTo>
                    <a:cubicBezTo>
                      <a:pt x="9249" y="9174"/>
                      <a:pt x="9168" y="8989"/>
                      <a:pt x="9025" y="8989"/>
                    </a:cubicBezTo>
                    <a:close/>
                    <a:moveTo>
                      <a:pt x="9666" y="8989"/>
                    </a:moveTo>
                    <a:cubicBezTo>
                      <a:pt x="9523" y="8989"/>
                      <a:pt x="9371" y="9174"/>
                      <a:pt x="9327" y="9405"/>
                    </a:cubicBezTo>
                    <a:cubicBezTo>
                      <a:pt x="9283" y="9636"/>
                      <a:pt x="9365" y="9824"/>
                      <a:pt x="9510" y="9824"/>
                    </a:cubicBezTo>
                    <a:cubicBezTo>
                      <a:pt x="9655" y="9824"/>
                      <a:pt x="9807" y="9636"/>
                      <a:pt x="9850" y="9405"/>
                    </a:cubicBezTo>
                    <a:cubicBezTo>
                      <a:pt x="9892" y="9174"/>
                      <a:pt x="9810" y="8989"/>
                      <a:pt x="9666" y="8989"/>
                    </a:cubicBezTo>
                    <a:close/>
                    <a:moveTo>
                      <a:pt x="10298" y="8989"/>
                    </a:moveTo>
                    <a:cubicBezTo>
                      <a:pt x="10154" y="8989"/>
                      <a:pt x="10004" y="9174"/>
                      <a:pt x="9962" y="9405"/>
                    </a:cubicBezTo>
                    <a:cubicBezTo>
                      <a:pt x="9920" y="9636"/>
                      <a:pt x="10003" y="9824"/>
                      <a:pt x="10148" y="9824"/>
                    </a:cubicBezTo>
                    <a:cubicBezTo>
                      <a:pt x="10293" y="9824"/>
                      <a:pt x="10444" y="9636"/>
                      <a:pt x="10485" y="9405"/>
                    </a:cubicBezTo>
                    <a:cubicBezTo>
                      <a:pt x="10525" y="9174"/>
                      <a:pt x="10441" y="8989"/>
                      <a:pt x="10298" y="8989"/>
                    </a:cubicBezTo>
                    <a:close/>
                    <a:moveTo>
                      <a:pt x="10940" y="8989"/>
                    </a:moveTo>
                    <a:cubicBezTo>
                      <a:pt x="10796" y="8989"/>
                      <a:pt x="10647" y="9174"/>
                      <a:pt x="10607" y="9405"/>
                    </a:cubicBezTo>
                    <a:cubicBezTo>
                      <a:pt x="10566" y="9636"/>
                      <a:pt x="10651" y="9824"/>
                      <a:pt x="10796" y="9824"/>
                    </a:cubicBezTo>
                    <a:cubicBezTo>
                      <a:pt x="10941" y="9824"/>
                      <a:pt x="11091" y="9636"/>
                      <a:pt x="11130" y="9405"/>
                    </a:cubicBezTo>
                    <a:cubicBezTo>
                      <a:pt x="11169" y="9174"/>
                      <a:pt x="11083" y="8989"/>
                      <a:pt x="10940" y="8989"/>
                    </a:cubicBezTo>
                    <a:close/>
                    <a:moveTo>
                      <a:pt x="11572" y="8989"/>
                    </a:moveTo>
                    <a:cubicBezTo>
                      <a:pt x="11428" y="8989"/>
                      <a:pt x="11280" y="9174"/>
                      <a:pt x="11242" y="9405"/>
                    </a:cubicBezTo>
                    <a:cubicBezTo>
                      <a:pt x="11203" y="9636"/>
                      <a:pt x="11290" y="9824"/>
                      <a:pt x="11435" y="9824"/>
                    </a:cubicBezTo>
                    <a:cubicBezTo>
                      <a:pt x="11580" y="9824"/>
                      <a:pt x="11728" y="9636"/>
                      <a:pt x="11765" y="9405"/>
                    </a:cubicBezTo>
                    <a:cubicBezTo>
                      <a:pt x="11802" y="9174"/>
                      <a:pt x="11715" y="8989"/>
                      <a:pt x="11572" y="8989"/>
                    </a:cubicBezTo>
                    <a:close/>
                    <a:moveTo>
                      <a:pt x="12213" y="8989"/>
                    </a:moveTo>
                    <a:cubicBezTo>
                      <a:pt x="12070" y="8989"/>
                      <a:pt x="11924" y="9174"/>
                      <a:pt x="11887" y="9405"/>
                    </a:cubicBezTo>
                    <a:cubicBezTo>
                      <a:pt x="11850" y="9636"/>
                      <a:pt x="11938" y="9824"/>
                      <a:pt x="12083" y="9824"/>
                    </a:cubicBezTo>
                    <a:cubicBezTo>
                      <a:pt x="12228" y="9824"/>
                      <a:pt x="12374" y="9636"/>
                      <a:pt x="12410" y="9405"/>
                    </a:cubicBezTo>
                    <a:cubicBezTo>
                      <a:pt x="12445" y="9174"/>
                      <a:pt x="12357" y="8989"/>
                      <a:pt x="12213" y="8989"/>
                    </a:cubicBezTo>
                    <a:close/>
                    <a:moveTo>
                      <a:pt x="12855" y="8989"/>
                    </a:moveTo>
                    <a:cubicBezTo>
                      <a:pt x="12711" y="8989"/>
                      <a:pt x="12567" y="9174"/>
                      <a:pt x="12532" y="9405"/>
                    </a:cubicBezTo>
                    <a:cubicBezTo>
                      <a:pt x="12497" y="9636"/>
                      <a:pt x="12586" y="9824"/>
                      <a:pt x="12731" y="9824"/>
                    </a:cubicBezTo>
                    <a:cubicBezTo>
                      <a:pt x="12876" y="9824"/>
                      <a:pt x="13021" y="9636"/>
                      <a:pt x="13055" y="9405"/>
                    </a:cubicBezTo>
                    <a:cubicBezTo>
                      <a:pt x="13088" y="9174"/>
                      <a:pt x="12998" y="8989"/>
                      <a:pt x="12855" y="8989"/>
                    </a:cubicBezTo>
                    <a:close/>
                    <a:moveTo>
                      <a:pt x="13487" y="8989"/>
                    </a:moveTo>
                    <a:cubicBezTo>
                      <a:pt x="13343" y="8989"/>
                      <a:pt x="13200" y="9174"/>
                      <a:pt x="13167" y="9405"/>
                    </a:cubicBezTo>
                    <a:cubicBezTo>
                      <a:pt x="13134" y="9636"/>
                      <a:pt x="13224" y="9824"/>
                      <a:pt x="13369" y="9824"/>
                    </a:cubicBezTo>
                    <a:cubicBezTo>
                      <a:pt x="13514" y="9824"/>
                      <a:pt x="13658" y="9636"/>
                      <a:pt x="13690" y="9405"/>
                    </a:cubicBezTo>
                    <a:cubicBezTo>
                      <a:pt x="13721" y="9174"/>
                      <a:pt x="13630" y="8989"/>
                      <a:pt x="13487" y="8989"/>
                    </a:cubicBezTo>
                    <a:close/>
                    <a:moveTo>
                      <a:pt x="14129" y="8989"/>
                    </a:moveTo>
                    <a:cubicBezTo>
                      <a:pt x="13985" y="8989"/>
                      <a:pt x="13843" y="9174"/>
                      <a:pt x="13812" y="9405"/>
                    </a:cubicBezTo>
                    <a:cubicBezTo>
                      <a:pt x="13781" y="9636"/>
                      <a:pt x="13873" y="9824"/>
                      <a:pt x="14018" y="9824"/>
                    </a:cubicBezTo>
                    <a:cubicBezTo>
                      <a:pt x="14163" y="9824"/>
                      <a:pt x="14305" y="9636"/>
                      <a:pt x="14335" y="9405"/>
                    </a:cubicBezTo>
                    <a:cubicBezTo>
                      <a:pt x="14365" y="9174"/>
                      <a:pt x="14272" y="8989"/>
                      <a:pt x="14129" y="8989"/>
                    </a:cubicBezTo>
                    <a:close/>
                    <a:moveTo>
                      <a:pt x="6242" y="10027"/>
                    </a:moveTo>
                    <a:cubicBezTo>
                      <a:pt x="6097" y="10027"/>
                      <a:pt x="5936" y="10217"/>
                      <a:pt x="5881" y="10453"/>
                    </a:cubicBezTo>
                    <a:cubicBezTo>
                      <a:pt x="5827" y="10691"/>
                      <a:pt x="5902" y="10883"/>
                      <a:pt x="6049" y="10883"/>
                    </a:cubicBezTo>
                    <a:cubicBezTo>
                      <a:pt x="6196" y="10883"/>
                      <a:pt x="6358" y="10691"/>
                      <a:pt x="6411" y="10453"/>
                    </a:cubicBezTo>
                    <a:cubicBezTo>
                      <a:pt x="6464" y="10217"/>
                      <a:pt x="6388" y="10027"/>
                      <a:pt x="6242" y="10027"/>
                    </a:cubicBezTo>
                    <a:close/>
                    <a:moveTo>
                      <a:pt x="6894" y="10027"/>
                    </a:moveTo>
                    <a:cubicBezTo>
                      <a:pt x="6748" y="10027"/>
                      <a:pt x="6589" y="10217"/>
                      <a:pt x="6536" y="10453"/>
                    </a:cubicBezTo>
                    <a:cubicBezTo>
                      <a:pt x="6484" y="10691"/>
                      <a:pt x="6560" y="10883"/>
                      <a:pt x="6707" y="10883"/>
                    </a:cubicBezTo>
                    <a:cubicBezTo>
                      <a:pt x="6854" y="10883"/>
                      <a:pt x="7015" y="10691"/>
                      <a:pt x="7066" y="10453"/>
                    </a:cubicBezTo>
                    <a:cubicBezTo>
                      <a:pt x="7117" y="10217"/>
                      <a:pt x="7039" y="10027"/>
                      <a:pt x="6894" y="10027"/>
                    </a:cubicBezTo>
                    <a:close/>
                    <a:moveTo>
                      <a:pt x="7535" y="10027"/>
                    </a:moveTo>
                    <a:cubicBezTo>
                      <a:pt x="7390" y="10027"/>
                      <a:pt x="7232" y="10217"/>
                      <a:pt x="7181" y="10453"/>
                    </a:cubicBezTo>
                    <a:cubicBezTo>
                      <a:pt x="7130" y="10691"/>
                      <a:pt x="7208" y="10883"/>
                      <a:pt x="7355" y="10883"/>
                    </a:cubicBezTo>
                    <a:cubicBezTo>
                      <a:pt x="7502" y="10883"/>
                      <a:pt x="7661" y="10691"/>
                      <a:pt x="7711" y="10453"/>
                    </a:cubicBezTo>
                    <a:cubicBezTo>
                      <a:pt x="7759" y="10217"/>
                      <a:pt x="7681" y="10027"/>
                      <a:pt x="7535" y="10027"/>
                    </a:cubicBezTo>
                    <a:close/>
                    <a:moveTo>
                      <a:pt x="8177" y="10027"/>
                    </a:moveTo>
                    <a:cubicBezTo>
                      <a:pt x="8032" y="10027"/>
                      <a:pt x="7875" y="10217"/>
                      <a:pt x="7826" y="10453"/>
                    </a:cubicBezTo>
                    <a:cubicBezTo>
                      <a:pt x="7777" y="10691"/>
                      <a:pt x="7856" y="10883"/>
                      <a:pt x="8003" y="10883"/>
                    </a:cubicBezTo>
                    <a:cubicBezTo>
                      <a:pt x="8150" y="10883"/>
                      <a:pt x="8308" y="10691"/>
                      <a:pt x="8355" y="10453"/>
                    </a:cubicBezTo>
                    <a:cubicBezTo>
                      <a:pt x="8402" y="10217"/>
                      <a:pt x="8322" y="10027"/>
                      <a:pt x="8177" y="10027"/>
                    </a:cubicBezTo>
                    <a:close/>
                    <a:moveTo>
                      <a:pt x="8829" y="10027"/>
                    </a:moveTo>
                    <a:cubicBezTo>
                      <a:pt x="8683" y="10027"/>
                      <a:pt x="8527" y="10217"/>
                      <a:pt x="8481" y="10453"/>
                    </a:cubicBezTo>
                    <a:cubicBezTo>
                      <a:pt x="8434" y="10691"/>
                      <a:pt x="8514" y="10883"/>
                      <a:pt x="8662" y="10883"/>
                    </a:cubicBezTo>
                    <a:cubicBezTo>
                      <a:pt x="8809" y="10883"/>
                      <a:pt x="8965" y="10691"/>
                      <a:pt x="9010" y="10453"/>
                    </a:cubicBezTo>
                    <a:cubicBezTo>
                      <a:pt x="9055" y="10217"/>
                      <a:pt x="8974" y="10027"/>
                      <a:pt x="8829" y="10027"/>
                    </a:cubicBezTo>
                    <a:close/>
                    <a:moveTo>
                      <a:pt x="9470" y="10027"/>
                    </a:moveTo>
                    <a:cubicBezTo>
                      <a:pt x="9325" y="10027"/>
                      <a:pt x="9171" y="10217"/>
                      <a:pt x="9126" y="10453"/>
                    </a:cubicBezTo>
                    <a:cubicBezTo>
                      <a:pt x="9080" y="10691"/>
                      <a:pt x="9163" y="10883"/>
                      <a:pt x="9310" y="10883"/>
                    </a:cubicBezTo>
                    <a:cubicBezTo>
                      <a:pt x="9457" y="10883"/>
                      <a:pt x="9612" y="10691"/>
                      <a:pt x="9655" y="10453"/>
                    </a:cubicBezTo>
                    <a:cubicBezTo>
                      <a:pt x="9699" y="10217"/>
                      <a:pt x="9616" y="10027"/>
                      <a:pt x="9470" y="10027"/>
                    </a:cubicBezTo>
                    <a:close/>
                    <a:moveTo>
                      <a:pt x="10122" y="10027"/>
                    </a:moveTo>
                    <a:cubicBezTo>
                      <a:pt x="9976" y="10027"/>
                      <a:pt x="9824" y="10217"/>
                      <a:pt x="9781" y="10453"/>
                    </a:cubicBezTo>
                    <a:cubicBezTo>
                      <a:pt x="9737" y="10691"/>
                      <a:pt x="9821" y="10883"/>
                      <a:pt x="9968" y="10883"/>
                    </a:cubicBezTo>
                    <a:cubicBezTo>
                      <a:pt x="10115" y="10883"/>
                      <a:pt x="10268" y="10691"/>
                      <a:pt x="10310" y="10453"/>
                    </a:cubicBezTo>
                    <a:cubicBezTo>
                      <a:pt x="10352" y="10217"/>
                      <a:pt x="10267" y="10027"/>
                      <a:pt x="10122" y="10027"/>
                    </a:cubicBezTo>
                    <a:close/>
                    <a:moveTo>
                      <a:pt x="10763" y="10027"/>
                    </a:moveTo>
                    <a:cubicBezTo>
                      <a:pt x="10618" y="10027"/>
                      <a:pt x="10467" y="10217"/>
                      <a:pt x="10426" y="10453"/>
                    </a:cubicBezTo>
                    <a:cubicBezTo>
                      <a:pt x="10384" y="10691"/>
                      <a:pt x="10469" y="10883"/>
                      <a:pt x="10616" y="10883"/>
                    </a:cubicBezTo>
                    <a:cubicBezTo>
                      <a:pt x="10763" y="10883"/>
                      <a:pt x="10915" y="10691"/>
                      <a:pt x="10955" y="10453"/>
                    </a:cubicBezTo>
                    <a:cubicBezTo>
                      <a:pt x="10995" y="10217"/>
                      <a:pt x="10909" y="10027"/>
                      <a:pt x="10763" y="10027"/>
                    </a:cubicBezTo>
                    <a:close/>
                    <a:moveTo>
                      <a:pt x="11405" y="10027"/>
                    </a:moveTo>
                    <a:cubicBezTo>
                      <a:pt x="11260" y="10027"/>
                      <a:pt x="11110" y="10217"/>
                      <a:pt x="11070" y="10453"/>
                    </a:cubicBezTo>
                    <a:cubicBezTo>
                      <a:pt x="11031" y="10691"/>
                      <a:pt x="11118" y="10883"/>
                      <a:pt x="11265" y="10883"/>
                    </a:cubicBezTo>
                    <a:cubicBezTo>
                      <a:pt x="11412" y="10883"/>
                      <a:pt x="11562" y="10691"/>
                      <a:pt x="11600" y="10453"/>
                    </a:cubicBezTo>
                    <a:cubicBezTo>
                      <a:pt x="11638" y="10217"/>
                      <a:pt x="11551" y="10027"/>
                      <a:pt x="11405" y="10027"/>
                    </a:cubicBezTo>
                    <a:close/>
                    <a:moveTo>
                      <a:pt x="12057" y="10027"/>
                    </a:moveTo>
                    <a:cubicBezTo>
                      <a:pt x="11911" y="10027"/>
                      <a:pt x="11763" y="10217"/>
                      <a:pt x="11726" y="10453"/>
                    </a:cubicBezTo>
                    <a:cubicBezTo>
                      <a:pt x="11688" y="10691"/>
                      <a:pt x="11776" y="10883"/>
                      <a:pt x="11923" y="10883"/>
                    </a:cubicBezTo>
                    <a:cubicBezTo>
                      <a:pt x="12070" y="10883"/>
                      <a:pt x="12219" y="10691"/>
                      <a:pt x="12255" y="10453"/>
                    </a:cubicBezTo>
                    <a:cubicBezTo>
                      <a:pt x="12291" y="10217"/>
                      <a:pt x="12202" y="10027"/>
                      <a:pt x="12057" y="10027"/>
                    </a:cubicBezTo>
                    <a:close/>
                    <a:moveTo>
                      <a:pt x="12698" y="10027"/>
                    </a:moveTo>
                    <a:cubicBezTo>
                      <a:pt x="12553" y="10027"/>
                      <a:pt x="12406" y="10217"/>
                      <a:pt x="12371" y="10453"/>
                    </a:cubicBezTo>
                    <a:cubicBezTo>
                      <a:pt x="12335" y="10691"/>
                      <a:pt x="12425" y="10883"/>
                      <a:pt x="12572" y="10883"/>
                    </a:cubicBezTo>
                    <a:cubicBezTo>
                      <a:pt x="12719" y="10883"/>
                      <a:pt x="12866" y="10691"/>
                      <a:pt x="12900" y="10453"/>
                    </a:cubicBezTo>
                    <a:cubicBezTo>
                      <a:pt x="12935" y="10217"/>
                      <a:pt x="12844" y="10027"/>
                      <a:pt x="12698" y="10027"/>
                    </a:cubicBezTo>
                    <a:close/>
                    <a:moveTo>
                      <a:pt x="13340" y="10027"/>
                    </a:moveTo>
                    <a:cubicBezTo>
                      <a:pt x="13195" y="10027"/>
                      <a:pt x="13050" y="10217"/>
                      <a:pt x="13016" y="10453"/>
                    </a:cubicBezTo>
                    <a:cubicBezTo>
                      <a:pt x="12982" y="10691"/>
                      <a:pt x="13073" y="10883"/>
                      <a:pt x="13220" y="10883"/>
                    </a:cubicBezTo>
                    <a:cubicBezTo>
                      <a:pt x="13367" y="10883"/>
                      <a:pt x="13512" y="10691"/>
                      <a:pt x="13545" y="10453"/>
                    </a:cubicBezTo>
                    <a:cubicBezTo>
                      <a:pt x="13578" y="10217"/>
                      <a:pt x="13486" y="10027"/>
                      <a:pt x="13340" y="10027"/>
                    </a:cubicBezTo>
                    <a:close/>
                    <a:moveTo>
                      <a:pt x="13992" y="10027"/>
                    </a:moveTo>
                    <a:cubicBezTo>
                      <a:pt x="13847" y="10027"/>
                      <a:pt x="13703" y="10217"/>
                      <a:pt x="13671" y="10453"/>
                    </a:cubicBezTo>
                    <a:cubicBezTo>
                      <a:pt x="13639" y="10691"/>
                      <a:pt x="13732" y="10883"/>
                      <a:pt x="13878" y="10883"/>
                    </a:cubicBezTo>
                    <a:cubicBezTo>
                      <a:pt x="14025" y="10883"/>
                      <a:pt x="14170" y="10691"/>
                      <a:pt x="14201" y="10453"/>
                    </a:cubicBezTo>
                    <a:cubicBezTo>
                      <a:pt x="14231" y="10217"/>
                      <a:pt x="14138" y="10027"/>
                      <a:pt x="13992" y="10027"/>
                    </a:cubicBezTo>
                    <a:close/>
                    <a:moveTo>
                      <a:pt x="14634" y="10027"/>
                    </a:moveTo>
                    <a:cubicBezTo>
                      <a:pt x="14489" y="10027"/>
                      <a:pt x="14346" y="10217"/>
                      <a:pt x="14316" y="10453"/>
                    </a:cubicBezTo>
                    <a:cubicBezTo>
                      <a:pt x="14286" y="10691"/>
                      <a:pt x="14380" y="10883"/>
                      <a:pt x="14527" y="10883"/>
                    </a:cubicBezTo>
                    <a:cubicBezTo>
                      <a:pt x="14674" y="10883"/>
                      <a:pt x="14817" y="10691"/>
                      <a:pt x="14845" y="10453"/>
                    </a:cubicBezTo>
                    <a:cubicBezTo>
                      <a:pt x="14874" y="10217"/>
                      <a:pt x="14780" y="10027"/>
                      <a:pt x="14634" y="10027"/>
                    </a:cubicBezTo>
                    <a:close/>
                    <a:moveTo>
                      <a:pt x="6007" y="11065"/>
                    </a:moveTo>
                    <a:cubicBezTo>
                      <a:pt x="5860" y="11065"/>
                      <a:pt x="5695" y="11260"/>
                      <a:pt x="5640" y="11502"/>
                    </a:cubicBezTo>
                    <a:cubicBezTo>
                      <a:pt x="5584" y="11746"/>
                      <a:pt x="5659" y="11943"/>
                      <a:pt x="5808" y="11943"/>
                    </a:cubicBezTo>
                    <a:cubicBezTo>
                      <a:pt x="5957" y="11943"/>
                      <a:pt x="6122" y="11746"/>
                      <a:pt x="6176" y="11502"/>
                    </a:cubicBezTo>
                    <a:cubicBezTo>
                      <a:pt x="6230" y="11260"/>
                      <a:pt x="6154" y="11065"/>
                      <a:pt x="6007" y="11065"/>
                    </a:cubicBezTo>
                    <a:close/>
                    <a:moveTo>
                      <a:pt x="6658" y="11065"/>
                    </a:moveTo>
                    <a:cubicBezTo>
                      <a:pt x="6511" y="11065"/>
                      <a:pt x="6348" y="11260"/>
                      <a:pt x="6295" y="11502"/>
                    </a:cubicBezTo>
                    <a:cubicBezTo>
                      <a:pt x="6241" y="11746"/>
                      <a:pt x="6317" y="11943"/>
                      <a:pt x="6466" y="11943"/>
                    </a:cubicBezTo>
                    <a:cubicBezTo>
                      <a:pt x="6615" y="11943"/>
                      <a:pt x="6779" y="11746"/>
                      <a:pt x="6831" y="11502"/>
                    </a:cubicBezTo>
                    <a:cubicBezTo>
                      <a:pt x="6883" y="11260"/>
                      <a:pt x="6806" y="11065"/>
                      <a:pt x="6658" y="11065"/>
                    </a:cubicBezTo>
                    <a:close/>
                    <a:moveTo>
                      <a:pt x="7320" y="11065"/>
                    </a:moveTo>
                    <a:cubicBezTo>
                      <a:pt x="7173" y="11065"/>
                      <a:pt x="7011" y="11260"/>
                      <a:pt x="6960" y="11502"/>
                    </a:cubicBezTo>
                    <a:cubicBezTo>
                      <a:pt x="6908" y="11746"/>
                      <a:pt x="6986" y="11943"/>
                      <a:pt x="7135" y="11943"/>
                    </a:cubicBezTo>
                    <a:cubicBezTo>
                      <a:pt x="7283" y="11943"/>
                      <a:pt x="7445" y="11746"/>
                      <a:pt x="7496" y="11502"/>
                    </a:cubicBezTo>
                    <a:cubicBezTo>
                      <a:pt x="7546" y="11260"/>
                      <a:pt x="7467" y="11065"/>
                      <a:pt x="7320" y="11065"/>
                    </a:cubicBezTo>
                    <a:close/>
                    <a:moveTo>
                      <a:pt x="7971" y="11065"/>
                    </a:moveTo>
                    <a:cubicBezTo>
                      <a:pt x="7824" y="11065"/>
                      <a:pt x="7664" y="11260"/>
                      <a:pt x="7614" y="11502"/>
                    </a:cubicBezTo>
                    <a:cubicBezTo>
                      <a:pt x="7564" y="11746"/>
                      <a:pt x="7644" y="11943"/>
                      <a:pt x="7793" y="11943"/>
                    </a:cubicBezTo>
                    <a:cubicBezTo>
                      <a:pt x="7941" y="11943"/>
                      <a:pt x="8102" y="11746"/>
                      <a:pt x="8150" y="11502"/>
                    </a:cubicBezTo>
                    <a:cubicBezTo>
                      <a:pt x="8199" y="11260"/>
                      <a:pt x="8118" y="11065"/>
                      <a:pt x="7971" y="11065"/>
                    </a:cubicBezTo>
                    <a:close/>
                    <a:moveTo>
                      <a:pt x="8623" y="11065"/>
                    </a:moveTo>
                    <a:cubicBezTo>
                      <a:pt x="8475" y="11065"/>
                      <a:pt x="8317" y="11260"/>
                      <a:pt x="8269" y="11502"/>
                    </a:cubicBezTo>
                    <a:cubicBezTo>
                      <a:pt x="8221" y="11746"/>
                      <a:pt x="8302" y="11943"/>
                      <a:pt x="8451" y="11943"/>
                    </a:cubicBezTo>
                    <a:cubicBezTo>
                      <a:pt x="8600" y="11943"/>
                      <a:pt x="8759" y="11746"/>
                      <a:pt x="8805" y="11502"/>
                    </a:cubicBezTo>
                    <a:cubicBezTo>
                      <a:pt x="8852" y="11260"/>
                      <a:pt x="8770" y="11065"/>
                      <a:pt x="8623" y="11065"/>
                    </a:cubicBezTo>
                    <a:close/>
                    <a:moveTo>
                      <a:pt x="9274" y="11065"/>
                    </a:moveTo>
                    <a:cubicBezTo>
                      <a:pt x="9127" y="11065"/>
                      <a:pt x="8970" y="11260"/>
                      <a:pt x="8924" y="11502"/>
                    </a:cubicBezTo>
                    <a:cubicBezTo>
                      <a:pt x="8878" y="11746"/>
                      <a:pt x="8961" y="11943"/>
                      <a:pt x="9110" y="11943"/>
                    </a:cubicBezTo>
                    <a:cubicBezTo>
                      <a:pt x="9259" y="11943"/>
                      <a:pt x="9416" y="11746"/>
                      <a:pt x="9461" y="11502"/>
                    </a:cubicBezTo>
                    <a:cubicBezTo>
                      <a:pt x="9505" y="11260"/>
                      <a:pt x="9422" y="11065"/>
                      <a:pt x="9274" y="11065"/>
                    </a:cubicBezTo>
                    <a:close/>
                    <a:moveTo>
                      <a:pt x="9926" y="11065"/>
                    </a:moveTo>
                    <a:cubicBezTo>
                      <a:pt x="9778" y="11065"/>
                      <a:pt x="9624" y="11260"/>
                      <a:pt x="9579" y="11502"/>
                    </a:cubicBezTo>
                    <a:cubicBezTo>
                      <a:pt x="9535" y="11746"/>
                      <a:pt x="9619" y="11943"/>
                      <a:pt x="9768" y="11943"/>
                    </a:cubicBezTo>
                    <a:cubicBezTo>
                      <a:pt x="9917" y="11943"/>
                      <a:pt x="10072" y="11746"/>
                      <a:pt x="10115" y="11502"/>
                    </a:cubicBezTo>
                    <a:cubicBezTo>
                      <a:pt x="10158" y="11260"/>
                      <a:pt x="10073" y="11065"/>
                      <a:pt x="9926" y="11065"/>
                    </a:cubicBezTo>
                    <a:close/>
                    <a:moveTo>
                      <a:pt x="10587" y="11065"/>
                    </a:moveTo>
                    <a:cubicBezTo>
                      <a:pt x="10440" y="11065"/>
                      <a:pt x="10287" y="11260"/>
                      <a:pt x="10244" y="11502"/>
                    </a:cubicBezTo>
                    <a:cubicBezTo>
                      <a:pt x="10202" y="11746"/>
                      <a:pt x="10288" y="11943"/>
                      <a:pt x="10437" y="11943"/>
                    </a:cubicBezTo>
                    <a:cubicBezTo>
                      <a:pt x="10585" y="11943"/>
                      <a:pt x="10740" y="11746"/>
                      <a:pt x="10781" y="11502"/>
                    </a:cubicBezTo>
                    <a:cubicBezTo>
                      <a:pt x="10821" y="11260"/>
                      <a:pt x="10735" y="11065"/>
                      <a:pt x="10587" y="11065"/>
                    </a:cubicBezTo>
                    <a:close/>
                    <a:moveTo>
                      <a:pt x="11239" y="11065"/>
                    </a:moveTo>
                    <a:cubicBezTo>
                      <a:pt x="11092" y="11065"/>
                      <a:pt x="10940" y="11260"/>
                      <a:pt x="10899" y="11502"/>
                    </a:cubicBezTo>
                    <a:cubicBezTo>
                      <a:pt x="10859" y="11746"/>
                      <a:pt x="10947" y="11943"/>
                      <a:pt x="11095" y="11943"/>
                    </a:cubicBezTo>
                    <a:cubicBezTo>
                      <a:pt x="11244" y="11943"/>
                      <a:pt x="11397" y="11746"/>
                      <a:pt x="11436" y="11502"/>
                    </a:cubicBezTo>
                    <a:cubicBezTo>
                      <a:pt x="11475" y="11260"/>
                      <a:pt x="11386" y="11065"/>
                      <a:pt x="11239" y="11065"/>
                    </a:cubicBezTo>
                    <a:close/>
                    <a:moveTo>
                      <a:pt x="11891" y="11065"/>
                    </a:moveTo>
                    <a:cubicBezTo>
                      <a:pt x="11743" y="11065"/>
                      <a:pt x="11593" y="11260"/>
                      <a:pt x="11555" y="11502"/>
                    </a:cubicBezTo>
                    <a:cubicBezTo>
                      <a:pt x="11516" y="11746"/>
                      <a:pt x="11605" y="11943"/>
                      <a:pt x="11754" y="11943"/>
                    </a:cubicBezTo>
                    <a:cubicBezTo>
                      <a:pt x="11902" y="11943"/>
                      <a:pt x="12053" y="11746"/>
                      <a:pt x="12091" y="11502"/>
                    </a:cubicBezTo>
                    <a:cubicBezTo>
                      <a:pt x="12128" y="11260"/>
                      <a:pt x="12038" y="11065"/>
                      <a:pt x="11891" y="11065"/>
                    </a:cubicBezTo>
                    <a:close/>
                    <a:moveTo>
                      <a:pt x="12542" y="11065"/>
                    </a:moveTo>
                    <a:cubicBezTo>
                      <a:pt x="12395" y="11065"/>
                      <a:pt x="12246" y="11260"/>
                      <a:pt x="12210" y="11502"/>
                    </a:cubicBezTo>
                    <a:cubicBezTo>
                      <a:pt x="12173" y="11746"/>
                      <a:pt x="12263" y="11943"/>
                      <a:pt x="12412" y="11943"/>
                    </a:cubicBezTo>
                    <a:cubicBezTo>
                      <a:pt x="12561" y="11943"/>
                      <a:pt x="12711" y="11746"/>
                      <a:pt x="12746" y="11502"/>
                    </a:cubicBezTo>
                    <a:cubicBezTo>
                      <a:pt x="12781" y="11260"/>
                      <a:pt x="12690" y="11065"/>
                      <a:pt x="12542" y="11065"/>
                    </a:cubicBezTo>
                    <a:close/>
                    <a:moveTo>
                      <a:pt x="13194" y="11065"/>
                    </a:moveTo>
                    <a:cubicBezTo>
                      <a:pt x="13047" y="11065"/>
                      <a:pt x="12899" y="11260"/>
                      <a:pt x="12865" y="11502"/>
                    </a:cubicBezTo>
                    <a:cubicBezTo>
                      <a:pt x="12830" y="11746"/>
                      <a:pt x="12922" y="11943"/>
                      <a:pt x="13071" y="11943"/>
                    </a:cubicBezTo>
                    <a:cubicBezTo>
                      <a:pt x="13219" y="11943"/>
                      <a:pt x="13367" y="11746"/>
                      <a:pt x="13401" y="11502"/>
                    </a:cubicBezTo>
                    <a:cubicBezTo>
                      <a:pt x="13434" y="11260"/>
                      <a:pt x="13341" y="11065"/>
                      <a:pt x="13194" y="11065"/>
                    </a:cubicBezTo>
                    <a:close/>
                    <a:moveTo>
                      <a:pt x="5761" y="12129"/>
                    </a:moveTo>
                    <a:cubicBezTo>
                      <a:pt x="5612" y="12129"/>
                      <a:pt x="5445" y="12329"/>
                      <a:pt x="5388" y="12578"/>
                    </a:cubicBezTo>
                    <a:cubicBezTo>
                      <a:pt x="5331" y="12827"/>
                      <a:pt x="5407" y="13030"/>
                      <a:pt x="5557" y="13030"/>
                    </a:cubicBezTo>
                    <a:cubicBezTo>
                      <a:pt x="5708" y="13030"/>
                      <a:pt x="5876" y="12827"/>
                      <a:pt x="5932" y="12578"/>
                    </a:cubicBezTo>
                    <a:cubicBezTo>
                      <a:pt x="5987" y="12329"/>
                      <a:pt x="5910" y="12129"/>
                      <a:pt x="5761" y="12129"/>
                    </a:cubicBezTo>
                    <a:close/>
                    <a:moveTo>
                      <a:pt x="6423" y="12129"/>
                    </a:moveTo>
                    <a:cubicBezTo>
                      <a:pt x="6274" y="12129"/>
                      <a:pt x="6108" y="12329"/>
                      <a:pt x="6053" y="12578"/>
                    </a:cubicBezTo>
                    <a:cubicBezTo>
                      <a:pt x="5998" y="12827"/>
                      <a:pt x="6075" y="13030"/>
                      <a:pt x="6226" y="13030"/>
                    </a:cubicBezTo>
                    <a:cubicBezTo>
                      <a:pt x="6376" y="13030"/>
                      <a:pt x="6543" y="12827"/>
                      <a:pt x="6596" y="12578"/>
                    </a:cubicBezTo>
                    <a:cubicBezTo>
                      <a:pt x="6650" y="12329"/>
                      <a:pt x="6572" y="12129"/>
                      <a:pt x="6423" y="12129"/>
                    </a:cubicBezTo>
                    <a:close/>
                    <a:moveTo>
                      <a:pt x="7094" y="12129"/>
                    </a:moveTo>
                    <a:cubicBezTo>
                      <a:pt x="6945" y="12129"/>
                      <a:pt x="6781" y="12329"/>
                      <a:pt x="6728" y="12578"/>
                    </a:cubicBezTo>
                    <a:cubicBezTo>
                      <a:pt x="6675" y="12827"/>
                      <a:pt x="6753" y="13030"/>
                      <a:pt x="6904" y="13030"/>
                    </a:cubicBezTo>
                    <a:cubicBezTo>
                      <a:pt x="7055" y="13030"/>
                      <a:pt x="7219" y="12827"/>
                      <a:pt x="7271" y="12578"/>
                    </a:cubicBezTo>
                    <a:cubicBezTo>
                      <a:pt x="7323" y="12329"/>
                      <a:pt x="7243" y="12129"/>
                      <a:pt x="7094" y="12129"/>
                    </a:cubicBezTo>
                    <a:close/>
                    <a:moveTo>
                      <a:pt x="7756" y="12129"/>
                    </a:moveTo>
                    <a:cubicBezTo>
                      <a:pt x="7606" y="12129"/>
                      <a:pt x="7444" y="12329"/>
                      <a:pt x="7393" y="12578"/>
                    </a:cubicBezTo>
                    <a:cubicBezTo>
                      <a:pt x="7342" y="12827"/>
                      <a:pt x="7422" y="13030"/>
                      <a:pt x="7573" y="13030"/>
                    </a:cubicBezTo>
                    <a:cubicBezTo>
                      <a:pt x="7723" y="13030"/>
                      <a:pt x="7886" y="12827"/>
                      <a:pt x="7936" y="12578"/>
                    </a:cubicBezTo>
                    <a:cubicBezTo>
                      <a:pt x="7986" y="12329"/>
                      <a:pt x="7905" y="12129"/>
                      <a:pt x="7756" y="12129"/>
                    </a:cubicBezTo>
                    <a:close/>
                    <a:moveTo>
                      <a:pt x="8417" y="12129"/>
                    </a:moveTo>
                    <a:cubicBezTo>
                      <a:pt x="8268" y="12129"/>
                      <a:pt x="8107" y="12329"/>
                      <a:pt x="8058" y="12578"/>
                    </a:cubicBezTo>
                    <a:cubicBezTo>
                      <a:pt x="8008" y="12827"/>
                      <a:pt x="8090" y="13030"/>
                      <a:pt x="8241" y="13030"/>
                    </a:cubicBezTo>
                    <a:cubicBezTo>
                      <a:pt x="8392" y="13030"/>
                      <a:pt x="8553" y="12827"/>
                      <a:pt x="8601" y="12578"/>
                    </a:cubicBezTo>
                    <a:cubicBezTo>
                      <a:pt x="8648" y="12329"/>
                      <a:pt x="8566" y="12129"/>
                      <a:pt x="8417" y="12129"/>
                    </a:cubicBezTo>
                    <a:close/>
                    <a:moveTo>
                      <a:pt x="9079" y="12129"/>
                    </a:moveTo>
                    <a:cubicBezTo>
                      <a:pt x="8930" y="12129"/>
                      <a:pt x="8770" y="12329"/>
                      <a:pt x="8723" y="12578"/>
                    </a:cubicBezTo>
                    <a:cubicBezTo>
                      <a:pt x="8675" y="12827"/>
                      <a:pt x="8759" y="13030"/>
                      <a:pt x="8910" y="13030"/>
                    </a:cubicBezTo>
                    <a:cubicBezTo>
                      <a:pt x="9060" y="13030"/>
                      <a:pt x="9220" y="12827"/>
                      <a:pt x="9266" y="12578"/>
                    </a:cubicBezTo>
                    <a:cubicBezTo>
                      <a:pt x="9312" y="12329"/>
                      <a:pt x="9228" y="12129"/>
                      <a:pt x="9079" y="12129"/>
                    </a:cubicBezTo>
                    <a:close/>
                    <a:moveTo>
                      <a:pt x="9740" y="12129"/>
                    </a:moveTo>
                    <a:cubicBezTo>
                      <a:pt x="9591" y="12129"/>
                      <a:pt x="9433" y="12329"/>
                      <a:pt x="9388" y="12578"/>
                    </a:cubicBezTo>
                    <a:cubicBezTo>
                      <a:pt x="9342" y="12827"/>
                      <a:pt x="9427" y="13030"/>
                      <a:pt x="9578" y="13030"/>
                    </a:cubicBezTo>
                    <a:cubicBezTo>
                      <a:pt x="9729" y="13030"/>
                      <a:pt x="9887" y="12827"/>
                      <a:pt x="9931" y="12578"/>
                    </a:cubicBezTo>
                    <a:cubicBezTo>
                      <a:pt x="9975" y="12329"/>
                      <a:pt x="9889" y="12129"/>
                      <a:pt x="9740" y="12129"/>
                    </a:cubicBezTo>
                    <a:close/>
                    <a:moveTo>
                      <a:pt x="10402" y="12129"/>
                    </a:moveTo>
                    <a:cubicBezTo>
                      <a:pt x="10252" y="12129"/>
                      <a:pt x="10097" y="12329"/>
                      <a:pt x="10053" y="12578"/>
                    </a:cubicBezTo>
                    <a:cubicBezTo>
                      <a:pt x="10009" y="12827"/>
                      <a:pt x="10096" y="13030"/>
                      <a:pt x="10247" y="13030"/>
                    </a:cubicBezTo>
                    <a:cubicBezTo>
                      <a:pt x="10397" y="13030"/>
                      <a:pt x="10554" y="12827"/>
                      <a:pt x="10596" y="12578"/>
                    </a:cubicBezTo>
                    <a:cubicBezTo>
                      <a:pt x="10638" y="12329"/>
                      <a:pt x="10551" y="12129"/>
                      <a:pt x="10402" y="12129"/>
                    </a:cubicBezTo>
                    <a:close/>
                    <a:moveTo>
                      <a:pt x="11064" y="12129"/>
                    </a:moveTo>
                    <a:cubicBezTo>
                      <a:pt x="10914" y="12129"/>
                      <a:pt x="10760" y="12329"/>
                      <a:pt x="10718" y="12578"/>
                    </a:cubicBezTo>
                    <a:cubicBezTo>
                      <a:pt x="10676" y="12827"/>
                      <a:pt x="10765" y="13030"/>
                      <a:pt x="10916" y="13030"/>
                    </a:cubicBezTo>
                    <a:cubicBezTo>
                      <a:pt x="11066" y="13030"/>
                      <a:pt x="11221" y="12827"/>
                      <a:pt x="11262" y="12578"/>
                    </a:cubicBezTo>
                    <a:cubicBezTo>
                      <a:pt x="11301" y="12329"/>
                      <a:pt x="11213" y="12129"/>
                      <a:pt x="11064" y="12129"/>
                    </a:cubicBezTo>
                    <a:close/>
                    <a:moveTo>
                      <a:pt x="11725" y="12129"/>
                    </a:moveTo>
                    <a:cubicBezTo>
                      <a:pt x="11576" y="12129"/>
                      <a:pt x="11423" y="12329"/>
                      <a:pt x="11383" y="12578"/>
                    </a:cubicBezTo>
                    <a:cubicBezTo>
                      <a:pt x="11344" y="12827"/>
                      <a:pt x="11433" y="13030"/>
                      <a:pt x="11584" y="13030"/>
                    </a:cubicBezTo>
                    <a:cubicBezTo>
                      <a:pt x="11735" y="13030"/>
                      <a:pt x="11888" y="12827"/>
                      <a:pt x="11926" y="12578"/>
                    </a:cubicBezTo>
                    <a:cubicBezTo>
                      <a:pt x="11964" y="12329"/>
                      <a:pt x="11874" y="12129"/>
                      <a:pt x="11725" y="12129"/>
                    </a:cubicBezTo>
                    <a:close/>
                    <a:moveTo>
                      <a:pt x="12386" y="12129"/>
                    </a:moveTo>
                    <a:cubicBezTo>
                      <a:pt x="12237" y="12129"/>
                      <a:pt x="12086" y="12329"/>
                      <a:pt x="12048" y="12578"/>
                    </a:cubicBezTo>
                    <a:cubicBezTo>
                      <a:pt x="12011" y="12827"/>
                      <a:pt x="12102" y="13030"/>
                      <a:pt x="12252" y="13030"/>
                    </a:cubicBezTo>
                    <a:cubicBezTo>
                      <a:pt x="12403" y="13030"/>
                      <a:pt x="12555" y="12827"/>
                      <a:pt x="12591" y="12578"/>
                    </a:cubicBezTo>
                    <a:cubicBezTo>
                      <a:pt x="12628" y="12329"/>
                      <a:pt x="12535" y="12129"/>
                      <a:pt x="12386" y="12129"/>
                    </a:cubicBezTo>
                    <a:close/>
                    <a:moveTo>
                      <a:pt x="6187" y="13243"/>
                    </a:moveTo>
                    <a:cubicBezTo>
                      <a:pt x="6036" y="13243"/>
                      <a:pt x="5868" y="13448"/>
                      <a:pt x="5812" y="13702"/>
                    </a:cubicBezTo>
                    <a:cubicBezTo>
                      <a:pt x="5755" y="13959"/>
                      <a:pt x="5832" y="14167"/>
                      <a:pt x="5985" y="14167"/>
                    </a:cubicBezTo>
                    <a:cubicBezTo>
                      <a:pt x="6138" y="14167"/>
                      <a:pt x="6307" y="13959"/>
                      <a:pt x="6362" y="13702"/>
                    </a:cubicBezTo>
                    <a:cubicBezTo>
                      <a:pt x="6417" y="13448"/>
                      <a:pt x="6338" y="13243"/>
                      <a:pt x="6187" y="13243"/>
                    </a:cubicBezTo>
                    <a:close/>
                    <a:moveTo>
                      <a:pt x="6858" y="13243"/>
                    </a:moveTo>
                    <a:cubicBezTo>
                      <a:pt x="6707" y="13243"/>
                      <a:pt x="6541" y="13448"/>
                      <a:pt x="6487" y="13702"/>
                    </a:cubicBezTo>
                    <a:cubicBezTo>
                      <a:pt x="6432" y="13959"/>
                      <a:pt x="6511" y="14167"/>
                      <a:pt x="6663" y="14167"/>
                    </a:cubicBezTo>
                    <a:cubicBezTo>
                      <a:pt x="6816" y="14167"/>
                      <a:pt x="6984" y="13959"/>
                      <a:pt x="7037" y="13702"/>
                    </a:cubicBezTo>
                    <a:cubicBezTo>
                      <a:pt x="7090" y="13448"/>
                      <a:pt x="7009" y="13243"/>
                      <a:pt x="6858" y="13243"/>
                    </a:cubicBezTo>
                    <a:close/>
                    <a:moveTo>
                      <a:pt x="7530" y="13243"/>
                    </a:moveTo>
                    <a:cubicBezTo>
                      <a:pt x="7379" y="13243"/>
                      <a:pt x="7214" y="13448"/>
                      <a:pt x="7161" y="13702"/>
                    </a:cubicBezTo>
                    <a:cubicBezTo>
                      <a:pt x="7109" y="13959"/>
                      <a:pt x="7189" y="14167"/>
                      <a:pt x="7342" y="14167"/>
                    </a:cubicBezTo>
                    <a:cubicBezTo>
                      <a:pt x="7495" y="14167"/>
                      <a:pt x="7661" y="13959"/>
                      <a:pt x="7712" y="13702"/>
                    </a:cubicBezTo>
                    <a:cubicBezTo>
                      <a:pt x="7763" y="13448"/>
                      <a:pt x="7681" y="13243"/>
                      <a:pt x="7530" y="13243"/>
                    </a:cubicBezTo>
                    <a:close/>
                    <a:moveTo>
                      <a:pt x="8202" y="13243"/>
                    </a:moveTo>
                    <a:cubicBezTo>
                      <a:pt x="8050" y="13243"/>
                      <a:pt x="7887" y="13448"/>
                      <a:pt x="7837" y="13702"/>
                    </a:cubicBezTo>
                    <a:cubicBezTo>
                      <a:pt x="7786" y="13959"/>
                      <a:pt x="7868" y="14167"/>
                      <a:pt x="8021" y="14167"/>
                    </a:cubicBezTo>
                    <a:cubicBezTo>
                      <a:pt x="8174" y="14167"/>
                      <a:pt x="8337" y="13959"/>
                      <a:pt x="8387" y="13702"/>
                    </a:cubicBezTo>
                    <a:cubicBezTo>
                      <a:pt x="8436" y="13448"/>
                      <a:pt x="8353" y="13243"/>
                      <a:pt x="8202" y="13243"/>
                    </a:cubicBezTo>
                    <a:close/>
                    <a:moveTo>
                      <a:pt x="8873" y="13243"/>
                    </a:moveTo>
                    <a:cubicBezTo>
                      <a:pt x="8722" y="13243"/>
                      <a:pt x="8560" y="13448"/>
                      <a:pt x="8512" y="13702"/>
                    </a:cubicBezTo>
                    <a:cubicBezTo>
                      <a:pt x="8463" y="13959"/>
                      <a:pt x="8547" y="14167"/>
                      <a:pt x="8700" y="14167"/>
                    </a:cubicBezTo>
                    <a:cubicBezTo>
                      <a:pt x="8852" y="14167"/>
                      <a:pt x="9015" y="13959"/>
                      <a:pt x="9062" y="13702"/>
                    </a:cubicBezTo>
                    <a:cubicBezTo>
                      <a:pt x="9109" y="13448"/>
                      <a:pt x="9024" y="13243"/>
                      <a:pt x="8873" y="13243"/>
                    </a:cubicBezTo>
                    <a:close/>
                    <a:moveTo>
                      <a:pt x="9534" y="13243"/>
                    </a:moveTo>
                    <a:cubicBezTo>
                      <a:pt x="9383" y="13243"/>
                      <a:pt x="9223" y="13448"/>
                      <a:pt x="9177" y="13702"/>
                    </a:cubicBezTo>
                    <a:cubicBezTo>
                      <a:pt x="9130" y="13959"/>
                      <a:pt x="9215" y="14167"/>
                      <a:pt x="9368" y="14167"/>
                    </a:cubicBezTo>
                    <a:cubicBezTo>
                      <a:pt x="9521" y="14167"/>
                      <a:pt x="9681" y="13959"/>
                      <a:pt x="9727" y="13702"/>
                    </a:cubicBezTo>
                    <a:cubicBezTo>
                      <a:pt x="9772" y="13448"/>
                      <a:pt x="9685" y="13243"/>
                      <a:pt x="9534" y="13243"/>
                    </a:cubicBezTo>
                    <a:close/>
                    <a:moveTo>
                      <a:pt x="10206" y="13243"/>
                    </a:moveTo>
                    <a:cubicBezTo>
                      <a:pt x="10055" y="13243"/>
                      <a:pt x="9896" y="13448"/>
                      <a:pt x="9852" y="13702"/>
                    </a:cubicBezTo>
                    <a:cubicBezTo>
                      <a:pt x="9807" y="13959"/>
                      <a:pt x="9894" y="14167"/>
                      <a:pt x="10047" y="14167"/>
                    </a:cubicBezTo>
                    <a:cubicBezTo>
                      <a:pt x="10199" y="14167"/>
                      <a:pt x="10359" y="13959"/>
                      <a:pt x="10402" y="13702"/>
                    </a:cubicBezTo>
                    <a:cubicBezTo>
                      <a:pt x="10445" y="13448"/>
                      <a:pt x="10357" y="13243"/>
                      <a:pt x="10206" y="13243"/>
                    </a:cubicBezTo>
                    <a:close/>
                    <a:moveTo>
                      <a:pt x="10877" y="13243"/>
                    </a:moveTo>
                    <a:cubicBezTo>
                      <a:pt x="10726" y="13243"/>
                      <a:pt x="10569" y="13448"/>
                      <a:pt x="10527" y="13702"/>
                    </a:cubicBezTo>
                    <a:cubicBezTo>
                      <a:pt x="10484" y="13959"/>
                      <a:pt x="10573" y="14167"/>
                      <a:pt x="10726" y="14167"/>
                    </a:cubicBezTo>
                    <a:cubicBezTo>
                      <a:pt x="10878" y="14167"/>
                      <a:pt x="11036" y="13959"/>
                      <a:pt x="11077" y="13702"/>
                    </a:cubicBezTo>
                    <a:cubicBezTo>
                      <a:pt x="11118" y="13448"/>
                      <a:pt x="11028" y="13243"/>
                      <a:pt x="10877" y="13243"/>
                    </a:cubicBezTo>
                    <a:close/>
                    <a:moveTo>
                      <a:pt x="11549" y="13243"/>
                    </a:moveTo>
                    <a:cubicBezTo>
                      <a:pt x="11398" y="13243"/>
                      <a:pt x="11243" y="13448"/>
                      <a:pt x="11202" y="13702"/>
                    </a:cubicBezTo>
                    <a:cubicBezTo>
                      <a:pt x="11161" y="13959"/>
                      <a:pt x="11252" y="14167"/>
                      <a:pt x="11404" y="14167"/>
                    </a:cubicBezTo>
                    <a:cubicBezTo>
                      <a:pt x="11557" y="14167"/>
                      <a:pt x="11713" y="13959"/>
                      <a:pt x="11752" y="13702"/>
                    </a:cubicBezTo>
                    <a:cubicBezTo>
                      <a:pt x="11791" y="13448"/>
                      <a:pt x="11700" y="13243"/>
                      <a:pt x="11549" y="13243"/>
                    </a:cubicBezTo>
                    <a:close/>
                    <a:moveTo>
                      <a:pt x="12220" y="13243"/>
                    </a:moveTo>
                    <a:cubicBezTo>
                      <a:pt x="12069" y="13243"/>
                      <a:pt x="11916" y="13448"/>
                      <a:pt x="11877" y="13702"/>
                    </a:cubicBezTo>
                    <a:cubicBezTo>
                      <a:pt x="11838" y="13959"/>
                      <a:pt x="11931" y="14167"/>
                      <a:pt x="12083" y="14167"/>
                    </a:cubicBezTo>
                    <a:cubicBezTo>
                      <a:pt x="12236" y="14167"/>
                      <a:pt x="12390" y="13959"/>
                      <a:pt x="12427" y="13702"/>
                    </a:cubicBezTo>
                    <a:cubicBezTo>
                      <a:pt x="12465" y="13448"/>
                      <a:pt x="12371" y="13243"/>
                      <a:pt x="12220" y="13243"/>
                    </a:cubicBezTo>
                    <a:close/>
                    <a:moveTo>
                      <a:pt x="6623" y="14383"/>
                    </a:moveTo>
                    <a:cubicBezTo>
                      <a:pt x="6470" y="14383"/>
                      <a:pt x="6301" y="14594"/>
                      <a:pt x="6245" y="14855"/>
                    </a:cubicBezTo>
                    <a:cubicBezTo>
                      <a:pt x="6189" y="15117"/>
                      <a:pt x="6269" y="15332"/>
                      <a:pt x="6423" y="15332"/>
                    </a:cubicBezTo>
                    <a:cubicBezTo>
                      <a:pt x="6578" y="15332"/>
                      <a:pt x="6748" y="15117"/>
                      <a:pt x="6803" y="14855"/>
                    </a:cubicBezTo>
                    <a:cubicBezTo>
                      <a:pt x="6857" y="14594"/>
                      <a:pt x="6776" y="14383"/>
                      <a:pt x="6623" y="14383"/>
                    </a:cubicBezTo>
                    <a:close/>
                    <a:moveTo>
                      <a:pt x="7295" y="14383"/>
                    </a:moveTo>
                    <a:cubicBezTo>
                      <a:pt x="7141" y="14383"/>
                      <a:pt x="6974" y="14594"/>
                      <a:pt x="6920" y="14855"/>
                    </a:cubicBezTo>
                    <a:cubicBezTo>
                      <a:pt x="6866" y="15117"/>
                      <a:pt x="6947" y="15332"/>
                      <a:pt x="7102" y="15332"/>
                    </a:cubicBezTo>
                    <a:cubicBezTo>
                      <a:pt x="7256" y="15332"/>
                      <a:pt x="7425" y="15117"/>
                      <a:pt x="7477" y="14855"/>
                    </a:cubicBezTo>
                    <a:cubicBezTo>
                      <a:pt x="7529" y="14594"/>
                      <a:pt x="7447" y="14383"/>
                      <a:pt x="7295" y="14383"/>
                    </a:cubicBezTo>
                    <a:close/>
                    <a:moveTo>
                      <a:pt x="7976" y="14383"/>
                    </a:moveTo>
                    <a:cubicBezTo>
                      <a:pt x="7823" y="14383"/>
                      <a:pt x="7657" y="14594"/>
                      <a:pt x="7605" y="14855"/>
                    </a:cubicBezTo>
                    <a:cubicBezTo>
                      <a:pt x="7553" y="15117"/>
                      <a:pt x="7636" y="15332"/>
                      <a:pt x="7791" y="15332"/>
                    </a:cubicBezTo>
                    <a:cubicBezTo>
                      <a:pt x="7945" y="15332"/>
                      <a:pt x="8112" y="15117"/>
                      <a:pt x="8162" y="14855"/>
                    </a:cubicBezTo>
                    <a:cubicBezTo>
                      <a:pt x="8212" y="14594"/>
                      <a:pt x="8129" y="14383"/>
                      <a:pt x="7976" y="14383"/>
                    </a:cubicBezTo>
                    <a:close/>
                    <a:moveTo>
                      <a:pt x="8658" y="14383"/>
                    </a:moveTo>
                    <a:cubicBezTo>
                      <a:pt x="8505" y="14383"/>
                      <a:pt x="8340" y="14594"/>
                      <a:pt x="8290" y="14855"/>
                    </a:cubicBezTo>
                    <a:cubicBezTo>
                      <a:pt x="8240" y="15117"/>
                      <a:pt x="8325" y="15332"/>
                      <a:pt x="8480" y="15332"/>
                    </a:cubicBezTo>
                    <a:cubicBezTo>
                      <a:pt x="8634" y="15332"/>
                      <a:pt x="8799" y="15117"/>
                      <a:pt x="8848" y="14855"/>
                    </a:cubicBezTo>
                    <a:cubicBezTo>
                      <a:pt x="8896" y="14594"/>
                      <a:pt x="8811" y="14383"/>
                      <a:pt x="8658" y="14383"/>
                    </a:cubicBezTo>
                    <a:close/>
                    <a:moveTo>
                      <a:pt x="9338" y="14383"/>
                    </a:moveTo>
                    <a:cubicBezTo>
                      <a:pt x="9185" y="14383"/>
                      <a:pt x="9023" y="14594"/>
                      <a:pt x="8975" y="14855"/>
                    </a:cubicBezTo>
                    <a:cubicBezTo>
                      <a:pt x="8927" y="15117"/>
                      <a:pt x="9013" y="15332"/>
                      <a:pt x="9168" y="15332"/>
                    </a:cubicBezTo>
                    <a:cubicBezTo>
                      <a:pt x="9323" y="15332"/>
                      <a:pt x="9486" y="15117"/>
                      <a:pt x="9532" y="14855"/>
                    </a:cubicBezTo>
                    <a:cubicBezTo>
                      <a:pt x="9579" y="14594"/>
                      <a:pt x="9492" y="14383"/>
                      <a:pt x="9338" y="14383"/>
                    </a:cubicBezTo>
                    <a:close/>
                    <a:moveTo>
                      <a:pt x="10010" y="14383"/>
                    </a:moveTo>
                    <a:cubicBezTo>
                      <a:pt x="9857" y="14383"/>
                      <a:pt x="9696" y="14594"/>
                      <a:pt x="9650" y="14855"/>
                    </a:cubicBezTo>
                    <a:cubicBezTo>
                      <a:pt x="9604" y="15117"/>
                      <a:pt x="9692" y="15332"/>
                      <a:pt x="9847" y="15332"/>
                    </a:cubicBezTo>
                    <a:cubicBezTo>
                      <a:pt x="10002" y="15332"/>
                      <a:pt x="10163" y="15117"/>
                      <a:pt x="10208" y="14855"/>
                    </a:cubicBezTo>
                    <a:cubicBezTo>
                      <a:pt x="10252" y="14594"/>
                      <a:pt x="10163" y="14383"/>
                      <a:pt x="10010" y="14383"/>
                    </a:cubicBezTo>
                    <a:close/>
                    <a:moveTo>
                      <a:pt x="10692" y="14383"/>
                    </a:moveTo>
                    <a:cubicBezTo>
                      <a:pt x="10539" y="14383"/>
                      <a:pt x="10379" y="14594"/>
                      <a:pt x="10335" y="14855"/>
                    </a:cubicBezTo>
                    <a:cubicBezTo>
                      <a:pt x="10291" y="15117"/>
                      <a:pt x="10381" y="15332"/>
                      <a:pt x="10536" y="15332"/>
                    </a:cubicBezTo>
                    <a:cubicBezTo>
                      <a:pt x="10691" y="15332"/>
                      <a:pt x="10851" y="15117"/>
                      <a:pt x="10893" y="14855"/>
                    </a:cubicBezTo>
                    <a:cubicBezTo>
                      <a:pt x="10935" y="14594"/>
                      <a:pt x="10845" y="14383"/>
                      <a:pt x="10692" y="14383"/>
                    </a:cubicBezTo>
                    <a:close/>
                    <a:moveTo>
                      <a:pt x="11373" y="14383"/>
                    </a:moveTo>
                    <a:cubicBezTo>
                      <a:pt x="11220" y="14383"/>
                      <a:pt x="11062" y="14594"/>
                      <a:pt x="11021" y="14855"/>
                    </a:cubicBezTo>
                    <a:cubicBezTo>
                      <a:pt x="10979" y="15117"/>
                      <a:pt x="11070" y="15332"/>
                      <a:pt x="11225" y="15332"/>
                    </a:cubicBezTo>
                    <a:cubicBezTo>
                      <a:pt x="11380" y="15332"/>
                      <a:pt x="11538" y="15117"/>
                      <a:pt x="11578" y="14855"/>
                    </a:cubicBezTo>
                    <a:cubicBezTo>
                      <a:pt x="11618" y="14594"/>
                      <a:pt x="11526" y="14383"/>
                      <a:pt x="11373" y="14383"/>
                    </a:cubicBezTo>
                    <a:close/>
                    <a:moveTo>
                      <a:pt x="7059" y="15547"/>
                    </a:moveTo>
                    <a:cubicBezTo>
                      <a:pt x="6904" y="15547"/>
                      <a:pt x="6734" y="15763"/>
                      <a:pt x="6678" y="16032"/>
                    </a:cubicBezTo>
                    <a:cubicBezTo>
                      <a:pt x="6623" y="16302"/>
                      <a:pt x="6704" y="16522"/>
                      <a:pt x="6861" y="16522"/>
                    </a:cubicBezTo>
                    <a:cubicBezTo>
                      <a:pt x="7018" y="16522"/>
                      <a:pt x="7189" y="16302"/>
                      <a:pt x="7243" y="16032"/>
                    </a:cubicBezTo>
                    <a:cubicBezTo>
                      <a:pt x="7297" y="15763"/>
                      <a:pt x="7214" y="15547"/>
                      <a:pt x="7059" y="15547"/>
                    </a:cubicBezTo>
                    <a:close/>
                    <a:moveTo>
                      <a:pt x="7751" y="15547"/>
                    </a:moveTo>
                    <a:cubicBezTo>
                      <a:pt x="7595" y="15547"/>
                      <a:pt x="7427" y="15763"/>
                      <a:pt x="7373" y="16032"/>
                    </a:cubicBezTo>
                    <a:cubicBezTo>
                      <a:pt x="7320" y="16302"/>
                      <a:pt x="7403" y="16522"/>
                      <a:pt x="7560" y="16522"/>
                    </a:cubicBezTo>
                    <a:cubicBezTo>
                      <a:pt x="7717" y="16522"/>
                      <a:pt x="7886" y="16302"/>
                      <a:pt x="7938" y="16032"/>
                    </a:cubicBezTo>
                    <a:cubicBezTo>
                      <a:pt x="7990" y="15763"/>
                      <a:pt x="7906" y="15547"/>
                      <a:pt x="7751" y="15547"/>
                    </a:cubicBezTo>
                    <a:close/>
                    <a:moveTo>
                      <a:pt x="8442" y="15547"/>
                    </a:moveTo>
                    <a:cubicBezTo>
                      <a:pt x="8287" y="15547"/>
                      <a:pt x="8120" y="15763"/>
                      <a:pt x="8068" y="16032"/>
                    </a:cubicBezTo>
                    <a:cubicBezTo>
                      <a:pt x="8017" y="16302"/>
                      <a:pt x="8103" y="16522"/>
                      <a:pt x="8260" y="16522"/>
                    </a:cubicBezTo>
                    <a:cubicBezTo>
                      <a:pt x="8416" y="16522"/>
                      <a:pt x="8584" y="16302"/>
                      <a:pt x="8634" y="16032"/>
                    </a:cubicBezTo>
                    <a:cubicBezTo>
                      <a:pt x="8683" y="15763"/>
                      <a:pt x="8597" y="15547"/>
                      <a:pt x="8442" y="15547"/>
                    </a:cubicBezTo>
                    <a:close/>
                    <a:moveTo>
                      <a:pt x="11187" y="15547"/>
                    </a:moveTo>
                    <a:cubicBezTo>
                      <a:pt x="11032" y="15547"/>
                      <a:pt x="10872" y="15763"/>
                      <a:pt x="10830" y="16032"/>
                    </a:cubicBezTo>
                    <a:cubicBezTo>
                      <a:pt x="10786" y="16302"/>
                      <a:pt x="10879" y="16522"/>
                      <a:pt x="11035" y="16522"/>
                    </a:cubicBezTo>
                    <a:cubicBezTo>
                      <a:pt x="11192" y="16522"/>
                      <a:pt x="11353" y="16302"/>
                      <a:pt x="11394" y="16032"/>
                    </a:cubicBezTo>
                    <a:cubicBezTo>
                      <a:pt x="11435" y="15763"/>
                      <a:pt x="11342" y="15547"/>
                      <a:pt x="11187" y="15547"/>
                    </a:cubicBezTo>
                    <a:close/>
                    <a:moveTo>
                      <a:pt x="7516" y="16737"/>
                    </a:moveTo>
                    <a:cubicBezTo>
                      <a:pt x="7358" y="16737"/>
                      <a:pt x="7187" y="16959"/>
                      <a:pt x="7132" y="17235"/>
                    </a:cubicBezTo>
                    <a:cubicBezTo>
                      <a:pt x="7077" y="17513"/>
                      <a:pt x="7161" y="17739"/>
                      <a:pt x="7320" y="17739"/>
                    </a:cubicBezTo>
                    <a:cubicBezTo>
                      <a:pt x="7479" y="17739"/>
                      <a:pt x="7651" y="17513"/>
                      <a:pt x="7705" y="17235"/>
                    </a:cubicBezTo>
                    <a:cubicBezTo>
                      <a:pt x="7757" y="16959"/>
                      <a:pt x="7673" y="16737"/>
                      <a:pt x="7516" y="16737"/>
                    </a:cubicBezTo>
                    <a:close/>
                    <a:moveTo>
                      <a:pt x="8217" y="16737"/>
                    </a:moveTo>
                    <a:cubicBezTo>
                      <a:pt x="8060" y="16737"/>
                      <a:pt x="7890" y="16959"/>
                      <a:pt x="7837" y="17235"/>
                    </a:cubicBezTo>
                    <a:cubicBezTo>
                      <a:pt x="7784" y="17513"/>
                      <a:pt x="7870" y="17739"/>
                      <a:pt x="8029" y="17739"/>
                    </a:cubicBezTo>
                    <a:cubicBezTo>
                      <a:pt x="8188" y="17739"/>
                      <a:pt x="8359" y="17513"/>
                      <a:pt x="8410" y="17235"/>
                    </a:cubicBezTo>
                    <a:cubicBezTo>
                      <a:pt x="8461" y="16959"/>
                      <a:pt x="8374" y="16737"/>
                      <a:pt x="8217" y="16737"/>
                    </a:cubicBezTo>
                    <a:close/>
                    <a:moveTo>
                      <a:pt x="11703" y="16737"/>
                    </a:moveTo>
                    <a:cubicBezTo>
                      <a:pt x="11546" y="16737"/>
                      <a:pt x="11385" y="16959"/>
                      <a:pt x="11344" y="17235"/>
                    </a:cubicBezTo>
                    <a:cubicBezTo>
                      <a:pt x="11301" y="17513"/>
                      <a:pt x="11396" y="17739"/>
                      <a:pt x="11555" y="17739"/>
                    </a:cubicBezTo>
                    <a:cubicBezTo>
                      <a:pt x="11714" y="17739"/>
                      <a:pt x="11876" y="17513"/>
                      <a:pt x="11916" y="17235"/>
                    </a:cubicBezTo>
                    <a:cubicBezTo>
                      <a:pt x="11956" y="16959"/>
                      <a:pt x="11861" y="16737"/>
                      <a:pt x="11703" y="16737"/>
                    </a:cubicBezTo>
                    <a:close/>
                    <a:moveTo>
                      <a:pt x="7281" y="17953"/>
                    </a:moveTo>
                    <a:cubicBezTo>
                      <a:pt x="7121" y="17953"/>
                      <a:pt x="6947" y="18182"/>
                      <a:pt x="6891" y="18466"/>
                    </a:cubicBezTo>
                    <a:cubicBezTo>
                      <a:pt x="6834" y="18750"/>
                      <a:pt x="6918" y="18983"/>
                      <a:pt x="7080" y="18983"/>
                    </a:cubicBezTo>
                    <a:cubicBezTo>
                      <a:pt x="7241" y="18983"/>
                      <a:pt x="7416" y="18750"/>
                      <a:pt x="7471" y="18466"/>
                    </a:cubicBezTo>
                    <a:cubicBezTo>
                      <a:pt x="7525" y="18182"/>
                      <a:pt x="7440" y="17953"/>
                      <a:pt x="7281" y="17953"/>
                    </a:cubicBezTo>
                    <a:close/>
                    <a:moveTo>
                      <a:pt x="7982" y="17953"/>
                    </a:moveTo>
                    <a:cubicBezTo>
                      <a:pt x="7823" y="17953"/>
                      <a:pt x="7650" y="18182"/>
                      <a:pt x="7595" y="18466"/>
                    </a:cubicBezTo>
                    <a:cubicBezTo>
                      <a:pt x="7541" y="18750"/>
                      <a:pt x="7628" y="18983"/>
                      <a:pt x="7789" y="18983"/>
                    </a:cubicBezTo>
                    <a:cubicBezTo>
                      <a:pt x="7950" y="18983"/>
                      <a:pt x="8124" y="18750"/>
                      <a:pt x="8176" y="18466"/>
                    </a:cubicBezTo>
                    <a:cubicBezTo>
                      <a:pt x="8229" y="18182"/>
                      <a:pt x="8141" y="17953"/>
                      <a:pt x="7982" y="17953"/>
                    </a:cubicBezTo>
                    <a:close/>
                    <a:moveTo>
                      <a:pt x="8693" y="17953"/>
                    </a:moveTo>
                    <a:cubicBezTo>
                      <a:pt x="8534" y="17953"/>
                      <a:pt x="8363" y="18182"/>
                      <a:pt x="8311" y="18466"/>
                    </a:cubicBezTo>
                    <a:cubicBezTo>
                      <a:pt x="8259" y="18750"/>
                      <a:pt x="8347" y="18983"/>
                      <a:pt x="8508" y="18983"/>
                    </a:cubicBezTo>
                    <a:cubicBezTo>
                      <a:pt x="8669" y="18983"/>
                      <a:pt x="8841" y="18750"/>
                      <a:pt x="8891" y="18466"/>
                    </a:cubicBezTo>
                    <a:cubicBezTo>
                      <a:pt x="8941" y="18182"/>
                      <a:pt x="8852" y="17953"/>
                      <a:pt x="8693" y="17953"/>
                    </a:cubicBezTo>
                    <a:close/>
                    <a:moveTo>
                      <a:pt x="9404" y="17953"/>
                    </a:moveTo>
                    <a:cubicBezTo>
                      <a:pt x="9245" y="17953"/>
                      <a:pt x="9076" y="18182"/>
                      <a:pt x="9026" y="18466"/>
                    </a:cubicBezTo>
                    <a:cubicBezTo>
                      <a:pt x="8976" y="18750"/>
                      <a:pt x="9066" y="18983"/>
                      <a:pt x="9227" y="18983"/>
                    </a:cubicBezTo>
                    <a:cubicBezTo>
                      <a:pt x="9389" y="18983"/>
                      <a:pt x="9558" y="18750"/>
                      <a:pt x="9606" y="18466"/>
                    </a:cubicBezTo>
                    <a:cubicBezTo>
                      <a:pt x="9654" y="18182"/>
                      <a:pt x="9564" y="17953"/>
                      <a:pt x="9404" y="17953"/>
                    </a:cubicBezTo>
                    <a:close/>
                    <a:moveTo>
                      <a:pt x="11518" y="17953"/>
                    </a:moveTo>
                    <a:cubicBezTo>
                      <a:pt x="11359" y="17953"/>
                      <a:pt x="11195" y="18182"/>
                      <a:pt x="11152" y="18466"/>
                    </a:cubicBezTo>
                    <a:cubicBezTo>
                      <a:pt x="11109" y="18750"/>
                      <a:pt x="11204" y="18983"/>
                      <a:pt x="11365" y="18983"/>
                    </a:cubicBezTo>
                    <a:cubicBezTo>
                      <a:pt x="11527" y="18983"/>
                      <a:pt x="11691" y="18750"/>
                      <a:pt x="11733" y="18466"/>
                    </a:cubicBezTo>
                    <a:cubicBezTo>
                      <a:pt x="11774" y="18182"/>
                      <a:pt x="11678" y="17953"/>
                      <a:pt x="11518" y="17953"/>
                    </a:cubicBezTo>
                    <a:close/>
                    <a:moveTo>
                      <a:pt x="12230" y="17953"/>
                    </a:moveTo>
                    <a:cubicBezTo>
                      <a:pt x="12070" y="17953"/>
                      <a:pt x="11909" y="18182"/>
                      <a:pt x="11868" y="18466"/>
                    </a:cubicBezTo>
                    <a:cubicBezTo>
                      <a:pt x="11827" y="18750"/>
                      <a:pt x="11924" y="18983"/>
                      <a:pt x="12085" y="18983"/>
                    </a:cubicBezTo>
                    <a:cubicBezTo>
                      <a:pt x="12246" y="18983"/>
                      <a:pt x="12409" y="18750"/>
                      <a:pt x="12448" y="18466"/>
                    </a:cubicBezTo>
                    <a:cubicBezTo>
                      <a:pt x="12487" y="18182"/>
                      <a:pt x="12389" y="17953"/>
                      <a:pt x="12230" y="17953"/>
                    </a:cubicBezTo>
                    <a:close/>
                    <a:moveTo>
                      <a:pt x="8468" y="19219"/>
                    </a:moveTo>
                    <a:cubicBezTo>
                      <a:pt x="8306" y="19219"/>
                      <a:pt x="8132" y="19455"/>
                      <a:pt x="8079" y="19746"/>
                    </a:cubicBezTo>
                    <a:cubicBezTo>
                      <a:pt x="8026" y="20039"/>
                      <a:pt x="8114" y="20279"/>
                      <a:pt x="8278" y="20279"/>
                    </a:cubicBezTo>
                    <a:cubicBezTo>
                      <a:pt x="8441" y="20279"/>
                      <a:pt x="8616" y="20039"/>
                      <a:pt x="8668" y="19746"/>
                    </a:cubicBezTo>
                    <a:cubicBezTo>
                      <a:pt x="8719" y="19455"/>
                      <a:pt x="8630" y="19219"/>
                      <a:pt x="8468" y="19219"/>
                    </a:cubicBezTo>
                    <a:close/>
                    <a:moveTo>
                      <a:pt x="9179" y="19219"/>
                    </a:moveTo>
                    <a:cubicBezTo>
                      <a:pt x="9018" y="19219"/>
                      <a:pt x="8845" y="19455"/>
                      <a:pt x="8794" y="19746"/>
                    </a:cubicBezTo>
                    <a:cubicBezTo>
                      <a:pt x="8743" y="20039"/>
                      <a:pt x="8834" y="20279"/>
                      <a:pt x="8997" y="20279"/>
                    </a:cubicBezTo>
                    <a:cubicBezTo>
                      <a:pt x="9161" y="20279"/>
                      <a:pt x="9334" y="20039"/>
                      <a:pt x="9383" y="19746"/>
                    </a:cubicBezTo>
                    <a:cubicBezTo>
                      <a:pt x="9432" y="19455"/>
                      <a:pt x="9341" y="19219"/>
                      <a:pt x="9179" y="19219"/>
                    </a:cubicBezTo>
                    <a:close/>
                    <a:moveTo>
                      <a:pt x="9901" y="19219"/>
                    </a:moveTo>
                    <a:cubicBezTo>
                      <a:pt x="9739" y="19219"/>
                      <a:pt x="9568" y="19455"/>
                      <a:pt x="9520" y="19746"/>
                    </a:cubicBezTo>
                    <a:cubicBezTo>
                      <a:pt x="9471" y="20039"/>
                      <a:pt x="9564" y="20279"/>
                      <a:pt x="9727" y="20279"/>
                    </a:cubicBezTo>
                    <a:cubicBezTo>
                      <a:pt x="9891" y="20279"/>
                      <a:pt x="10061" y="20039"/>
                      <a:pt x="10109" y="19746"/>
                    </a:cubicBezTo>
                    <a:cubicBezTo>
                      <a:pt x="10155" y="19455"/>
                      <a:pt x="10062" y="19219"/>
                      <a:pt x="9901" y="19219"/>
                    </a:cubicBezTo>
                    <a:close/>
                    <a:moveTo>
                      <a:pt x="9686" y="20510"/>
                    </a:moveTo>
                    <a:cubicBezTo>
                      <a:pt x="9522" y="20510"/>
                      <a:pt x="9348" y="20752"/>
                      <a:pt x="9298" y="21052"/>
                    </a:cubicBezTo>
                    <a:cubicBezTo>
                      <a:pt x="9248" y="21353"/>
                      <a:pt x="9341" y="21600"/>
                      <a:pt x="9507" y="21600"/>
                    </a:cubicBezTo>
                    <a:cubicBezTo>
                      <a:pt x="9673" y="21600"/>
                      <a:pt x="9847" y="21353"/>
                      <a:pt x="9896" y="21052"/>
                    </a:cubicBezTo>
                    <a:cubicBezTo>
                      <a:pt x="9944" y="20752"/>
                      <a:pt x="9850" y="20510"/>
                      <a:pt x="9686" y="20510"/>
                    </a:cubicBezTo>
                    <a:close/>
                  </a:path>
                </a:pathLst>
              </a:custGeom>
              <a:solidFill>
                <a:srgbClr val="3E7FBF">
                  <a:alpha val="69804"/>
                </a:srgbClr>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54492" rtl="0" eaLnBrk="1" fontAlgn="auto" latinLnBrk="0" hangingPunct="1">
                  <a:lnSpc>
                    <a:spcPct val="100000"/>
                  </a:lnSpc>
                  <a:spcBef>
                    <a:spcPts val="0"/>
                  </a:spcBef>
                  <a:spcAft>
                    <a:spcPts val="0"/>
                  </a:spcAft>
                  <a:buClrTx/>
                  <a:buSzTx/>
                  <a:buFontTx/>
                  <a:buNone/>
                  <a:tabLst/>
                  <a:defRPr sz="1400">
                    <a:solidFill>
                      <a:srgbClr val="FFFFFF"/>
                    </a:solidFill>
                    <a:effectLst>
                      <a:outerShdw blurRad="38100" dist="12700" dir="5400000" rotWithShape="0">
                        <a:srgbClr val="000000">
                          <a:alpha val="50000"/>
                        </a:srgbClr>
                      </a:outerShdw>
                    </a:effectLst>
                  </a:defRPr>
                </a:pPr>
                <a:endParaRPr kumimoji="0" sz="637"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Calibri"/>
                  <a:ea typeface="+mn-ea"/>
                  <a:cs typeface="+mn-cs"/>
                </a:endParaRPr>
              </a:p>
            </p:txBody>
          </p:sp>
          <p:sp>
            <p:nvSpPr>
              <p:cNvPr id="17" name="Shape 7">
                <a:extLst>
                  <a:ext uri="{FF2B5EF4-FFF2-40B4-BE49-F238E27FC236}">
                    <a16:creationId xmlns:a16="http://schemas.microsoft.com/office/drawing/2014/main" id="{A99BD6F6-F96B-774E-4469-FECEAD320B8B}"/>
                  </a:ext>
                </a:extLst>
              </p:cNvPr>
              <p:cNvSpPr/>
              <p:nvPr/>
            </p:nvSpPr>
            <p:spPr>
              <a:xfrm>
                <a:off x="5202873" y="1681049"/>
                <a:ext cx="2157970" cy="736664"/>
              </a:xfrm>
              <a:custGeom>
                <a:avLst/>
                <a:gdLst/>
                <a:ahLst/>
                <a:cxnLst>
                  <a:cxn ang="0">
                    <a:pos x="wd2" y="hd2"/>
                  </a:cxn>
                  <a:cxn ang="5400000">
                    <a:pos x="wd2" y="hd2"/>
                  </a:cxn>
                  <a:cxn ang="10800000">
                    <a:pos x="wd2" y="hd2"/>
                  </a:cxn>
                  <a:cxn ang="16200000">
                    <a:pos x="wd2" y="hd2"/>
                  </a:cxn>
                </a:cxnLst>
                <a:rect l="0" t="0" r="r" b="b"/>
                <a:pathLst>
                  <a:path w="21545" h="21600" extrusionOk="0">
                    <a:moveTo>
                      <a:pt x="7346" y="0"/>
                    </a:moveTo>
                    <a:cubicBezTo>
                      <a:pt x="7061" y="0"/>
                      <a:pt x="6832" y="406"/>
                      <a:pt x="6834" y="908"/>
                    </a:cubicBezTo>
                    <a:cubicBezTo>
                      <a:pt x="6835" y="1412"/>
                      <a:pt x="7069" y="1823"/>
                      <a:pt x="7357" y="1823"/>
                    </a:cubicBezTo>
                    <a:cubicBezTo>
                      <a:pt x="7644" y="1823"/>
                      <a:pt x="7873" y="1412"/>
                      <a:pt x="7869" y="908"/>
                    </a:cubicBezTo>
                    <a:cubicBezTo>
                      <a:pt x="7865" y="406"/>
                      <a:pt x="7630" y="0"/>
                      <a:pt x="7346" y="0"/>
                    </a:cubicBezTo>
                    <a:close/>
                    <a:moveTo>
                      <a:pt x="8592" y="0"/>
                    </a:moveTo>
                    <a:cubicBezTo>
                      <a:pt x="8308" y="0"/>
                      <a:pt x="8081" y="406"/>
                      <a:pt x="8086" y="908"/>
                    </a:cubicBezTo>
                    <a:cubicBezTo>
                      <a:pt x="8091" y="1412"/>
                      <a:pt x="8328" y="1823"/>
                      <a:pt x="8615" y="1823"/>
                    </a:cubicBezTo>
                    <a:cubicBezTo>
                      <a:pt x="8903" y="1823"/>
                      <a:pt x="9130" y="1412"/>
                      <a:pt x="9122" y="908"/>
                    </a:cubicBezTo>
                    <a:cubicBezTo>
                      <a:pt x="9115" y="406"/>
                      <a:pt x="8878" y="0"/>
                      <a:pt x="8592" y="0"/>
                    </a:cubicBezTo>
                    <a:close/>
                    <a:moveTo>
                      <a:pt x="9860" y="0"/>
                    </a:moveTo>
                    <a:cubicBezTo>
                      <a:pt x="9575" y="0"/>
                      <a:pt x="9350" y="406"/>
                      <a:pt x="9359" y="908"/>
                    </a:cubicBezTo>
                    <a:cubicBezTo>
                      <a:pt x="9367" y="1412"/>
                      <a:pt x="9607" y="1823"/>
                      <a:pt x="9894" y="1823"/>
                    </a:cubicBezTo>
                    <a:cubicBezTo>
                      <a:pt x="10181" y="1823"/>
                      <a:pt x="10405" y="1412"/>
                      <a:pt x="10394" y="908"/>
                    </a:cubicBezTo>
                    <a:cubicBezTo>
                      <a:pt x="10383" y="406"/>
                      <a:pt x="10144" y="0"/>
                      <a:pt x="9860" y="0"/>
                    </a:cubicBezTo>
                    <a:close/>
                    <a:moveTo>
                      <a:pt x="11127" y="0"/>
                    </a:moveTo>
                    <a:cubicBezTo>
                      <a:pt x="10842" y="0"/>
                      <a:pt x="10621" y="406"/>
                      <a:pt x="10633" y="908"/>
                    </a:cubicBezTo>
                    <a:cubicBezTo>
                      <a:pt x="10644" y="1412"/>
                      <a:pt x="10886" y="1823"/>
                      <a:pt x="11174" y="1823"/>
                    </a:cubicBezTo>
                    <a:cubicBezTo>
                      <a:pt x="11462" y="1823"/>
                      <a:pt x="11682" y="1412"/>
                      <a:pt x="11667" y="908"/>
                    </a:cubicBezTo>
                    <a:cubicBezTo>
                      <a:pt x="11653" y="406"/>
                      <a:pt x="11412" y="0"/>
                      <a:pt x="11127" y="0"/>
                    </a:cubicBezTo>
                    <a:close/>
                    <a:moveTo>
                      <a:pt x="12395" y="0"/>
                    </a:moveTo>
                    <a:cubicBezTo>
                      <a:pt x="12110" y="0"/>
                      <a:pt x="11891" y="406"/>
                      <a:pt x="11906" y="908"/>
                    </a:cubicBezTo>
                    <a:cubicBezTo>
                      <a:pt x="11921" y="1412"/>
                      <a:pt x="12167" y="1823"/>
                      <a:pt x="12454" y="1823"/>
                    </a:cubicBezTo>
                    <a:cubicBezTo>
                      <a:pt x="12741" y="1823"/>
                      <a:pt x="12959" y="1412"/>
                      <a:pt x="12941" y="908"/>
                    </a:cubicBezTo>
                    <a:cubicBezTo>
                      <a:pt x="12924" y="406"/>
                      <a:pt x="12680" y="0"/>
                      <a:pt x="12395" y="0"/>
                    </a:cubicBezTo>
                    <a:close/>
                    <a:moveTo>
                      <a:pt x="6085" y="2181"/>
                    </a:moveTo>
                    <a:cubicBezTo>
                      <a:pt x="5798" y="2181"/>
                      <a:pt x="5562" y="2595"/>
                      <a:pt x="5560" y="3110"/>
                    </a:cubicBezTo>
                    <a:cubicBezTo>
                      <a:pt x="5558" y="3626"/>
                      <a:pt x="5794" y="4047"/>
                      <a:pt x="6084" y="4047"/>
                    </a:cubicBezTo>
                    <a:cubicBezTo>
                      <a:pt x="6374" y="4047"/>
                      <a:pt x="6608" y="3626"/>
                      <a:pt x="6607" y="3110"/>
                    </a:cubicBezTo>
                    <a:cubicBezTo>
                      <a:pt x="6606" y="2595"/>
                      <a:pt x="6372" y="2181"/>
                      <a:pt x="6085" y="2181"/>
                    </a:cubicBezTo>
                    <a:close/>
                    <a:moveTo>
                      <a:pt x="7352" y="2181"/>
                    </a:moveTo>
                    <a:cubicBezTo>
                      <a:pt x="7064" y="2181"/>
                      <a:pt x="6832" y="2595"/>
                      <a:pt x="6834" y="3110"/>
                    </a:cubicBezTo>
                    <a:cubicBezTo>
                      <a:pt x="6835" y="3626"/>
                      <a:pt x="7073" y="4047"/>
                      <a:pt x="7363" y="4047"/>
                    </a:cubicBezTo>
                    <a:cubicBezTo>
                      <a:pt x="7653" y="4047"/>
                      <a:pt x="7886" y="3626"/>
                      <a:pt x="7881" y="3110"/>
                    </a:cubicBezTo>
                    <a:cubicBezTo>
                      <a:pt x="7877" y="2595"/>
                      <a:pt x="7639" y="2181"/>
                      <a:pt x="7352" y="2181"/>
                    </a:cubicBezTo>
                    <a:close/>
                    <a:moveTo>
                      <a:pt x="8619" y="2181"/>
                    </a:moveTo>
                    <a:cubicBezTo>
                      <a:pt x="8332" y="2181"/>
                      <a:pt x="8102" y="2595"/>
                      <a:pt x="8107" y="3110"/>
                    </a:cubicBezTo>
                    <a:cubicBezTo>
                      <a:pt x="8112" y="3626"/>
                      <a:pt x="8352" y="4047"/>
                      <a:pt x="8642" y="4047"/>
                    </a:cubicBezTo>
                    <a:cubicBezTo>
                      <a:pt x="8934" y="4047"/>
                      <a:pt x="9163" y="3626"/>
                      <a:pt x="9155" y="3110"/>
                    </a:cubicBezTo>
                    <a:cubicBezTo>
                      <a:pt x="9147" y="2595"/>
                      <a:pt x="8908" y="2181"/>
                      <a:pt x="8619" y="2181"/>
                    </a:cubicBezTo>
                    <a:close/>
                    <a:moveTo>
                      <a:pt x="9908" y="2181"/>
                    </a:moveTo>
                    <a:cubicBezTo>
                      <a:pt x="9620" y="2181"/>
                      <a:pt x="9393" y="2595"/>
                      <a:pt x="9401" y="3110"/>
                    </a:cubicBezTo>
                    <a:cubicBezTo>
                      <a:pt x="9410" y="3626"/>
                      <a:pt x="9653" y="4047"/>
                      <a:pt x="9944" y="4047"/>
                    </a:cubicBezTo>
                    <a:cubicBezTo>
                      <a:pt x="10234" y="4047"/>
                      <a:pt x="10460" y="3626"/>
                      <a:pt x="10448" y="3110"/>
                    </a:cubicBezTo>
                    <a:cubicBezTo>
                      <a:pt x="10437" y="2595"/>
                      <a:pt x="10196" y="2181"/>
                      <a:pt x="9908" y="2181"/>
                    </a:cubicBezTo>
                    <a:close/>
                    <a:moveTo>
                      <a:pt x="11175" y="2181"/>
                    </a:moveTo>
                    <a:cubicBezTo>
                      <a:pt x="10887" y="2181"/>
                      <a:pt x="10664" y="2595"/>
                      <a:pt x="10675" y="3110"/>
                    </a:cubicBezTo>
                    <a:cubicBezTo>
                      <a:pt x="10687" y="3626"/>
                      <a:pt x="10932" y="4047"/>
                      <a:pt x="11223" y="4047"/>
                    </a:cubicBezTo>
                    <a:cubicBezTo>
                      <a:pt x="11514" y="4047"/>
                      <a:pt x="11737" y="3626"/>
                      <a:pt x="11722" y="3110"/>
                    </a:cubicBezTo>
                    <a:cubicBezTo>
                      <a:pt x="11708" y="2595"/>
                      <a:pt x="11464" y="2181"/>
                      <a:pt x="11175" y="2181"/>
                    </a:cubicBezTo>
                    <a:close/>
                    <a:moveTo>
                      <a:pt x="12464" y="2181"/>
                    </a:moveTo>
                    <a:cubicBezTo>
                      <a:pt x="12176" y="2181"/>
                      <a:pt x="11955" y="2595"/>
                      <a:pt x="11970" y="3110"/>
                    </a:cubicBezTo>
                    <a:cubicBezTo>
                      <a:pt x="11985" y="3626"/>
                      <a:pt x="12234" y="4047"/>
                      <a:pt x="12524" y="4047"/>
                    </a:cubicBezTo>
                    <a:cubicBezTo>
                      <a:pt x="12815" y="4047"/>
                      <a:pt x="13035" y="3626"/>
                      <a:pt x="13017" y="3110"/>
                    </a:cubicBezTo>
                    <a:cubicBezTo>
                      <a:pt x="12999" y="2595"/>
                      <a:pt x="12752" y="2181"/>
                      <a:pt x="12464" y="2181"/>
                    </a:cubicBezTo>
                    <a:close/>
                    <a:moveTo>
                      <a:pt x="13836" y="2181"/>
                    </a:moveTo>
                    <a:cubicBezTo>
                      <a:pt x="13549" y="2181"/>
                      <a:pt x="13331" y="2595"/>
                      <a:pt x="13350" y="3110"/>
                    </a:cubicBezTo>
                    <a:cubicBezTo>
                      <a:pt x="13369" y="3626"/>
                      <a:pt x="13619" y="4047"/>
                      <a:pt x="13909" y="4047"/>
                    </a:cubicBezTo>
                    <a:cubicBezTo>
                      <a:pt x="14200" y="4047"/>
                      <a:pt x="14418" y="3626"/>
                      <a:pt x="14396" y="3110"/>
                    </a:cubicBezTo>
                    <a:cubicBezTo>
                      <a:pt x="14374" y="2595"/>
                      <a:pt x="14124" y="2181"/>
                      <a:pt x="13836" y="2181"/>
                    </a:cubicBezTo>
                    <a:close/>
                    <a:moveTo>
                      <a:pt x="15104" y="2181"/>
                    </a:moveTo>
                    <a:cubicBezTo>
                      <a:pt x="14816" y="2181"/>
                      <a:pt x="14600" y="2595"/>
                      <a:pt x="14623" y="3110"/>
                    </a:cubicBezTo>
                    <a:cubicBezTo>
                      <a:pt x="14645" y="3626"/>
                      <a:pt x="14900" y="4047"/>
                      <a:pt x="15190" y="4047"/>
                    </a:cubicBezTo>
                    <a:cubicBezTo>
                      <a:pt x="15480" y="4047"/>
                      <a:pt x="15696" y="3626"/>
                      <a:pt x="15671" y="3110"/>
                    </a:cubicBezTo>
                    <a:cubicBezTo>
                      <a:pt x="15645" y="2595"/>
                      <a:pt x="15392" y="2181"/>
                      <a:pt x="15104" y="2181"/>
                    </a:cubicBezTo>
                    <a:close/>
                    <a:moveTo>
                      <a:pt x="4783" y="4487"/>
                    </a:moveTo>
                    <a:cubicBezTo>
                      <a:pt x="4491" y="4487"/>
                      <a:pt x="4250" y="4913"/>
                      <a:pt x="4245" y="5439"/>
                    </a:cubicBezTo>
                    <a:cubicBezTo>
                      <a:pt x="4239" y="5969"/>
                      <a:pt x="4474" y="6400"/>
                      <a:pt x="4768" y="6400"/>
                    </a:cubicBezTo>
                    <a:cubicBezTo>
                      <a:pt x="5062" y="6400"/>
                      <a:pt x="5303" y="5969"/>
                      <a:pt x="5305" y="5439"/>
                    </a:cubicBezTo>
                    <a:cubicBezTo>
                      <a:pt x="5308" y="4913"/>
                      <a:pt x="5074" y="4487"/>
                      <a:pt x="4783" y="4487"/>
                    </a:cubicBezTo>
                    <a:close/>
                    <a:moveTo>
                      <a:pt x="6070" y="4487"/>
                    </a:moveTo>
                    <a:cubicBezTo>
                      <a:pt x="5780" y="4487"/>
                      <a:pt x="5541" y="4913"/>
                      <a:pt x="5539" y="5439"/>
                    </a:cubicBezTo>
                    <a:cubicBezTo>
                      <a:pt x="5537" y="5969"/>
                      <a:pt x="5775" y="6400"/>
                      <a:pt x="6068" y="6400"/>
                    </a:cubicBezTo>
                    <a:cubicBezTo>
                      <a:pt x="6362" y="6400"/>
                      <a:pt x="6600" y="5969"/>
                      <a:pt x="6599" y="5439"/>
                    </a:cubicBezTo>
                    <a:cubicBezTo>
                      <a:pt x="6598" y="4913"/>
                      <a:pt x="6361" y="4487"/>
                      <a:pt x="6070" y="4487"/>
                    </a:cubicBezTo>
                    <a:close/>
                    <a:moveTo>
                      <a:pt x="7358" y="4487"/>
                    </a:moveTo>
                    <a:cubicBezTo>
                      <a:pt x="7067" y="4487"/>
                      <a:pt x="6832" y="4913"/>
                      <a:pt x="6834" y="5439"/>
                    </a:cubicBezTo>
                    <a:cubicBezTo>
                      <a:pt x="6835" y="5969"/>
                      <a:pt x="7075" y="6400"/>
                      <a:pt x="7369" y="6400"/>
                    </a:cubicBezTo>
                    <a:cubicBezTo>
                      <a:pt x="7663" y="6400"/>
                      <a:pt x="7898" y="5969"/>
                      <a:pt x="7894" y="5439"/>
                    </a:cubicBezTo>
                    <a:cubicBezTo>
                      <a:pt x="7889" y="4913"/>
                      <a:pt x="7649" y="4487"/>
                      <a:pt x="7358" y="4487"/>
                    </a:cubicBezTo>
                    <a:close/>
                    <a:moveTo>
                      <a:pt x="10040" y="4487"/>
                    </a:moveTo>
                    <a:cubicBezTo>
                      <a:pt x="9749" y="4487"/>
                      <a:pt x="9520" y="4913"/>
                      <a:pt x="9529" y="5439"/>
                    </a:cubicBezTo>
                    <a:cubicBezTo>
                      <a:pt x="9537" y="5969"/>
                      <a:pt x="9784" y="6400"/>
                      <a:pt x="10078" y="6400"/>
                    </a:cubicBezTo>
                    <a:cubicBezTo>
                      <a:pt x="10372" y="6400"/>
                      <a:pt x="10600" y="5969"/>
                      <a:pt x="10588" y="5439"/>
                    </a:cubicBezTo>
                    <a:cubicBezTo>
                      <a:pt x="10577" y="4913"/>
                      <a:pt x="10331" y="4487"/>
                      <a:pt x="10040" y="4487"/>
                    </a:cubicBezTo>
                    <a:close/>
                    <a:moveTo>
                      <a:pt x="11245" y="4487"/>
                    </a:moveTo>
                    <a:cubicBezTo>
                      <a:pt x="10953" y="4487"/>
                      <a:pt x="10727" y="4913"/>
                      <a:pt x="10739" y="5439"/>
                    </a:cubicBezTo>
                    <a:cubicBezTo>
                      <a:pt x="10751" y="5969"/>
                      <a:pt x="10999" y="6400"/>
                      <a:pt x="11293" y="6400"/>
                    </a:cubicBezTo>
                    <a:cubicBezTo>
                      <a:pt x="11588" y="6400"/>
                      <a:pt x="11813" y="5969"/>
                      <a:pt x="11799" y="5439"/>
                    </a:cubicBezTo>
                    <a:cubicBezTo>
                      <a:pt x="11784" y="4913"/>
                      <a:pt x="11537" y="4487"/>
                      <a:pt x="11245" y="4487"/>
                    </a:cubicBezTo>
                    <a:close/>
                    <a:moveTo>
                      <a:pt x="12533" y="4487"/>
                    </a:moveTo>
                    <a:cubicBezTo>
                      <a:pt x="12242" y="4487"/>
                      <a:pt x="12018" y="4913"/>
                      <a:pt x="12033" y="5439"/>
                    </a:cubicBezTo>
                    <a:cubicBezTo>
                      <a:pt x="12049" y="5969"/>
                      <a:pt x="12301" y="6400"/>
                      <a:pt x="12595" y="6400"/>
                    </a:cubicBezTo>
                    <a:cubicBezTo>
                      <a:pt x="12890" y="6400"/>
                      <a:pt x="13112" y="5969"/>
                      <a:pt x="13094" y="5439"/>
                    </a:cubicBezTo>
                    <a:cubicBezTo>
                      <a:pt x="13075" y="4913"/>
                      <a:pt x="12825" y="4487"/>
                      <a:pt x="12533" y="4487"/>
                    </a:cubicBezTo>
                    <a:close/>
                    <a:moveTo>
                      <a:pt x="13927" y="4487"/>
                    </a:moveTo>
                    <a:cubicBezTo>
                      <a:pt x="13636" y="4487"/>
                      <a:pt x="13415" y="4913"/>
                      <a:pt x="13434" y="5439"/>
                    </a:cubicBezTo>
                    <a:cubicBezTo>
                      <a:pt x="13454" y="5969"/>
                      <a:pt x="13709" y="6400"/>
                      <a:pt x="14002" y="6400"/>
                    </a:cubicBezTo>
                    <a:cubicBezTo>
                      <a:pt x="14296" y="6400"/>
                      <a:pt x="14516" y="5969"/>
                      <a:pt x="14494" y="5439"/>
                    </a:cubicBezTo>
                    <a:cubicBezTo>
                      <a:pt x="14471" y="4913"/>
                      <a:pt x="14218" y="4487"/>
                      <a:pt x="13927" y="4487"/>
                    </a:cubicBezTo>
                    <a:close/>
                    <a:moveTo>
                      <a:pt x="15215" y="4487"/>
                    </a:moveTo>
                    <a:cubicBezTo>
                      <a:pt x="14925" y="4487"/>
                      <a:pt x="14707" y="4913"/>
                      <a:pt x="14730" y="5439"/>
                    </a:cubicBezTo>
                    <a:cubicBezTo>
                      <a:pt x="14753" y="5969"/>
                      <a:pt x="15010" y="6400"/>
                      <a:pt x="15303" y="6400"/>
                    </a:cubicBezTo>
                    <a:cubicBezTo>
                      <a:pt x="15597" y="6400"/>
                      <a:pt x="15815" y="5969"/>
                      <a:pt x="15789" y="5439"/>
                    </a:cubicBezTo>
                    <a:cubicBezTo>
                      <a:pt x="15763" y="4913"/>
                      <a:pt x="15506" y="4487"/>
                      <a:pt x="15215" y="4487"/>
                    </a:cubicBezTo>
                    <a:close/>
                    <a:moveTo>
                      <a:pt x="16504" y="4487"/>
                    </a:moveTo>
                    <a:cubicBezTo>
                      <a:pt x="16212" y="4487"/>
                      <a:pt x="15998" y="4913"/>
                      <a:pt x="16024" y="5439"/>
                    </a:cubicBezTo>
                    <a:cubicBezTo>
                      <a:pt x="16050" y="5969"/>
                      <a:pt x="16310" y="6400"/>
                      <a:pt x="16605" y="6400"/>
                    </a:cubicBezTo>
                    <a:cubicBezTo>
                      <a:pt x="16898" y="6400"/>
                      <a:pt x="17114" y="5969"/>
                      <a:pt x="17084" y="5439"/>
                    </a:cubicBezTo>
                    <a:cubicBezTo>
                      <a:pt x="17055" y="4913"/>
                      <a:pt x="16795" y="4487"/>
                      <a:pt x="16504" y="4487"/>
                    </a:cubicBezTo>
                    <a:close/>
                    <a:moveTo>
                      <a:pt x="17793" y="4487"/>
                    </a:moveTo>
                    <a:cubicBezTo>
                      <a:pt x="17501" y="4487"/>
                      <a:pt x="17289" y="4913"/>
                      <a:pt x="17319" y="5439"/>
                    </a:cubicBezTo>
                    <a:cubicBezTo>
                      <a:pt x="17349" y="5969"/>
                      <a:pt x="17612" y="6400"/>
                      <a:pt x="17907" y="6400"/>
                    </a:cubicBezTo>
                    <a:cubicBezTo>
                      <a:pt x="18201" y="6400"/>
                      <a:pt x="18412" y="5969"/>
                      <a:pt x="18379" y="5439"/>
                    </a:cubicBezTo>
                    <a:cubicBezTo>
                      <a:pt x="18346" y="4913"/>
                      <a:pt x="18084" y="4487"/>
                      <a:pt x="17793" y="4487"/>
                    </a:cubicBezTo>
                    <a:close/>
                    <a:moveTo>
                      <a:pt x="19082" y="4487"/>
                    </a:moveTo>
                    <a:cubicBezTo>
                      <a:pt x="18791" y="4487"/>
                      <a:pt x="18581" y="4913"/>
                      <a:pt x="18614" y="5439"/>
                    </a:cubicBezTo>
                    <a:cubicBezTo>
                      <a:pt x="18648" y="5969"/>
                      <a:pt x="18915" y="6400"/>
                      <a:pt x="19209" y="6400"/>
                    </a:cubicBezTo>
                    <a:cubicBezTo>
                      <a:pt x="19502" y="6400"/>
                      <a:pt x="19712" y="5969"/>
                      <a:pt x="19675" y="5439"/>
                    </a:cubicBezTo>
                    <a:cubicBezTo>
                      <a:pt x="19639" y="4913"/>
                      <a:pt x="19373" y="4487"/>
                      <a:pt x="19082" y="4487"/>
                    </a:cubicBezTo>
                    <a:close/>
                    <a:moveTo>
                      <a:pt x="20391" y="4487"/>
                    </a:moveTo>
                    <a:cubicBezTo>
                      <a:pt x="20100" y="4487"/>
                      <a:pt x="19894" y="4913"/>
                      <a:pt x="19931" y="5439"/>
                    </a:cubicBezTo>
                    <a:cubicBezTo>
                      <a:pt x="19968" y="5969"/>
                      <a:pt x="20236" y="6400"/>
                      <a:pt x="20530" y="6400"/>
                    </a:cubicBezTo>
                    <a:cubicBezTo>
                      <a:pt x="20824" y="6400"/>
                      <a:pt x="21031" y="5969"/>
                      <a:pt x="20991" y="5439"/>
                    </a:cubicBezTo>
                    <a:cubicBezTo>
                      <a:pt x="20951" y="4913"/>
                      <a:pt x="20683" y="4487"/>
                      <a:pt x="20391" y="4487"/>
                    </a:cubicBezTo>
                    <a:close/>
                    <a:moveTo>
                      <a:pt x="2234" y="6793"/>
                    </a:moveTo>
                    <a:cubicBezTo>
                      <a:pt x="1939" y="6793"/>
                      <a:pt x="1690" y="7228"/>
                      <a:pt x="1678" y="7767"/>
                    </a:cubicBezTo>
                    <a:cubicBezTo>
                      <a:pt x="1665" y="8309"/>
                      <a:pt x="1896" y="8752"/>
                      <a:pt x="2194" y="8752"/>
                    </a:cubicBezTo>
                    <a:cubicBezTo>
                      <a:pt x="2492" y="8752"/>
                      <a:pt x="2741" y="8309"/>
                      <a:pt x="2751" y="7767"/>
                    </a:cubicBezTo>
                    <a:cubicBezTo>
                      <a:pt x="2760" y="7228"/>
                      <a:pt x="2528" y="6793"/>
                      <a:pt x="2234" y="6793"/>
                    </a:cubicBezTo>
                    <a:close/>
                    <a:moveTo>
                      <a:pt x="4768" y="6793"/>
                    </a:moveTo>
                    <a:cubicBezTo>
                      <a:pt x="4473" y="6793"/>
                      <a:pt x="4229" y="7228"/>
                      <a:pt x="4223" y="7767"/>
                    </a:cubicBezTo>
                    <a:cubicBezTo>
                      <a:pt x="4218" y="8309"/>
                      <a:pt x="4455" y="8752"/>
                      <a:pt x="4753" y="8752"/>
                    </a:cubicBezTo>
                    <a:cubicBezTo>
                      <a:pt x="5050" y="8752"/>
                      <a:pt x="5294" y="8309"/>
                      <a:pt x="5296" y="7767"/>
                    </a:cubicBezTo>
                    <a:cubicBezTo>
                      <a:pt x="5299" y="7228"/>
                      <a:pt x="5063" y="6793"/>
                      <a:pt x="4768" y="6793"/>
                    </a:cubicBezTo>
                    <a:close/>
                    <a:moveTo>
                      <a:pt x="6076" y="6793"/>
                    </a:moveTo>
                    <a:cubicBezTo>
                      <a:pt x="5782" y="6793"/>
                      <a:pt x="5541" y="7228"/>
                      <a:pt x="5539" y="7767"/>
                    </a:cubicBezTo>
                    <a:cubicBezTo>
                      <a:pt x="5537" y="8309"/>
                      <a:pt x="5778" y="8752"/>
                      <a:pt x="6075" y="8752"/>
                    </a:cubicBezTo>
                    <a:cubicBezTo>
                      <a:pt x="6372" y="8752"/>
                      <a:pt x="6613" y="8309"/>
                      <a:pt x="6612" y="7767"/>
                    </a:cubicBezTo>
                    <a:cubicBezTo>
                      <a:pt x="6611" y="7228"/>
                      <a:pt x="6371" y="6793"/>
                      <a:pt x="6076" y="6793"/>
                    </a:cubicBezTo>
                    <a:close/>
                    <a:moveTo>
                      <a:pt x="7386" y="6793"/>
                    </a:moveTo>
                    <a:cubicBezTo>
                      <a:pt x="7091" y="6793"/>
                      <a:pt x="6853" y="7228"/>
                      <a:pt x="6855" y="7767"/>
                    </a:cubicBezTo>
                    <a:cubicBezTo>
                      <a:pt x="6856" y="8309"/>
                      <a:pt x="7099" y="8752"/>
                      <a:pt x="7397" y="8752"/>
                    </a:cubicBezTo>
                    <a:cubicBezTo>
                      <a:pt x="7694" y="8752"/>
                      <a:pt x="7932" y="8309"/>
                      <a:pt x="7928" y="7767"/>
                    </a:cubicBezTo>
                    <a:cubicBezTo>
                      <a:pt x="7923" y="7228"/>
                      <a:pt x="7680" y="6793"/>
                      <a:pt x="7386" y="6793"/>
                    </a:cubicBezTo>
                    <a:close/>
                    <a:moveTo>
                      <a:pt x="10089" y="6793"/>
                    </a:moveTo>
                    <a:cubicBezTo>
                      <a:pt x="9795" y="6793"/>
                      <a:pt x="9562" y="7228"/>
                      <a:pt x="9571" y="7767"/>
                    </a:cubicBezTo>
                    <a:cubicBezTo>
                      <a:pt x="9580" y="8309"/>
                      <a:pt x="9829" y="8752"/>
                      <a:pt x="10127" y="8752"/>
                    </a:cubicBezTo>
                    <a:cubicBezTo>
                      <a:pt x="10425" y="8752"/>
                      <a:pt x="10656" y="8309"/>
                      <a:pt x="10644" y="7767"/>
                    </a:cubicBezTo>
                    <a:cubicBezTo>
                      <a:pt x="10632" y="7228"/>
                      <a:pt x="10384" y="6793"/>
                      <a:pt x="10089" y="6793"/>
                    </a:cubicBezTo>
                    <a:close/>
                    <a:moveTo>
                      <a:pt x="11399" y="6793"/>
                    </a:moveTo>
                    <a:cubicBezTo>
                      <a:pt x="11104" y="6793"/>
                      <a:pt x="10875" y="7228"/>
                      <a:pt x="10887" y="7767"/>
                    </a:cubicBezTo>
                    <a:cubicBezTo>
                      <a:pt x="10900" y="8309"/>
                      <a:pt x="11152" y="8752"/>
                      <a:pt x="11450" y="8752"/>
                    </a:cubicBezTo>
                    <a:cubicBezTo>
                      <a:pt x="11747" y="8752"/>
                      <a:pt x="11976" y="8309"/>
                      <a:pt x="11960" y="7767"/>
                    </a:cubicBezTo>
                    <a:cubicBezTo>
                      <a:pt x="11945" y="7228"/>
                      <a:pt x="11693" y="6793"/>
                      <a:pt x="11399" y="6793"/>
                    </a:cubicBezTo>
                    <a:close/>
                    <a:moveTo>
                      <a:pt x="12708" y="6793"/>
                    </a:moveTo>
                    <a:cubicBezTo>
                      <a:pt x="12413" y="6793"/>
                      <a:pt x="12187" y="7228"/>
                      <a:pt x="12203" y="7767"/>
                    </a:cubicBezTo>
                    <a:cubicBezTo>
                      <a:pt x="12219" y="8309"/>
                      <a:pt x="12474" y="8752"/>
                      <a:pt x="12772" y="8752"/>
                    </a:cubicBezTo>
                    <a:cubicBezTo>
                      <a:pt x="13069" y="8752"/>
                      <a:pt x="13295" y="8309"/>
                      <a:pt x="13276" y="7767"/>
                    </a:cubicBezTo>
                    <a:cubicBezTo>
                      <a:pt x="13257" y="7228"/>
                      <a:pt x="13002" y="6793"/>
                      <a:pt x="12708" y="6793"/>
                    </a:cubicBezTo>
                    <a:close/>
                    <a:moveTo>
                      <a:pt x="14017" y="6793"/>
                    </a:moveTo>
                    <a:cubicBezTo>
                      <a:pt x="13723" y="6793"/>
                      <a:pt x="13500" y="7228"/>
                      <a:pt x="13519" y="7767"/>
                    </a:cubicBezTo>
                    <a:cubicBezTo>
                      <a:pt x="13539" y="8309"/>
                      <a:pt x="13797" y="8752"/>
                      <a:pt x="14094" y="8752"/>
                    </a:cubicBezTo>
                    <a:cubicBezTo>
                      <a:pt x="14392" y="8752"/>
                      <a:pt x="14614" y="8309"/>
                      <a:pt x="14591" y="7767"/>
                    </a:cubicBezTo>
                    <a:cubicBezTo>
                      <a:pt x="14568" y="7228"/>
                      <a:pt x="14312" y="6793"/>
                      <a:pt x="14017" y="6793"/>
                    </a:cubicBezTo>
                    <a:close/>
                    <a:moveTo>
                      <a:pt x="15326" y="6793"/>
                    </a:moveTo>
                    <a:cubicBezTo>
                      <a:pt x="15033" y="6793"/>
                      <a:pt x="14812" y="7228"/>
                      <a:pt x="14836" y="7767"/>
                    </a:cubicBezTo>
                    <a:cubicBezTo>
                      <a:pt x="14859" y="8309"/>
                      <a:pt x="15120" y="8752"/>
                      <a:pt x="15417" y="8752"/>
                    </a:cubicBezTo>
                    <a:cubicBezTo>
                      <a:pt x="15714" y="8752"/>
                      <a:pt x="15934" y="8309"/>
                      <a:pt x="15908" y="7767"/>
                    </a:cubicBezTo>
                    <a:cubicBezTo>
                      <a:pt x="15882" y="7228"/>
                      <a:pt x="15622" y="6793"/>
                      <a:pt x="15326" y="6793"/>
                    </a:cubicBezTo>
                    <a:close/>
                    <a:moveTo>
                      <a:pt x="16637" y="6793"/>
                    </a:moveTo>
                    <a:cubicBezTo>
                      <a:pt x="16342" y="6793"/>
                      <a:pt x="16124" y="7228"/>
                      <a:pt x="16151" y="7767"/>
                    </a:cubicBezTo>
                    <a:cubicBezTo>
                      <a:pt x="16178" y="8309"/>
                      <a:pt x="16442" y="8752"/>
                      <a:pt x="16740" y="8752"/>
                    </a:cubicBezTo>
                    <a:cubicBezTo>
                      <a:pt x="17037" y="8752"/>
                      <a:pt x="17254" y="8309"/>
                      <a:pt x="17224" y="7767"/>
                    </a:cubicBezTo>
                    <a:cubicBezTo>
                      <a:pt x="17194" y="7228"/>
                      <a:pt x="16931" y="6793"/>
                      <a:pt x="16637" y="6793"/>
                    </a:cubicBezTo>
                    <a:close/>
                    <a:moveTo>
                      <a:pt x="17946" y="6793"/>
                    </a:moveTo>
                    <a:cubicBezTo>
                      <a:pt x="17652" y="6793"/>
                      <a:pt x="17437" y="7228"/>
                      <a:pt x="17468" y="7767"/>
                    </a:cubicBezTo>
                    <a:cubicBezTo>
                      <a:pt x="17498" y="8309"/>
                      <a:pt x="17765" y="8752"/>
                      <a:pt x="18063" y="8752"/>
                    </a:cubicBezTo>
                    <a:cubicBezTo>
                      <a:pt x="18360" y="8752"/>
                      <a:pt x="18574" y="8309"/>
                      <a:pt x="18540" y="7767"/>
                    </a:cubicBezTo>
                    <a:cubicBezTo>
                      <a:pt x="18506" y="7228"/>
                      <a:pt x="18241" y="6793"/>
                      <a:pt x="17946" y="6793"/>
                    </a:cubicBezTo>
                    <a:close/>
                    <a:moveTo>
                      <a:pt x="19236" y="6793"/>
                    </a:moveTo>
                    <a:cubicBezTo>
                      <a:pt x="18942" y="6793"/>
                      <a:pt x="18729" y="7228"/>
                      <a:pt x="18763" y="7767"/>
                    </a:cubicBezTo>
                    <a:cubicBezTo>
                      <a:pt x="18797" y="8309"/>
                      <a:pt x="19068" y="8752"/>
                      <a:pt x="19366" y="8752"/>
                    </a:cubicBezTo>
                    <a:cubicBezTo>
                      <a:pt x="19663" y="8752"/>
                      <a:pt x="19874" y="8309"/>
                      <a:pt x="19836" y="7767"/>
                    </a:cubicBezTo>
                    <a:cubicBezTo>
                      <a:pt x="19800" y="7228"/>
                      <a:pt x="19530" y="6793"/>
                      <a:pt x="19236" y="6793"/>
                    </a:cubicBezTo>
                    <a:close/>
                    <a:moveTo>
                      <a:pt x="20545" y="6793"/>
                    </a:moveTo>
                    <a:cubicBezTo>
                      <a:pt x="20250" y="6793"/>
                      <a:pt x="20042" y="7228"/>
                      <a:pt x="20080" y="7767"/>
                    </a:cubicBezTo>
                    <a:cubicBezTo>
                      <a:pt x="20118" y="8309"/>
                      <a:pt x="20389" y="8752"/>
                      <a:pt x="20687" y="8752"/>
                    </a:cubicBezTo>
                    <a:cubicBezTo>
                      <a:pt x="20985" y="8752"/>
                      <a:pt x="21193" y="8309"/>
                      <a:pt x="21152" y="7767"/>
                    </a:cubicBezTo>
                    <a:cubicBezTo>
                      <a:pt x="21111" y="7228"/>
                      <a:pt x="20839" y="6793"/>
                      <a:pt x="20545" y="6793"/>
                    </a:cubicBezTo>
                    <a:close/>
                    <a:moveTo>
                      <a:pt x="869" y="9223"/>
                    </a:moveTo>
                    <a:cubicBezTo>
                      <a:pt x="570" y="9223"/>
                      <a:pt x="315" y="9668"/>
                      <a:pt x="298" y="10221"/>
                    </a:cubicBezTo>
                    <a:cubicBezTo>
                      <a:pt x="282" y="10776"/>
                      <a:pt x="513" y="11229"/>
                      <a:pt x="814" y="11229"/>
                    </a:cubicBezTo>
                    <a:cubicBezTo>
                      <a:pt x="1116" y="11229"/>
                      <a:pt x="1371" y="10776"/>
                      <a:pt x="1385" y="10221"/>
                    </a:cubicBezTo>
                    <a:cubicBezTo>
                      <a:pt x="1398" y="9668"/>
                      <a:pt x="1167" y="9223"/>
                      <a:pt x="869" y="9223"/>
                    </a:cubicBezTo>
                    <a:close/>
                    <a:moveTo>
                      <a:pt x="2199" y="9223"/>
                    </a:moveTo>
                    <a:cubicBezTo>
                      <a:pt x="1900" y="9223"/>
                      <a:pt x="1648" y="9668"/>
                      <a:pt x="1635" y="10221"/>
                    </a:cubicBezTo>
                    <a:cubicBezTo>
                      <a:pt x="1622" y="10776"/>
                      <a:pt x="1856" y="11229"/>
                      <a:pt x="2158" y="11229"/>
                    </a:cubicBezTo>
                    <a:cubicBezTo>
                      <a:pt x="2459" y="11229"/>
                      <a:pt x="2712" y="10776"/>
                      <a:pt x="2721" y="10221"/>
                    </a:cubicBezTo>
                    <a:cubicBezTo>
                      <a:pt x="2731" y="9668"/>
                      <a:pt x="2497" y="9223"/>
                      <a:pt x="2199" y="9223"/>
                    </a:cubicBezTo>
                    <a:close/>
                    <a:moveTo>
                      <a:pt x="4837" y="9223"/>
                    </a:moveTo>
                    <a:cubicBezTo>
                      <a:pt x="4539" y="9223"/>
                      <a:pt x="4293" y="9668"/>
                      <a:pt x="4287" y="10221"/>
                    </a:cubicBezTo>
                    <a:cubicBezTo>
                      <a:pt x="4282" y="10776"/>
                      <a:pt x="4522" y="11229"/>
                      <a:pt x="4823" y="11229"/>
                    </a:cubicBezTo>
                    <a:cubicBezTo>
                      <a:pt x="5124" y="11229"/>
                      <a:pt x="5371" y="10776"/>
                      <a:pt x="5373" y="10221"/>
                    </a:cubicBezTo>
                    <a:cubicBezTo>
                      <a:pt x="5376" y="9668"/>
                      <a:pt x="5136" y="9223"/>
                      <a:pt x="4837" y="9223"/>
                    </a:cubicBezTo>
                    <a:close/>
                    <a:moveTo>
                      <a:pt x="6167" y="9223"/>
                    </a:moveTo>
                    <a:cubicBezTo>
                      <a:pt x="5868" y="9223"/>
                      <a:pt x="5626" y="9668"/>
                      <a:pt x="5624" y="10221"/>
                    </a:cubicBezTo>
                    <a:cubicBezTo>
                      <a:pt x="5622" y="10776"/>
                      <a:pt x="5865" y="11229"/>
                      <a:pt x="6166" y="11229"/>
                    </a:cubicBezTo>
                    <a:cubicBezTo>
                      <a:pt x="6468" y="11229"/>
                      <a:pt x="6711" y="10776"/>
                      <a:pt x="6710" y="10221"/>
                    </a:cubicBezTo>
                    <a:cubicBezTo>
                      <a:pt x="6708" y="9668"/>
                      <a:pt x="6466" y="9223"/>
                      <a:pt x="6167" y="9223"/>
                    </a:cubicBezTo>
                    <a:close/>
                    <a:moveTo>
                      <a:pt x="7497" y="9223"/>
                    </a:moveTo>
                    <a:cubicBezTo>
                      <a:pt x="7200" y="9223"/>
                      <a:pt x="6959" y="9668"/>
                      <a:pt x="6961" y="10221"/>
                    </a:cubicBezTo>
                    <a:cubicBezTo>
                      <a:pt x="6963" y="10776"/>
                      <a:pt x="7209" y="11229"/>
                      <a:pt x="7510" y="11229"/>
                    </a:cubicBezTo>
                    <a:cubicBezTo>
                      <a:pt x="7812" y="11229"/>
                      <a:pt x="8051" y="10776"/>
                      <a:pt x="8046" y="10221"/>
                    </a:cubicBezTo>
                    <a:cubicBezTo>
                      <a:pt x="8041" y="9668"/>
                      <a:pt x="7796" y="9223"/>
                      <a:pt x="7497" y="9223"/>
                    </a:cubicBezTo>
                    <a:close/>
                    <a:moveTo>
                      <a:pt x="8806" y="9223"/>
                    </a:moveTo>
                    <a:cubicBezTo>
                      <a:pt x="8508" y="9223"/>
                      <a:pt x="8271" y="9668"/>
                      <a:pt x="8277" y="10221"/>
                    </a:cubicBezTo>
                    <a:cubicBezTo>
                      <a:pt x="8282" y="10776"/>
                      <a:pt x="8531" y="11229"/>
                      <a:pt x="8832" y="11229"/>
                    </a:cubicBezTo>
                    <a:cubicBezTo>
                      <a:pt x="9134" y="11229"/>
                      <a:pt x="9371" y="10776"/>
                      <a:pt x="9362" y="10221"/>
                    </a:cubicBezTo>
                    <a:cubicBezTo>
                      <a:pt x="9353" y="9668"/>
                      <a:pt x="9105" y="9223"/>
                      <a:pt x="8806" y="9223"/>
                    </a:cubicBezTo>
                    <a:close/>
                    <a:moveTo>
                      <a:pt x="10137" y="9223"/>
                    </a:moveTo>
                    <a:cubicBezTo>
                      <a:pt x="9839" y="9223"/>
                      <a:pt x="9604" y="9668"/>
                      <a:pt x="9613" y="10221"/>
                    </a:cubicBezTo>
                    <a:cubicBezTo>
                      <a:pt x="9623" y="10776"/>
                      <a:pt x="9876" y="11229"/>
                      <a:pt x="10176" y="11229"/>
                    </a:cubicBezTo>
                    <a:cubicBezTo>
                      <a:pt x="10478" y="11229"/>
                      <a:pt x="10712" y="10776"/>
                      <a:pt x="10700" y="10221"/>
                    </a:cubicBezTo>
                    <a:cubicBezTo>
                      <a:pt x="10687" y="9668"/>
                      <a:pt x="10436" y="9223"/>
                      <a:pt x="10137" y="9223"/>
                    </a:cubicBezTo>
                    <a:close/>
                    <a:moveTo>
                      <a:pt x="11468" y="9223"/>
                    </a:moveTo>
                    <a:cubicBezTo>
                      <a:pt x="11170" y="9223"/>
                      <a:pt x="10938" y="9668"/>
                      <a:pt x="10951" y="10221"/>
                    </a:cubicBezTo>
                    <a:cubicBezTo>
                      <a:pt x="10964" y="10776"/>
                      <a:pt x="11220" y="11229"/>
                      <a:pt x="11521" y="11229"/>
                    </a:cubicBezTo>
                    <a:cubicBezTo>
                      <a:pt x="11821" y="11229"/>
                      <a:pt x="12053" y="10776"/>
                      <a:pt x="12037" y="10221"/>
                    </a:cubicBezTo>
                    <a:cubicBezTo>
                      <a:pt x="12021" y="9668"/>
                      <a:pt x="11766" y="9223"/>
                      <a:pt x="11468" y="9223"/>
                    </a:cubicBezTo>
                    <a:close/>
                    <a:moveTo>
                      <a:pt x="12777" y="9223"/>
                    </a:moveTo>
                    <a:cubicBezTo>
                      <a:pt x="12479" y="9223"/>
                      <a:pt x="12250" y="9668"/>
                      <a:pt x="12267" y="10221"/>
                    </a:cubicBezTo>
                    <a:cubicBezTo>
                      <a:pt x="12283" y="10776"/>
                      <a:pt x="12541" y="11229"/>
                      <a:pt x="12843" y="11229"/>
                    </a:cubicBezTo>
                    <a:cubicBezTo>
                      <a:pt x="13144" y="11229"/>
                      <a:pt x="13373" y="10776"/>
                      <a:pt x="13353" y="10221"/>
                    </a:cubicBezTo>
                    <a:cubicBezTo>
                      <a:pt x="13333" y="9668"/>
                      <a:pt x="13075" y="9223"/>
                      <a:pt x="12777" y="9223"/>
                    </a:cubicBezTo>
                    <a:close/>
                    <a:moveTo>
                      <a:pt x="14107" y="9223"/>
                    </a:moveTo>
                    <a:cubicBezTo>
                      <a:pt x="13809" y="9223"/>
                      <a:pt x="13584" y="9668"/>
                      <a:pt x="13604" y="10221"/>
                    </a:cubicBezTo>
                    <a:cubicBezTo>
                      <a:pt x="13625" y="10776"/>
                      <a:pt x="13886" y="11229"/>
                      <a:pt x="14186" y="11229"/>
                    </a:cubicBezTo>
                    <a:cubicBezTo>
                      <a:pt x="14488" y="11229"/>
                      <a:pt x="14713" y="10776"/>
                      <a:pt x="14689" y="10221"/>
                    </a:cubicBezTo>
                    <a:cubicBezTo>
                      <a:pt x="14666" y="9668"/>
                      <a:pt x="14406" y="9223"/>
                      <a:pt x="14107" y="9223"/>
                    </a:cubicBezTo>
                    <a:close/>
                    <a:moveTo>
                      <a:pt x="15439" y="9223"/>
                    </a:moveTo>
                    <a:cubicBezTo>
                      <a:pt x="15141" y="9223"/>
                      <a:pt x="14918" y="9668"/>
                      <a:pt x="14942" y="10221"/>
                    </a:cubicBezTo>
                    <a:cubicBezTo>
                      <a:pt x="14966" y="10776"/>
                      <a:pt x="15230" y="11229"/>
                      <a:pt x="15531" y="11229"/>
                    </a:cubicBezTo>
                    <a:cubicBezTo>
                      <a:pt x="15832" y="11229"/>
                      <a:pt x="16055" y="10776"/>
                      <a:pt x="16027" y="10221"/>
                    </a:cubicBezTo>
                    <a:cubicBezTo>
                      <a:pt x="16000" y="9668"/>
                      <a:pt x="15737" y="9223"/>
                      <a:pt x="15439" y="9223"/>
                    </a:cubicBezTo>
                    <a:close/>
                    <a:moveTo>
                      <a:pt x="16748" y="9223"/>
                    </a:moveTo>
                    <a:cubicBezTo>
                      <a:pt x="16449" y="9223"/>
                      <a:pt x="16231" y="9668"/>
                      <a:pt x="16258" y="10221"/>
                    </a:cubicBezTo>
                    <a:cubicBezTo>
                      <a:pt x="16286" y="10776"/>
                      <a:pt x="16553" y="11229"/>
                      <a:pt x="16854" y="11229"/>
                    </a:cubicBezTo>
                    <a:cubicBezTo>
                      <a:pt x="17155" y="11229"/>
                      <a:pt x="17374" y="10776"/>
                      <a:pt x="17344" y="10221"/>
                    </a:cubicBezTo>
                    <a:cubicBezTo>
                      <a:pt x="17313" y="9668"/>
                      <a:pt x="17046" y="9223"/>
                      <a:pt x="16748" y="9223"/>
                    </a:cubicBezTo>
                    <a:close/>
                    <a:moveTo>
                      <a:pt x="18079" y="9223"/>
                    </a:moveTo>
                    <a:cubicBezTo>
                      <a:pt x="17781" y="9223"/>
                      <a:pt x="17564" y="9668"/>
                      <a:pt x="17596" y="10221"/>
                    </a:cubicBezTo>
                    <a:cubicBezTo>
                      <a:pt x="17627" y="10776"/>
                      <a:pt x="17897" y="11229"/>
                      <a:pt x="18198" y="11229"/>
                    </a:cubicBezTo>
                    <a:cubicBezTo>
                      <a:pt x="18500" y="11229"/>
                      <a:pt x="18715" y="10776"/>
                      <a:pt x="18681" y="10221"/>
                    </a:cubicBezTo>
                    <a:cubicBezTo>
                      <a:pt x="18646" y="9668"/>
                      <a:pt x="18377" y="9223"/>
                      <a:pt x="18079" y="9223"/>
                    </a:cubicBezTo>
                    <a:close/>
                    <a:moveTo>
                      <a:pt x="19411" y="9223"/>
                    </a:moveTo>
                    <a:cubicBezTo>
                      <a:pt x="19112" y="9223"/>
                      <a:pt x="18898" y="9668"/>
                      <a:pt x="18933" y="10221"/>
                    </a:cubicBezTo>
                    <a:cubicBezTo>
                      <a:pt x="18968" y="10776"/>
                      <a:pt x="19242" y="11229"/>
                      <a:pt x="19543" y="11229"/>
                    </a:cubicBezTo>
                    <a:cubicBezTo>
                      <a:pt x="19844" y="11229"/>
                      <a:pt x="20058" y="10776"/>
                      <a:pt x="20019" y="10221"/>
                    </a:cubicBezTo>
                    <a:cubicBezTo>
                      <a:pt x="19981" y="9668"/>
                      <a:pt x="19708" y="9223"/>
                      <a:pt x="19411" y="9223"/>
                    </a:cubicBezTo>
                    <a:close/>
                    <a:moveTo>
                      <a:pt x="20720" y="9223"/>
                    </a:moveTo>
                    <a:cubicBezTo>
                      <a:pt x="20421" y="9223"/>
                      <a:pt x="20211" y="9668"/>
                      <a:pt x="20250" y="10221"/>
                    </a:cubicBezTo>
                    <a:cubicBezTo>
                      <a:pt x="20289" y="10776"/>
                      <a:pt x="20564" y="11229"/>
                      <a:pt x="20866" y="11229"/>
                    </a:cubicBezTo>
                    <a:cubicBezTo>
                      <a:pt x="21167" y="11229"/>
                      <a:pt x="21377" y="10776"/>
                      <a:pt x="21335" y="10221"/>
                    </a:cubicBezTo>
                    <a:cubicBezTo>
                      <a:pt x="21294" y="9668"/>
                      <a:pt x="21018" y="9223"/>
                      <a:pt x="20720" y="9223"/>
                    </a:cubicBezTo>
                    <a:close/>
                    <a:moveTo>
                      <a:pt x="791" y="11654"/>
                    </a:moveTo>
                    <a:cubicBezTo>
                      <a:pt x="489" y="11654"/>
                      <a:pt x="230" y="12110"/>
                      <a:pt x="213" y="12676"/>
                    </a:cubicBezTo>
                    <a:cubicBezTo>
                      <a:pt x="197" y="13246"/>
                      <a:pt x="430" y="13709"/>
                      <a:pt x="735" y="13709"/>
                    </a:cubicBezTo>
                    <a:cubicBezTo>
                      <a:pt x="1040" y="13709"/>
                      <a:pt x="1299" y="13246"/>
                      <a:pt x="1313" y="12676"/>
                    </a:cubicBezTo>
                    <a:cubicBezTo>
                      <a:pt x="1327" y="12110"/>
                      <a:pt x="1093" y="11654"/>
                      <a:pt x="791" y="11654"/>
                    </a:cubicBezTo>
                    <a:close/>
                    <a:moveTo>
                      <a:pt x="3472" y="11654"/>
                    </a:moveTo>
                    <a:cubicBezTo>
                      <a:pt x="3170" y="11654"/>
                      <a:pt x="2917" y="12110"/>
                      <a:pt x="2908" y="12676"/>
                    </a:cubicBezTo>
                    <a:cubicBezTo>
                      <a:pt x="2898" y="13246"/>
                      <a:pt x="3139" y="13709"/>
                      <a:pt x="3444" y="13709"/>
                    </a:cubicBezTo>
                    <a:cubicBezTo>
                      <a:pt x="3749" y="13709"/>
                      <a:pt x="4002" y="13246"/>
                      <a:pt x="4008" y="12676"/>
                    </a:cubicBezTo>
                    <a:cubicBezTo>
                      <a:pt x="4014" y="12110"/>
                      <a:pt x="3774" y="11654"/>
                      <a:pt x="3472" y="11654"/>
                    </a:cubicBezTo>
                    <a:close/>
                    <a:moveTo>
                      <a:pt x="4823" y="11654"/>
                    </a:moveTo>
                    <a:cubicBezTo>
                      <a:pt x="4521" y="11654"/>
                      <a:pt x="4271" y="12110"/>
                      <a:pt x="4266" y="12676"/>
                    </a:cubicBezTo>
                    <a:cubicBezTo>
                      <a:pt x="4260" y="13246"/>
                      <a:pt x="4503" y="13709"/>
                      <a:pt x="4808" y="13709"/>
                    </a:cubicBezTo>
                    <a:cubicBezTo>
                      <a:pt x="5114" y="13709"/>
                      <a:pt x="5362" y="13246"/>
                      <a:pt x="5365" y="12676"/>
                    </a:cubicBezTo>
                    <a:cubicBezTo>
                      <a:pt x="5368" y="12110"/>
                      <a:pt x="5125" y="11654"/>
                      <a:pt x="4823" y="11654"/>
                    </a:cubicBezTo>
                    <a:close/>
                    <a:moveTo>
                      <a:pt x="6153" y="11654"/>
                    </a:moveTo>
                    <a:cubicBezTo>
                      <a:pt x="5850" y="11654"/>
                      <a:pt x="5605" y="12110"/>
                      <a:pt x="5603" y="12676"/>
                    </a:cubicBezTo>
                    <a:cubicBezTo>
                      <a:pt x="5601" y="13246"/>
                      <a:pt x="5847" y="13709"/>
                      <a:pt x="6152" y="13709"/>
                    </a:cubicBezTo>
                    <a:cubicBezTo>
                      <a:pt x="6457" y="13709"/>
                      <a:pt x="6703" y="13246"/>
                      <a:pt x="6702" y="12676"/>
                    </a:cubicBezTo>
                    <a:cubicBezTo>
                      <a:pt x="6700" y="12110"/>
                      <a:pt x="6455" y="11654"/>
                      <a:pt x="6153" y="11654"/>
                    </a:cubicBezTo>
                    <a:close/>
                    <a:moveTo>
                      <a:pt x="7504" y="11654"/>
                    </a:moveTo>
                    <a:cubicBezTo>
                      <a:pt x="7203" y="11654"/>
                      <a:pt x="6959" y="12110"/>
                      <a:pt x="6961" y="12676"/>
                    </a:cubicBezTo>
                    <a:cubicBezTo>
                      <a:pt x="6963" y="13246"/>
                      <a:pt x="7212" y="13709"/>
                      <a:pt x="7517" y="13709"/>
                    </a:cubicBezTo>
                    <a:cubicBezTo>
                      <a:pt x="7822" y="13709"/>
                      <a:pt x="8065" y="13246"/>
                      <a:pt x="8060" y="12676"/>
                    </a:cubicBezTo>
                    <a:cubicBezTo>
                      <a:pt x="8055" y="12110"/>
                      <a:pt x="7806" y="11654"/>
                      <a:pt x="7504" y="11654"/>
                    </a:cubicBezTo>
                    <a:close/>
                    <a:moveTo>
                      <a:pt x="8834" y="11654"/>
                    </a:moveTo>
                    <a:cubicBezTo>
                      <a:pt x="8532" y="11654"/>
                      <a:pt x="8292" y="12110"/>
                      <a:pt x="8298" y="12676"/>
                    </a:cubicBezTo>
                    <a:cubicBezTo>
                      <a:pt x="8304" y="13246"/>
                      <a:pt x="8556" y="13709"/>
                      <a:pt x="8861" y="13709"/>
                    </a:cubicBezTo>
                    <a:cubicBezTo>
                      <a:pt x="9166" y="13709"/>
                      <a:pt x="9406" y="13246"/>
                      <a:pt x="9397" y="12676"/>
                    </a:cubicBezTo>
                    <a:cubicBezTo>
                      <a:pt x="9388" y="12110"/>
                      <a:pt x="9136" y="11654"/>
                      <a:pt x="8834" y="11654"/>
                    </a:cubicBezTo>
                    <a:close/>
                    <a:moveTo>
                      <a:pt x="10186" y="11654"/>
                    </a:moveTo>
                    <a:cubicBezTo>
                      <a:pt x="9884" y="11654"/>
                      <a:pt x="9647" y="12110"/>
                      <a:pt x="9656" y="12676"/>
                    </a:cubicBezTo>
                    <a:cubicBezTo>
                      <a:pt x="9666" y="13246"/>
                      <a:pt x="9921" y="13709"/>
                      <a:pt x="10226" y="13709"/>
                    </a:cubicBezTo>
                    <a:cubicBezTo>
                      <a:pt x="10531" y="13709"/>
                      <a:pt x="10769" y="13246"/>
                      <a:pt x="10756" y="12676"/>
                    </a:cubicBezTo>
                    <a:cubicBezTo>
                      <a:pt x="10743" y="12110"/>
                      <a:pt x="10488" y="11654"/>
                      <a:pt x="10186" y="11654"/>
                    </a:cubicBezTo>
                    <a:close/>
                    <a:moveTo>
                      <a:pt x="11517" y="11654"/>
                    </a:moveTo>
                    <a:cubicBezTo>
                      <a:pt x="11215" y="11654"/>
                      <a:pt x="10980" y="12110"/>
                      <a:pt x="10993" y="12676"/>
                    </a:cubicBezTo>
                    <a:cubicBezTo>
                      <a:pt x="11007" y="13246"/>
                      <a:pt x="11266" y="13709"/>
                      <a:pt x="11570" y="13709"/>
                    </a:cubicBezTo>
                    <a:cubicBezTo>
                      <a:pt x="11875" y="13709"/>
                      <a:pt x="12109" y="13246"/>
                      <a:pt x="12093" y="12676"/>
                    </a:cubicBezTo>
                    <a:cubicBezTo>
                      <a:pt x="12077" y="12110"/>
                      <a:pt x="11818" y="11654"/>
                      <a:pt x="11517" y="11654"/>
                    </a:cubicBezTo>
                    <a:close/>
                    <a:moveTo>
                      <a:pt x="12868" y="11654"/>
                    </a:moveTo>
                    <a:cubicBezTo>
                      <a:pt x="12566" y="11654"/>
                      <a:pt x="12334" y="12110"/>
                      <a:pt x="12352" y="12676"/>
                    </a:cubicBezTo>
                    <a:cubicBezTo>
                      <a:pt x="12369" y="13246"/>
                      <a:pt x="12630" y="13709"/>
                      <a:pt x="12935" y="13709"/>
                    </a:cubicBezTo>
                    <a:cubicBezTo>
                      <a:pt x="13240" y="13709"/>
                      <a:pt x="13471" y="13246"/>
                      <a:pt x="13451" y="12676"/>
                    </a:cubicBezTo>
                    <a:cubicBezTo>
                      <a:pt x="13431" y="12110"/>
                      <a:pt x="13170" y="11654"/>
                      <a:pt x="12868" y="11654"/>
                    </a:cubicBezTo>
                    <a:close/>
                    <a:moveTo>
                      <a:pt x="14198" y="11654"/>
                    </a:moveTo>
                    <a:cubicBezTo>
                      <a:pt x="13896" y="11654"/>
                      <a:pt x="13668" y="12110"/>
                      <a:pt x="13689" y="12676"/>
                    </a:cubicBezTo>
                    <a:cubicBezTo>
                      <a:pt x="13710" y="13246"/>
                      <a:pt x="13975" y="13709"/>
                      <a:pt x="14279" y="13709"/>
                    </a:cubicBezTo>
                    <a:cubicBezTo>
                      <a:pt x="14585" y="13709"/>
                      <a:pt x="14812" y="13246"/>
                      <a:pt x="14788" y="12676"/>
                    </a:cubicBezTo>
                    <a:cubicBezTo>
                      <a:pt x="14764" y="12110"/>
                      <a:pt x="14500" y="11654"/>
                      <a:pt x="14198" y="11654"/>
                    </a:cubicBezTo>
                    <a:close/>
                    <a:moveTo>
                      <a:pt x="15550" y="11654"/>
                    </a:moveTo>
                    <a:cubicBezTo>
                      <a:pt x="15249" y="11654"/>
                      <a:pt x="15024" y="12110"/>
                      <a:pt x="15048" y="12676"/>
                    </a:cubicBezTo>
                    <a:cubicBezTo>
                      <a:pt x="15073" y="13246"/>
                      <a:pt x="15340" y="13709"/>
                      <a:pt x="15645" y="13709"/>
                    </a:cubicBezTo>
                    <a:cubicBezTo>
                      <a:pt x="15950" y="13709"/>
                      <a:pt x="16175" y="13246"/>
                      <a:pt x="16147" y="12676"/>
                    </a:cubicBezTo>
                    <a:cubicBezTo>
                      <a:pt x="16120" y="12110"/>
                      <a:pt x="15852" y="11654"/>
                      <a:pt x="15550" y="11654"/>
                    </a:cubicBezTo>
                    <a:close/>
                    <a:moveTo>
                      <a:pt x="16881" y="11654"/>
                    </a:moveTo>
                    <a:cubicBezTo>
                      <a:pt x="16578" y="11654"/>
                      <a:pt x="16357" y="12110"/>
                      <a:pt x="16385" y="12676"/>
                    </a:cubicBezTo>
                    <a:cubicBezTo>
                      <a:pt x="16414" y="13246"/>
                      <a:pt x="16684" y="13709"/>
                      <a:pt x="16990" y="13709"/>
                    </a:cubicBezTo>
                    <a:cubicBezTo>
                      <a:pt x="17294" y="13709"/>
                      <a:pt x="17516" y="13246"/>
                      <a:pt x="17484" y="12676"/>
                    </a:cubicBezTo>
                    <a:cubicBezTo>
                      <a:pt x="17453" y="12110"/>
                      <a:pt x="17182" y="11654"/>
                      <a:pt x="16881" y="11654"/>
                    </a:cubicBezTo>
                    <a:close/>
                    <a:moveTo>
                      <a:pt x="18233" y="11654"/>
                    </a:moveTo>
                    <a:cubicBezTo>
                      <a:pt x="17931" y="11654"/>
                      <a:pt x="17712" y="12110"/>
                      <a:pt x="17744" y="12676"/>
                    </a:cubicBezTo>
                    <a:cubicBezTo>
                      <a:pt x="17777" y="13246"/>
                      <a:pt x="18049" y="13709"/>
                      <a:pt x="18355" y="13709"/>
                    </a:cubicBezTo>
                    <a:cubicBezTo>
                      <a:pt x="18660" y="13709"/>
                      <a:pt x="18878" y="13246"/>
                      <a:pt x="18843" y="12676"/>
                    </a:cubicBezTo>
                    <a:cubicBezTo>
                      <a:pt x="18808" y="12110"/>
                      <a:pt x="18535" y="11654"/>
                      <a:pt x="18233" y="11654"/>
                    </a:cubicBezTo>
                    <a:close/>
                    <a:moveTo>
                      <a:pt x="19565" y="11654"/>
                    </a:moveTo>
                    <a:cubicBezTo>
                      <a:pt x="19263" y="11654"/>
                      <a:pt x="19046" y="12110"/>
                      <a:pt x="19082" y="12676"/>
                    </a:cubicBezTo>
                    <a:cubicBezTo>
                      <a:pt x="19118" y="13246"/>
                      <a:pt x="19396" y="13709"/>
                      <a:pt x="19700" y="13709"/>
                    </a:cubicBezTo>
                    <a:cubicBezTo>
                      <a:pt x="20005" y="13709"/>
                      <a:pt x="20221" y="13246"/>
                      <a:pt x="20182" y="12676"/>
                    </a:cubicBezTo>
                    <a:cubicBezTo>
                      <a:pt x="20143" y="12110"/>
                      <a:pt x="19866" y="11654"/>
                      <a:pt x="19565" y="11654"/>
                    </a:cubicBezTo>
                    <a:close/>
                    <a:moveTo>
                      <a:pt x="20915" y="11654"/>
                    </a:moveTo>
                    <a:cubicBezTo>
                      <a:pt x="20613" y="11654"/>
                      <a:pt x="20401" y="12110"/>
                      <a:pt x="20441" y="12676"/>
                    </a:cubicBezTo>
                    <a:cubicBezTo>
                      <a:pt x="20481" y="13246"/>
                      <a:pt x="20760" y="13709"/>
                      <a:pt x="21065" y="13709"/>
                    </a:cubicBezTo>
                    <a:cubicBezTo>
                      <a:pt x="21370" y="13709"/>
                      <a:pt x="21583" y="13246"/>
                      <a:pt x="21540" y="12676"/>
                    </a:cubicBezTo>
                    <a:cubicBezTo>
                      <a:pt x="21497" y="12110"/>
                      <a:pt x="21218" y="11654"/>
                      <a:pt x="20915" y="11654"/>
                    </a:cubicBezTo>
                    <a:close/>
                    <a:moveTo>
                      <a:pt x="2086" y="14209"/>
                    </a:moveTo>
                    <a:cubicBezTo>
                      <a:pt x="1780" y="14209"/>
                      <a:pt x="1521" y="14675"/>
                      <a:pt x="1508" y="15257"/>
                    </a:cubicBezTo>
                    <a:cubicBezTo>
                      <a:pt x="1494" y="15841"/>
                      <a:pt x="1734" y="16316"/>
                      <a:pt x="2043" y="16316"/>
                    </a:cubicBezTo>
                    <a:cubicBezTo>
                      <a:pt x="2352" y="16316"/>
                      <a:pt x="2611" y="15841"/>
                      <a:pt x="2621" y="15257"/>
                    </a:cubicBezTo>
                    <a:cubicBezTo>
                      <a:pt x="2632" y="14675"/>
                      <a:pt x="2392" y="14209"/>
                      <a:pt x="2086" y="14209"/>
                    </a:cubicBezTo>
                    <a:close/>
                    <a:moveTo>
                      <a:pt x="3437" y="14209"/>
                    </a:moveTo>
                    <a:cubicBezTo>
                      <a:pt x="3131" y="14209"/>
                      <a:pt x="2875" y="14675"/>
                      <a:pt x="2865" y="15257"/>
                    </a:cubicBezTo>
                    <a:cubicBezTo>
                      <a:pt x="2856" y="15841"/>
                      <a:pt x="3099" y="16316"/>
                      <a:pt x="3408" y="16316"/>
                    </a:cubicBezTo>
                    <a:cubicBezTo>
                      <a:pt x="3717" y="16316"/>
                      <a:pt x="3972" y="15841"/>
                      <a:pt x="3979" y="15257"/>
                    </a:cubicBezTo>
                    <a:cubicBezTo>
                      <a:pt x="3985" y="14675"/>
                      <a:pt x="3743" y="14209"/>
                      <a:pt x="3437" y="14209"/>
                    </a:cubicBezTo>
                    <a:close/>
                    <a:moveTo>
                      <a:pt x="4809" y="14209"/>
                    </a:moveTo>
                    <a:cubicBezTo>
                      <a:pt x="4503" y="14209"/>
                      <a:pt x="4250" y="14675"/>
                      <a:pt x="4245" y="15257"/>
                    </a:cubicBezTo>
                    <a:cubicBezTo>
                      <a:pt x="4239" y="15841"/>
                      <a:pt x="4485" y="16316"/>
                      <a:pt x="4794" y="16316"/>
                    </a:cubicBezTo>
                    <a:cubicBezTo>
                      <a:pt x="5103" y="16316"/>
                      <a:pt x="5356" y="15841"/>
                      <a:pt x="5358" y="15257"/>
                    </a:cubicBezTo>
                    <a:cubicBezTo>
                      <a:pt x="5361" y="14675"/>
                      <a:pt x="5115" y="14209"/>
                      <a:pt x="4809" y="14209"/>
                    </a:cubicBezTo>
                    <a:close/>
                    <a:moveTo>
                      <a:pt x="6160" y="14209"/>
                    </a:moveTo>
                    <a:cubicBezTo>
                      <a:pt x="5854" y="14209"/>
                      <a:pt x="5605" y="14675"/>
                      <a:pt x="5603" y="15257"/>
                    </a:cubicBezTo>
                    <a:cubicBezTo>
                      <a:pt x="5601" y="15841"/>
                      <a:pt x="5850" y="16316"/>
                      <a:pt x="6159" y="16316"/>
                    </a:cubicBezTo>
                    <a:cubicBezTo>
                      <a:pt x="6469" y="16316"/>
                      <a:pt x="6717" y="15841"/>
                      <a:pt x="6716" y="15257"/>
                    </a:cubicBezTo>
                    <a:cubicBezTo>
                      <a:pt x="6714" y="14675"/>
                      <a:pt x="6466" y="14209"/>
                      <a:pt x="6160" y="14209"/>
                    </a:cubicBezTo>
                    <a:close/>
                    <a:moveTo>
                      <a:pt x="7511" y="14209"/>
                    </a:moveTo>
                    <a:cubicBezTo>
                      <a:pt x="7206" y="14209"/>
                      <a:pt x="6959" y="14675"/>
                      <a:pt x="6961" y="15257"/>
                    </a:cubicBezTo>
                    <a:cubicBezTo>
                      <a:pt x="6963" y="15841"/>
                      <a:pt x="7216" y="16316"/>
                      <a:pt x="7524" y="16316"/>
                    </a:cubicBezTo>
                    <a:cubicBezTo>
                      <a:pt x="7833" y="16316"/>
                      <a:pt x="8080" y="15841"/>
                      <a:pt x="8074" y="15257"/>
                    </a:cubicBezTo>
                    <a:cubicBezTo>
                      <a:pt x="8069" y="14675"/>
                      <a:pt x="7817" y="14209"/>
                      <a:pt x="7511" y="14209"/>
                    </a:cubicBezTo>
                    <a:close/>
                    <a:moveTo>
                      <a:pt x="8883" y="14209"/>
                    </a:moveTo>
                    <a:cubicBezTo>
                      <a:pt x="8577" y="14209"/>
                      <a:pt x="8334" y="14675"/>
                      <a:pt x="8340" y="15257"/>
                    </a:cubicBezTo>
                    <a:cubicBezTo>
                      <a:pt x="8346" y="15841"/>
                      <a:pt x="8601" y="16316"/>
                      <a:pt x="8911" y="16316"/>
                    </a:cubicBezTo>
                    <a:cubicBezTo>
                      <a:pt x="9220" y="16316"/>
                      <a:pt x="9462" y="15841"/>
                      <a:pt x="9453" y="15257"/>
                    </a:cubicBezTo>
                    <a:cubicBezTo>
                      <a:pt x="9444" y="14675"/>
                      <a:pt x="9189" y="14209"/>
                      <a:pt x="8883" y="14209"/>
                    </a:cubicBezTo>
                    <a:close/>
                    <a:moveTo>
                      <a:pt x="10235" y="14209"/>
                    </a:moveTo>
                    <a:cubicBezTo>
                      <a:pt x="9929" y="14209"/>
                      <a:pt x="9689" y="14675"/>
                      <a:pt x="9698" y="15257"/>
                    </a:cubicBezTo>
                    <a:cubicBezTo>
                      <a:pt x="9708" y="15841"/>
                      <a:pt x="9967" y="16316"/>
                      <a:pt x="10276" y="16316"/>
                    </a:cubicBezTo>
                    <a:cubicBezTo>
                      <a:pt x="10585" y="16316"/>
                      <a:pt x="10825" y="15841"/>
                      <a:pt x="10812" y="15257"/>
                    </a:cubicBezTo>
                    <a:cubicBezTo>
                      <a:pt x="10799" y="14675"/>
                      <a:pt x="10541" y="14209"/>
                      <a:pt x="10235" y="14209"/>
                    </a:cubicBezTo>
                    <a:close/>
                    <a:moveTo>
                      <a:pt x="11586" y="14209"/>
                    </a:moveTo>
                    <a:cubicBezTo>
                      <a:pt x="11281" y="14209"/>
                      <a:pt x="11043" y="14675"/>
                      <a:pt x="11057" y="15257"/>
                    </a:cubicBezTo>
                    <a:cubicBezTo>
                      <a:pt x="11071" y="15841"/>
                      <a:pt x="11333" y="16316"/>
                      <a:pt x="11642" y="16316"/>
                    </a:cubicBezTo>
                    <a:cubicBezTo>
                      <a:pt x="11950" y="16316"/>
                      <a:pt x="12188" y="15841"/>
                      <a:pt x="12171" y="15257"/>
                    </a:cubicBezTo>
                    <a:cubicBezTo>
                      <a:pt x="12154" y="14675"/>
                      <a:pt x="11891" y="14209"/>
                      <a:pt x="11586" y="14209"/>
                    </a:cubicBezTo>
                    <a:close/>
                    <a:moveTo>
                      <a:pt x="12938" y="14209"/>
                    </a:moveTo>
                    <a:cubicBezTo>
                      <a:pt x="12632" y="14209"/>
                      <a:pt x="12398" y="14675"/>
                      <a:pt x="12415" y="15257"/>
                    </a:cubicBezTo>
                    <a:cubicBezTo>
                      <a:pt x="12433" y="15841"/>
                      <a:pt x="12698" y="16316"/>
                      <a:pt x="13007" y="16316"/>
                    </a:cubicBezTo>
                    <a:cubicBezTo>
                      <a:pt x="13316" y="16316"/>
                      <a:pt x="13550" y="15841"/>
                      <a:pt x="13529" y="15257"/>
                    </a:cubicBezTo>
                    <a:cubicBezTo>
                      <a:pt x="13508" y="14675"/>
                      <a:pt x="13243" y="14209"/>
                      <a:pt x="12938" y="14209"/>
                    </a:cubicBezTo>
                    <a:close/>
                    <a:moveTo>
                      <a:pt x="14310" y="14209"/>
                    </a:moveTo>
                    <a:cubicBezTo>
                      <a:pt x="14004" y="14209"/>
                      <a:pt x="13774" y="14675"/>
                      <a:pt x="13795" y="15257"/>
                    </a:cubicBezTo>
                    <a:cubicBezTo>
                      <a:pt x="13817" y="15841"/>
                      <a:pt x="14085" y="16316"/>
                      <a:pt x="14393" y="16316"/>
                    </a:cubicBezTo>
                    <a:cubicBezTo>
                      <a:pt x="14703" y="16316"/>
                      <a:pt x="14933" y="15841"/>
                      <a:pt x="14908" y="15257"/>
                    </a:cubicBezTo>
                    <a:cubicBezTo>
                      <a:pt x="14883" y="14675"/>
                      <a:pt x="14616" y="14209"/>
                      <a:pt x="14310" y="14209"/>
                    </a:cubicBezTo>
                    <a:close/>
                    <a:moveTo>
                      <a:pt x="15662" y="14209"/>
                    </a:moveTo>
                    <a:cubicBezTo>
                      <a:pt x="15357" y="14209"/>
                      <a:pt x="15129" y="14675"/>
                      <a:pt x="15154" y="15257"/>
                    </a:cubicBezTo>
                    <a:cubicBezTo>
                      <a:pt x="15180" y="15841"/>
                      <a:pt x="15451" y="16316"/>
                      <a:pt x="15759" y="16316"/>
                    </a:cubicBezTo>
                    <a:cubicBezTo>
                      <a:pt x="16068" y="16316"/>
                      <a:pt x="16296" y="15841"/>
                      <a:pt x="16267" y="15257"/>
                    </a:cubicBezTo>
                    <a:cubicBezTo>
                      <a:pt x="16239" y="14675"/>
                      <a:pt x="15968" y="14209"/>
                      <a:pt x="15662" y="14209"/>
                    </a:cubicBezTo>
                    <a:close/>
                    <a:moveTo>
                      <a:pt x="18366" y="14209"/>
                    </a:moveTo>
                    <a:cubicBezTo>
                      <a:pt x="18060" y="14209"/>
                      <a:pt x="17839" y="14675"/>
                      <a:pt x="17872" y="15257"/>
                    </a:cubicBezTo>
                    <a:cubicBezTo>
                      <a:pt x="17905" y="15841"/>
                      <a:pt x="18182" y="16316"/>
                      <a:pt x="18492" y="16316"/>
                    </a:cubicBezTo>
                    <a:cubicBezTo>
                      <a:pt x="18800" y="16316"/>
                      <a:pt x="19021" y="15841"/>
                      <a:pt x="18984" y="15257"/>
                    </a:cubicBezTo>
                    <a:cubicBezTo>
                      <a:pt x="18948" y="14675"/>
                      <a:pt x="18672" y="14209"/>
                      <a:pt x="18366" y="14209"/>
                    </a:cubicBezTo>
                    <a:close/>
                    <a:moveTo>
                      <a:pt x="19740" y="14209"/>
                    </a:moveTo>
                    <a:cubicBezTo>
                      <a:pt x="19435" y="14209"/>
                      <a:pt x="19215" y="14675"/>
                      <a:pt x="19252" y="15257"/>
                    </a:cubicBezTo>
                    <a:cubicBezTo>
                      <a:pt x="19289" y="15841"/>
                      <a:pt x="19571" y="16316"/>
                      <a:pt x="19880" y="16316"/>
                    </a:cubicBezTo>
                    <a:cubicBezTo>
                      <a:pt x="20188" y="16316"/>
                      <a:pt x="20406" y="15841"/>
                      <a:pt x="20366" y="15257"/>
                    </a:cubicBezTo>
                    <a:cubicBezTo>
                      <a:pt x="20326" y="14675"/>
                      <a:pt x="20045" y="14209"/>
                      <a:pt x="19740" y="14209"/>
                    </a:cubicBezTo>
                    <a:close/>
                    <a:moveTo>
                      <a:pt x="658" y="16764"/>
                    </a:moveTo>
                    <a:cubicBezTo>
                      <a:pt x="348" y="16764"/>
                      <a:pt x="83" y="17244"/>
                      <a:pt x="65" y="17839"/>
                    </a:cubicBezTo>
                    <a:cubicBezTo>
                      <a:pt x="47" y="18438"/>
                      <a:pt x="286" y="18924"/>
                      <a:pt x="599" y="18924"/>
                    </a:cubicBezTo>
                    <a:cubicBezTo>
                      <a:pt x="912" y="18924"/>
                      <a:pt x="1178" y="18438"/>
                      <a:pt x="1192" y="17839"/>
                    </a:cubicBezTo>
                    <a:cubicBezTo>
                      <a:pt x="1207" y="17244"/>
                      <a:pt x="967" y="16764"/>
                      <a:pt x="658" y="16764"/>
                    </a:cubicBezTo>
                    <a:close/>
                    <a:moveTo>
                      <a:pt x="2030" y="16764"/>
                    </a:moveTo>
                    <a:cubicBezTo>
                      <a:pt x="1721" y="16764"/>
                      <a:pt x="1458" y="17244"/>
                      <a:pt x="1444" y="17839"/>
                    </a:cubicBezTo>
                    <a:cubicBezTo>
                      <a:pt x="1430" y="18438"/>
                      <a:pt x="1673" y="18924"/>
                      <a:pt x="1986" y="18924"/>
                    </a:cubicBezTo>
                    <a:cubicBezTo>
                      <a:pt x="2299" y="18924"/>
                      <a:pt x="2561" y="18438"/>
                      <a:pt x="2572" y="17839"/>
                    </a:cubicBezTo>
                    <a:cubicBezTo>
                      <a:pt x="2582" y="17244"/>
                      <a:pt x="2340" y="16764"/>
                      <a:pt x="2030" y="16764"/>
                    </a:cubicBezTo>
                    <a:close/>
                    <a:moveTo>
                      <a:pt x="3402" y="16764"/>
                    </a:moveTo>
                    <a:cubicBezTo>
                      <a:pt x="3092" y="16764"/>
                      <a:pt x="2833" y="17244"/>
                      <a:pt x="2823" y="17839"/>
                    </a:cubicBezTo>
                    <a:cubicBezTo>
                      <a:pt x="2813" y="18438"/>
                      <a:pt x="3060" y="18924"/>
                      <a:pt x="3373" y="18924"/>
                    </a:cubicBezTo>
                    <a:cubicBezTo>
                      <a:pt x="3686" y="18924"/>
                      <a:pt x="3944" y="18438"/>
                      <a:pt x="3951" y="17839"/>
                    </a:cubicBezTo>
                    <a:cubicBezTo>
                      <a:pt x="3957" y="17244"/>
                      <a:pt x="3711" y="16764"/>
                      <a:pt x="3402" y="16764"/>
                    </a:cubicBezTo>
                    <a:close/>
                    <a:moveTo>
                      <a:pt x="4794" y="16764"/>
                    </a:moveTo>
                    <a:cubicBezTo>
                      <a:pt x="4485" y="16764"/>
                      <a:pt x="4229" y="17244"/>
                      <a:pt x="4223" y="17839"/>
                    </a:cubicBezTo>
                    <a:cubicBezTo>
                      <a:pt x="4218" y="18438"/>
                      <a:pt x="4467" y="18924"/>
                      <a:pt x="4780" y="18924"/>
                    </a:cubicBezTo>
                    <a:cubicBezTo>
                      <a:pt x="5093" y="18924"/>
                      <a:pt x="5348" y="18438"/>
                      <a:pt x="5351" y="17839"/>
                    </a:cubicBezTo>
                    <a:cubicBezTo>
                      <a:pt x="5353" y="17244"/>
                      <a:pt x="5104" y="16764"/>
                      <a:pt x="4794" y="16764"/>
                    </a:cubicBezTo>
                    <a:close/>
                    <a:moveTo>
                      <a:pt x="6166" y="16764"/>
                    </a:moveTo>
                    <a:cubicBezTo>
                      <a:pt x="5857" y="16764"/>
                      <a:pt x="5605" y="17244"/>
                      <a:pt x="5603" y="17839"/>
                    </a:cubicBezTo>
                    <a:cubicBezTo>
                      <a:pt x="5601" y="18438"/>
                      <a:pt x="5853" y="18924"/>
                      <a:pt x="6166" y="18924"/>
                    </a:cubicBezTo>
                    <a:cubicBezTo>
                      <a:pt x="6479" y="18924"/>
                      <a:pt x="6731" y="18438"/>
                      <a:pt x="6729" y="17839"/>
                    </a:cubicBezTo>
                    <a:cubicBezTo>
                      <a:pt x="6728" y="17244"/>
                      <a:pt x="6477" y="16764"/>
                      <a:pt x="6166" y="16764"/>
                    </a:cubicBezTo>
                    <a:close/>
                    <a:moveTo>
                      <a:pt x="7539" y="16764"/>
                    </a:moveTo>
                    <a:cubicBezTo>
                      <a:pt x="7230" y="16764"/>
                      <a:pt x="6980" y="17244"/>
                      <a:pt x="6982" y="17839"/>
                    </a:cubicBezTo>
                    <a:cubicBezTo>
                      <a:pt x="6984" y="18438"/>
                      <a:pt x="7240" y="18924"/>
                      <a:pt x="7552" y="18924"/>
                    </a:cubicBezTo>
                    <a:cubicBezTo>
                      <a:pt x="7866" y="18924"/>
                      <a:pt x="8115" y="18438"/>
                      <a:pt x="8109" y="17839"/>
                    </a:cubicBezTo>
                    <a:cubicBezTo>
                      <a:pt x="8104" y="17244"/>
                      <a:pt x="7849" y="16764"/>
                      <a:pt x="7539" y="16764"/>
                    </a:cubicBezTo>
                    <a:close/>
                    <a:moveTo>
                      <a:pt x="8911" y="16764"/>
                    </a:moveTo>
                    <a:cubicBezTo>
                      <a:pt x="8601" y="16764"/>
                      <a:pt x="8355" y="17244"/>
                      <a:pt x="8361" y="17839"/>
                    </a:cubicBezTo>
                    <a:cubicBezTo>
                      <a:pt x="8368" y="18438"/>
                      <a:pt x="8626" y="18924"/>
                      <a:pt x="8939" y="18924"/>
                    </a:cubicBezTo>
                    <a:cubicBezTo>
                      <a:pt x="9252" y="18924"/>
                      <a:pt x="9498" y="18438"/>
                      <a:pt x="9488" y="17839"/>
                    </a:cubicBezTo>
                    <a:cubicBezTo>
                      <a:pt x="9479" y="17244"/>
                      <a:pt x="9221" y="16764"/>
                      <a:pt x="8911" y="16764"/>
                    </a:cubicBezTo>
                    <a:close/>
                    <a:moveTo>
                      <a:pt x="10284" y="16764"/>
                    </a:moveTo>
                    <a:cubicBezTo>
                      <a:pt x="9975" y="16764"/>
                      <a:pt x="9731" y="17244"/>
                      <a:pt x="9741" y="17839"/>
                    </a:cubicBezTo>
                    <a:cubicBezTo>
                      <a:pt x="9751" y="18438"/>
                      <a:pt x="10014" y="18924"/>
                      <a:pt x="10326" y="18924"/>
                    </a:cubicBezTo>
                    <a:cubicBezTo>
                      <a:pt x="10640" y="18924"/>
                      <a:pt x="10882" y="18438"/>
                      <a:pt x="10869" y="17839"/>
                    </a:cubicBezTo>
                    <a:cubicBezTo>
                      <a:pt x="10855" y="17244"/>
                      <a:pt x="10594" y="16764"/>
                      <a:pt x="10284" y="16764"/>
                    </a:cubicBezTo>
                    <a:close/>
                    <a:moveTo>
                      <a:pt x="15774" y="16764"/>
                    </a:moveTo>
                    <a:cubicBezTo>
                      <a:pt x="15465" y="16764"/>
                      <a:pt x="15234" y="17244"/>
                      <a:pt x="15260" y="17839"/>
                    </a:cubicBezTo>
                    <a:cubicBezTo>
                      <a:pt x="15286" y="18438"/>
                      <a:pt x="15561" y="18924"/>
                      <a:pt x="15874" y="18924"/>
                    </a:cubicBezTo>
                    <a:cubicBezTo>
                      <a:pt x="16186" y="18924"/>
                      <a:pt x="16417" y="18438"/>
                      <a:pt x="16387" y="17839"/>
                    </a:cubicBezTo>
                    <a:cubicBezTo>
                      <a:pt x="16358" y="17244"/>
                      <a:pt x="16084" y="16764"/>
                      <a:pt x="15774" y="16764"/>
                    </a:cubicBezTo>
                    <a:close/>
                    <a:moveTo>
                      <a:pt x="18520" y="16764"/>
                    </a:moveTo>
                    <a:cubicBezTo>
                      <a:pt x="18210" y="16764"/>
                      <a:pt x="17986" y="17244"/>
                      <a:pt x="18020" y="17839"/>
                    </a:cubicBezTo>
                    <a:cubicBezTo>
                      <a:pt x="18054" y="18438"/>
                      <a:pt x="18336" y="18924"/>
                      <a:pt x="18649" y="18924"/>
                    </a:cubicBezTo>
                    <a:cubicBezTo>
                      <a:pt x="18961" y="18924"/>
                      <a:pt x="19184" y="18438"/>
                      <a:pt x="19147" y="17839"/>
                    </a:cubicBezTo>
                    <a:cubicBezTo>
                      <a:pt x="19110" y="17244"/>
                      <a:pt x="18830" y="16764"/>
                      <a:pt x="18520" y="16764"/>
                    </a:cubicBezTo>
                    <a:close/>
                    <a:moveTo>
                      <a:pt x="19894" y="16764"/>
                    </a:moveTo>
                    <a:cubicBezTo>
                      <a:pt x="19585" y="16764"/>
                      <a:pt x="19362" y="17244"/>
                      <a:pt x="19400" y="17839"/>
                    </a:cubicBezTo>
                    <a:cubicBezTo>
                      <a:pt x="19438" y="18438"/>
                      <a:pt x="19724" y="18924"/>
                      <a:pt x="20037" y="18924"/>
                    </a:cubicBezTo>
                    <a:cubicBezTo>
                      <a:pt x="20349" y="18924"/>
                      <a:pt x="20570" y="18438"/>
                      <a:pt x="20529" y="17839"/>
                    </a:cubicBezTo>
                    <a:cubicBezTo>
                      <a:pt x="20488" y="17244"/>
                      <a:pt x="20203" y="16764"/>
                      <a:pt x="19894" y="16764"/>
                    </a:cubicBezTo>
                    <a:close/>
                    <a:moveTo>
                      <a:pt x="602" y="19382"/>
                    </a:moveTo>
                    <a:cubicBezTo>
                      <a:pt x="288" y="19382"/>
                      <a:pt x="19" y="19875"/>
                      <a:pt x="1" y="20486"/>
                    </a:cubicBezTo>
                    <a:cubicBezTo>
                      <a:pt x="-17" y="21100"/>
                      <a:pt x="225" y="21600"/>
                      <a:pt x="542" y="21600"/>
                    </a:cubicBezTo>
                    <a:cubicBezTo>
                      <a:pt x="859" y="21600"/>
                      <a:pt x="1128" y="21100"/>
                      <a:pt x="1143" y="20486"/>
                    </a:cubicBezTo>
                    <a:cubicBezTo>
                      <a:pt x="1158" y="19875"/>
                      <a:pt x="916" y="19382"/>
                      <a:pt x="602" y="19382"/>
                    </a:cubicBezTo>
                    <a:close/>
                    <a:moveTo>
                      <a:pt x="1974" y="19382"/>
                    </a:moveTo>
                    <a:cubicBezTo>
                      <a:pt x="1660" y="19382"/>
                      <a:pt x="1395" y="19875"/>
                      <a:pt x="1381" y="20486"/>
                    </a:cubicBezTo>
                    <a:cubicBezTo>
                      <a:pt x="1366" y="21100"/>
                      <a:pt x="1612" y="21600"/>
                      <a:pt x="1929" y="21600"/>
                    </a:cubicBezTo>
                    <a:cubicBezTo>
                      <a:pt x="2246" y="21600"/>
                      <a:pt x="2512" y="21100"/>
                      <a:pt x="2523" y="20486"/>
                    </a:cubicBezTo>
                    <a:cubicBezTo>
                      <a:pt x="2533" y="19875"/>
                      <a:pt x="2287" y="19382"/>
                      <a:pt x="1974" y="19382"/>
                    </a:cubicBezTo>
                    <a:close/>
                    <a:moveTo>
                      <a:pt x="8940" y="19382"/>
                    </a:moveTo>
                    <a:cubicBezTo>
                      <a:pt x="8626" y="19382"/>
                      <a:pt x="8377" y="19875"/>
                      <a:pt x="8383" y="20486"/>
                    </a:cubicBezTo>
                    <a:cubicBezTo>
                      <a:pt x="8389" y="21100"/>
                      <a:pt x="8651" y="21600"/>
                      <a:pt x="8968" y="21600"/>
                    </a:cubicBezTo>
                    <a:cubicBezTo>
                      <a:pt x="9285" y="21600"/>
                      <a:pt x="9534" y="21100"/>
                      <a:pt x="9524" y="20486"/>
                    </a:cubicBezTo>
                    <a:cubicBezTo>
                      <a:pt x="9514" y="19875"/>
                      <a:pt x="9253" y="19382"/>
                      <a:pt x="8940" y="19382"/>
                    </a:cubicBezTo>
                    <a:close/>
                    <a:moveTo>
                      <a:pt x="10333" y="19382"/>
                    </a:moveTo>
                    <a:cubicBezTo>
                      <a:pt x="10020" y="19382"/>
                      <a:pt x="9773" y="19875"/>
                      <a:pt x="9783" y="20486"/>
                    </a:cubicBezTo>
                    <a:cubicBezTo>
                      <a:pt x="9794" y="21100"/>
                      <a:pt x="10060" y="21600"/>
                      <a:pt x="10376" y="21600"/>
                    </a:cubicBezTo>
                    <a:cubicBezTo>
                      <a:pt x="10693" y="21600"/>
                      <a:pt x="10939" y="21100"/>
                      <a:pt x="10925" y="20486"/>
                    </a:cubicBezTo>
                    <a:cubicBezTo>
                      <a:pt x="10911" y="19875"/>
                      <a:pt x="10647" y="19382"/>
                      <a:pt x="10333" y="19382"/>
                    </a:cubicBezTo>
                    <a:close/>
                    <a:moveTo>
                      <a:pt x="11727" y="19382"/>
                    </a:moveTo>
                    <a:cubicBezTo>
                      <a:pt x="11414" y="19382"/>
                      <a:pt x="11170" y="19875"/>
                      <a:pt x="11184" y="20486"/>
                    </a:cubicBezTo>
                    <a:cubicBezTo>
                      <a:pt x="11199" y="21100"/>
                      <a:pt x="11468" y="21600"/>
                      <a:pt x="11785" y="21600"/>
                    </a:cubicBezTo>
                    <a:cubicBezTo>
                      <a:pt x="12101" y="21600"/>
                      <a:pt x="12344" y="21100"/>
                      <a:pt x="12326" y="20486"/>
                    </a:cubicBezTo>
                    <a:cubicBezTo>
                      <a:pt x="12309" y="19875"/>
                      <a:pt x="12040" y="19382"/>
                      <a:pt x="11727" y="19382"/>
                    </a:cubicBezTo>
                    <a:close/>
                    <a:moveTo>
                      <a:pt x="13120" y="19382"/>
                    </a:moveTo>
                    <a:cubicBezTo>
                      <a:pt x="12806" y="19382"/>
                      <a:pt x="12567" y="19875"/>
                      <a:pt x="12586" y="20486"/>
                    </a:cubicBezTo>
                    <a:cubicBezTo>
                      <a:pt x="12604" y="21100"/>
                      <a:pt x="12876" y="21600"/>
                      <a:pt x="13193" y="21600"/>
                    </a:cubicBezTo>
                    <a:cubicBezTo>
                      <a:pt x="13510" y="21600"/>
                      <a:pt x="13749" y="21100"/>
                      <a:pt x="13727" y="20486"/>
                    </a:cubicBezTo>
                    <a:cubicBezTo>
                      <a:pt x="13705" y="19875"/>
                      <a:pt x="13433" y="19382"/>
                      <a:pt x="13120" y="19382"/>
                    </a:cubicBezTo>
                    <a:close/>
                    <a:moveTo>
                      <a:pt x="14513" y="19382"/>
                    </a:moveTo>
                    <a:cubicBezTo>
                      <a:pt x="14200" y="19382"/>
                      <a:pt x="13964" y="19875"/>
                      <a:pt x="13986" y="20486"/>
                    </a:cubicBezTo>
                    <a:cubicBezTo>
                      <a:pt x="14009" y="21100"/>
                      <a:pt x="14285" y="21600"/>
                      <a:pt x="14601" y="21600"/>
                    </a:cubicBezTo>
                    <a:cubicBezTo>
                      <a:pt x="14918" y="21600"/>
                      <a:pt x="15153" y="21100"/>
                      <a:pt x="15127" y="20486"/>
                    </a:cubicBezTo>
                    <a:cubicBezTo>
                      <a:pt x="15102" y="19875"/>
                      <a:pt x="14827" y="19382"/>
                      <a:pt x="14513" y="19382"/>
                    </a:cubicBezTo>
                    <a:close/>
                    <a:moveTo>
                      <a:pt x="15907" y="19382"/>
                    </a:moveTo>
                    <a:cubicBezTo>
                      <a:pt x="15594" y="19382"/>
                      <a:pt x="15361" y="19875"/>
                      <a:pt x="15387" y="20486"/>
                    </a:cubicBezTo>
                    <a:cubicBezTo>
                      <a:pt x="15414" y="21100"/>
                      <a:pt x="15693" y="21600"/>
                      <a:pt x="16009" y="21600"/>
                    </a:cubicBezTo>
                    <a:cubicBezTo>
                      <a:pt x="16326" y="21600"/>
                      <a:pt x="16559" y="21100"/>
                      <a:pt x="16529" y="20486"/>
                    </a:cubicBezTo>
                    <a:cubicBezTo>
                      <a:pt x="16499" y="19875"/>
                      <a:pt x="16221" y="19382"/>
                      <a:pt x="15907" y="19382"/>
                    </a:cubicBezTo>
                    <a:close/>
                    <a:moveTo>
                      <a:pt x="17301" y="19382"/>
                    </a:moveTo>
                    <a:cubicBezTo>
                      <a:pt x="16987" y="19382"/>
                      <a:pt x="16758" y="19875"/>
                      <a:pt x="16789" y="20486"/>
                    </a:cubicBezTo>
                    <a:cubicBezTo>
                      <a:pt x="16819" y="21100"/>
                      <a:pt x="17101" y="21600"/>
                      <a:pt x="17419" y="21600"/>
                    </a:cubicBezTo>
                    <a:cubicBezTo>
                      <a:pt x="17735" y="21600"/>
                      <a:pt x="17965" y="21100"/>
                      <a:pt x="17931" y="20486"/>
                    </a:cubicBezTo>
                    <a:cubicBezTo>
                      <a:pt x="17897" y="19875"/>
                      <a:pt x="17614" y="19382"/>
                      <a:pt x="17301" y="19382"/>
                    </a:cubicBezTo>
                    <a:close/>
                    <a:moveTo>
                      <a:pt x="20069" y="19382"/>
                    </a:moveTo>
                    <a:cubicBezTo>
                      <a:pt x="19756" y="19382"/>
                      <a:pt x="19532" y="19875"/>
                      <a:pt x="19571" y="20486"/>
                    </a:cubicBezTo>
                    <a:cubicBezTo>
                      <a:pt x="19610" y="21100"/>
                      <a:pt x="19899" y="21600"/>
                      <a:pt x="20216" y="21600"/>
                    </a:cubicBezTo>
                    <a:cubicBezTo>
                      <a:pt x="20532" y="21600"/>
                      <a:pt x="20755" y="21100"/>
                      <a:pt x="20713" y="20486"/>
                    </a:cubicBezTo>
                    <a:cubicBezTo>
                      <a:pt x="20671" y="19875"/>
                      <a:pt x="20382" y="19382"/>
                      <a:pt x="20069" y="19382"/>
                    </a:cubicBezTo>
                    <a:close/>
                  </a:path>
                </a:pathLst>
              </a:custGeom>
              <a:solidFill>
                <a:srgbClr val="33B9A0">
                  <a:alpha val="74902"/>
                </a:srgbClr>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54492" rtl="0" eaLnBrk="1" fontAlgn="auto" latinLnBrk="0" hangingPunct="1">
                  <a:lnSpc>
                    <a:spcPct val="100000"/>
                  </a:lnSpc>
                  <a:spcBef>
                    <a:spcPts val="0"/>
                  </a:spcBef>
                  <a:spcAft>
                    <a:spcPts val="0"/>
                  </a:spcAft>
                  <a:buClrTx/>
                  <a:buSzTx/>
                  <a:buFontTx/>
                  <a:buNone/>
                  <a:tabLst/>
                  <a:defRPr sz="1400">
                    <a:solidFill>
                      <a:srgbClr val="FFFFFF"/>
                    </a:solidFill>
                    <a:effectLst>
                      <a:outerShdw blurRad="38100" dist="12700" dir="5400000" rotWithShape="0">
                        <a:srgbClr val="000000">
                          <a:alpha val="50000"/>
                        </a:srgbClr>
                      </a:outerShdw>
                    </a:effectLst>
                  </a:defRPr>
                </a:pPr>
                <a:endParaRPr kumimoji="0" sz="637"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a:ea typeface="+mn-ea"/>
                  <a:cs typeface="+mn-cs"/>
                </a:endParaRPr>
              </a:p>
            </p:txBody>
          </p:sp>
          <p:sp>
            <p:nvSpPr>
              <p:cNvPr id="18" name="Shape 8">
                <a:extLst>
                  <a:ext uri="{FF2B5EF4-FFF2-40B4-BE49-F238E27FC236}">
                    <a16:creationId xmlns:a16="http://schemas.microsoft.com/office/drawing/2014/main" id="{C4AA2240-F2EB-0A32-DD0C-6E24E077AF2E}"/>
                  </a:ext>
                </a:extLst>
              </p:cNvPr>
              <p:cNvSpPr/>
              <p:nvPr/>
            </p:nvSpPr>
            <p:spPr>
              <a:xfrm>
                <a:off x="6796971" y="1532267"/>
                <a:ext cx="3901426" cy="2212184"/>
              </a:xfrm>
              <a:custGeom>
                <a:avLst/>
                <a:gdLst/>
                <a:ahLst/>
                <a:cxnLst>
                  <a:cxn ang="0">
                    <a:pos x="wd2" y="hd2"/>
                  </a:cxn>
                  <a:cxn ang="5400000">
                    <a:pos x="wd2" y="hd2"/>
                  </a:cxn>
                  <a:cxn ang="10800000">
                    <a:pos x="wd2" y="hd2"/>
                  </a:cxn>
                  <a:cxn ang="16200000">
                    <a:pos x="wd2" y="hd2"/>
                  </a:cxn>
                </a:cxnLst>
                <a:rect l="0" t="0" r="r" b="b"/>
                <a:pathLst>
                  <a:path w="21530" h="21600" extrusionOk="0">
                    <a:moveTo>
                      <a:pt x="2112" y="0"/>
                    </a:moveTo>
                    <a:cubicBezTo>
                      <a:pt x="1958" y="0"/>
                      <a:pt x="1849" y="129"/>
                      <a:pt x="1867" y="289"/>
                    </a:cubicBezTo>
                    <a:cubicBezTo>
                      <a:pt x="1886" y="449"/>
                      <a:pt x="2027" y="580"/>
                      <a:pt x="2182" y="580"/>
                    </a:cubicBezTo>
                    <a:cubicBezTo>
                      <a:pt x="2337" y="580"/>
                      <a:pt x="2446" y="449"/>
                      <a:pt x="2426" y="289"/>
                    </a:cubicBezTo>
                    <a:cubicBezTo>
                      <a:pt x="2406" y="129"/>
                      <a:pt x="2265" y="0"/>
                      <a:pt x="2112" y="0"/>
                    </a:cubicBezTo>
                    <a:close/>
                    <a:moveTo>
                      <a:pt x="2802" y="0"/>
                    </a:moveTo>
                    <a:cubicBezTo>
                      <a:pt x="2648" y="0"/>
                      <a:pt x="2539" y="129"/>
                      <a:pt x="2560" y="289"/>
                    </a:cubicBezTo>
                    <a:cubicBezTo>
                      <a:pt x="2580" y="449"/>
                      <a:pt x="2723" y="580"/>
                      <a:pt x="2878" y="580"/>
                    </a:cubicBezTo>
                    <a:cubicBezTo>
                      <a:pt x="3033" y="580"/>
                      <a:pt x="3141" y="449"/>
                      <a:pt x="3119" y="289"/>
                    </a:cubicBezTo>
                    <a:cubicBezTo>
                      <a:pt x="3097" y="129"/>
                      <a:pt x="2955" y="0"/>
                      <a:pt x="2802" y="0"/>
                    </a:cubicBezTo>
                    <a:close/>
                    <a:moveTo>
                      <a:pt x="8246" y="0"/>
                    </a:moveTo>
                    <a:cubicBezTo>
                      <a:pt x="8092" y="0"/>
                      <a:pt x="7995" y="129"/>
                      <a:pt x="8030" y="289"/>
                    </a:cubicBezTo>
                    <a:cubicBezTo>
                      <a:pt x="8064" y="449"/>
                      <a:pt x="8218" y="580"/>
                      <a:pt x="8373" y="580"/>
                    </a:cubicBezTo>
                    <a:cubicBezTo>
                      <a:pt x="8529" y="580"/>
                      <a:pt x="8625" y="449"/>
                      <a:pt x="8589" y="289"/>
                    </a:cubicBezTo>
                    <a:cubicBezTo>
                      <a:pt x="8553" y="129"/>
                      <a:pt x="8400" y="0"/>
                      <a:pt x="8246" y="0"/>
                    </a:cubicBezTo>
                    <a:close/>
                    <a:moveTo>
                      <a:pt x="818" y="726"/>
                    </a:moveTo>
                    <a:cubicBezTo>
                      <a:pt x="663" y="726"/>
                      <a:pt x="549" y="858"/>
                      <a:pt x="565" y="1021"/>
                    </a:cubicBezTo>
                    <a:cubicBezTo>
                      <a:pt x="580" y="1186"/>
                      <a:pt x="719" y="1319"/>
                      <a:pt x="877" y="1319"/>
                    </a:cubicBezTo>
                    <a:cubicBezTo>
                      <a:pt x="1034" y="1319"/>
                      <a:pt x="1147" y="1186"/>
                      <a:pt x="1130" y="1021"/>
                    </a:cubicBezTo>
                    <a:cubicBezTo>
                      <a:pt x="1113" y="858"/>
                      <a:pt x="974" y="726"/>
                      <a:pt x="818" y="726"/>
                    </a:cubicBezTo>
                    <a:close/>
                    <a:moveTo>
                      <a:pt x="1508" y="726"/>
                    </a:moveTo>
                    <a:cubicBezTo>
                      <a:pt x="1352" y="726"/>
                      <a:pt x="1240" y="858"/>
                      <a:pt x="1257" y="1021"/>
                    </a:cubicBezTo>
                    <a:cubicBezTo>
                      <a:pt x="1274" y="1186"/>
                      <a:pt x="1416" y="1319"/>
                      <a:pt x="1573" y="1319"/>
                    </a:cubicBezTo>
                    <a:cubicBezTo>
                      <a:pt x="1730" y="1319"/>
                      <a:pt x="1842" y="1186"/>
                      <a:pt x="1823" y="1021"/>
                    </a:cubicBezTo>
                    <a:cubicBezTo>
                      <a:pt x="1804" y="858"/>
                      <a:pt x="1663" y="726"/>
                      <a:pt x="1508" y="726"/>
                    </a:cubicBezTo>
                    <a:close/>
                    <a:moveTo>
                      <a:pt x="5643" y="726"/>
                    </a:moveTo>
                    <a:cubicBezTo>
                      <a:pt x="5487" y="726"/>
                      <a:pt x="5384" y="858"/>
                      <a:pt x="5412" y="1021"/>
                    </a:cubicBezTo>
                    <a:cubicBezTo>
                      <a:pt x="5440" y="1186"/>
                      <a:pt x="5590" y="1319"/>
                      <a:pt x="5748" y="1319"/>
                    </a:cubicBezTo>
                    <a:cubicBezTo>
                      <a:pt x="5904" y="1319"/>
                      <a:pt x="6007" y="1186"/>
                      <a:pt x="5978" y="1021"/>
                    </a:cubicBezTo>
                    <a:cubicBezTo>
                      <a:pt x="5948" y="858"/>
                      <a:pt x="5798" y="726"/>
                      <a:pt x="5643" y="726"/>
                    </a:cubicBezTo>
                    <a:close/>
                    <a:moveTo>
                      <a:pt x="6333" y="726"/>
                    </a:moveTo>
                    <a:cubicBezTo>
                      <a:pt x="6177" y="726"/>
                      <a:pt x="6075" y="858"/>
                      <a:pt x="6105" y="1021"/>
                    </a:cubicBezTo>
                    <a:cubicBezTo>
                      <a:pt x="6135" y="1186"/>
                      <a:pt x="6286" y="1319"/>
                      <a:pt x="6443" y="1319"/>
                    </a:cubicBezTo>
                    <a:cubicBezTo>
                      <a:pt x="6600" y="1319"/>
                      <a:pt x="6702" y="1186"/>
                      <a:pt x="6670" y="1021"/>
                    </a:cubicBezTo>
                    <a:cubicBezTo>
                      <a:pt x="6639" y="858"/>
                      <a:pt x="6488" y="726"/>
                      <a:pt x="6333" y="726"/>
                    </a:cubicBezTo>
                    <a:close/>
                    <a:moveTo>
                      <a:pt x="7034" y="726"/>
                    </a:moveTo>
                    <a:cubicBezTo>
                      <a:pt x="6878" y="726"/>
                      <a:pt x="6777" y="858"/>
                      <a:pt x="6809" y="1021"/>
                    </a:cubicBezTo>
                    <a:cubicBezTo>
                      <a:pt x="6841" y="1186"/>
                      <a:pt x="6994" y="1319"/>
                      <a:pt x="7151" y="1319"/>
                    </a:cubicBezTo>
                    <a:cubicBezTo>
                      <a:pt x="7308" y="1319"/>
                      <a:pt x="7408" y="1186"/>
                      <a:pt x="7375" y="1021"/>
                    </a:cubicBezTo>
                    <a:cubicBezTo>
                      <a:pt x="7341" y="858"/>
                      <a:pt x="7189" y="726"/>
                      <a:pt x="7034" y="726"/>
                    </a:cubicBezTo>
                    <a:close/>
                    <a:moveTo>
                      <a:pt x="7723" y="726"/>
                    </a:moveTo>
                    <a:cubicBezTo>
                      <a:pt x="7568" y="726"/>
                      <a:pt x="7468" y="858"/>
                      <a:pt x="7502" y="1021"/>
                    </a:cubicBezTo>
                    <a:cubicBezTo>
                      <a:pt x="7535" y="1186"/>
                      <a:pt x="7690" y="1319"/>
                      <a:pt x="7847" y="1319"/>
                    </a:cubicBezTo>
                    <a:cubicBezTo>
                      <a:pt x="8004" y="1319"/>
                      <a:pt x="8102" y="1186"/>
                      <a:pt x="8067" y="1021"/>
                    </a:cubicBezTo>
                    <a:cubicBezTo>
                      <a:pt x="8032" y="858"/>
                      <a:pt x="7878" y="726"/>
                      <a:pt x="7723" y="726"/>
                    </a:cubicBezTo>
                    <a:close/>
                    <a:moveTo>
                      <a:pt x="8412" y="726"/>
                    </a:moveTo>
                    <a:cubicBezTo>
                      <a:pt x="8257" y="726"/>
                      <a:pt x="8159" y="858"/>
                      <a:pt x="8195" y="1021"/>
                    </a:cubicBezTo>
                    <a:cubicBezTo>
                      <a:pt x="8230" y="1186"/>
                      <a:pt x="8386" y="1319"/>
                      <a:pt x="8543" y="1319"/>
                    </a:cubicBezTo>
                    <a:cubicBezTo>
                      <a:pt x="8700" y="1319"/>
                      <a:pt x="8797" y="1186"/>
                      <a:pt x="8760" y="1021"/>
                    </a:cubicBezTo>
                    <a:cubicBezTo>
                      <a:pt x="8723" y="858"/>
                      <a:pt x="8568" y="726"/>
                      <a:pt x="8412" y="726"/>
                    </a:cubicBezTo>
                    <a:close/>
                    <a:moveTo>
                      <a:pt x="9101" y="726"/>
                    </a:moveTo>
                    <a:cubicBezTo>
                      <a:pt x="8946" y="726"/>
                      <a:pt x="8850" y="858"/>
                      <a:pt x="8887" y="1021"/>
                    </a:cubicBezTo>
                    <a:cubicBezTo>
                      <a:pt x="8925" y="1186"/>
                      <a:pt x="9082" y="1319"/>
                      <a:pt x="9238" y="1319"/>
                    </a:cubicBezTo>
                    <a:cubicBezTo>
                      <a:pt x="9396" y="1319"/>
                      <a:pt x="9491" y="1186"/>
                      <a:pt x="9453" y="1021"/>
                    </a:cubicBezTo>
                    <a:cubicBezTo>
                      <a:pt x="9414" y="858"/>
                      <a:pt x="9257" y="726"/>
                      <a:pt x="9101" y="726"/>
                    </a:cubicBezTo>
                    <a:close/>
                    <a:moveTo>
                      <a:pt x="9791" y="726"/>
                    </a:moveTo>
                    <a:cubicBezTo>
                      <a:pt x="9636" y="726"/>
                      <a:pt x="9541" y="858"/>
                      <a:pt x="9580" y="1021"/>
                    </a:cubicBezTo>
                    <a:cubicBezTo>
                      <a:pt x="9619" y="1186"/>
                      <a:pt x="9778" y="1319"/>
                      <a:pt x="9935" y="1319"/>
                    </a:cubicBezTo>
                    <a:cubicBezTo>
                      <a:pt x="10092" y="1319"/>
                      <a:pt x="10186" y="1186"/>
                      <a:pt x="10146" y="1021"/>
                    </a:cubicBezTo>
                    <a:cubicBezTo>
                      <a:pt x="10105" y="858"/>
                      <a:pt x="9947" y="726"/>
                      <a:pt x="9791" y="726"/>
                    </a:cubicBezTo>
                    <a:close/>
                    <a:moveTo>
                      <a:pt x="11171" y="726"/>
                    </a:moveTo>
                    <a:cubicBezTo>
                      <a:pt x="11015" y="726"/>
                      <a:pt x="10923" y="858"/>
                      <a:pt x="10966" y="1021"/>
                    </a:cubicBezTo>
                    <a:cubicBezTo>
                      <a:pt x="11008" y="1186"/>
                      <a:pt x="11170" y="1319"/>
                      <a:pt x="11327" y="1319"/>
                    </a:cubicBezTo>
                    <a:cubicBezTo>
                      <a:pt x="11484" y="1319"/>
                      <a:pt x="11575" y="1186"/>
                      <a:pt x="11531" y="1021"/>
                    </a:cubicBezTo>
                    <a:cubicBezTo>
                      <a:pt x="11487" y="858"/>
                      <a:pt x="11326" y="726"/>
                      <a:pt x="11171" y="726"/>
                    </a:cubicBezTo>
                    <a:close/>
                    <a:moveTo>
                      <a:pt x="11860" y="726"/>
                    </a:moveTo>
                    <a:cubicBezTo>
                      <a:pt x="11705" y="726"/>
                      <a:pt x="11614" y="858"/>
                      <a:pt x="11659" y="1021"/>
                    </a:cubicBezTo>
                    <a:cubicBezTo>
                      <a:pt x="11703" y="1186"/>
                      <a:pt x="11866" y="1319"/>
                      <a:pt x="12023" y="1319"/>
                    </a:cubicBezTo>
                    <a:cubicBezTo>
                      <a:pt x="12180" y="1319"/>
                      <a:pt x="12270" y="1186"/>
                      <a:pt x="12224" y="1021"/>
                    </a:cubicBezTo>
                    <a:cubicBezTo>
                      <a:pt x="12179" y="858"/>
                      <a:pt x="12016" y="726"/>
                      <a:pt x="11860" y="726"/>
                    </a:cubicBezTo>
                    <a:close/>
                    <a:moveTo>
                      <a:pt x="13929" y="726"/>
                    </a:moveTo>
                    <a:cubicBezTo>
                      <a:pt x="13774" y="726"/>
                      <a:pt x="13688" y="858"/>
                      <a:pt x="13737" y="1021"/>
                    </a:cubicBezTo>
                    <a:cubicBezTo>
                      <a:pt x="13787" y="1186"/>
                      <a:pt x="13955" y="1319"/>
                      <a:pt x="14112" y="1319"/>
                    </a:cubicBezTo>
                    <a:cubicBezTo>
                      <a:pt x="14269" y="1319"/>
                      <a:pt x="14355" y="1186"/>
                      <a:pt x="14303" y="1021"/>
                    </a:cubicBezTo>
                    <a:cubicBezTo>
                      <a:pt x="14252" y="858"/>
                      <a:pt x="14085" y="726"/>
                      <a:pt x="13929" y="726"/>
                    </a:cubicBezTo>
                    <a:close/>
                    <a:moveTo>
                      <a:pt x="14619" y="726"/>
                    </a:moveTo>
                    <a:cubicBezTo>
                      <a:pt x="14463" y="726"/>
                      <a:pt x="14379" y="858"/>
                      <a:pt x="14431" y="1021"/>
                    </a:cubicBezTo>
                    <a:cubicBezTo>
                      <a:pt x="14482" y="1186"/>
                      <a:pt x="14652" y="1319"/>
                      <a:pt x="14809" y="1319"/>
                    </a:cubicBezTo>
                    <a:cubicBezTo>
                      <a:pt x="14966" y="1319"/>
                      <a:pt x="15049" y="1186"/>
                      <a:pt x="14996" y="1021"/>
                    </a:cubicBezTo>
                    <a:cubicBezTo>
                      <a:pt x="14943" y="858"/>
                      <a:pt x="14775" y="726"/>
                      <a:pt x="14619" y="726"/>
                    </a:cubicBezTo>
                    <a:close/>
                    <a:moveTo>
                      <a:pt x="891" y="1453"/>
                    </a:moveTo>
                    <a:cubicBezTo>
                      <a:pt x="734" y="1453"/>
                      <a:pt x="619" y="1588"/>
                      <a:pt x="635" y="1755"/>
                    </a:cubicBezTo>
                    <a:cubicBezTo>
                      <a:pt x="651" y="1923"/>
                      <a:pt x="792" y="2060"/>
                      <a:pt x="951" y="2060"/>
                    </a:cubicBezTo>
                    <a:cubicBezTo>
                      <a:pt x="1110" y="2060"/>
                      <a:pt x="1224" y="1923"/>
                      <a:pt x="1207" y="1755"/>
                    </a:cubicBezTo>
                    <a:cubicBezTo>
                      <a:pt x="1190" y="1588"/>
                      <a:pt x="1048" y="1453"/>
                      <a:pt x="891" y="1453"/>
                    </a:cubicBezTo>
                    <a:close/>
                    <a:moveTo>
                      <a:pt x="2293" y="1453"/>
                    </a:moveTo>
                    <a:cubicBezTo>
                      <a:pt x="2135" y="1453"/>
                      <a:pt x="2024" y="1588"/>
                      <a:pt x="2043" y="1755"/>
                    </a:cubicBezTo>
                    <a:cubicBezTo>
                      <a:pt x="2063" y="1923"/>
                      <a:pt x="2207" y="2060"/>
                      <a:pt x="2366" y="2060"/>
                    </a:cubicBezTo>
                    <a:cubicBezTo>
                      <a:pt x="2525" y="2060"/>
                      <a:pt x="2636" y="1923"/>
                      <a:pt x="2615" y="1755"/>
                    </a:cubicBezTo>
                    <a:cubicBezTo>
                      <a:pt x="2595" y="1588"/>
                      <a:pt x="2450" y="1453"/>
                      <a:pt x="2293" y="1453"/>
                    </a:cubicBezTo>
                    <a:close/>
                    <a:moveTo>
                      <a:pt x="2982" y="1453"/>
                    </a:moveTo>
                    <a:cubicBezTo>
                      <a:pt x="2825" y="1453"/>
                      <a:pt x="2714" y="1588"/>
                      <a:pt x="2736" y="1755"/>
                    </a:cubicBezTo>
                    <a:cubicBezTo>
                      <a:pt x="2757" y="1923"/>
                      <a:pt x="2904" y="2060"/>
                      <a:pt x="3063" y="2060"/>
                    </a:cubicBezTo>
                    <a:cubicBezTo>
                      <a:pt x="3221" y="2060"/>
                      <a:pt x="3331" y="1923"/>
                      <a:pt x="3308" y="1755"/>
                    </a:cubicBezTo>
                    <a:cubicBezTo>
                      <a:pt x="3285" y="1588"/>
                      <a:pt x="3139" y="1453"/>
                      <a:pt x="2982" y="1453"/>
                    </a:cubicBezTo>
                    <a:close/>
                    <a:moveTo>
                      <a:pt x="3683" y="1453"/>
                    </a:moveTo>
                    <a:cubicBezTo>
                      <a:pt x="3525" y="1453"/>
                      <a:pt x="3417" y="1588"/>
                      <a:pt x="3440" y="1755"/>
                    </a:cubicBezTo>
                    <a:cubicBezTo>
                      <a:pt x="3463" y="1923"/>
                      <a:pt x="3611" y="2060"/>
                      <a:pt x="3770" y="2060"/>
                    </a:cubicBezTo>
                    <a:cubicBezTo>
                      <a:pt x="3928" y="2060"/>
                      <a:pt x="4037" y="1923"/>
                      <a:pt x="4012" y="1755"/>
                    </a:cubicBezTo>
                    <a:cubicBezTo>
                      <a:pt x="3988" y="1588"/>
                      <a:pt x="3840" y="1453"/>
                      <a:pt x="3683" y="1453"/>
                    </a:cubicBezTo>
                    <a:close/>
                    <a:moveTo>
                      <a:pt x="5073" y="1453"/>
                    </a:moveTo>
                    <a:cubicBezTo>
                      <a:pt x="4916" y="1453"/>
                      <a:pt x="4810" y="1588"/>
                      <a:pt x="4837" y="1755"/>
                    </a:cubicBezTo>
                    <a:cubicBezTo>
                      <a:pt x="4864" y="1923"/>
                      <a:pt x="5014" y="2060"/>
                      <a:pt x="5174" y="2060"/>
                    </a:cubicBezTo>
                    <a:cubicBezTo>
                      <a:pt x="5332" y="2060"/>
                      <a:pt x="5438" y="1923"/>
                      <a:pt x="5409" y="1755"/>
                    </a:cubicBezTo>
                    <a:cubicBezTo>
                      <a:pt x="5381" y="1588"/>
                      <a:pt x="5231" y="1453"/>
                      <a:pt x="5073" y="1453"/>
                    </a:cubicBezTo>
                    <a:close/>
                    <a:moveTo>
                      <a:pt x="5774" y="1453"/>
                    </a:moveTo>
                    <a:cubicBezTo>
                      <a:pt x="5617" y="1453"/>
                      <a:pt x="5512" y="1588"/>
                      <a:pt x="5541" y="1755"/>
                    </a:cubicBezTo>
                    <a:cubicBezTo>
                      <a:pt x="5570" y="1923"/>
                      <a:pt x="5722" y="2060"/>
                      <a:pt x="5881" y="2060"/>
                    </a:cubicBezTo>
                    <a:cubicBezTo>
                      <a:pt x="6040" y="2060"/>
                      <a:pt x="6144" y="1923"/>
                      <a:pt x="6113" y="1755"/>
                    </a:cubicBezTo>
                    <a:cubicBezTo>
                      <a:pt x="6083" y="1588"/>
                      <a:pt x="5931" y="1453"/>
                      <a:pt x="5774" y="1453"/>
                    </a:cubicBezTo>
                    <a:close/>
                    <a:moveTo>
                      <a:pt x="6475" y="1453"/>
                    </a:moveTo>
                    <a:cubicBezTo>
                      <a:pt x="6318" y="1453"/>
                      <a:pt x="6215" y="1588"/>
                      <a:pt x="6246" y="1755"/>
                    </a:cubicBezTo>
                    <a:cubicBezTo>
                      <a:pt x="6276" y="1923"/>
                      <a:pt x="6430" y="2060"/>
                      <a:pt x="6589" y="2060"/>
                    </a:cubicBezTo>
                    <a:cubicBezTo>
                      <a:pt x="6748" y="2060"/>
                      <a:pt x="6850" y="1923"/>
                      <a:pt x="6818" y="1755"/>
                    </a:cubicBezTo>
                    <a:cubicBezTo>
                      <a:pt x="6786" y="1588"/>
                      <a:pt x="6633" y="1453"/>
                      <a:pt x="6475" y="1453"/>
                    </a:cubicBezTo>
                    <a:close/>
                    <a:moveTo>
                      <a:pt x="7176" y="1453"/>
                    </a:moveTo>
                    <a:cubicBezTo>
                      <a:pt x="7019" y="1453"/>
                      <a:pt x="6917" y="1588"/>
                      <a:pt x="6950" y="1755"/>
                    </a:cubicBezTo>
                    <a:cubicBezTo>
                      <a:pt x="6982" y="1923"/>
                      <a:pt x="7138" y="2060"/>
                      <a:pt x="7297" y="2060"/>
                    </a:cubicBezTo>
                    <a:cubicBezTo>
                      <a:pt x="7455" y="2060"/>
                      <a:pt x="7556" y="1923"/>
                      <a:pt x="7522" y="1755"/>
                    </a:cubicBezTo>
                    <a:cubicBezTo>
                      <a:pt x="7488" y="1588"/>
                      <a:pt x="7334" y="1453"/>
                      <a:pt x="7176" y="1453"/>
                    </a:cubicBezTo>
                    <a:close/>
                    <a:moveTo>
                      <a:pt x="7865" y="1453"/>
                    </a:moveTo>
                    <a:cubicBezTo>
                      <a:pt x="7708" y="1453"/>
                      <a:pt x="7608" y="1588"/>
                      <a:pt x="7643" y="1755"/>
                    </a:cubicBezTo>
                    <a:cubicBezTo>
                      <a:pt x="7677" y="1923"/>
                      <a:pt x="7834" y="2060"/>
                      <a:pt x="7993" y="2060"/>
                    </a:cubicBezTo>
                    <a:cubicBezTo>
                      <a:pt x="8152" y="2060"/>
                      <a:pt x="8251" y="1923"/>
                      <a:pt x="8215" y="1755"/>
                    </a:cubicBezTo>
                    <a:cubicBezTo>
                      <a:pt x="8179" y="1588"/>
                      <a:pt x="8023" y="1453"/>
                      <a:pt x="7865" y="1453"/>
                    </a:cubicBezTo>
                    <a:close/>
                    <a:moveTo>
                      <a:pt x="8567" y="1453"/>
                    </a:moveTo>
                    <a:cubicBezTo>
                      <a:pt x="8409" y="1453"/>
                      <a:pt x="8311" y="1588"/>
                      <a:pt x="8347" y="1755"/>
                    </a:cubicBezTo>
                    <a:cubicBezTo>
                      <a:pt x="8383" y="1923"/>
                      <a:pt x="8542" y="2060"/>
                      <a:pt x="8700" y="2060"/>
                    </a:cubicBezTo>
                    <a:cubicBezTo>
                      <a:pt x="8860" y="2060"/>
                      <a:pt x="8957" y="1923"/>
                      <a:pt x="8919" y="1755"/>
                    </a:cubicBezTo>
                    <a:cubicBezTo>
                      <a:pt x="8882" y="1588"/>
                      <a:pt x="8724" y="1453"/>
                      <a:pt x="8567" y="1453"/>
                    </a:cubicBezTo>
                    <a:close/>
                    <a:moveTo>
                      <a:pt x="9268" y="1453"/>
                    </a:moveTo>
                    <a:cubicBezTo>
                      <a:pt x="9111" y="1453"/>
                      <a:pt x="9014" y="1588"/>
                      <a:pt x="9052" y="1755"/>
                    </a:cubicBezTo>
                    <a:cubicBezTo>
                      <a:pt x="9090" y="1923"/>
                      <a:pt x="9249" y="2060"/>
                      <a:pt x="9408" y="2060"/>
                    </a:cubicBezTo>
                    <a:cubicBezTo>
                      <a:pt x="9567" y="2060"/>
                      <a:pt x="9663" y="1923"/>
                      <a:pt x="9624" y="1755"/>
                    </a:cubicBezTo>
                    <a:cubicBezTo>
                      <a:pt x="9584" y="1588"/>
                      <a:pt x="9425" y="1453"/>
                      <a:pt x="9268" y="1453"/>
                    </a:cubicBezTo>
                    <a:close/>
                    <a:moveTo>
                      <a:pt x="9958" y="1453"/>
                    </a:moveTo>
                    <a:cubicBezTo>
                      <a:pt x="9800" y="1453"/>
                      <a:pt x="9705" y="1588"/>
                      <a:pt x="9745" y="1755"/>
                    </a:cubicBezTo>
                    <a:cubicBezTo>
                      <a:pt x="9785" y="1923"/>
                      <a:pt x="9946" y="2060"/>
                      <a:pt x="10105" y="2060"/>
                    </a:cubicBezTo>
                    <a:cubicBezTo>
                      <a:pt x="10264" y="2060"/>
                      <a:pt x="10358" y="1923"/>
                      <a:pt x="10316" y="1755"/>
                    </a:cubicBezTo>
                    <a:cubicBezTo>
                      <a:pt x="10275" y="1588"/>
                      <a:pt x="10115" y="1453"/>
                      <a:pt x="9958" y="1453"/>
                    </a:cubicBezTo>
                    <a:close/>
                    <a:moveTo>
                      <a:pt x="10659" y="1453"/>
                    </a:moveTo>
                    <a:cubicBezTo>
                      <a:pt x="10501" y="1453"/>
                      <a:pt x="10408" y="1588"/>
                      <a:pt x="10449" y="1755"/>
                    </a:cubicBezTo>
                    <a:cubicBezTo>
                      <a:pt x="10491" y="1923"/>
                      <a:pt x="10653" y="2060"/>
                      <a:pt x="10812" y="2060"/>
                    </a:cubicBezTo>
                    <a:cubicBezTo>
                      <a:pt x="10971" y="2060"/>
                      <a:pt x="11065" y="1923"/>
                      <a:pt x="11021" y="1755"/>
                    </a:cubicBezTo>
                    <a:cubicBezTo>
                      <a:pt x="10978" y="1588"/>
                      <a:pt x="10816" y="1453"/>
                      <a:pt x="10659" y="1453"/>
                    </a:cubicBezTo>
                    <a:close/>
                    <a:moveTo>
                      <a:pt x="11360" y="1453"/>
                    </a:moveTo>
                    <a:cubicBezTo>
                      <a:pt x="11202" y="1453"/>
                      <a:pt x="11110" y="1588"/>
                      <a:pt x="11154" y="1755"/>
                    </a:cubicBezTo>
                    <a:cubicBezTo>
                      <a:pt x="11197" y="1923"/>
                      <a:pt x="11362" y="2060"/>
                      <a:pt x="11521" y="2060"/>
                    </a:cubicBezTo>
                    <a:cubicBezTo>
                      <a:pt x="11679" y="2060"/>
                      <a:pt x="11771" y="1923"/>
                      <a:pt x="11726" y="1755"/>
                    </a:cubicBezTo>
                    <a:cubicBezTo>
                      <a:pt x="11681" y="1588"/>
                      <a:pt x="11517" y="1453"/>
                      <a:pt x="11360" y="1453"/>
                    </a:cubicBezTo>
                    <a:close/>
                    <a:moveTo>
                      <a:pt x="12061" y="1453"/>
                    </a:moveTo>
                    <a:cubicBezTo>
                      <a:pt x="11904" y="1453"/>
                      <a:pt x="11813" y="1588"/>
                      <a:pt x="11859" y="1755"/>
                    </a:cubicBezTo>
                    <a:cubicBezTo>
                      <a:pt x="11904" y="1923"/>
                      <a:pt x="12070" y="2060"/>
                      <a:pt x="12229" y="2060"/>
                    </a:cubicBezTo>
                    <a:cubicBezTo>
                      <a:pt x="12387" y="2060"/>
                      <a:pt x="12478" y="1923"/>
                      <a:pt x="12431" y="1755"/>
                    </a:cubicBezTo>
                    <a:cubicBezTo>
                      <a:pt x="12384" y="1588"/>
                      <a:pt x="12218" y="1453"/>
                      <a:pt x="12061" y="1453"/>
                    </a:cubicBezTo>
                    <a:close/>
                    <a:moveTo>
                      <a:pt x="12751" y="1453"/>
                    </a:moveTo>
                    <a:cubicBezTo>
                      <a:pt x="12594" y="1453"/>
                      <a:pt x="12504" y="1588"/>
                      <a:pt x="12551" y="1755"/>
                    </a:cubicBezTo>
                    <a:cubicBezTo>
                      <a:pt x="12599" y="1923"/>
                      <a:pt x="12766" y="2060"/>
                      <a:pt x="12924" y="2060"/>
                    </a:cubicBezTo>
                    <a:cubicBezTo>
                      <a:pt x="13084" y="2060"/>
                      <a:pt x="13172" y="1923"/>
                      <a:pt x="13123" y="1755"/>
                    </a:cubicBezTo>
                    <a:cubicBezTo>
                      <a:pt x="13075" y="1588"/>
                      <a:pt x="12908" y="1453"/>
                      <a:pt x="12751" y="1453"/>
                    </a:cubicBezTo>
                    <a:close/>
                    <a:moveTo>
                      <a:pt x="13452" y="1453"/>
                    </a:moveTo>
                    <a:cubicBezTo>
                      <a:pt x="13295" y="1453"/>
                      <a:pt x="13207" y="1588"/>
                      <a:pt x="13256" y="1755"/>
                    </a:cubicBezTo>
                    <a:cubicBezTo>
                      <a:pt x="13305" y="1923"/>
                      <a:pt x="13474" y="2060"/>
                      <a:pt x="13633" y="2060"/>
                    </a:cubicBezTo>
                    <a:cubicBezTo>
                      <a:pt x="13792" y="2060"/>
                      <a:pt x="13879" y="1923"/>
                      <a:pt x="13828" y="1755"/>
                    </a:cubicBezTo>
                    <a:cubicBezTo>
                      <a:pt x="13778" y="1588"/>
                      <a:pt x="13610" y="1453"/>
                      <a:pt x="13452" y="1453"/>
                    </a:cubicBezTo>
                    <a:close/>
                    <a:moveTo>
                      <a:pt x="14154" y="1453"/>
                    </a:moveTo>
                    <a:cubicBezTo>
                      <a:pt x="13997" y="1453"/>
                      <a:pt x="13910" y="1588"/>
                      <a:pt x="13961" y="1755"/>
                    </a:cubicBezTo>
                    <a:cubicBezTo>
                      <a:pt x="14012" y="1923"/>
                      <a:pt x="14183" y="2060"/>
                      <a:pt x="14341" y="2060"/>
                    </a:cubicBezTo>
                    <a:cubicBezTo>
                      <a:pt x="14500" y="2060"/>
                      <a:pt x="14586" y="1923"/>
                      <a:pt x="14533" y="1755"/>
                    </a:cubicBezTo>
                    <a:cubicBezTo>
                      <a:pt x="14481" y="1588"/>
                      <a:pt x="14312" y="1453"/>
                      <a:pt x="14154" y="1453"/>
                    </a:cubicBezTo>
                    <a:close/>
                    <a:moveTo>
                      <a:pt x="14844" y="1453"/>
                    </a:moveTo>
                    <a:cubicBezTo>
                      <a:pt x="14686" y="1453"/>
                      <a:pt x="14602" y="1588"/>
                      <a:pt x="14654" y="1755"/>
                    </a:cubicBezTo>
                    <a:cubicBezTo>
                      <a:pt x="14707" y="1923"/>
                      <a:pt x="14879" y="2060"/>
                      <a:pt x="15038" y="2060"/>
                    </a:cubicBezTo>
                    <a:cubicBezTo>
                      <a:pt x="15197" y="2060"/>
                      <a:pt x="15280" y="1923"/>
                      <a:pt x="15226" y="1755"/>
                    </a:cubicBezTo>
                    <a:cubicBezTo>
                      <a:pt x="15172" y="1588"/>
                      <a:pt x="15001" y="1453"/>
                      <a:pt x="14844" y="1453"/>
                    </a:cubicBezTo>
                    <a:close/>
                    <a:moveTo>
                      <a:pt x="15545" y="1453"/>
                    </a:moveTo>
                    <a:cubicBezTo>
                      <a:pt x="15388" y="1453"/>
                      <a:pt x="15304" y="1588"/>
                      <a:pt x="15359" y="1755"/>
                    </a:cubicBezTo>
                    <a:cubicBezTo>
                      <a:pt x="15414" y="1923"/>
                      <a:pt x="15587" y="2060"/>
                      <a:pt x="15746" y="2060"/>
                    </a:cubicBezTo>
                    <a:cubicBezTo>
                      <a:pt x="15905" y="2060"/>
                      <a:pt x="15988" y="1923"/>
                      <a:pt x="15932" y="1755"/>
                    </a:cubicBezTo>
                    <a:cubicBezTo>
                      <a:pt x="15875" y="1588"/>
                      <a:pt x="15703" y="1453"/>
                      <a:pt x="15545" y="1453"/>
                    </a:cubicBezTo>
                    <a:close/>
                    <a:moveTo>
                      <a:pt x="16246" y="1453"/>
                    </a:moveTo>
                    <a:cubicBezTo>
                      <a:pt x="16089" y="1453"/>
                      <a:pt x="16007" y="1588"/>
                      <a:pt x="16064" y="1755"/>
                    </a:cubicBezTo>
                    <a:cubicBezTo>
                      <a:pt x="16121" y="1923"/>
                      <a:pt x="16295" y="2060"/>
                      <a:pt x="16454" y="2060"/>
                    </a:cubicBezTo>
                    <a:cubicBezTo>
                      <a:pt x="16613" y="2060"/>
                      <a:pt x="16694" y="1923"/>
                      <a:pt x="16636" y="1755"/>
                    </a:cubicBezTo>
                    <a:cubicBezTo>
                      <a:pt x="16578" y="1588"/>
                      <a:pt x="16404" y="1453"/>
                      <a:pt x="16246" y="1453"/>
                    </a:cubicBezTo>
                    <a:close/>
                    <a:moveTo>
                      <a:pt x="16937" y="1453"/>
                    </a:moveTo>
                    <a:cubicBezTo>
                      <a:pt x="16780" y="1453"/>
                      <a:pt x="16699" y="1588"/>
                      <a:pt x="16757" y="1755"/>
                    </a:cubicBezTo>
                    <a:cubicBezTo>
                      <a:pt x="16815" y="1923"/>
                      <a:pt x="16992" y="2060"/>
                      <a:pt x="17151" y="2060"/>
                    </a:cubicBezTo>
                    <a:cubicBezTo>
                      <a:pt x="17309" y="2060"/>
                      <a:pt x="17389" y="1923"/>
                      <a:pt x="17329" y="1755"/>
                    </a:cubicBezTo>
                    <a:cubicBezTo>
                      <a:pt x="17270" y="1588"/>
                      <a:pt x="17094" y="1453"/>
                      <a:pt x="16937" y="1453"/>
                    </a:cubicBezTo>
                    <a:close/>
                    <a:moveTo>
                      <a:pt x="17638" y="1453"/>
                    </a:moveTo>
                    <a:cubicBezTo>
                      <a:pt x="17481" y="1453"/>
                      <a:pt x="17402" y="1588"/>
                      <a:pt x="17462" y="1755"/>
                    </a:cubicBezTo>
                    <a:cubicBezTo>
                      <a:pt x="17522" y="1923"/>
                      <a:pt x="17701" y="2060"/>
                      <a:pt x="17859" y="2060"/>
                    </a:cubicBezTo>
                    <a:cubicBezTo>
                      <a:pt x="18018" y="2060"/>
                      <a:pt x="18096" y="1923"/>
                      <a:pt x="18034" y="1755"/>
                    </a:cubicBezTo>
                    <a:cubicBezTo>
                      <a:pt x="17973" y="1588"/>
                      <a:pt x="17795" y="1453"/>
                      <a:pt x="17638" y="1453"/>
                    </a:cubicBezTo>
                    <a:close/>
                    <a:moveTo>
                      <a:pt x="18340" y="1453"/>
                    </a:moveTo>
                    <a:cubicBezTo>
                      <a:pt x="18183" y="1453"/>
                      <a:pt x="18105" y="1588"/>
                      <a:pt x="18167" y="1755"/>
                    </a:cubicBezTo>
                    <a:cubicBezTo>
                      <a:pt x="18229" y="1923"/>
                      <a:pt x="18409" y="2060"/>
                      <a:pt x="18567" y="2060"/>
                    </a:cubicBezTo>
                    <a:cubicBezTo>
                      <a:pt x="18726" y="2060"/>
                      <a:pt x="18803" y="1923"/>
                      <a:pt x="18739" y="1755"/>
                    </a:cubicBezTo>
                    <a:cubicBezTo>
                      <a:pt x="18676" y="1588"/>
                      <a:pt x="18497" y="1453"/>
                      <a:pt x="18340" y="1453"/>
                    </a:cubicBezTo>
                    <a:close/>
                    <a:moveTo>
                      <a:pt x="19030" y="1453"/>
                    </a:moveTo>
                    <a:cubicBezTo>
                      <a:pt x="18872" y="1453"/>
                      <a:pt x="18796" y="1588"/>
                      <a:pt x="18860" y="1755"/>
                    </a:cubicBezTo>
                    <a:cubicBezTo>
                      <a:pt x="18924" y="1923"/>
                      <a:pt x="19105" y="2060"/>
                      <a:pt x="19264" y="2060"/>
                    </a:cubicBezTo>
                    <a:cubicBezTo>
                      <a:pt x="19422" y="2060"/>
                      <a:pt x="19498" y="1923"/>
                      <a:pt x="19432" y="1755"/>
                    </a:cubicBezTo>
                    <a:cubicBezTo>
                      <a:pt x="19367" y="1588"/>
                      <a:pt x="19187" y="1453"/>
                      <a:pt x="19030" y="1453"/>
                    </a:cubicBezTo>
                    <a:close/>
                    <a:moveTo>
                      <a:pt x="264" y="2179"/>
                    </a:moveTo>
                    <a:cubicBezTo>
                      <a:pt x="104" y="2179"/>
                      <a:pt x="-13" y="2317"/>
                      <a:pt x="1" y="2488"/>
                    </a:cubicBezTo>
                    <a:cubicBezTo>
                      <a:pt x="15" y="2660"/>
                      <a:pt x="157" y="2800"/>
                      <a:pt x="318" y="2800"/>
                    </a:cubicBezTo>
                    <a:cubicBezTo>
                      <a:pt x="479" y="2800"/>
                      <a:pt x="596" y="2660"/>
                      <a:pt x="580" y="2488"/>
                    </a:cubicBezTo>
                    <a:cubicBezTo>
                      <a:pt x="564" y="2317"/>
                      <a:pt x="422" y="2179"/>
                      <a:pt x="264" y="2179"/>
                    </a:cubicBezTo>
                    <a:close/>
                    <a:moveTo>
                      <a:pt x="964" y="2179"/>
                    </a:moveTo>
                    <a:cubicBezTo>
                      <a:pt x="805" y="2179"/>
                      <a:pt x="689" y="2317"/>
                      <a:pt x="705" y="2488"/>
                    </a:cubicBezTo>
                    <a:cubicBezTo>
                      <a:pt x="722" y="2660"/>
                      <a:pt x="865" y="2800"/>
                      <a:pt x="1026" y="2800"/>
                    </a:cubicBezTo>
                    <a:cubicBezTo>
                      <a:pt x="1186" y="2800"/>
                      <a:pt x="1302" y="2660"/>
                      <a:pt x="1284" y="2488"/>
                    </a:cubicBezTo>
                    <a:cubicBezTo>
                      <a:pt x="1266" y="2317"/>
                      <a:pt x="1123" y="2179"/>
                      <a:pt x="964" y="2179"/>
                    </a:cubicBezTo>
                    <a:close/>
                    <a:moveTo>
                      <a:pt x="1666" y="2179"/>
                    </a:moveTo>
                    <a:cubicBezTo>
                      <a:pt x="1507" y="2179"/>
                      <a:pt x="1391" y="2317"/>
                      <a:pt x="1409" y="2488"/>
                    </a:cubicBezTo>
                    <a:cubicBezTo>
                      <a:pt x="1428" y="2660"/>
                      <a:pt x="1573" y="2800"/>
                      <a:pt x="1734" y="2800"/>
                    </a:cubicBezTo>
                    <a:cubicBezTo>
                      <a:pt x="1894" y="2800"/>
                      <a:pt x="2009" y="2660"/>
                      <a:pt x="1989" y="2488"/>
                    </a:cubicBezTo>
                    <a:cubicBezTo>
                      <a:pt x="1969" y="2317"/>
                      <a:pt x="1824" y="2179"/>
                      <a:pt x="1666" y="2179"/>
                    </a:cubicBezTo>
                    <a:close/>
                    <a:moveTo>
                      <a:pt x="2378" y="2179"/>
                    </a:moveTo>
                    <a:cubicBezTo>
                      <a:pt x="2218" y="2179"/>
                      <a:pt x="2105" y="2317"/>
                      <a:pt x="2125" y="2488"/>
                    </a:cubicBezTo>
                    <a:cubicBezTo>
                      <a:pt x="2145" y="2660"/>
                      <a:pt x="2292" y="2800"/>
                      <a:pt x="2452" y="2800"/>
                    </a:cubicBezTo>
                    <a:cubicBezTo>
                      <a:pt x="2613" y="2800"/>
                      <a:pt x="2726" y="2660"/>
                      <a:pt x="2704" y="2488"/>
                    </a:cubicBezTo>
                    <a:cubicBezTo>
                      <a:pt x="2683" y="2317"/>
                      <a:pt x="2537" y="2179"/>
                      <a:pt x="2378" y="2179"/>
                    </a:cubicBezTo>
                    <a:close/>
                    <a:moveTo>
                      <a:pt x="3079" y="2179"/>
                    </a:moveTo>
                    <a:cubicBezTo>
                      <a:pt x="2919" y="2179"/>
                      <a:pt x="2808" y="2317"/>
                      <a:pt x="2829" y="2488"/>
                    </a:cubicBezTo>
                    <a:cubicBezTo>
                      <a:pt x="2851" y="2660"/>
                      <a:pt x="3000" y="2800"/>
                      <a:pt x="3161" y="2800"/>
                    </a:cubicBezTo>
                    <a:cubicBezTo>
                      <a:pt x="3321" y="2800"/>
                      <a:pt x="3432" y="2660"/>
                      <a:pt x="3409" y="2488"/>
                    </a:cubicBezTo>
                    <a:cubicBezTo>
                      <a:pt x="3385" y="2317"/>
                      <a:pt x="3238" y="2179"/>
                      <a:pt x="3079" y="2179"/>
                    </a:cubicBezTo>
                    <a:close/>
                    <a:moveTo>
                      <a:pt x="3791" y="2179"/>
                    </a:moveTo>
                    <a:cubicBezTo>
                      <a:pt x="3631" y="2179"/>
                      <a:pt x="3522" y="2317"/>
                      <a:pt x="3546" y="2488"/>
                    </a:cubicBezTo>
                    <a:cubicBezTo>
                      <a:pt x="3569" y="2660"/>
                      <a:pt x="3719" y="2800"/>
                      <a:pt x="3880" y="2800"/>
                    </a:cubicBezTo>
                    <a:cubicBezTo>
                      <a:pt x="4040" y="2800"/>
                      <a:pt x="4150" y="2660"/>
                      <a:pt x="4124" y="2488"/>
                    </a:cubicBezTo>
                    <a:cubicBezTo>
                      <a:pt x="4099" y="2317"/>
                      <a:pt x="3950" y="2179"/>
                      <a:pt x="3791" y="2179"/>
                    </a:cubicBezTo>
                    <a:close/>
                    <a:moveTo>
                      <a:pt x="4492" y="2179"/>
                    </a:moveTo>
                    <a:cubicBezTo>
                      <a:pt x="4332" y="2179"/>
                      <a:pt x="4224" y="2317"/>
                      <a:pt x="4250" y="2488"/>
                    </a:cubicBezTo>
                    <a:cubicBezTo>
                      <a:pt x="4275" y="2660"/>
                      <a:pt x="4427" y="2800"/>
                      <a:pt x="4588" y="2800"/>
                    </a:cubicBezTo>
                    <a:cubicBezTo>
                      <a:pt x="4748" y="2800"/>
                      <a:pt x="4856" y="2660"/>
                      <a:pt x="4829" y="2488"/>
                    </a:cubicBezTo>
                    <a:cubicBezTo>
                      <a:pt x="4802" y="2317"/>
                      <a:pt x="4651" y="2179"/>
                      <a:pt x="4492" y="2179"/>
                    </a:cubicBezTo>
                    <a:close/>
                    <a:moveTo>
                      <a:pt x="5205" y="2179"/>
                    </a:moveTo>
                    <a:cubicBezTo>
                      <a:pt x="5045" y="2179"/>
                      <a:pt x="4938" y="2317"/>
                      <a:pt x="4966" y="2488"/>
                    </a:cubicBezTo>
                    <a:cubicBezTo>
                      <a:pt x="4994" y="2660"/>
                      <a:pt x="5146" y="2800"/>
                      <a:pt x="5307" y="2800"/>
                    </a:cubicBezTo>
                    <a:cubicBezTo>
                      <a:pt x="5468" y="2800"/>
                      <a:pt x="5574" y="2660"/>
                      <a:pt x="5545" y="2488"/>
                    </a:cubicBezTo>
                    <a:cubicBezTo>
                      <a:pt x="5516" y="2317"/>
                      <a:pt x="5364" y="2179"/>
                      <a:pt x="5205" y="2179"/>
                    </a:cubicBezTo>
                    <a:close/>
                    <a:moveTo>
                      <a:pt x="5906" y="2179"/>
                    </a:moveTo>
                    <a:cubicBezTo>
                      <a:pt x="5747" y="2179"/>
                      <a:pt x="5641" y="2317"/>
                      <a:pt x="5670" y="2488"/>
                    </a:cubicBezTo>
                    <a:cubicBezTo>
                      <a:pt x="5700" y="2660"/>
                      <a:pt x="5854" y="2800"/>
                      <a:pt x="6015" y="2800"/>
                    </a:cubicBezTo>
                    <a:cubicBezTo>
                      <a:pt x="6175" y="2800"/>
                      <a:pt x="6280" y="2660"/>
                      <a:pt x="6249" y="2488"/>
                    </a:cubicBezTo>
                    <a:cubicBezTo>
                      <a:pt x="6218" y="2317"/>
                      <a:pt x="6065" y="2179"/>
                      <a:pt x="5906" y="2179"/>
                    </a:cubicBezTo>
                    <a:close/>
                    <a:moveTo>
                      <a:pt x="6618" y="2179"/>
                    </a:moveTo>
                    <a:cubicBezTo>
                      <a:pt x="6459" y="2179"/>
                      <a:pt x="6355" y="2317"/>
                      <a:pt x="6386" y="2488"/>
                    </a:cubicBezTo>
                    <a:cubicBezTo>
                      <a:pt x="6418" y="2660"/>
                      <a:pt x="6574" y="2800"/>
                      <a:pt x="6734" y="2800"/>
                    </a:cubicBezTo>
                    <a:cubicBezTo>
                      <a:pt x="6895" y="2800"/>
                      <a:pt x="6999" y="2660"/>
                      <a:pt x="6966" y="2488"/>
                    </a:cubicBezTo>
                    <a:cubicBezTo>
                      <a:pt x="6933" y="2317"/>
                      <a:pt x="6777" y="2179"/>
                      <a:pt x="6618" y="2179"/>
                    </a:cubicBezTo>
                    <a:close/>
                    <a:moveTo>
                      <a:pt x="7320" y="2179"/>
                    </a:moveTo>
                    <a:cubicBezTo>
                      <a:pt x="7160" y="2179"/>
                      <a:pt x="7058" y="2317"/>
                      <a:pt x="7091" y="2488"/>
                    </a:cubicBezTo>
                    <a:cubicBezTo>
                      <a:pt x="7124" y="2660"/>
                      <a:pt x="7282" y="2800"/>
                      <a:pt x="7443" y="2800"/>
                    </a:cubicBezTo>
                    <a:cubicBezTo>
                      <a:pt x="7603" y="2800"/>
                      <a:pt x="7705" y="2660"/>
                      <a:pt x="7670" y="2488"/>
                    </a:cubicBezTo>
                    <a:cubicBezTo>
                      <a:pt x="7635" y="2317"/>
                      <a:pt x="7479" y="2179"/>
                      <a:pt x="7320" y="2179"/>
                    </a:cubicBezTo>
                    <a:close/>
                    <a:moveTo>
                      <a:pt x="8020" y="2179"/>
                    </a:moveTo>
                    <a:cubicBezTo>
                      <a:pt x="7862" y="2179"/>
                      <a:pt x="7760" y="2317"/>
                      <a:pt x="7795" y="2488"/>
                    </a:cubicBezTo>
                    <a:cubicBezTo>
                      <a:pt x="7831" y="2660"/>
                      <a:pt x="7990" y="2800"/>
                      <a:pt x="8150" y="2800"/>
                    </a:cubicBezTo>
                    <a:cubicBezTo>
                      <a:pt x="8311" y="2800"/>
                      <a:pt x="8411" y="2660"/>
                      <a:pt x="8375" y="2488"/>
                    </a:cubicBezTo>
                    <a:cubicBezTo>
                      <a:pt x="8338" y="2317"/>
                      <a:pt x="8179" y="2179"/>
                      <a:pt x="8020" y="2179"/>
                    </a:cubicBezTo>
                    <a:close/>
                    <a:moveTo>
                      <a:pt x="8733" y="2179"/>
                    </a:moveTo>
                    <a:cubicBezTo>
                      <a:pt x="8574" y="2179"/>
                      <a:pt x="8474" y="2317"/>
                      <a:pt x="8512" y="2488"/>
                    </a:cubicBezTo>
                    <a:cubicBezTo>
                      <a:pt x="8549" y="2660"/>
                      <a:pt x="8709" y="2800"/>
                      <a:pt x="8870" y="2800"/>
                    </a:cubicBezTo>
                    <a:cubicBezTo>
                      <a:pt x="9031" y="2800"/>
                      <a:pt x="9129" y="2660"/>
                      <a:pt x="9090" y="2488"/>
                    </a:cubicBezTo>
                    <a:cubicBezTo>
                      <a:pt x="9052" y="2317"/>
                      <a:pt x="8892" y="2179"/>
                      <a:pt x="8733" y="2179"/>
                    </a:cubicBezTo>
                    <a:close/>
                    <a:moveTo>
                      <a:pt x="9434" y="2179"/>
                    </a:moveTo>
                    <a:cubicBezTo>
                      <a:pt x="9275" y="2179"/>
                      <a:pt x="9177" y="2317"/>
                      <a:pt x="9216" y="2488"/>
                    </a:cubicBezTo>
                    <a:cubicBezTo>
                      <a:pt x="9255" y="2660"/>
                      <a:pt x="9417" y="2800"/>
                      <a:pt x="9578" y="2800"/>
                    </a:cubicBezTo>
                    <a:cubicBezTo>
                      <a:pt x="9738" y="2800"/>
                      <a:pt x="9835" y="2660"/>
                      <a:pt x="9795" y="2488"/>
                    </a:cubicBezTo>
                    <a:cubicBezTo>
                      <a:pt x="9755" y="2317"/>
                      <a:pt x="9593" y="2179"/>
                      <a:pt x="9434" y="2179"/>
                    </a:cubicBezTo>
                    <a:close/>
                    <a:moveTo>
                      <a:pt x="10147" y="2179"/>
                    </a:moveTo>
                    <a:cubicBezTo>
                      <a:pt x="9988" y="2179"/>
                      <a:pt x="9892" y="2317"/>
                      <a:pt x="9933" y="2488"/>
                    </a:cubicBezTo>
                    <a:cubicBezTo>
                      <a:pt x="9974" y="2660"/>
                      <a:pt x="10137" y="2800"/>
                      <a:pt x="10298" y="2800"/>
                    </a:cubicBezTo>
                    <a:cubicBezTo>
                      <a:pt x="10458" y="2800"/>
                      <a:pt x="10554" y="2660"/>
                      <a:pt x="10511" y="2488"/>
                    </a:cubicBezTo>
                    <a:cubicBezTo>
                      <a:pt x="10469" y="2317"/>
                      <a:pt x="10306" y="2179"/>
                      <a:pt x="10147" y="2179"/>
                    </a:cubicBezTo>
                    <a:close/>
                    <a:moveTo>
                      <a:pt x="10848" y="2179"/>
                    </a:moveTo>
                    <a:cubicBezTo>
                      <a:pt x="10689" y="2179"/>
                      <a:pt x="10595" y="2317"/>
                      <a:pt x="10637" y="2488"/>
                    </a:cubicBezTo>
                    <a:cubicBezTo>
                      <a:pt x="10680" y="2660"/>
                      <a:pt x="10844" y="2800"/>
                      <a:pt x="11006" y="2800"/>
                    </a:cubicBezTo>
                    <a:cubicBezTo>
                      <a:pt x="11166" y="2800"/>
                      <a:pt x="11261" y="2660"/>
                      <a:pt x="11216" y="2488"/>
                    </a:cubicBezTo>
                    <a:cubicBezTo>
                      <a:pt x="11172" y="2317"/>
                      <a:pt x="11007" y="2179"/>
                      <a:pt x="10848" y="2179"/>
                    </a:cubicBezTo>
                    <a:close/>
                    <a:moveTo>
                      <a:pt x="11550" y="2179"/>
                    </a:moveTo>
                    <a:cubicBezTo>
                      <a:pt x="11390" y="2179"/>
                      <a:pt x="11297" y="2317"/>
                      <a:pt x="11342" y="2488"/>
                    </a:cubicBezTo>
                    <a:cubicBezTo>
                      <a:pt x="11386" y="2660"/>
                      <a:pt x="11553" y="2800"/>
                      <a:pt x="11714" y="2800"/>
                    </a:cubicBezTo>
                    <a:cubicBezTo>
                      <a:pt x="11874" y="2800"/>
                      <a:pt x="11967" y="2660"/>
                      <a:pt x="11921" y="2488"/>
                    </a:cubicBezTo>
                    <a:cubicBezTo>
                      <a:pt x="11875" y="2317"/>
                      <a:pt x="11709" y="2179"/>
                      <a:pt x="11550" y="2179"/>
                    </a:cubicBezTo>
                    <a:close/>
                    <a:moveTo>
                      <a:pt x="12262" y="2179"/>
                    </a:moveTo>
                    <a:cubicBezTo>
                      <a:pt x="12103" y="2179"/>
                      <a:pt x="12012" y="2317"/>
                      <a:pt x="12058" y="2488"/>
                    </a:cubicBezTo>
                    <a:cubicBezTo>
                      <a:pt x="12105" y="2660"/>
                      <a:pt x="12273" y="2800"/>
                      <a:pt x="12434" y="2800"/>
                    </a:cubicBezTo>
                    <a:cubicBezTo>
                      <a:pt x="12595" y="2800"/>
                      <a:pt x="12686" y="2660"/>
                      <a:pt x="12637" y="2488"/>
                    </a:cubicBezTo>
                    <a:cubicBezTo>
                      <a:pt x="12589" y="2317"/>
                      <a:pt x="12422" y="2179"/>
                      <a:pt x="12262" y="2179"/>
                    </a:cubicBezTo>
                    <a:close/>
                    <a:moveTo>
                      <a:pt x="12963" y="2179"/>
                    </a:moveTo>
                    <a:cubicBezTo>
                      <a:pt x="12804" y="2179"/>
                      <a:pt x="12715" y="2317"/>
                      <a:pt x="12763" y="2488"/>
                    </a:cubicBezTo>
                    <a:cubicBezTo>
                      <a:pt x="12812" y="2660"/>
                      <a:pt x="12981" y="2800"/>
                      <a:pt x="13141" y="2800"/>
                    </a:cubicBezTo>
                    <a:cubicBezTo>
                      <a:pt x="13303" y="2800"/>
                      <a:pt x="13392" y="2660"/>
                      <a:pt x="13342" y="2488"/>
                    </a:cubicBezTo>
                    <a:cubicBezTo>
                      <a:pt x="13292" y="2317"/>
                      <a:pt x="13123" y="2179"/>
                      <a:pt x="12963" y="2179"/>
                    </a:cubicBezTo>
                    <a:close/>
                    <a:moveTo>
                      <a:pt x="13677" y="2179"/>
                    </a:moveTo>
                    <a:cubicBezTo>
                      <a:pt x="13517" y="2179"/>
                      <a:pt x="13429" y="2317"/>
                      <a:pt x="13480" y="2488"/>
                    </a:cubicBezTo>
                    <a:cubicBezTo>
                      <a:pt x="13530" y="2660"/>
                      <a:pt x="13701" y="2800"/>
                      <a:pt x="13862" y="2800"/>
                    </a:cubicBezTo>
                    <a:cubicBezTo>
                      <a:pt x="14023" y="2800"/>
                      <a:pt x="14110" y="2660"/>
                      <a:pt x="14058" y="2488"/>
                    </a:cubicBezTo>
                    <a:cubicBezTo>
                      <a:pt x="14006" y="2317"/>
                      <a:pt x="13836" y="2179"/>
                      <a:pt x="13677" y="2179"/>
                    </a:cubicBezTo>
                    <a:close/>
                    <a:moveTo>
                      <a:pt x="14378" y="2179"/>
                    </a:moveTo>
                    <a:cubicBezTo>
                      <a:pt x="14219" y="2179"/>
                      <a:pt x="14132" y="2317"/>
                      <a:pt x="14184" y="2488"/>
                    </a:cubicBezTo>
                    <a:cubicBezTo>
                      <a:pt x="14236" y="2660"/>
                      <a:pt x="14409" y="2800"/>
                      <a:pt x="14570" y="2800"/>
                    </a:cubicBezTo>
                    <a:cubicBezTo>
                      <a:pt x="14731" y="2800"/>
                      <a:pt x="14817" y="2660"/>
                      <a:pt x="14763" y="2488"/>
                    </a:cubicBezTo>
                    <a:cubicBezTo>
                      <a:pt x="14710" y="2317"/>
                      <a:pt x="14538" y="2179"/>
                      <a:pt x="14378" y="2179"/>
                    </a:cubicBezTo>
                    <a:close/>
                    <a:moveTo>
                      <a:pt x="15080" y="2179"/>
                    </a:moveTo>
                    <a:cubicBezTo>
                      <a:pt x="14920" y="2179"/>
                      <a:pt x="14835" y="2317"/>
                      <a:pt x="14889" y="2488"/>
                    </a:cubicBezTo>
                    <a:cubicBezTo>
                      <a:pt x="14943" y="2660"/>
                      <a:pt x="15117" y="2800"/>
                      <a:pt x="15278" y="2800"/>
                    </a:cubicBezTo>
                    <a:cubicBezTo>
                      <a:pt x="15439" y="2800"/>
                      <a:pt x="15524" y="2660"/>
                      <a:pt x="15468" y="2488"/>
                    </a:cubicBezTo>
                    <a:cubicBezTo>
                      <a:pt x="15412" y="2317"/>
                      <a:pt x="15239" y="2179"/>
                      <a:pt x="15080" y="2179"/>
                    </a:cubicBezTo>
                    <a:close/>
                    <a:moveTo>
                      <a:pt x="15793" y="2179"/>
                    </a:moveTo>
                    <a:cubicBezTo>
                      <a:pt x="15634" y="2179"/>
                      <a:pt x="15550" y="2317"/>
                      <a:pt x="15606" y="2488"/>
                    </a:cubicBezTo>
                    <a:cubicBezTo>
                      <a:pt x="15662" y="2660"/>
                      <a:pt x="15838" y="2800"/>
                      <a:pt x="15998" y="2800"/>
                    </a:cubicBezTo>
                    <a:cubicBezTo>
                      <a:pt x="16159" y="2800"/>
                      <a:pt x="16243" y="2660"/>
                      <a:pt x="16185" y="2488"/>
                    </a:cubicBezTo>
                    <a:cubicBezTo>
                      <a:pt x="16128" y="2317"/>
                      <a:pt x="15952" y="2179"/>
                      <a:pt x="15793" y="2179"/>
                    </a:cubicBezTo>
                    <a:close/>
                    <a:moveTo>
                      <a:pt x="16495" y="2179"/>
                    </a:moveTo>
                    <a:cubicBezTo>
                      <a:pt x="16335" y="2179"/>
                      <a:pt x="16253" y="2317"/>
                      <a:pt x="16311" y="2488"/>
                    </a:cubicBezTo>
                    <a:cubicBezTo>
                      <a:pt x="16369" y="2660"/>
                      <a:pt x="16546" y="2800"/>
                      <a:pt x="16707" y="2800"/>
                    </a:cubicBezTo>
                    <a:cubicBezTo>
                      <a:pt x="16867" y="2800"/>
                      <a:pt x="16949" y="2660"/>
                      <a:pt x="16890" y="2488"/>
                    </a:cubicBezTo>
                    <a:cubicBezTo>
                      <a:pt x="16830" y="2317"/>
                      <a:pt x="16654" y="2179"/>
                      <a:pt x="16495" y="2179"/>
                    </a:cubicBezTo>
                    <a:close/>
                    <a:moveTo>
                      <a:pt x="17208" y="2179"/>
                    </a:moveTo>
                    <a:cubicBezTo>
                      <a:pt x="17049" y="2179"/>
                      <a:pt x="16968" y="2317"/>
                      <a:pt x="17027" y="2488"/>
                    </a:cubicBezTo>
                    <a:cubicBezTo>
                      <a:pt x="17087" y="2660"/>
                      <a:pt x="17267" y="2800"/>
                      <a:pt x="17427" y="2800"/>
                    </a:cubicBezTo>
                    <a:cubicBezTo>
                      <a:pt x="17588" y="2800"/>
                      <a:pt x="17668" y="2660"/>
                      <a:pt x="17607" y="2488"/>
                    </a:cubicBezTo>
                    <a:cubicBezTo>
                      <a:pt x="17545" y="2317"/>
                      <a:pt x="17367" y="2179"/>
                      <a:pt x="17208" y="2179"/>
                    </a:cubicBezTo>
                    <a:close/>
                    <a:moveTo>
                      <a:pt x="17909" y="2179"/>
                    </a:moveTo>
                    <a:cubicBezTo>
                      <a:pt x="17751" y="2179"/>
                      <a:pt x="17671" y="2317"/>
                      <a:pt x="17732" y="2488"/>
                    </a:cubicBezTo>
                    <a:cubicBezTo>
                      <a:pt x="17794" y="2660"/>
                      <a:pt x="17975" y="2800"/>
                      <a:pt x="18135" y="2800"/>
                    </a:cubicBezTo>
                    <a:cubicBezTo>
                      <a:pt x="18296" y="2800"/>
                      <a:pt x="18374" y="2660"/>
                      <a:pt x="18311" y="2488"/>
                    </a:cubicBezTo>
                    <a:cubicBezTo>
                      <a:pt x="18248" y="2317"/>
                      <a:pt x="18068" y="2179"/>
                      <a:pt x="17909" y="2179"/>
                    </a:cubicBezTo>
                    <a:close/>
                    <a:moveTo>
                      <a:pt x="18611" y="2179"/>
                    </a:moveTo>
                    <a:cubicBezTo>
                      <a:pt x="18452" y="2179"/>
                      <a:pt x="18374" y="2317"/>
                      <a:pt x="18437" y="2488"/>
                    </a:cubicBezTo>
                    <a:cubicBezTo>
                      <a:pt x="18501" y="2660"/>
                      <a:pt x="18683" y="2800"/>
                      <a:pt x="18844" y="2800"/>
                    </a:cubicBezTo>
                    <a:cubicBezTo>
                      <a:pt x="19004" y="2800"/>
                      <a:pt x="19082" y="2660"/>
                      <a:pt x="19016" y="2488"/>
                    </a:cubicBezTo>
                    <a:cubicBezTo>
                      <a:pt x="18951" y="2317"/>
                      <a:pt x="18770" y="2179"/>
                      <a:pt x="18611" y="2179"/>
                    </a:cubicBezTo>
                    <a:close/>
                    <a:moveTo>
                      <a:pt x="19324" y="2179"/>
                    </a:moveTo>
                    <a:cubicBezTo>
                      <a:pt x="19165" y="2179"/>
                      <a:pt x="19089" y="2317"/>
                      <a:pt x="19154" y="2488"/>
                    </a:cubicBezTo>
                    <a:cubicBezTo>
                      <a:pt x="19220" y="2660"/>
                      <a:pt x="19403" y="2800"/>
                      <a:pt x="19564" y="2800"/>
                    </a:cubicBezTo>
                    <a:cubicBezTo>
                      <a:pt x="19724" y="2800"/>
                      <a:pt x="19800" y="2660"/>
                      <a:pt x="19733" y="2488"/>
                    </a:cubicBezTo>
                    <a:cubicBezTo>
                      <a:pt x="19666" y="2317"/>
                      <a:pt x="19483" y="2179"/>
                      <a:pt x="19324" y="2179"/>
                    </a:cubicBezTo>
                    <a:close/>
                    <a:moveTo>
                      <a:pt x="20026" y="2179"/>
                    </a:moveTo>
                    <a:cubicBezTo>
                      <a:pt x="19867" y="2179"/>
                      <a:pt x="19792" y="2317"/>
                      <a:pt x="19859" y="2488"/>
                    </a:cubicBezTo>
                    <a:cubicBezTo>
                      <a:pt x="19927" y="2660"/>
                      <a:pt x="20112" y="2800"/>
                      <a:pt x="20273" y="2800"/>
                    </a:cubicBezTo>
                    <a:cubicBezTo>
                      <a:pt x="20434" y="2800"/>
                      <a:pt x="20507" y="2660"/>
                      <a:pt x="20438" y="2488"/>
                    </a:cubicBezTo>
                    <a:cubicBezTo>
                      <a:pt x="20369" y="2317"/>
                      <a:pt x="20185" y="2179"/>
                      <a:pt x="20026" y="2179"/>
                    </a:cubicBezTo>
                    <a:close/>
                    <a:moveTo>
                      <a:pt x="3187" y="2947"/>
                    </a:moveTo>
                    <a:cubicBezTo>
                      <a:pt x="3026" y="2947"/>
                      <a:pt x="2913" y="3089"/>
                      <a:pt x="2935" y="3264"/>
                    </a:cubicBezTo>
                    <a:cubicBezTo>
                      <a:pt x="2958" y="3440"/>
                      <a:pt x="3108" y="3584"/>
                      <a:pt x="3271" y="3584"/>
                    </a:cubicBezTo>
                    <a:cubicBezTo>
                      <a:pt x="3433" y="3584"/>
                      <a:pt x="3546" y="3440"/>
                      <a:pt x="3521" y="3264"/>
                    </a:cubicBezTo>
                    <a:cubicBezTo>
                      <a:pt x="3498" y="3089"/>
                      <a:pt x="3348" y="2947"/>
                      <a:pt x="3187" y="2947"/>
                    </a:cubicBezTo>
                    <a:close/>
                    <a:moveTo>
                      <a:pt x="3899" y="2947"/>
                    </a:moveTo>
                    <a:cubicBezTo>
                      <a:pt x="3738" y="2947"/>
                      <a:pt x="3627" y="3089"/>
                      <a:pt x="3651" y="3264"/>
                    </a:cubicBezTo>
                    <a:cubicBezTo>
                      <a:pt x="3676" y="3440"/>
                      <a:pt x="3827" y="3584"/>
                      <a:pt x="3990" y="3584"/>
                    </a:cubicBezTo>
                    <a:cubicBezTo>
                      <a:pt x="4152" y="3584"/>
                      <a:pt x="4263" y="3440"/>
                      <a:pt x="4237" y="3264"/>
                    </a:cubicBezTo>
                    <a:cubicBezTo>
                      <a:pt x="4212" y="3089"/>
                      <a:pt x="4060" y="2947"/>
                      <a:pt x="3899" y="2947"/>
                    </a:cubicBezTo>
                    <a:close/>
                    <a:moveTo>
                      <a:pt x="4612" y="2947"/>
                    </a:moveTo>
                    <a:cubicBezTo>
                      <a:pt x="4450" y="2947"/>
                      <a:pt x="4341" y="3089"/>
                      <a:pt x="4367" y="3264"/>
                    </a:cubicBezTo>
                    <a:cubicBezTo>
                      <a:pt x="4394" y="3440"/>
                      <a:pt x="4546" y="3584"/>
                      <a:pt x="4709" y="3584"/>
                    </a:cubicBezTo>
                    <a:cubicBezTo>
                      <a:pt x="4872" y="3584"/>
                      <a:pt x="4981" y="3440"/>
                      <a:pt x="4954" y="3264"/>
                    </a:cubicBezTo>
                    <a:cubicBezTo>
                      <a:pt x="4926" y="3089"/>
                      <a:pt x="4773" y="2947"/>
                      <a:pt x="4612" y="2947"/>
                    </a:cubicBezTo>
                    <a:close/>
                    <a:moveTo>
                      <a:pt x="5325" y="2947"/>
                    </a:moveTo>
                    <a:cubicBezTo>
                      <a:pt x="5163" y="2947"/>
                      <a:pt x="5055" y="3089"/>
                      <a:pt x="5083" y="3264"/>
                    </a:cubicBezTo>
                    <a:cubicBezTo>
                      <a:pt x="5112" y="3440"/>
                      <a:pt x="5266" y="3584"/>
                      <a:pt x="5429" y="3584"/>
                    </a:cubicBezTo>
                    <a:cubicBezTo>
                      <a:pt x="5592" y="3584"/>
                      <a:pt x="5699" y="3440"/>
                      <a:pt x="5669" y="3264"/>
                    </a:cubicBezTo>
                    <a:cubicBezTo>
                      <a:pt x="5640" y="3089"/>
                      <a:pt x="5485" y="2947"/>
                      <a:pt x="5325" y="2947"/>
                    </a:cubicBezTo>
                    <a:close/>
                    <a:moveTo>
                      <a:pt x="6037" y="2947"/>
                    </a:moveTo>
                    <a:cubicBezTo>
                      <a:pt x="5876" y="2947"/>
                      <a:pt x="5770" y="3089"/>
                      <a:pt x="5800" y="3264"/>
                    </a:cubicBezTo>
                    <a:cubicBezTo>
                      <a:pt x="5830" y="3440"/>
                      <a:pt x="5986" y="3584"/>
                      <a:pt x="6149" y="3584"/>
                    </a:cubicBezTo>
                    <a:cubicBezTo>
                      <a:pt x="6311" y="3584"/>
                      <a:pt x="6417" y="3440"/>
                      <a:pt x="6385" y="3264"/>
                    </a:cubicBezTo>
                    <a:cubicBezTo>
                      <a:pt x="6354" y="3089"/>
                      <a:pt x="6198" y="2947"/>
                      <a:pt x="6037" y="2947"/>
                    </a:cubicBezTo>
                    <a:close/>
                    <a:moveTo>
                      <a:pt x="6750" y="2947"/>
                    </a:moveTo>
                    <a:cubicBezTo>
                      <a:pt x="6589" y="2947"/>
                      <a:pt x="6484" y="3089"/>
                      <a:pt x="6516" y="3264"/>
                    </a:cubicBezTo>
                    <a:cubicBezTo>
                      <a:pt x="6548" y="3440"/>
                      <a:pt x="6706" y="3584"/>
                      <a:pt x="6869" y="3584"/>
                    </a:cubicBezTo>
                    <a:cubicBezTo>
                      <a:pt x="7032" y="3584"/>
                      <a:pt x="7136" y="3440"/>
                      <a:pt x="7102" y="3264"/>
                    </a:cubicBezTo>
                    <a:cubicBezTo>
                      <a:pt x="7068" y="3089"/>
                      <a:pt x="6911" y="2947"/>
                      <a:pt x="6750" y="2947"/>
                    </a:cubicBezTo>
                    <a:close/>
                    <a:moveTo>
                      <a:pt x="7474" y="2947"/>
                    </a:moveTo>
                    <a:cubicBezTo>
                      <a:pt x="7313" y="2947"/>
                      <a:pt x="7210" y="3089"/>
                      <a:pt x="7244" y="3264"/>
                    </a:cubicBezTo>
                    <a:cubicBezTo>
                      <a:pt x="7278" y="3440"/>
                      <a:pt x="7438" y="3584"/>
                      <a:pt x="7600" y="3584"/>
                    </a:cubicBezTo>
                    <a:cubicBezTo>
                      <a:pt x="7763" y="3584"/>
                      <a:pt x="7865" y="3440"/>
                      <a:pt x="7829" y="3264"/>
                    </a:cubicBezTo>
                    <a:cubicBezTo>
                      <a:pt x="7794" y="3089"/>
                      <a:pt x="7635" y="2947"/>
                      <a:pt x="7474" y="2947"/>
                    </a:cubicBezTo>
                    <a:close/>
                    <a:moveTo>
                      <a:pt x="8187" y="2947"/>
                    </a:moveTo>
                    <a:cubicBezTo>
                      <a:pt x="8026" y="2947"/>
                      <a:pt x="7924" y="3089"/>
                      <a:pt x="7960" y="3264"/>
                    </a:cubicBezTo>
                    <a:cubicBezTo>
                      <a:pt x="7996" y="3440"/>
                      <a:pt x="8157" y="3584"/>
                      <a:pt x="8320" y="3584"/>
                    </a:cubicBezTo>
                    <a:cubicBezTo>
                      <a:pt x="8482" y="3584"/>
                      <a:pt x="8583" y="3440"/>
                      <a:pt x="8546" y="3264"/>
                    </a:cubicBezTo>
                    <a:cubicBezTo>
                      <a:pt x="8508" y="3089"/>
                      <a:pt x="8348" y="2947"/>
                      <a:pt x="8187" y="2947"/>
                    </a:cubicBezTo>
                    <a:close/>
                    <a:moveTo>
                      <a:pt x="8899" y="2947"/>
                    </a:moveTo>
                    <a:cubicBezTo>
                      <a:pt x="8738" y="2947"/>
                      <a:pt x="8638" y="3089"/>
                      <a:pt x="8676" y="3264"/>
                    </a:cubicBezTo>
                    <a:cubicBezTo>
                      <a:pt x="8714" y="3440"/>
                      <a:pt x="8877" y="3584"/>
                      <a:pt x="9039" y="3584"/>
                    </a:cubicBezTo>
                    <a:cubicBezTo>
                      <a:pt x="9202" y="3584"/>
                      <a:pt x="9302" y="3440"/>
                      <a:pt x="9262" y="3264"/>
                    </a:cubicBezTo>
                    <a:cubicBezTo>
                      <a:pt x="9223" y="3089"/>
                      <a:pt x="9060" y="2947"/>
                      <a:pt x="8899" y="2947"/>
                    </a:cubicBezTo>
                    <a:close/>
                    <a:moveTo>
                      <a:pt x="9612" y="2947"/>
                    </a:moveTo>
                    <a:cubicBezTo>
                      <a:pt x="9451" y="2947"/>
                      <a:pt x="9353" y="3089"/>
                      <a:pt x="9392" y="3264"/>
                    </a:cubicBezTo>
                    <a:cubicBezTo>
                      <a:pt x="9432" y="3440"/>
                      <a:pt x="9597" y="3584"/>
                      <a:pt x="9759" y="3584"/>
                    </a:cubicBezTo>
                    <a:cubicBezTo>
                      <a:pt x="9922" y="3584"/>
                      <a:pt x="10019" y="3440"/>
                      <a:pt x="9978" y="3264"/>
                    </a:cubicBezTo>
                    <a:cubicBezTo>
                      <a:pt x="9936" y="3089"/>
                      <a:pt x="9773" y="2947"/>
                      <a:pt x="9612" y="2947"/>
                    </a:cubicBezTo>
                    <a:close/>
                    <a:moveTo>
                      <a:pt x="10325" y="2947"/>
                    </a:moveTo>
                    <a:cubicBezTo>
                      <a:pt x="10164" y="2947"/>
                      <a:pt x="10067" y="3089"/>
                      <a:pt x="10109" y="3264"/>
                    </a:cubicBezTo>
                    <a:cubicBezTo>
                      <a:pt x="10151" y="3440"/>
                      <a:pt x="10316" y="3584"/>
                      <a:pt x="10479" y="3584"/>
                    </a:cubicBezTo>
                    <a:cubicBezTo>
                      <a:pt x="10642" y="3584"/>
                      <a:pt x="10738" y="3440"/>
                      <a:pt x="10694" y="3264"/>
                    </a:cubicBezTo>
                    <a:cubicBezTo>
                      <a:pt x="10651" y="3089"/>
                      <a:pt x="10486" y="2947"/>
                      <a:pt x="10325" y="2947"/>
                    </a:cubicBezTo>
                    <a:close/>
                    <a:moveTo>
                      <a:pt x="11038" y="2947"/>
                    </a:moveTo>
                    <a:cubicBezTo>
                      <a:pt x="10876" y="2947"/>
                      <a:pt x="10782" y="3089"/>
                      <a:pt x="10825" y="3264"/>
                    </a:cubicBezTo>
                    <a:cubicBezTo>
                      <a:pt x="10869" y="3440"/>
                      <a:pt x="11036" y="3584"/>
                      <a:pt x="11199" y="3584"/>
                    </a:cubicBezTo>
                    <a:cubicBezTo>
                      <a:pt x="11362" y="3584"/>
                      <a:pt x="11456" y="3440"/>
                      <a:pt x="11411" y="3264"/>
                    </a:cubicBezTo>
                    <a:cubicBezTo>
                      <a:pt x="11366" y="3089"/>
                      <a:pt x="11199" y="2947"/>
                      <a:pt x="11038" y="2947"/>
                    </a:cubicBezTo>
                    <a:close/>
                    <a:moveTo>
                      <a:pt x="11751" y="2947"/>
                    </a:moveTo>
                    <a:cubicBezTo>
                      <a:pt x="11590" y="2947"/>
                      <a:pt x="11496" y="3089"/>
                      <a:pt x="11541" y="3264"/>
                    </a:cubicBezTo>
                    <a:cubicBezTo>
                      <a:pt x="11587" y="3440"/>
                      <a:pt x="11756" y="3584"/>
                      <a:pt x="11919" y="3584"/>
                    </a:cubicBezTo>
                    <a:cubicBezTo>
                      <a:pt x="12081" y="3584"/>
                      <a:pt x="12175" y="3440"/>
                      <a:pt x="12128" y="3264"/>
                    </a:cubicBezTo>
                    <a:cubicBezTo>
                      <a:pt x="12081" y="3089"/>
                      <a:pt x="11912" y="2947"/>
                      <a:pt x="11751" y="2947"/>
                    </a:cubicBezTo>
                    <a:close/>
                    <a:moveTo>
                      <a:pt x="12475" y="2947"/>
                    </a:moveTo>
                    <a:cubicBezTo>
                      <a:pt x="12314" y="2947"/>
                      <a:pt x="12222" y="3089"/>
                      <a:pt x="12270" y="3264"/>
                    </a:cubicBezTo>
                    <a:cubicBezTo>
                      <a:pt x="12317" y="3440"/>
                      <a:pt x="12488" y="3584"/>
                      <a:pt x="12651" y="3584"/>
                    </a:cubicBezTo>
                    <a:cubicBezTo>
                      <a:pt x="12813" y="3584"/>
                      <a:pt x="12905" y="3440"/>
                      <a:pt x="12856" y="3264"/>
                    </a:cubicBezTo>
                    <a:cubicBezTo>
                      <a:pt x="12807" y="3089"/>
                      <a:pt x="12636" y="2947"/>
                      <a:pt x="12475" y="2947"/>
                    </a:cubicBezTo>
                    <a:close/>
                    <a:moveTo>
                      <a:pt x="13188" y="2947"/>
                    </a:moveTo>
                    <a:cubicBezTo>
                      <a:pt x="13027" y="2947"/>
                      <a:pt x="12937" y="3089"/>
                      <a:pt x="12986" y="3264"/>
                    </a:cubicBezTo>
                    <a:cubicBezTo>
                      <a:pt x="13036" y="3440"/>
                      <a:pt x="13208" y="3584"/>
                      <a:pt x="13371" y="3584"/>
                    </a:cubicBezTo>
                    <a:cubicBezTo>
                      <a:pt x="13534" y="3584"/>
                      <a:pt x="13623" y="3440"/>
                      <a:pt x="13572" y="3264"/>
                    </a:cubicBezTo>
                    <a:cubicBezTo>
                      <a:pt x="13521" y="3089"/>
                      <a:pt x="13350" y="2947"/>
                      <a:pt x="13188" y="2947"/>
                    </a:cubicBezTo>
                    <a:close/>
                    <a:moveTo>
                      <a:pt x="13901" y="2947"/>
                    </a:moveTo>
                    <a:cubicBezTo>
                      <a:pt x="13740" y="2947"/>
                      <a:pt x="13652" y="3089"/>
                      <a:pt x="13703" y="3264"/>
                    </a:cubicBezTo>
                    <a:cubicBezTo>
                      <a:pt x="13755" y="3440"/>
                      <a:pt x="13928" y="3584"/>
                      <a:pt x="14091" y="3584"/>
                    </a:cubicBezTo>
                    <a:cubicBezTo>
                      <a:pt x="14254" y="3584"/>
                      <a:pt x="14342" y="3440"/>
                      <a:pt x="14288" y="3264"/>
                    </a:cubicBezTo>
                    <a:cubicBezTo>
                      <a:pt x="14235" y="3089"/>
                      <a:pt x="14063" y="2947"/>
                      <a:pt x="13901" y="2947"/>
                    </a:cubicBezTo>
                    <a:close/>
                    <a:moveTo>
                      <a:pt x="14615" y="2947"/>
                    </a:moveTo>
                    <a:cubicBezTo>
                      <a:pt x="14454" y="2947"/>
                      <a:pt x="14366" y="3089"/>
                      <a:pt x="14420" y="3264"/>
                    </a:cubicBezTo>
                    <a:cubicBezTo>
                      <a:pt x="14473" y="3440"/>
                      <a:pt x="14648" y="3584"/>
                      <a:pt x="14811" y="3584"/>
                    </a:cubicBezTo>
                    <a:cubicBezTo>
                      <a:pt x="14974" y="3584"/>
                      <a:pt x="15061" y="3440"/>
                      <a:pt x="15006" y="3264"/>
                    </a:cubicBezTo>
                    <a:cubicBezTo>
                      <a:pt x="14951" y="3089"/>
                      <a:pt x="14776" y="2947"/>
                      <a:pt x="14615" y="2947"/>
                    </a:cubicBezTo>
                    <a:close/>
                    <a:moveTo>
                      <a:pt x="15328" y="2947"/>
                    </a:moveTo>
                    <a:cubicBezTo>
                      <a:pt x="15167" y="2947"/>
                      <a:pt x="15081" y="3089"/>
                      <a:pt x="15136" y="3264"/>
                    </a:cubicBezTo>
                    <a:cubicBezTo>
                      <a:pt x="15192" y="3440"/>
                      <a:pt x="15368" y="3584"/>
                      <a:pt x="15531" y="3584"/>
                    </a:cubicBezTo>
                    <a:cubicBezTo>
                      <a:pt x="15694" y="3584"/>
                      <a:pt x="15779" y="3440"/>
                      <a:pt x="15722" y="3264"/>
                    </a:cubicBezTo>
                    <a:cubicBezTo>
                      <a:pt x="15665" y="3089"/>
                      <a:pt x="15489" y="2947"/>
                      <a:pt x="15328" y="2947"/>
                    </a:cubicBezTo>
                    <a:close/>
                    <a:moveTo>
                      <a:pt x="16041" y="2947"/>
                    </a:moveTo>
                    <a:cubicBezTo>
                      <a:pt x="15880" y="2947"/>
                      <a:pt x="15795" y="3089"/>
                      <a:pt x="15853" y="3264"/>
                    </a:cubicBezTo>
                    <a:cubicBezTo>
                      <a:pt x="15910" y="3440"/>
                      <a:pt x="16089" y="3584"/>
                      <a:pt x="16252" y="3584"/>
                    </a:cubicBezTo>
                    <a:cubicBezTo>
                      <a:pt x="16414" y="3584"/>
                      <a:pt x="16498" y="3440"/>
                      <a:pt x="16439" y="3264"/>
                    </a:cubicBezTo>
                    <a:cubicBezTo>
                      <a:pt x="16380" y="3089"/>
                      <a:pt x="16202" y="2947"/>
                      <a:pt x="16041" y="2947"/>
                    </a:cubicBezTo>
                    <a:close/>
                    <a:moveTo>
                      <a:pt x="16754" y="2947"/>
                    </a:moveTo>
                    <a:cubicBezTo>
                      <a:pt x="16593" y="2947"/>
                      <a:pt x="16510" y="3089"/>
                      <a:pt x="16569" y="3264"/>
                    </a:cubicBezTo>
                    <a:cubicBezTo>
                      <a:pt x="16629" y="3440"/>
                      <a:pt x="16809" y="3584"/>
                      <a:pt x="16971" y="3584"/>
                    </a:cubicBezTo>
                    <a:cubicBezTo>
                      <a:pt x="17134" y="3584"/>
                      <a:pt x="17216" y="3440"/>
                      <a:pt x="17155" y="3264"/>
                    </a:cubicBezTo>
                    <a:cubicBezTo>
                      <a:pt x="17094" y="3089"/>
                      <a:pt x="16915" y="2947"/>
                      <a:pt x="16754" y="2947"/>
                    </a:cubicBezTo>
                    <a:close/>
                    <a:moveTo>
                      <a:pt x="17467" y="2947"/>
                    </a:moveTo>
                    <a:cubicBezTo>
                      <a:pt x="17307" y="2947"/>
                      <a:pt x="17225" y="3089"/>
                      <a:pt x="17286" y="3264"/>
                    </a:cubicBezTo>
                    <a:cubicBezTo>
                      <a:pt x="17347" y="3440"/>
                      <a:pt x="17529" y="3584"/>
                      <a:pt x="17692" y="3584"/>
                    </a:cubicBezTo>
                    <a:cubicBezTo>
                      <a:pt x="17854" y="3584"/>
                      <a:pt x="17935" y="3440"/>
                      <a:pt x="17872" y="3264"/>
                    </a:cubicBezTo>
                    <a:cubicBezTo>
                      <a:pt x="17809" y="3089"/>
                      <a:pt x="17628" y="2947"/>
                      <a:pt x="17467" y="2947"/>
                    </a:cubicBezTo>
                    <a:close/>
                    <a:moveTo>
                      <a:pt x="18180" y="2947"/>
                    </a:moveTo>
                    <a:cubicBezTo>
                      <a:pt x="18020" y="2947"/>
                      <a:pt x="17940" y="3089"/>
                      <a:pt x="18003" y="3264"/>
                    </a:cubicBezTo>
                    <a:cubicBezTo>
                      <a:pt x="18066" y="3440"/>
                      <a:pt x="18250" y="3584"/>
                      <a:pt x="18412" y="3584"/>
                    </a:cubicBezTo>
                    <a:cubicBezTo>
                      <a:pt x="18575" y="3584"/>
                      <a:pt x="18654" y="3440"/>
                      <a:pt x="18589" y="3264"/>
                    </a:cubicBezTo>
                    <a:cubicBezTo>
                      <a:pt x="18524" y="3089"/>
                      <a:pt x="18341" y="2947"/>
                      <a:pt x="18180" y="2947"/>
                    </a:cubicBezTo>
                    <a:close/>
                    <a:moveTo>
                      <a:pt x="18894" y="2947"/>
                    </a:moveTo>
                    <a:cubicBezTo>
                      <a:pt x="18733" y="2947"/>
                      <a:pt x="18655" y="3089"/>
                      <a:pt x="18719" y="3264"/>
                    </a:cubicBezTo>
                    <a:cubicBezTo>
                      <a:pt x="18785" y="3440"/>
                      <a:pt x="18970" y="3584"/>
                      <a:pt x="19132" y="3584"/>
                    </a:cubicBezTo>
                    <a:cubicBezTo>
                      <a:pt x="19295" y="3584"/>
                      <a:pt x="19372" y="3440"/>
                      <a:pt x="19306" y="3264"/>
                    </a:cubicBezTo>
                    <a:cubicBezTo>
                      <a:pt x="19239" y="3089"/>
                      <a:pt x="19055" y="2947"/>
                      <a:pt x="18894" y="2947"/>
                    </a:cubicBezTo>
                    <a:close/>
                    <a:moveTo>
                      <a:pt x="19619" y="2947"/>
                    </a:moveTo>
                    <a:cubicBezTo>
                      <a:pt x="19458" y="2947"/>
                      <a:pt x="19381" y="3089"/>
                      <a:pt x="19448" y="3264"/>
                    </a:cubicBezTo>
                    <a:cubicBezTo>
                      <a:pt x="19515" y="3440"/>
                      <a:pt x="19702" y="3584"/>
                      <a:pt x="19864" y="3584"/>
                    </a:cubicBezTo>
                    <a:cubicBezTo>
                      <a:pt x="20027" y="3584"/>
                      <a:pt x="20103" y="3440"/>
                      <a:pt x="20034" y="3264"/>
                    </a:cubicBezTo>
                    <a:cubicBezTo>
                      <a:pt x="19965" y="3089"/>
                      <a:pt x="19779" y="2947"/>
                      <a:pt x="19619" y="2947"/>
                    </a:cubicBezTo>
                    <a:close/>
                    <a:moveTo>
                      <a:pt x="3283" y="3715"/>
                    </a:moveTo>
                    <a:cubicBezTo>
                      <a:pt x="3120" y="3715"/>
                      <a:pt x="3006" y="3860"/>
                      <a:pt x="3029" y="4039"/>
                    </a:cubicBezTo>
                    <a:cubicBezTo>
                      <a:pt x="3052" y="4220"/>
                      <a:pt x="3205" y="4367"/>
                      <a:pt x="3369" y="4367"/>
                    </a:cubicBezTo>
                    <a:cubicBezTo>
                      <a:pt x="3534" y="4367"/>
                      <a:pt x="3647" y="4220"/>
                      <a:pt x="3623" y="4039"/>
                    </a:cubicBezTo>
                    <a:cubicBezTo>
                      <a:pt x="3598" y="3860"/>
                      <a:pt x="3446" y="3715"/>
                      <a:pt x="3283" y="3715"/>
                    </a:cubicBezTo>
                    <a:close/>
                    <a:moveTo>
                      <a:pt x="4007" y="3715"/>
                    </a:moveTo>
                    <a:cubicBezTo>
                      <a:pt x="3844" y="3715"/>
                      <a:pt x="3732" y="3860"/>
                      <a:pt x="3757" y="4039"/>
                    </a:cubicBezTo>
                    <a:cubicBezTo>
                      <a:pt x="3782" y="4220"/>
                      <a:pt x="3935" y="4367"/>
                      <a:pt x="4100" y="4367"/>
                    </a:cubicBezTo>
                    <a:cubicBezTo>
                      <a:pt x="4265" y="4367"/>
                      <a:pt x="4376" y="4220"/>
                      <a:pt x="4350" y="4039"/>
                    </a:cubicBezTo>
                    <a:cubicBezTo>
                      <a:pt x="4323" y="3860"/>
                      <a:pt x="4170" y="3715"/>
                      <a:pt x="4007" y="3715"/>
                    </a:cubicBezTo>
                    <a:close/>
                    <a:moveTo>
                      <a:pt x="4731" y="3715"/>
                    </a:moveTo>
                    <a:cubicBezTo>
                      <a:pt x="4568" y="3715"/>
                      <a:pt x="4458" y="3860"/>
                      <a:pt x="4485" y="4039"/>
                    </a:cubicBezTo>
                    <a:cubicBezTo>
                      <a:pt x="4512" y="4220"/>
                      <a:pt x="4667" y="4367"/>
                      <a:pt x="4832" y="4367"/>
                    </a:cubicBezTo>
                    <a:cubicBezTo>
                      <a:pt x="4996" y="4367"/>
                      <a:pt x="5106" y="4220"/>
                      <a:pt x="5078" y="4039"/>
                    </a:cubicBezTo>
                    <a:cubicBezTo>
                      <a:pt x="5049" y="3860"/>
                      <a:pt x="4894" y="3715"/>
                      <a:pt x="4731" y="3715"/>
                    </a:cubicBezTo>
                    <a:close/>
                    <a:moveTo>
                      <a:pt x="5456" y="3715"/>
                    </a:moveTo>
                    <a:cubicBezTo>
                      <a:pt x="5292" y="3715"/>
                      <a:pt x="5184" y="3860"/>
                      <a:pt x="5213" y="4039"/>
                    </a:cubicBezTo>
                    <a:cubicBezTo>
                      <a:pt x="5242" y="4220"/>
                      <a:pt x="5399" y="4367"/>
                      <a:pt x="5564" y="4367"/>
                    </a:cubicBezTo>
                    <a:cubicBezTo>
                      <a:pt x="5728" y="4367"/>
                      <a:pt x="5836" y="4220"/>
                      <a:pt x="5806" y="4039"/>
                    </a:cubicBezTo>
                    <a:cubicBezTo>
                      <a:pt x="5775" y="3860"/>
                      <a:pt x="5619" y="3715"/>
                      <a:pt x="5456" y="3715"/>
                    </a:cubicBezTo>
                    <a:close/>
                    <a:moveTo>
                      <a:pt x="6180" y="3715"/>
                    </a:moveTo>
                    <a:cubicBezTo>
                      <a:pt x="6017" y="3715"/>
                      <a:pt x="5910" y="3860"/>
                      <a:pt x="5940" y="4039"/>
                    </a:cubicBezTo>
                    <a:cubicBezTo>
                      <a:pt x="5971" y="4220"/>
                      <a:pt x="6130" y="4367"/>
                      <a:pt x="6295" y="4367"/>
                    </a:cubicBezTo>
                    <a:cubicBezTo>
                      <a:pt x="6459" y="4367"/>
                      <a:pt x="6566" y="4220"/>
                      <a:pt x="6533" y="4039"/>
                    </a:cubicBezTo>
                    <a:cubicBezTo>
                      <a:pt x="6501" y="3860"/>
                      <a:pt x="6343" y="3715"/>
                      <a:pt x="6180" y="3715"/>
                    </a:cubicBezTo>
                    <a:close/>
                    <a:moveTo>
                      <a:pt x="6904" y="3715"/>
                    </a:moveTo>
                    <a:cubicBezTo>
                      <a:pt x="6742" y="3715"/>
                      <a:pt x="6635" y="3860"/>
                      <a:pt x="6668" y="4039"/>
                    </a:cubicBezTo>
                    <a:cubicBezTo>
                      <a:pt x="6701" y="4220"/>
                      <a:pt x="6862" y="4367"/>
                      <a:pt x="7026" y="4367"/>
                    </a:cubicBezTo>
                    <a:cubicBezTo>
                      <a:pt x="7191" y="4367"/>
                      <a:pt x="7296" y="4220"/>
                      <a:pt x="7262" y="4039"/>
                    </a:cubicBezTo>
                    <a:cubicBezTo>
                      <a:pt x="7227" y="3860"/>
                      <a:pt x="7068" y="3715"/>
                      <a:pt x="6904" y="3715"/>
                    </a:cubicBezTo>
                    <a:close/>
                    <a:moveTo>
                      <a:pt x="7629" y="3715"/>
                    </a:moveTo>
                    <a:cubicBezTo>
                      <a:pt x="7466" y="3715"/>
                      <a:pt x="7362" y="3860"/>
                      <a:pt x="7396" y="4039"/>
                    </a:cubicBezTo>
                    <a:cubicBezTo>
                      <a:pt x="7431" y="4220"/>
                      <a:pt x="7593" y="4367"/>
                      <a:pt x="7758" y="4367"/>
                    </a:cubicBezTo>
                    <a:cubicBezTo>
                      <a:pt x="7922" y="4367"/>
                      <a:pt x="8026" y="4220"/>
                      <a:pt x="7989" y="4039"/>
                    </a:cubicBezTo>
                    <a:cubicBezTo>
                      <a:pt x="7953" y="3860"/>
                      <a:pt x="7792" y="3715"/>
                      <a:pt x="7629" y="3715"/>
                    </a:cubicBezTo>
                    <a:close/>
                    <a:moveTo>
                      <a:pt x="8341" y="3715"/>
                    </a:moveTo>
                    <a:cubicBezTo>
                      <a:pt x="8179" y="3715"/>
                      <a:pt x="8076" y="3860"/>
                      <a:pt x="8112" y="4039"/>
                    </a:cubicBezTo>
                    <a:cubicBezTo>
                      <a:pt x="8149" y="4220"/>
                      <a:pt x="8314" y="4367"/>
                      <a:pt x="8478" y="4367"/>
                    </a:cubicBezTo>
                    <a:cubicBezTo>
                      <a:pt x="8643" y="4367"/>
                      <a:pt x="8744" y="4220"/>
                      <a:pt x="8706" y="4039"/>
                    </a:cubicBezTo>
                    <a:cubicBezTo>
                      <a:pt x="8667" y="3860"/>
                      <a:pt x="8504" y="3715"/>
                      <a:pt x="8341" y="3715"/>
                    </a:cubicBezTo>
                    <a:close/>
                    <a:moveTo>
                      <a:pt x="9065" y="3715"/>
                    </a:moveTo>
                    <a:cubicBezTo>
                      <a:pt x="8903" y="3715"/>
                      <a:pt x="8802" y="3860"/>
                      <a:pt x="8841" y="4039"/>
                    </a:cubicBezTo>
                    <a:cubicBezTo>
                      <a:pt x="8880" y="4220"/>
                      <a:pt x="9045" y="4367"/>
                      <a:pt x="9209" y="4367"/>
                    </a:cubicBezTo>
                    <a:cubicBezTo>
                      <a:pt x="9374" y="4367"/>
                      <a:pt x="9474" y="4220"/>
                      <a:pt x="9433" y="4039"/>
                    </a:cubicBezTo>
                    <a:cubicBezTo>
                      <a:pt x="9393" y="3860"/>
                      <a:pt x="9229" y="3715"/>
                      <a:pt x="9065" y="3715"/>
                    </a:cubicBezTo>
                    <a:close/>
                    <a:moveTo>
                      <a:pt x="9790" y="3715"/>
                    </a:moveTo>
                    <a:cubicBezTo>
                      <a:pt x="9627" y="3715"/>
                      <a:pt x="9528" y="3860"/>
                      <a:pt x="9569" y="4039"/>
                    </a:cubicBezTo>
                    <a:cubicBezTo>
                      <a:pt x="9610" y="4220"/>
                      <a:pt x="9776" y="4367"/>
                      <a:pt x="9941" y="4367"/>
                    </a:cubicBezTo>
                    <a:cubicBezTo>
                      <a:pt x="10106" y="4367"/>
                      <a:pt x="10204" y="4220"/>
                      <a:pt x="10161" y="4039"/>
                    </a:cubicBezTo>
                    <a:cubicBezTo>
                      <a:pt x="10119" y="3860"/>
                      <a:pt x="9953" y="3715"/>
                      <a:pt x="9790" y="3715"/>
                    </a:cubicBezTo>
                    <a:close/>
                    <a:moveTo>
                      <a:pt x="10515" y="3715"/>
                    </a:moveTo>
                    <a:cubicBezTo>
                      <a:pt x="10352" y="3715"/>
                      <a:pt x="10254" y="3860"/>
                      <a:pt x="10297" y="4039"/>
                    </a:cubicBezTo>
                    <a:cubicBezTo>
                      <a:pt x="10339" y="4220"/>
                      <a:pt x="10508" y="4367"/>
                      <a:pt x="10673" y="4367"/>
                    </a:cubicBezTo>
                    <a:cubicBezTo>
                      <a:pt x="10837" y="4367"/>
                      <a:pt x="10934" y="4220"/>
                      <a:pt x="10890" y="4039"/>
                    </a:cubicBezTo>
                    <a:cubicBezTo>
                      <a:pt x="10845" y="3860"/>
                      <a:pt x="10678" y="3715"/>
                      <a:pt x="10515" y="3715"/>
                    </a:cubicBezTo>
                    <a:close/>
                    <a:moveTo>
                      <a:pt x="11239" y="3715"/>
                    </a:moveTo>
                    <a:cubicBezTo>
                      <a:pt x="11076" y="3715"/>
                      <a:pt x="10980" y="3860"/>
                      <a:pt x="11025" y="4039"/>
                    </a:cubicBezTo>
                    <a:cubicBezTo>
                      <a:pt x="11070" y="4220"/>
                      <a:pt x="11240" y="4367"/>
                      <a:pt x="11405" y="4367"/>
                    </a:cubicBezTo>
                    <a:cubicBezTo>
                      <a:pt x="11569" y="4367"/>
                      <a:pt x="11665" y="4220"/>
                      <a:pt x="11618" y="4039"/>
                    </a:cubicBezTo>
                    <a:cubicBezTo>
                      <a:pt x="11572" y="3860"/>
                      <a:pt x="11402" y="3715"/>
                      <a:pt x="11239" y="3715"/>
                    </a:cubicBezTo>
                    <a:close/>
                    <a:moveTo>
                      <a:pt x="11964" y="3715"/>
                    </a:moveTo>
                    <a:cubicBezTo>
                      <a:pt x="11801" y="3715"/>
                      <a:pt x="11707" y="3860"/>
                      <a:pt x="11753" y="4039"/>
                    </a:cubicBezTo>
                    <a:cubicBezTo>
                      <a:pt x="11800" y="4220"/>
                      <a:pt x="11972" y="4367"/>
                      <a:pt x="12136" y="4367"/>
                    </a:cubicBezTo>
                    <a:cubicBezTo>
                      <a:pt x="12301" y="4367"/>
                      <a:pt x="12395" y="4220"/>
                      <a:pt x="12346" y="4039"/>
                    </a:cubicBezTo>
                    <a:cubicBezTo>
                      <a:pt x="12298" y="3860"/>
                      <a:pt x="12126" y="3715"/>
                      <a:pt x="11964" y="3715"/>
                    </a:cubicBezTo>
                    <a:close/>
                    <a:moveTo>
                      <a:pt x="12689" y="3715"/>
                    </a:moveTo>
                    <a:cubicBezTo>
                      <a:pt x="12526" y="3715"/>
                      <a:pt x="12433" y="3860"/>
                      <a:pt x="12481" y="4039"/>
                    </a:cubicBezTo>
                    <a:cubicBezTo>
                      <a:pt x="12530" y="4220"/>
                      <a:pt x="12703" y="4367"/>
                      <a:pt x="12868" y="4367"/>
                    </a:cubicBezTo>
                    <a:cubicBezTo>
                      <a:pt x="13033" y="4367"/>
                      <a:pt x="13125" y="4220"/>
                      <a:pt x="13074" y="4039"/>
                    </a:cubicBezTo>
                    <a:cubicBezTo>
                      <a:pt x="13024" y="3860"/>
                      <a:pt x="12852" y="3715"/>
                      <a:pt x="12689" y="3715"/>
                    </a:cubicBezTo>
                    <a:close/>
                    <a:moveTo>
                      <a:pt x="13413" y="3715"/>
                    </a:moveTo>
                    <a:cubicBezTo>
                      <a:pt x="13250" y="3715"/>
                      <a:pt x="13159" y="3860"/>
                      <a:pt x="13210" y="4039"/>
                    </a:cubicBezTo>
                    <a:cubicBezTo>
                      <a:pt x="13261" y="4220"/>
                      <a:pt x="13435" y="4367"/>
                      <a:pt x="13600" y="4367"/>
                    </a:cubicBezTo>
                    <a:cubicBezTo>
                      <a:pt x="13765" y="4367"/>
                      <a:pt x="13855" y="4220"/>
                      <a:pt x="13803" y="4039"/>
                    </a:cubicBezTo>
                    <a:cubicBezTo>
                      <a:pt x="13751" y="3860"/>
                      <a:pt x="13576" y="3715"/>
                      <a:pt x="13413" y="3715"/>
                    </a:cubicBezTo>
                    <a:close/>
                    <a:moveTo>
                      <a:pt x="14126" y="3715"/>
                    </a:moveTo>
                    <a:cubicBezTo>
                      <a:pt x="13963" y="3715"/>
                      <a:pt x="13874" y="3860"/>
                      <a:pt x="13926" y="4039"/>
                    </a:cubicBezTo>
                    <a:cubicBezTo>
                      <a:pt x="13979" y="4220"/>
                      <a:pt x="14155" y="4367"/>
                      <a:pt x="14320" y="4367"/>
                    </a:cubicBezTo>
                    <a:cubicBezTo>
                      <a:pt x="14485" y="4367"/>
                      <a:pt x="14574" y="4220"/>
                      <a:pt x="14519" y="4039"/>
                    </a:cubicBezTo>
                    <a:cubicBezTo>
                      <a:pt x="14465" y="3860"/>
                      <a:pt x="14289" y="3715"/>
                      <a:pt x="14126" y="3715"/>
                    </a:cubicBezTo>
                    <a:close/>
                    <a:moveTo>
                      <a:pt x="14851" y="3715"/>
                    </a:moveTo>
                    <a:cubicBezTo>
                      <a:pt x="14688" y="3715"/>
                      <a:pt x="14600" y="3860"/>
                      <a:pt x="14655" y="4039"/>
                    </a:cubicBezTo>
                    <a:cubicBezTo>
                      <a:pt x="14709" y="4220"/>
                      <a:pt x="14888" y="4367"/>
                      <a:pt x="15052" y="4367"/>
                    </a:cubicBezTo>
                    <a:cubicBezTo>
                      <a:pt x="15217" y="4367"/>
                      <a:pt x="15304" y="4220"/>
                      <a:pt x="15248" y="4039"/>
                    </a:cubicBezTo>
                    <a:cubicBezTo>
                      <a:pt x="15192" y="3860"/>
                      <a:pt x="15014" y="3715"/>
                      <a:pt x="14851" y="3715"/>
                    </a:cubicBezTo>
                    <a:close/>
                    <a:moveTo>
                      <a:pt x="17750" y="3715"/>
                    </a:moveTo>
                    <a:cubicBezTo>
                      <a:pt x="17588" y="3715"/>
                      <a:pt x="17506" y="3860"/>
                      <a:pt x="17568" y="4039"/>
                    </a:cubicBezTo>
                    <a:cubicBezTo>
                      <a:pt x="17631" y="4220"/>
                      <a:pt x="17816" y="4367"/>
                      <a:pt x="17980" y="4367"/>
                    </a:cubicBezTo>
                    <a:cubicBezTo>
                      <a:pt x="18145" y="4367"/>
                      <a:pt x="18226" y="4220"/>
                      <a:pt x="18162" y="4039"/>
                    </a:cubicBezTo>
                    <a:cubicBezTo>
                      <a:pt x="18097" y="3860"/>
                      <a:pt x="17913" y="3715"/>
                      <a:pt x="17750" y="3715"/>
                    </a:cubicBezTo>
                    <a:close/>
                    <a:moveTo>
                      <a:pt x="3392" y="4524"/>
                    </a:moveTo>
                    <a:cubicBezTo>
                      <a:pt x="3227" y="4524"/>
                      <a:pt x="3111" y="4672"/>
                      <a:pt x="3135" y="4856"/>
                    </a:cubicBezTo>
                    <a:cubicBezTo>
                      <a:pt x="3158" y="5041"/>
                      <a:pt x="3313" y="5192"/>
                      <a:pt x="3480" y="5192"/>
                    </a:cubicBezTo>
                    <a:cubicBezTo>
                      <a:pt x="3646" y="5192"/>
                      <a:pt x="3761" y="5041"/>
                      <a:pt x="3736" y="4856"/>
                    </a:cubicBezTo>
                    <a:cubicBezTo>
                      <a:pt x="3710" y="4672"/>
                      <a:pt x="3557" y="4524"/>
                      <a:pt x="3392" y="4524"/>
                    </a:cubicBezTo>
                    <a:close/>
                    <a:moveTo>
                      <a:pt x="4127" y="4524"/>
                    </a:moveTo>
                    <a:cubicBezTo>
                      <a:pt x="3962" y="4524"/>
                      <a:pt x="3849" y="4672"/>
                      <a:pt x="3874" y="4856"/>
                    </a:cubicBezTo>
                    <a:cubicBezTo>
                      <a:pt x="3900" y="5041"/>
                      <a:pt x="4055" y="5192"/>
                      <a:pt x="4222" y="5192"/>
                    </a:cubicBezTo>
                    <a:cubicBezTo>
                      <a:pt x="4389" y="5192"/>
                      <a:pt x="4502" y="5041"/>
                      <a:pt x="4475" y="4856"/>
                    </a:cubicBezTo>
                    <a:cubicBezTo>
                      <a:pt x="4448" y="4672"/>
                      <a:pt x="4292" y="4524"/>
                      <a:pt x="4127" y="4524"/>
                    </a:cubicBezTo>
                    <a:close/>
                    <a:moveTo>
                      <a:pt x="4851" y="4524"/>
                    </a:moveTo>
                    <a:cubicBezTo>
                      <a:pt x="4686" y="4524"/>
                      <a:pt x="4575" y="4672"/>
                      <a:pt x="4602" y="4856"/>
                    </a:cubicBezTo>
                    <a:cubicBezTo>
                      <a:pt x="4630" y="5041"/>
                      <a:pt x="4787" y="5192"/>
                      <a:pt x="4954" y="5192"/>
                    </a:cubicBezTo>
                    <a:cubicBezTo>
                      <a:pt x="5121" y="5192"/>
                      <a:pt x="5232" y="5041"/>
                      <a:pt x="5202" y="4856"/>
                    </a:cubicBezTo>
                    <a:cubicBezTo>
                      <a:pt x="5173" y="4672"/>
                      <a:pt x="5016" y="4524"/>
                      <a:pt x="4851" y="4524"/>
                    </a:cubicBezTo>
                    <a:close/>
                    <a:moveTo>
                      <a:pt x="5587" y="4524"/>
                    </a:moveTo>
                    <a:cubicBezTo>
                      <a:pt x="5422" y="4524"/>
                      <a:pt x="5312" y="4672"/>
                      <a:pt x="5342" y="4856"/>
                    </a:cubicBezTo>
                    <a:cubicBezTo>
                      <a:pt x="5371" y="5041"/>
                      <a:pt x="5530" y="5192"/>
                      <a:pt x="5697" y="5192"/>
                    </a:cubicBezTo>
                    <a:cubicBezTo>
                      <a:pt x="5864" y="5192"/>
                      <a:pt x="5973" y="5041"/>
                      <a:pt x="5942" y="4856"/>
                    </a:cubicBezTo>
                    <a:cubicBezTo>
                      <a:pt x="5911" y="4672"/>
                      <a:pt x="5752" y="4524"/>
                      <a:pt x="5587" y="4524"/>
                    </a:cubicBezTo>
                    <a:close/>
                    <a:moveTo>
                      <a:pt x="6323" y="4524"/>
                    </a:moveTo>
                    <a:cubicBezTo>
                      <a:pt x="6158" y="4524"/>
                      <a:pt x="6050" y="4672"/>
                      <a:pt x="6081" y="4856"/>
                    </a:cubicBezTo>
                    <a:cubicBezTo>
                      <a:pt x="6113" y="5041"/>
                      <a:pt x="6274" y="5192"/>
                      <a:pt x="6441" y="5192"/>
                    </a:cubicBezTo>
                    <a:cubicBezTo>
                      <a:pt x="6607" y="5192"/>
                      <a:pt x="6715" y="5041"/>
                      <a:pt x="6681" y="4856"/>
                    </a:cubicBezTo>
                    <a:cubicBezTo>
                      <a:pt x="6648" y="4672"/>
                      <a:pt x="6488" y="4524"/>
                      <a:pt x="6323" y="4524"/>
                    </a:cubicBezTo>
                    <a:close/>
                    <a:moveTo>
                      <a:pt x="7047" y="4524"/>
                    </a:moveTo>
                    <a:cubicBezTo>
                      <a:pt x="6883" y="4524"/>
                      <a:pt x="6776" y="4672"/>
                      <a:pt x="6809" y="4856"/>
                    </a:cubicBezTo>
                    <a:cubicBezTo>
                      <a:pt x="6843" y="5041"/>
                      <a:pt x="7006" y="5192"/>
                      <a:pt x="7172" y="5192"/>
                    </a:cubicBezTo>
                    <a:cubicBezTo>
                      <a:pt x="7339" y="5192"/>
                      <a:pt x="7446" y="5041"/>
                      <a:pt x="7410" y="4856"/>
                    </a:cubicBezTo>
                    <a:cubicBezTo>
                      <a:pt x="7375" y="4672"/>
                      <a:pt x="7212" y="4524"/>
                      <a:pt x="7047" y="4524"/>
                    </a:cubicBezTo>
                    <a:close/>
                    <a:moveTo>
                      <a:pt x="7784" y="4524"/>
                    </a:moveTo>
                    <a:cubicBezTo>
                      <a:pt x="7618" y="4524"/>
                      <a:pt x="7513" y="4672"/>
                      <a:pt x="7549" y="4856"/>
                    </a:cubicBezTo>
                    <a:cubicBezTo>
                      <a:pt x="7585" y="5041"/>
                      <a:pt x="7749" y="5192"/>
                      <a:pt x="7916" y="5192"/>
                    </a:cubicBezTo>
                    <a:cubicBezTo>
                      <a:pt x="8083" y="5192"/>
                      <a:pt x="8187" y="5041"/>
                      <a:pt x="8149" y="4856"/>
                    </a:cubicBezTo>
                    <a:cubicBezTo>
                      <a:pt x="8112" y="4672"/>
                      <a:pt x="7948" y="4524"/>
                      <a:pt x="7784" y="4524"/>
                    </a:cubicBezTo>
                    <a:close/>
                    <a:moveTo>
                      <a:pt x="8508" y="4524"/>
                    </a:moveTo>
                    <a:cubicBezTo>
                      <a:pt x="8343" y="4524"/>
                      <a:pt x="8239" y="4672"/>
                      <a:pt x="8277" y="4856"/>
                    </a:cubicBezTo>
                    <a:cubicBezTo>
                      <a:pt x="8315" y="5041"/>
                      <a:pt x="8481" y="5192"/>
                      <a:pt x="8648" y="5192"/>
                    </a:cubicBezTo>
                    <a:cubicBezTo>
                      <a:pt x="8814" y="5192"/>
                      <a:pt x="8917" y="5041"/>
                      <a:pt x="8877" y="4856"/>
                    </a:cubicBezTo>
                    <a:cubicBezTo>
                      <a:pt x="8838" y="4672"/>
                      <a:pt x="8673" y="4524"/>
                      <a:pt x="8508" y="4524"/>
                    </a:cubicBezTo>
                    <a:close/>
                    <a:moveTo>
                      <a:pt x="9244" y="4524"/>
                    </a:moveTo>
                    <a:cubicBezTo>
                      <a:pt x="9079" y="4524"/>
                      <a:pt x="8977" y="4672"/>
                      <a:pt x="9017" y="4856"/>
                    </a:cubicBezTo>
                    <a:cubicBezTo>
                      <a:pt x="9057" y="5041"/>
                      <a:pt x="9224" y="5192"/>
                      <a:pt x="9391" y="5192"/>
                    </a:cubicBezTo>
                    <a:cubicBezTo>
                      <a:pt x="9558" y="5192"/>
                      <a:pt x="9659" y="5041"/>
                      <a:pt x="9617" y="4856"/>
                    </a:cubicBezTo>
                    <a:cubicBezTo>
                      <a:pt x="9576" y="4672"/>
                      <a:pt x="9409" y="4524"/>
                      <a:pt x="9244" y="4524"/>
                    </a:cubicBezTo>
                    <a:close/>
                    <a:moveTo>
                      <a:pt x="9980" y="4524"/>
                    </a:moveTo>
                    <a:cubicBezTo>
                      <a:pt x="9815" y="4524"/>
                      <a:pt x="9715" y="4672"/>
                      <a:pt x="9757" y="4856"/>
                    </a:cubicBezTo>
                    <a:cubicBezTo>
                      <a:pt x="9799" y="5041"/>
                      <a:pt x="9968" y="5192"/>
                      <a:pt x="10134" y="5192"/>
                    </a:cubicBezTo>
                    <a:cubicBezTo>
                      <a:pt x="10301" y="5192"/>
                      <a:pt x="10400" y="5041"/>
                      <a:pt x="10356" y="4856"/>
                    </a:cubicBezTo>
                    <a:cubicBezTo>
                      <a:pt x="10313" y="4672"/>
                      <a:pt x="10145" y="4524"/>
                      <a:pt x="9980" y="4524"/>
                    </a:cubicBezTo>
                    <a:close/>
                    <a:moveTo>
                      <a:pt x="10704" y="4524"/>
                    </a:moveTo>
                    <a:cubicBezTo>
                      <a:pt x="10539" y="4524"/>
                      <a:pt x="10441" y="4672"/>
                      <a:pt x="10485" y="4856"/>
                    </a:cubicBezTo>
                    <a:cubicBezTo>
                      <a:pt x="10529" y="5041"/>
                      <a:pt x="10699" y="5192"/>
                      <a:pt x="10866" y="5192"/>
                    </a:cubicBezTo>
                    <a:cubicBezTo>
                      <a:pt x="11033" y="5192"/>
                      <a:pt x="11131" y="5041"/>
                      <a:pt x="11085" y="4856"/>
                    </a:cubicBezTo>
                    <a:cubicBezTo>
                      <a:pt x="11040" y="4672"/>
                      <a:pt x="10869" y="4524"/>
                      <a:pt x="10704" y="4524"/>
                    </a:cubicBezTo>
                    <a:close/>
                    <a:moveTo>
                      <a:pt x="11441" y="4524"/>
                    </a:moveTo>
                    <a:cubicBezTo>
                      <a:pt x="11275" y="4524"/>
                      <a:pt x="11179" y="4672"/>
                      <a:pt x="11225" y="4856"/>
                    </a:cubicBezTo>
                    <a:cubicBezTo>
                      <a:pt x="11271" y="5041"/>
                      <a:pt x="11443" y="5192"/>
                      <a:pt x="11610" y="5192"/>
                    </a:cubicBezTo>
                    <a:cubicBezTo>
                      <a:pt x="11776" y="5192"/>
                      <a:pt x="11873" y="5041"/>
                      <a:pt x="11825" y="4856"/>
                    </a:cubicBezTo>
                    <a:cubicBezTo>
                      <a:pt x="11778" y="4672"/>
                      <a:pt x="11605" y="4524"/>
                      <a:pt x="11441" y="4524"/>
                    </a:cubicBezTo>
                    <a:close/>
                    <a:moveTo>
                      <a:pt x="12177" y="4524"/>
                    </a:moveTo>
                    <a:cubicBezTo>
                      <a:pt x="12012" y="4524"/>
                      <a:pt x="11917" y="4672"/>
                      <a:pt x="11965" y="4856"/>
                    </a:cubicBezTo>
                    <a:cubicBezTo>
                      <a:pt x="12013" y="5041"/>
                      <a:pt x="12187" y="5192"/>
                      <a:pt x="12353" y="5192"/>
                    </a:cubicBezTo>
                    <a:cubicBezTo>
                      <a:pt x="12520" y="5192"/>
                      <a:pt x="12615" y="5041"/>
                      <a:pt x="12565" y="4856"/>
                    </a:cubicBezTo>
                    <a:cubicBezTo>
                      <a:pt x="12515" y="4672"/>
                      <a:pt x="12342" y="4524"/>
                      <a:pt x="12177" y="4524"/>
                    </a:cubicBezTo>
                    <a:close/>
                    <a:moveTo>
                      <a:pt x="12902" y="4524"/>
                    </a:moveTo>
                    <a:cubicBezTo>
                      <a:pt x="12737" y="4524"/>
                      <a:pt x="12643" y="4672"/>
                      <a:pt x="12693" y="4856"/>
                    </a:cubicBezTo>
                    <a:cubicBezTo>
                      <a:pt x="12743" y="5041"/>
                      <a:pt x="12919" y="5192"/>
                      <a:pt x="13086" y="5192"/>
                    </a:cubicBezTo>
                    <a:cubicBezTo>
                      <a:pt x="13252" y="5192"/>
                      <a:pt x="13345" y="5041"/>
                      <a:pt x="13294" y="4856"/>
                    </a:cubicBezTo>
                    <a:cubicBezTo>
                      <a:pt x="13242" y="4672"/>
                      <a:pt x="13067" y="4524"/>
                      <a:pt x="12902" y="4524"/>
                    </a:cubicBezTo>
                    <a:close/>
                    <a:moveTo>
                      <a:pt x="13638" y="4524"/>
                    </a:moveTo>
                    <a:cubicBezTo>
                      <a:pt x="13473" y="4524"/>
                      <a:pt x="13381" y="4672"/>
                      <a:pt x="13433" y="4856"/>
                    </a:cubicBezTo>
                    <a:cubicBezTo>
                      <a:pt x="13485" y="5041"/>
                      <a:pt x="13662" y="5192"/>
                      <a:pt x="13829" y="5192"/>
                    </a:cubicBezTo>
                    <a:cubicBezTo>
                      <a:pt x="13996" y="5192"/>
                      <a:pt x="14087" y="5041"/>
                      <a:pt x="14033" y="4856"/>
                    </a:cubicBezTo>
                    <a:cubicBezTo>
                      <a:pt x="13980" y="4672"/>
                      <a:pt x="13803" y="4524"/>
                      <a:pt x="13638" y="4524"/>
                    </a:cubicBezTo>
                    <a:close/>
                    <a:moveTo>
                      <a:pt x="14362" y="4524"/>
                    </a:moveTo>
                    <a:cubicBezTo>
                      <a:pt x="14197" y="4524"/>
                      <a:pt x="14108" y="4672"/>
                      <a:pt x="14162" y="4856"/>
                    </a:cubicBezTo>
                    <a:cubicBezTo>
                      <a:pt x="14216" y="5041"/>
                      <a:pt x="14394" y="5192"/>
                      <a:pt x="14561" y="5192"/>
                    </a:cubicBezTo>
                    <a:cubicBezTo>
                      <a:pt x="14728" y="5192"/>
                      <a:pt x="14817" y="5041"/>
                      <a:pt x="14761" y="4856"/>
                    </a:cubicBezTo>
                    <a:cubicBezTo>
                      <a:pt x="14706" y="4672"/>
                      <a:pt x="14528" y="4524"/>
                      <a:pt x="14362" y="4524"/>
                    </a:cubicBezTo>
                    <a:close/>
                    <a:moveTo>
                      <a:pt x="15099" y="4524"/>
                    </a:moveTo>
                    <a:cubicBezTo>
                      <a:pt x="14934" y="4524"/>
                      <a:pt x="14846" y="4672"/>
                      <a:pt x="14902" y="4856"/>
                    </a:cubicBezTo>
                    <a:cubicBezTo>
                      <a:pt x="14958" y="5041"/>
                      <a:pt x="15138" y="5192"/>
                      <a:pt x="15305" y="5192"/>
                    </a:cubicBezTo>
                    <a:cubicBezTo>
                      <a:pt x="15472" y="5192"/>
                      <a:pt x="15560" y="5041"/>
                      <a:pt x="15502" y="4856"/>
                    </a:cubicBezTo>
                    <a:cubicBezTo>
                      <a:pt x="15444" y="4672"/>
                      <a:pt x="15264" y="4524"/>
                      <a:pt x="15099" y="4524"/>
                    </a:cubicBezTo>
                    <a:close/>
                    <a:moveTo>
                      <a:pt x="17297" y="4524"/>
                    </a:moveTo>
                    <a:cubicBezTo>
                      <a:pt x="17132" y="4524"/>
                      <a:pt x="17048" y="4672"/>
                      <a:pt x="17110" y="4856"/>
                    </a:cubicBezTo>
                    <a:cubicBezTo>
                      <a:pt x="17173" y="5041"/>
                      <a:pt x="17358" y="5192"/>
                      <a:pt x="17525" y="5192"/>
                    </a:cubicBezTo>
                    <a:cubicBezTo>
                      <a:pt x="17692" y="5192"/>
                      <a:pt x="17774" y="5041"/>
                      <a:pt x="17710" y="4856"/>
                    </a:cubicBezTo>
                    <a:cubicBezTo>
                      <a:pt x="17647" y="4672"/>
                      <a:pt x="17462" y="4524"/>
                      <a:pt x="17297" y="4524"/>
                    </a:cubicBezTo>
                    <a:close/>
                    <a:moveTo>
                      <a:pt x="18022" y="4524"/>
                    </a:moveTo>
                    <a:cubicBezTo>
                      <a:pt x="17857" y="4524"/>
                      <a:pt x="17775" y="4672"/>
                      <a:pt x="17839" y="4856"/>
                    </a:cubicBezTo>
                    <a:cubicBezTo>
                      <a:pt x="17903" y="5041"/>
                      <a:pt x="18091" y="5192"/>
                      <a:pt x="18257" y="5192"/>
                    </a:cubicBezTo>
                    <a:cubicBezTo>
                      <a:pt x="18424" y="5192"/>
                      <a:pt x="18505" y="5041"/>
                      <a:pt x="18439" y="4856"/>
                    </a:cubicBezTo>
                    <a:cubicBezTo>
                      <a:pt x="18373" y="4672"/>
                      <a:pt x="18187" y="4524"/>
                      <a:pt x="18022" y="4524"/>
                    </a:cubicBezTo>
                    <a:close/>
                    <a:moveTo>
                      <a:pt x="3500" y="5334"/>
                    </a:moveTo>
                    <a:cubicBezTo>
                      <a:pt x="3333" y="5334"/>
                      <a:pt x="3217" y="5485"/>
                      <a:pt x="3241" y="5674"/>
                    </a:cubicBezTo>
                    <a:cubicBezTo>
                      <a:pt x="3265" y="5864"/>
                      <a:pt x="3422" y="6018"/>
                      <a:pt x="3590" y="6018"/>
                    </a:cubicBezTo>
                    <a:cubicBezTo>
                      <a:pt x="3759" y="6018"/>
                      <a:pt x="3875" y="5864"/>
                      <a:pt x="3849" y="5674"/>
                    </a:cubicBezTo>
                    <a:cubicBezTo>
                      <a:pt x="3823" y="5485"/>
                      <a:pt x="3667" y="5334"/>
                      <a:pt x="3500" y="5334"/>
                    </a:cubicBezTo>
                    <a:close/>
                    <a:moveTo>
                      <a:pt x="4235" y="5334"/>
                    </a:moveTo>
                    <a:cubicBezTo>
                      <a:pt x="4068" y="5334"/>
                      <a:pt x="3954" y="5485"/>
                      <a:pt x="3980" y="5674"/>
                    </a:cubicBezTo>
                    <a:cubicBezTo>
                      <a:pt x="4006" y="5864"/>
                      <a:pt x="4164" y="6018"/>
                      <a:pt x="4333" y="6018"/>
                    </a:cubicBezTo>
                    <a:cubicBezTo>
                      <a:pt x="4502" y="6018"/>
                      <a:pt x="4616" y="5864"/>
                      <a:pt x="4588" y="5674"/>
                    </a:cubicBezTo>
                    <a:cubicBezTo>
                      <a:pt x="4560" y="5485"/>
                      <a:pt x="4402" y="5334"/>
                      <a:pt x="4235" y="5334"/>
                    </a:cubicBezTo>
                    <a:close/>
                    <a:moveTo>
                      <a:pt x="4983" y="5334"/>
                    </a:moveTo>
                    <a:cubicBezTo>
                      <a:pt x="4815" y="5334"/>
                      <a:pt x="4703" y="5485"/>
                      <a:pt x="4731" y="5674"/>
                    </a:cubicBezTo>
                    <a:cubicBezTo>
                      <a:pt x="4760" y="5864"/>
                      <a:pt x="4919" y="6018"/>
                      <a:pt x="5088" y="6018"/>
                    </a:cubicBezTo>
                    <a:cubicBezTo>
                      <a:pt x="5257" y="6018"/>
                      <a:pt x="5369" y="5864"/>
                      <a:pt x="5339" y="5674"/>
                    </a:cubicBezTo>
                    <a:cubicBezTo>
                      <a:pt x="5309" y="5485"/>
                      <a:pt x="5150" y="5334"/>
                      <a:pt x="4983" y="5334"/>
                    </a:cubicBezTo>
                    <a:close/>
                    <a:moveTo>
                      <a:pt x="5719" y="5334"/>
                    </a:moveTo>
                    <a:cubicBezTo>
                      <a:pt x="5552" y="5334"/>
                      <a:pt x="5441" y="5485"/>
                      <a:pt x="5471" y="5674"/>
                    </a:cubicBezTo>
                    <a:cubicBezTo>
                      <a:pt x="5502" y="5864"/>
                      <a:pt x="5663" y="6018"/>
                      <a:pt x="5832" y="6018"/>
                    </a:cubicBezTo>
                    <a:cubicBezTo>
                      <a:pt x="6000" y="6018"/>
                      <a:pt x="6111" y="5864"/>
                      <a:pt x="6079" y="5674"/>
                    </a:cubicBezTo>
                    <a:cubicBezTo>
                      <a:pt x="6047" y="5485"/>
                      <a:pt x="5886" y="5334"/>
                      <a:pt x="5719" y="5334"/>
                    </a:cubicBezTo>
                    <a:close/>
                    <a:moveTo>
                      <a:pt x="6467" y="5334"/>
                    </a:moveTo>
                    <a:cubicBezTo>
                      <a:pt x="6299" y="5334"/>
                      <a:pt x="6190" y="5485"/>
                      <a:pt x="6223" y="5674"/>
                    </a:cubicBezTo>
                    <a:cubicBezTo>
                      <a:pt x="6255" y="5864"/>
                      <a:pt x="6418" y="6018"/>
                      <a:pt x="6587" y="6018"/>
                    </a:cubicBezTo>
                    <a:cubicBezTo>
                      <a:pt x="6755" y="6018"/>
                      <a:pt x="6865" y="5864"/>
                      <a:pt x="6830" y="5674"/>
                    </a:cubicBezTo>
                    <a:cubicBezTo>
                      <a:pt x="6796" y="5485"/>
                      <a:pt x="6633" y="5334"/>
                      <a:pt x="6467" y="5334"/>
                    </a:cubicBezTo>
                    <a:close/>
                    <a:moveTo>
                      <a:pt x="7202" y="5334"/>
                    </a:moveTo>
                    <a:cubicBezTo>
                      <a:pt x="7036" y="5334"/>
                      <a:pt x="6927" y="5485"/>
                      <a:pt x="6962" y="5674"/>
                    </a:cubicBezTo>
                    <a:cubicBezTo>
                      <a:pt x="6997" y="5864"/>
                      <a:pt x="7162" y="6018"/>
                      <a:pt x="7330" y="6018"/>
                    </a:cubicBezTo>
                    <a:cubicBezTo>
                      <a:pt x="7499" y="6018"/>
                      <a:pt x="7606" y="5864"/>
                      <a:pt x="7570" y="5674"/>
                    </a:cubicBezTo>
                    <a:cubicBezTo>
                      <a:pt x="7534" y="5485"/>
                      <a:pt x="7370" y="5334"/>
                      <a:pt x="7202" y="5334"/>
                    </a:cubicBezTo>
                    <a:close/>
                    <a:moveTo>
                      <a:pt x="7938" y="5334"/>
                    </a:moveTo>
                    <a:cubicBezTo>
                      <a:pt x="7771" y="5334"/>
                      <a:pt x="7665" y="5485"/>
                      <a:pt x="7702" y="5674"/>
                    </a:cubicBezTo>
                    <a:cubicBezTo>
                      <a:pt x="7738" y="5864"/>
                      <a:pt x="7905" y="6018"/>
                      <a:pt x="8074" y="6018"/>
                    </a:cubicBezTo>
                    <a:cubicBezTo>
                      <a:pt x="8243" y="6018"/>
                      <a:pt x="8348" y="5864"/>
                      <a:pt x="8309" y="5674"/>
                    </a:cubicBezTo>
                    <a:cubicBezTo>
                      <a:pt x="8271" y="5485"/>
                      <a:pt x="8105" y="5334"/>
                      <a:pt x="7938" y="5334"/>
                    </a:cubicBezTo>
                    <a:close/>
                    <a:moveTo>
                      <a:pt x="8686" y="5334"/>
                    </a:moveTo>
                    <a:cubicBezTo>
                      <a:pt x="8520" y="5334"/>
                      <a:pt x="8415" y="5485"/>
                      <a:pt x="8453" y="5674"/>
                    </a:cubicBezTo>
                    <a:cubicBezTo>
                      <a:pt x="8492" y="5864"/>
                      <a:pt x="8661" y="6018"/>
                      <a:pt x="8829" y="6018"/>
                    </a:cubicBezTo>
                    <a:cubicBezTo>
                      <a:pt x="8998" y="6018"/>
                      <a:pt x="9101" y="5864"/>
                      <a:pt x="9061" y="5674"/>
                    </a:cubicBezTo>
                    <a:cubicBezTo>
                      <a:pt x="9021" y="5485"/>
                      <a:pt x="8853" y="5334"/>
                      <a:pt x="8686" y="5334"/>
                    </a:cubicBezTo>
                    <a:close/>
                    <a:moveTo>
                      <a:pt x="9422" y="5334"/>
                    </a:moveTo>
                    <a:cubicBezTo>
                      <a:pt x="9255" y="5334"/>
                      <a:pt x="9152" y="5485"/>
                      <a:pt x="9193" y="5674"/>
                    </a:cubicBezTo>
                    <a:cubicBezTo>
                      <a:pt x="9234" y="5864"/>
                      <a:pt x="9404" y="6018"/>
                      <a:pt x="9573" y="6018"/>
                    </a:cubicBezTo>
                    <a:cubicBezTo>
                      <a:pt x="9742" y="6018"/>
                      <a:pt x="9843" y="5864"/>
                      <a:pt x="9801" y="5674"/>
                    </a:cubicBezTo>
                    <a:cubicBezTo>
                      <a:pt x="9758" y="5485"/>
                      <a:pt x="9589" y="5334"/>
                      <a:pt x="9422" y="5334"/>
                    </a:cubicBezTo>
                    <a:close/>
                    <a:moveTo>
                      <a:pt x="10169" y="5334"/>
                    </a:moveTo>
                    <a:cubicBezTo>
                      <a:pt x="10003" y="5334"/>
                      <a:pt x="9902" y="5485"/>
                      <a:pt x="9945" y="5674"/>
                    </a:cubicBezTo>
                    <a:cubicBezTo>
                      <a:pt x="9988" y="5864"/>
                      <a:pt x="10160" y="6018"/>
                      <a:pt x="10328" y="6018"/>
                    </a:cubicBezTo>
                    <a:cubicBezTo>
                      <a:pt x="10497" y="6018"/>
                      <a:pt x="10597" y="5864"/>
                      <a:pt x="10552" y="5674"/>
                    </a:cubicBezTo>
                    <a:cubicBezTo>
                      <a:pt x="10508" y="5485"/>
                      <a:pt x="10337" y="5334"/>
                      <a:pt x="10169" y="5334"/>
                    </a:cubicBezTo>
                    <a:close/>
                    <a:moveTo>
                      <a:pt x="10906" y="5334"/>
                    </a:moveTo>
                    <a:cubicBezTo>
                      <a:pt x="10739" y="5334"/>
                      <a:pt x="10640" y="5485"/>
                      <a:pt x="10684" y="5674"/>
                    </a:cubicBezTo>
                    <a:cubicBezTo>
                      <a:pt x="10730" y="5864"/>
                      <a:pt x="10903" y="6018"/>
                      <a:pt x="11072" y="6018"/>
                    </a:cubicBezTo>
                    <a:cubicBezTo>
                      <a:pt x="11241" y="6018"/>
                      <a:pt x="11339" y="5864"/>
                      <a:pt x="11292" y="5674"/>
                    </a:cubicBezTo>
                    <a:cubicBezTo>
                      <a:pt x="11246" y="5485"/>
                      <a:pt x="11073" y="5334"/>
                      <a:pt x="10906" y="5334"/>
                    </a:cubicBezTo>
                    <a:close/>
                    <a:moveTo>
                      <a:pt x="11642" y="5334"/>
                    </a:moveTo>
                    <a:cubicBezTo>
                      <a:pt x="11475" y="5334"/>
                      <a:pt x="11378" y="5485"/>
                      <a:pt x="11425" y="5674"/>
                    </a:cubicBezTo>
                    <a:cubicBezTo>
                      <a:pt x="11472" y="5864"/>
                      <a:pt x="11646" y="6018"/>
                      <a:pt x="11816" y="6018"/>
                    </a:cubicBezTo>
                    <a:cubicBezTo>
                      <a:pt x="11984" y="6018"/>
                      <a:pt x="12081" y="5864"/>
                      <a:pt x="12032" y="5674"/>
                    </a:cubicBezTo>
                    <a:cubicBezTo>
                      <a:pt x="11984" y="5485"/>
                      <a:pt x="11809" y="5334"/>
                      <a:pt x="11642" y="5334"/>
                    </a:cubicBezTo>
                    <a:close/>
                    <a:moveTo>
                      <a:pt x="12390" y="5334"/>
                    </a:moveTo>
                    <a:cubicBezTo>
                      <a:pt x="12223" y="5334"/>
                      <a:pt x="12127" y="5485"/>
                      <a:pt x="12176" y="5674"/>
                    </a:cubicBezTo>
                    <a:cubicBezTo>
                      <a:pt x="12225" y="5864"/>
                      <a:pt x="12402" y="6018"/>
                      <a:pt x="12571" y="6018"/>
                    </a:cubicBezTo>
                    <a:cubicBezTo>
                      <a:pt x="12739" y="6018"/>
                      <a:pt x="12835" y="5864"/>
                      <a:pt x="12784" y="5674"/>
                    </a:cubicBezTo>
                    <a:cubicBezTo>
                      <a:pt x="12733" y="5485"/>
                      <a:pt x="12557" y="5334"/>
                      <a:pt x="12390" y="5334"/>
                    </a:cubicBezTo>
                    <a:close/>
                    <a:moveTo>
                      <a:pt x="13126" y="5334"/>
                    </a:moveTo>
                    <a:cubicBezTo>
                      <a:pt x="12959" y="5334"/>
                      <a:pt x="12865" y="5485"/>
                      <a:pt x="12916" y="5674"/>
                    </a:cubicBezTo>
                    <a:cubicBezTo>
                      <a:pt x="12968" y="5864"/>
                      <a:pt x="13146" y="6018"/>
                      <a:pt x="13315" y="6018"/>
                    </a:cubicBezTo>
                    <a:cubicBezTo>
                      <a:pt x="13483" y="6018"/>
                      <a:pt x="13577" y="5864"/>
                      <a:pt x="13524" y="5674"/>
                    </a:cubicBezTo>
                    <a:cubicBezTo>
                      <a:pt x="13471" y="5485"/>
                      <a:pt x="13293" y="5334"/>
                      <a:pt x="13126" y="5334"/>
                    </a:cubicBezTo>
                    <a:close/>
                    <a:moveTo>
                      <a:pt x="13874" y="5334"/>
                    </a:moveTo>
                    <a:cubicBezTo>
                      <a:pt x="13707" y="5334"/>
                      <a:pt x="13615" y="5485"/>
                      <a:pt x="13668" y="5674"/>
                    </a:cubicBezTo>
                    <a:cubicBezTo>
                      <a:pt x="13721" y="5864"/>
                      <a:pt x="13902" y="6018"/>
                      <a:pt x="14070" y="6018"/>
                    </a:cubicBezTo>
                    <a:cubicBezTo>
                      <a:pt x="14239" y="6018"/>
                      <a:pt x="14331" y="5864"/>
                      <a:pt x="14276" y="5674"/>
                    </a:cubicBezTo>
                    <a:cubicBezTo>
                      <a:pt x="14221" y="5485"/>
                      <a:pt x="14042" y="5334"/>
                      <a:pt x="13874" y="5334"/>
                    </a:cubicBezTo>
                    <a:close/>
                    <a:moveTo>
                      <a:pt x="14611" y="5334"/>
                    </a:moveTo>
                    <a:cubicBezTo>
                      <a:pt x="14443" y="5334"/>
                      <a:pt x="14353" y="5485"/>
                      <a:pt x="14408" y="5674"/>
                    </a:cubicBezTo>
                    <a:cubicBezTo>
                      <a:pt x="14464" y="5864"/>
                      <a:pt x="14645" y="6018"/>
                      <a:pt x="14814" y="6018"/>
                    </a:cubicBezTo>
                    <a:cubicBezTo>
                      <a:pt x="14983" y="6018"/>
                      <a:pt x="15073" y="5864"/>
                      <a:pt x="15016" y="5674"/>
                    </a:cubicBezTo>
                    <a:cubicBezTo>
                      <a:pt x="14959" y="5485"/>
                      <a:pt x="14778" y="5334"/>
                      <a:pt x="14611" y="5334"/>
                    </a:cubicBezTo>
                    <a:close/>
                    <a:moveTo>
                      <a:pt x="15347" y="5334"/>
                    </a:moveTo>
                    <a:cubicBezTo>
                      <a:pt x="15180" y="5334"/>
                      <a:pt x="15091" y="5485"/>
                      <a:pt x="15148" y="5674"/>
                    </a:cubicBezTo>
                    <a:cubicBezTo>
                      <a:pt x="15206" y="5864"/>
                      <a:pt x="15390" y="6018"/>
                      <a:pt x="15558" y="6018"/>
                    </a:cubicBezTo>
                    <a:cubicBezTo>
                      <a:pt x="15728" y="6018"/>
                      <a:pt x="15816" y="5864"/>
                      <a:pt x="15756" y="5674"/>
                    </a:cubicBezTo>
                    <a:cubicBezTo>
                      <a:pt x="15697" y="5485"/>
                      <a:pt x="15515" y="5334"/>
                      <a:pt x="15347" y="5334"/>
                    </a:cubicBezTo>
                    <a:close/>
                    <a:moveTo>
                      <a:pt x="2860" y="6184"/>
                    </a:moveTo>
                    <a:cubicBezTo>
                      <a:pt x="2691" y="6184"/>
                      <a:pt x="2573" y="6340"/>
                      <a:pt x="2595" y="6533"/>
                    </a:cubicBezTo>
                    <a:cubicBezTo>
                      <a:pt x="2618" y="6728"/>
                      <a:pt x="2774" y="6886"/>
                      <a:pt x="2945" y="6886"/>
                    </a:cubicBezTo>
                    <a:cubicBezTo>
                      <a:pt x="3116" y="6886"/>
                      <a:pt x="3235" y="6728"/>
                      <a:pt x="3210" y="6533"/>
                    </a:cubicBezTo>
                    <a:cubicBezTo>
                      <a:pt x="3186" y="6340"/>
                      <a:pt x="3029" y="6184"/>
                      <a:pt x="2860" y="6184"/>
                    </a:cubicBezTo>
                    <a:close/>
                    <a:moveTo>
                      <a:pt x="3608" y="6184"/>
                    </a:moveTo>
                    <a:cubicBezTo>
                      <a:pt x="3439" y="6184"/>
                      <a:pt x="3322" y="6340"/>
                      <a:pt x="3346" y="6533"/>
                    </a:cubicBezTo>
                    <a:cubicBezTo>
                      <a:pt x="3371" y="6728"/>
                      <a:pt x="3530" y="6886"/>
                      <a:pt x="3701" y="6886"/>
                    </a:cubicBezTo>
                    <a:cubicBezTo>
                      <a:pt x="3871" y="6886"/>
                      <a:pt x="3988" y="6728"/>
                      <a:pt x="3962" y="6533"/>
                    </a:cubicBezTo>
                    <a:cubicBezTo>
                      <a:pt x="3936" y="6340"/>
                      <a:pt x="3777" y="6184"/>
                      <a:pt x="3608" y="6184"/>
                    </a:cubicBezTo>
                    <a:close/>
                    <a:moveTo>
                      <a:pt x="4355" y="6184"/>
                    </a:moveTo>
                    <a:cubicBezTo>
                      <a:pt x="4186" y="6184"/>
                      <a:pt x="4071" y="6340"/>
                      <a:pt x="4098" y="6533"/>
                    </a:cubicBezTo>
                    <a:cubicBezTo>
                      <a:pt x="4125" y="6728"/>
                      <a:pt x="4285" y="6886"/>
                      <a:pt x="4456" y="6886"/>
                    </a:cubicBezTo>
                    <a:cubicBezTo>
                      <a:pt x="4626" y="6886"/>
                      <a:pt x="4741" y="6728"/>
                      <a:pt x="4713" y="6533"/>
                    </a:cubicBezTo>
                    <a:cubicBezTo>
                      <a:pt x="4684" y="6340"/>
                      <a:pt x="4524" y="6184"/>
                      <a:pt x="4355" y="6184"/>
                    </a:cubicBezTo>
                    <a:close/>
                    <a:moveTo>
                      <a:pt x="5115" y="6184"/>
                    </a:moveTo>
                    <a:cubicBezTo>
                      <a:pt x="4945" y="6184"/>
                      <a:pt x="4832" y="6340"/>
                      <a:pt x="4860" y="6533"/>
                    </a:cubicBezTo>
                    <a:cubicBezTo>
                      <a:pt x="4890" y="6728"/>
                      <a:pt x="5051" y="6886"/>
                      <a:pt x="5223" y="6886"/>
                    </a:cubicBezTo>
                    <a:cubicBezTo>
                      <a:pt x="5393" y="6886"/>
                      <a:pt x="5507" y="6728"/>
                      <a:pt x="5476" y="6533"/>
                    </a:cubicBezTo>
                    <a:cubicBezTo>
                      <a:pt x="5445" y="6340"/>
                      <a:pt x="5284" y="6184"/>
                      <a:pt x="5115" y="6184"/>
                    </a:cubicBezTo>
                    <a:close/>
                    <a:moveTo>
                      <a:pt x="5862" y="6184"/>
                    </a:moveTo>
                    <a:cubicBezTo>
                      <a:pt x="5693" y="6184"/>
                      <a:pt x="5581" y="6340"/>
                      <a:pt x="5612" y="6533"/>
                    </a:cubicBezTo>
                    <a:cubicBezTo>
                      <a:pt x="5643" y="6728"/>
                      <a:pt x="5807" y="6886"/>
                      <a:pt x="5978" y="6886"/>
                    </a:cubicBezTo>
                    <a:cubicBezTo>
                      <a:pt x="6149" y="6886"/>
                      <a:pt x="6260" y="6728"/>
                      <a:pt x="6227" y="6533"/>
                    </a:cubicBezTo>
                    <a:cubicBezTo>
                      <a:pt x="6195" y="6340"/>
                      <a:pt x="6031" y="6184"/>
                      <a:pt x="5862" y="6184"/>
                    </a:cubicBezTo>
                    <a:close/>
                    <a:moveTo>
                      <a:pt x="6610" y="6184"/>
                    </a:moveTo>
                    <a:cubicBezTo>
                      <a:pt x="6441" y="6184"/>
                      <a:pt x="6330" y="6340"/>
                      <a:pt x="6363" y="6533"/>
                    </a:cubicBezTo>
                    <a:cubicBezTo>
                      <a:pt x="6397" y="6728"/>
                      <a:pt x="6562" y="6886"/>
                      <a:pt x="6734" y="6886"/>
                    </a:cubicBezTo>
                    <a:cubicBezTo>
                      <a:pt x="6904" y="6886"/>
                      <a:pt x="7014" y="6728"/>
                      <a:pt x="6979" y="6533"/>
                    </a:cubicBezTo>
                    <a:cubicBezTo>
                      <a:pt x="6944" y="6340"/>
                      <a:pt x="6779" y="6184"/>
                      <a:pt x="6610" y="6184"/>
                    </a:cubicBezTo>
                    <a:close/>
                    <a:moveTo>
                      <a:pt x="7357" y="6184"/>
                    </a:moveTo>
                    <a:cubicBezTo>
                      <a:pt x="7189" y="6184"/>
                      <a:pt x="7079" y="6340"/>
                      <a:pt x="7115" y="6533"/>
                    </a:cubicBezTo>
                    <a:cubicBezTo>
                      <a:pt x="7150" y="6728"/>
                      <a:pt x="7318" y="6886"/>
                      <a:pt x="7489" y="6886"/>
                    </a:cubicBezTo>
                    <a:cubicBezTo>
                      <a:pt x="7660" y="6886"/>
                      <a:pt x="7768" y="6728"/>
                      <a:pt x="7731" y="6533"/>
                    </a:cubicBezTo>
                    <a:cubicBezTo>
                      <a:pt x="7693" y="6340"/>
                      <a:pt x="7527" y="6184"/>
                      <a:pt x="7357" y="6184"/>
                    </a:cubicBezTo>
                    <a:close/>
                    <a:moveTo>
                      <a:pt x="8105" y="6184"/>
                    </a:moveTo>
                    <a:cubicBezTo>
                      <a:pt x="7936" y="6184"/>
                      <a:pt x="7829" y="6340"/>
                      <a:pt x="7866" y="6533"/>
                    </a:cubicBezTo>
                    <a:cubicBezTo>
                      <a:pt x="7904" y="6728"/>
                      <a:pt x="8073" y="6886"/>
                      <a:pt x="8244" y="6886"/>
                    </a:cubicBezTo>
                    <a:cubicBezTo>
                      <a:pt x="8415" y="6886"/>
                      <a:pt x="8521" y="6728"/>
                      <a:pt x="8482" y="6533"/>
                    </a:cubicBezTo>
                    <a:cubicBezTo>
                      <a:pt x="8442" y="6340"/>
                      <a:pt x="8274" y="6184"/>
                      <a:pt x="8105" y="6184"/>
                    </a:cubicBezTo>
                    <a:close/>
                    <a:moveTo>
                      <a:pt x="8864" y="6184"/>
                    </a:moveTo>
                    <a:cubicBezTo>
                      <a:pt x="8696" y="6184"/>
                      <a:pt x="8590" y="6340"/>
                      <a:pt x="8630" y="6533"/>
                    </a:cubicBezTo>
                    <a:cubicBezTo>
                      <a:pt x="8669" y="6728"/>
                      <a:pt x="8841" y="6886"/>
                      <a:pt x="9011" y="6886"/>
                    </a:cubicBezTo>
                    <a:cubicBezTo>
                      <a:pt x="9182" y="6886"/>
                      <a:pt x="9287" y="6728"/>
                      <a:pt x="9245" y="6533"/>
                    </a:cubicBezTo>
                    <a:cubicBezTo>
                      <a:pt x="9204" y="6340"/>
                      <a:pt x="9034" y="6184"/>
                      <a:pt x="8864" y="6184"/>
                    </a:cubicBezTo>
                    <a:close/>
                    <a:moveTo>
                      <a:pt x="9612" y="6184"/>
                    </a:moveTo>
                    <a:cubicBezTo>
                      <a:pt x="9443" y="6184"/>
                      <a:pt x="9339" y="6340"/>
                      <a:pt x="9381" y="6533"/>
                    </a:cubicBezTo>
                    <a:cubicBezTo>
                      <a:pt x="9423" y="6728"/>
                      <a:pt x="9595" y="6886"/>
                      <a:pt x="9766" y="6886"/>
                    </a:cubicBezTo>
                    <a:cubicBezTo>
                      <a:pt x="9937" y="6886"/>
                      <a:pt x="10040" y="6728"/>
                      <a:pt x="9996" y="6533"/>
                    </a:cubicBezTo>
                    <a:cubicBezTo>
                      <a:pt x="9953" y="6340"/>
                      <a:pt x="9781" y="6184"/>
                      <a:pt x="9612" y="6184"/>
                    </a:cubicBezTo>
                    <a:close/>
                    <a:moveTo>
                      <a:pt x="10359" y="6184"/>
                    </a:moveTo>
                    <a:cubicBezTo>
                      <a:pt x="10191" y="6184"/>
                      <a:pt x="10089" y="6340"/>
                      <a:pt x="10133" y="6533"/>
                    </a:cubicBezTo>
                    <a:cubicBezTo>
                      <a:pt x="10177" y="6728"/>
                      <a:pt x="10351" y="6886"/>
                      <a:pt x="10522" y="6886"/>
                    </a:cubicBezTo>
                    <a:cubicBezTo>
                      <a:pt x="10693" y="6886"/>
                      <a:pt x="10794" y="6728"/>
                      <a:pt x="10748" y="6533"/>
                    </a:cubicBezTo>
                    <a:cubicBezTo>
                      <a:pt x="10702" y="6340"/>
                      <a:pt x="10529" y="6184"/>
                      <a:pt x="10359" y="6184"/>
                    </a:cubicBezTo>
                    <a:close/>
                    <a:moveTo>
                      <a:pt x="11107" y="6184"/>
                    </a:moveTo>
                    <a:cubicBezTo>
                      <a:pt x="10938" y="6184"/>
                      <a:pt x="10838" y="6340"/>
                      <a:pt x="10884" y="6533"/>
                    </a:cubicBezTo>
                    <a:cubicBezTo>
                      <a:pt x="10931" y="6728"/>
                      <a:pt x="11107" y="6886"/>
                      <a:pt x="11278" y="6886"/>
                    </a:cubicBezTo>
                    <a:cubicBezTo>
                      <a:pt x="11448" y="6886"/>
                      <a:pt x="11548" y="6728"/>
                      <a:pt x="11500" y="6533"/>
                    </a:cubicBezTo>
                    <a:cubicBezTo>
                      <a:pt x="11452" y="6340"/>
                      <a:pt x="11277" y="6184"/>
                      <a:pt x="11107" y="6184"/>
                    </a:cubicBezTo>
                    <a:close/>
                    <a:moveTo>
                      <a:pt x="11856" y="6184"/>
                    </a:moveTo>
                    <a:cubicBezTo>
                      <a:pt x="11686" y="6184"/>
                      <a:pt x="11588" y="6340"/>
                      <a:pt x="11636" y="6533"/>
                    </a:cubicBezTo>
                    <a:cubicBezTo>
                      <a:pt x="11685" y="6728"/>
                      <a:pt x="11862" y="6886"/>
                      <a:pt x="12033" y="6886"/>
                    </a:cubicBezTo>
                    <a:cubicBezTo>
                      <a:pt x="12204" y="6886"/>
                      <a:pt x="12302" y="6728"/>
                      <a:pt x="12251" y="6533"/>
                    </a:cubicBezTo>
                    <a:cubicBezTo>
                      <a:pt x="12201" y="6340"/>
                      <a:pt x="12024" y="6184"/>
                      <a:pt x="11856" y="6184"/>
                    </a:cubicBezTo>
                    <a:close/>
                    <a:moveTo>
                      <a:pt x="12615" y="6184"/>
                    </a:moveTo>
                    <a:cubicBezTo>
                      <a:pt x="12446" y="6184"/>
                      <a:pt x="12349" y="6340"/>
                      <a:pt x="12400" y="6533"/>
                    </a:cubicBezTo>
                    <a:cubicBezTo>
                      <a:pt x="12450" y="6728"/>
                      <a:pt x="12630" y="6886"/>
                      <a:pt x="12801" y="6886"/>
                    </a:cubicBezTo>
                    <a:cubicBezTo>
                      <a:pt x="12971" y="6886"/>
                      <a:pt x="13067" y="6728"/>
                      <a:pt x="13015" y="6533"/>
                    </a:cubicBezTo>
                    <a:cubicBezTo>
                      <a:pt x="12963" y="6340"/>
                      <a:pt x="12784" y="6184"/>
                      <a:pt x="12615" y="6184"/>
                    </a:cubicBezTo>
                    <a:close/>
                    <a:moveTo>
                      <a:pt x="13363" y="6184"/>
                    </a:moveTo>
                    <a:cubicBezTo>
                      <a:pt x="13194" y="6184"/>
                      <a:pt x="13099" y="6340"/>
                      <a:pt x="13151" y="6533"/>
                    </a:cubicBezTo>
                    <a:cubicBezTo>
                      <a:pt x="13204" y="6728"/>
                      <a:pt x="13385" y="6886"/>
                      <a:pt x="13556" y="6886"/>
                    </a:cubicBezTo>
                    <a:cubicBezTo>
                      <a:pt x="13727" y="6886"/>
                      <a:pt x="13821" y="6728"/>
                      <a:pt x="13767" y="6533"/>
                    </a:cubicBezTo>
                    <a:cubicBezTo>
                      <a:pt x="13713" y="6340"/>
                      <a:pt x="13532" y="6184"/>
                      <a:pt x="13363" y="6184"/>
                    </a:cubicBezTo>
                    <a:close/>
                    <a:moveTo>
                      <a:pt x="14111" y="6184"/>
                    </a:moveTo>
                    <a:cubicBezTo>
                      <a:pt x="13942" y="6184"/>
                      <a:pt x="13849" y="6340"/>
                      <a:pt x="13903" y="6533"/>
                    </a:cubicBezTo>
                    <a:cubicBezTo>
                      <a:pt x="13958" y="6728"/>
                      <a:pt x="14141" y="6886"/>
                      <a:pt x="14311" y="6886"/>
                    </a:cubicBezTo>
                    <a:cubicBezTo>
                      <a:pt x="14483" y="6886"/>
                      <a:pt x="14575" y="6728"/>
                      <a:pt x="14519" y="6533"/>
                    </a:cubicBezTo>
                    <a:cubicBezTo>
                      <a:pt x="14463" y="6340"/>
                      <a:pt x="14280" y="6184"/>
                      <a:pt x="14111" y="6184"/>
                    </a:cubicBezTo>
                    <a:close/>
                    <a:moveTo>
                      <a:pt x="14859" y="6184"/>
                    </a:moveTo>
                    <a:cubicBezTo>
                      <a:pt x="14689" y="6184"/>
                      <a:pt x="14599" y="6340"/>
                      <a:pt x="14655" y="6533"/>
                    </a:cubicBezTo>
                    <a:cubicBezTo>
                      <a:pt x="14712" y="6728"/>
                      <a:pt x="14896" y="6886"/>
                      <a:pt x="15068" y="6886"/>
                    </a:cubicBezTo>
                    <a:cubicBezTo>
                      <a:pt x="15239" y="6886"/>
                      <a:pt x="15329" y="6728"/>
                      <a:pt x="15270" y="6533"/>
                    </a:cubicBezTo>
                    <a:cubicBezTo>
                      <a:pt x="15212" y="6340"/>
                      <a:pt x="15028" y="6184"/>
                      <a:pt x="14859" y="6184"/>
                    </a:cubicBezTo>
                    <a:close/>
                    <a:moveTo>
                      <a:pt x="15607" y="6184"/>
                    </a:moveTo>
                    <a:cubicBezTo>
                      <a:pt x="15438" y="6184"/>
                      <a:pt x="15348" y="6340"/>
                      <a:pt x="15407" y="6533"/>
                    </a:cubicBezTo>
                    <a:cubicBezTo>
                      <a:pt x="15466" y="6728"/>
                      <a:pt x="15653" y="6886"/>
                      <a:pt x="15823" y="6886"/>
                    </a:cubicBezTo>
                    <a:cubicBezTo>
                      <a:pt x="15995" y="6886"/>
                      <a:pt x="16084" y="6728"/>
                      <a:pt x="16023" y="6533"/>
                    </a:cubicBezTo>
                    <a:cubicBezTo>
                      <a:pt x="15962" y="6340"/>
                      <a:pt x="15777" y="6184"/>
                      <a:pt x="15607" y="6184"/>
                    </a:cubicBezTo>
                    <a:close/>
                    <a:moveTo>
                      <a:pt x="2957" y="7035"/>
                    </a:moveTo>
                    <a:cubicBezTo>
                      <a:pt x="2786" y="7035"/>
                      <a:pt x="2666" y="7195"/>
                      <a:pt x="2689" y="7393"/>
                    </a:cubicBezTo>
                    <a:cubicBezTo>
                      <a:pt x="2712" y="7593"/>
                      <a:pt x="2871" y="7754"/>
                      <a:pt x="3044" y="7754"/>
                    </a:cubicBezTo>
                    <a:cubicBezTo>
                      <a:pt x="3217" y="7754"/>
                      <a:pt x="3337" y="7593"/>
                      <a:pt x="3312" y="7393"/>
                    </a:cubicBezTo>
                    <a:cubicBezTo>
                      <a:pt x="3287" y="7195"/>
                      <a:pt x="3128" y="7035"/>
                      <a:pt x="2957" y="7035"/>
                    </a:cubicBezTo>
                    <a:close/>
                    <a:moveTo>
                      <a:pt x="3717" y="7035"/>
                    </a:moveTo>
                    <a:cubicBezTo>
                      <a:pt x="3545" y="7035"/>
                      <a:pt x="3427" y="7195"/>
                      <a:pt x="3452" y="7393"/>
                    </a:cubicBezTo>
                    <a:cubicBezTo>
                      <a:pt x="3477" y="7593"/>
                      <a:pt x="3639" y="7754"/>
                      <a:pt x="3812" y="7754"/>
                    </a:cubicBezTo>
                    <a:cubicBezTo>
                      <a:pt x="3985" y="7754"/>
                      <a:pt x="4103" y="7593"/>
                      <a:pt x="4075" y="7393"/>
                    </a:cubicBezTo>
                    <a:cubicBezTo>
                      <a:pt x="4048" y="7195"/>
                      <a:pt x="3888" y="7035"/>
                      <a:pt x="3717" y="7035"/>
                    </a:cubicBezTo>
                    <a:close/>
                    <a:moveTo>
                      <a:pt x="4487" y="7035"/>
                    </a:moveTo>
                    <a:cubicBezTo>
                      <a:pt x="4315" y="7035"/>
                      <a:pt x="4199" y="7195"/>
                      <a:pt x="4227" y="7393"/>
                    </a:cubicBezTo>
                    <a:cubicBezTo>
                      <a:pt x="4254" y="7593"/>
                      <a:pt x="4417" y="7754"/>
                      <a:pt x="4590" y="7754"/>
                    </a:cubicBezTo>
                    <a:cubicBezTo>
                      <a:pt x="4763" y="7754"/>
                      <a:pt x="4879" y="7593"/>
                      <a:pt x="4850" y="7393"/>
                    </a:cubicBezTo>
                    <a:cubicBezTo>
                      <a:pt x="4821" y="7195"/>
                      <a:pt x="4658" y="7035"/>
                      <a:pt x="4487" y="7035"/>
                    </a:cubicBezTo>
                    <a:close/>
                    <a:moveTo>
                      <a:pt x="5246" y="7035"/>
                    </a:moveTo>
                    <a:cubicBezTo>
                      <a:pt x="5075" y="7035"/>
                      <a:pt x="4960" y="7195"/>
                      <a:pt x="4990" y="7393"/>
                    </a:cubicBezTo>
                    <a:cubicBezTo>
                      <a:pt x="5020" y="7593"/>
                      <a:pt x="5184" y="7754"/>
                      <a:pt x="5357" y="7754"/>
                    </a:cubicBezTo>
                    <a:cubicBezTo>
                      <a:pt x="5530" y="7754"/>
                      <a:pt x="5645" y="7593"/>
                      <a:pt x="5613" y="7393"/>
                    </a:cubicBezTo>
                    <a:cubicBezTo>
                      <a:pt x="5582" y="7195"/>
                      <a:pt x="5418" y="7035"/>
                      <a:pt x="5246" y="7035"/>
                    </a:cubicBezTo>
                    <a:close/>
                    <a:moveTo>
                      <a:pt x="6006" y="7035"/>
                    </a:moveTo>
                    <a:cubicBezTo>
                      <a:pt x="5834" y="7035"/>
                      <a:pt x="5721" y="7195"/>
                      <a:pt x="5753" y="7393"/>
                    </a:cubicBezTo>
                    <a:cubicBezTo>
                      <a:pt x="5785" y="7593"/>
                      <a:pt x="5951" y="7754"/>
                      <a:pt x="6124" y="7754"/>
                    </a:cubicBezTo>
                    <a:cubicBezTo>
                      <a:pt x="6297" y="7754"/>
                      <a:pt x="6410" y="7593"/>
                      <a:pt x="6376" y="7393"/>
                    </a:cubicBezTo>
                    <a:cubicBezTo>
                      <a:pt x="6343" y="7195"/>
                      <a:pt x="6177" y="7035"/>
                      <a:pt x="6006" y="7035"/>
                    </a:cubicBezTo>
                    <a:close/>
                    <a:moveTo>
                      <a:pt x="6765" y="7035"/>
                    </a:moveTo>
                    <a:cubicBezTo>
                      <a:pt x="6594" y="7035"/>
                      <a:pt x="6482" y="7195"/>
                      <a:pt x="6516" y="7393"/>
                    </a:cubicBezTo>
                    <a:cubicBezTo>
                      <a:pt x="6550" y="7593"/>
                      <a:pt x="6718" y="7754"/>
                      <a:pt x="6891" y="7754"/>
                    </a:cubicBezTo>
                    <a:cubicBezTo>
                      <a:pt x="7064" y="7754"/>
                      <a:pt x="7175" y="7593"/>
                      <a:pt x="7139" y="7393"/>
                    </a:cubicBezTo>
                    <a:cubicBezTo>
                      <a:pt x="7103" y="7195"/>
                      <a:pt x="6936" y="7035"/>
                      <a:pt x="6765" y="7035"/>
                    </a:cubicBezTo>
                    <a:close/>
                    <a:moveTo>
                      <a:pt x="7524" y="7035"/>
                    </a:moveTo>
                    <a:cubicBezTo>
                      <a:pt x="7353" y="7035"/>
                      <a:pt x="7243" y="7195"/>
                      <a:pt x="7279" y="7393"/>
                    </a:cubicBezTo>
                    <a:cubicBezTo>
                      <a:pt x="7316" y="7593"/>
                      <a:pt x="7486" y="7754"/>
                      <a:pt x="7659" y="7754"/>
                    </a:cubicBezTo>
                    <a:cubicBezTo>
                      <a:pt x="7832" y="7754"/>
                      <a:pt x="7941" y="7593"/>
                      <a:pt x="7903" y="7393"/>
                    </a:cubicBezTo>
                    <a:cubicBezTo>
                      <a:pt x="7865" y="7195"/>
                      <a:pt x="7696" y="7035"/>
                      <a:pt x="7524" y="7035"/>
                    </a:cubicBezTo>
                    <a:close/>
                    <a:moveTo>
                      <a:pt x="8284" y="7035"/>
                    </a:moveTo>
                    <a:cubicBezTo>
                      <a:pt x="8112" y="7035"/>
                      <a:pt x="8004" y="7195"/>
                      <a:pt x="8042" y="7393"/>
                    </a:cubicBezTo>
                    <a:cubicBezTo>
                      <a:pt x="8081" y="7593"/>
                      <a:pt x="8253" y="7754"/>
                      <a:pt x="8426" y="7754"/>
                    </a:cubicBezTo>
                    <a:cubicBezTo>
                      <a:pt x="8599" y="7754"/>
                      <a:pt x="8706" y="7593"/>
                      <a:pt x="8666" y="7393"/>
                    </a:cubicBezTo>
                    <a:cubicBezTo>
                      <a:pt x="8625" y="7195"/>
                      <a:pt x="8455" y="7035"/>
                      <a:pt x="8284" y="7035"/>
                    </a:cubicBezTo>
                    <a:close/>
                    <a:moveTo>
                      <a:pt x="9042" y="7035"/>
                    </a:moveTo>
                    <a:cubicBezTo>
                      <a:pt x="8872" y="7035"/>
                      <a:pt x="8765" y="7195"/>
                      <a:pt x="8806" y="7393"/>
                    </a:cubicBezTo>
                    <a:cubicBezTo>
                      <a:pt x="8847" y="7593"/>
                      <a:pt x="9020" y="7754"/>
                      <a:pt x="9193" y="7754"/>
                    </a:cubicBezTo>
                    <a:cubicBezTo>
                      <a:pt x="9366" y="7754"/>
                      <a:pt x="9471" y="7593"/>
                      <a:pt x="9429" y="7393"/>
                    </a:cubicBezTo>
                    <a:cubicBezTo>
                      <a:pt x="9386" y="7195"/>
                      <a:pt x="9214" y="7035"/>
                      <a:pt x="9042" y="7035"/>
                    </a:cubicBezTo>
                    <a:close/>
                    <a:moveTo>
                      <a:pt x="9802" y="7035"/>
                    </a:moveTo>
                    <a:cubicBezTo>
                      <a:pt x="9631" y="7035"/>
                      <a:pt x="9526" y="7195"/>
                      <a:pt x="9569" y="7393"/>
                    </a:cubicBezTo>
                    <a:cubicBezTo>
                      <a:pt x="9612" y="7593"/>
                      <a:pt x="9787" y="7754"/>
                      <a:pt x="9960" y="7754"/>
                    </a:cubicBezTo>
                    <a:cubicBezTo>
                      <a:pt x="10134" y="7754"/>
                      <a:pt x="10237" y="7593"/>
                      <a:pt x="10192" y="7393"/>
                    </a:cubicBezTo>
                    <a:cubicBezTo>
                      <a:pt x="10148" y="7195"/>
                      <a:pt x="9973" y="7035"/>
                      <a:pt x="9802" y="7035"/>
                    </a:cubicBezTo>
                    <a:close/>
                    <a:moveTo>
                      <a:pt x="10561" y="7035"/>
                    </a:moveTo>
                    <a:cubicBezTo>
                      <a:pt x="10390" y="7035"/>
                      <a:pt x="10288" y="7195"/>
                      <a:pt x="10333" y="7393"/>
                    </a:cubicBezTo>
                    <a:cubicBezTo>
                      <a:pt x="10378" y="7593"/>
                      <a:pt x="10555" y="7754"/>
                      <a:pt x="10727" y="7754"/>
                    </a:cubicBezTo>
                    <a:cubicBezTo>
                      <a:pt x="10901" y="7754"/>
                      <a:pt x="11002" y="7593"/>
                      <a:pt x="10955" y="7393"/>
                    </a:cubicBezTo>
                    <a:cubicBezTo>
                      <a:pt x="10909" y="7195"/>
                      <a:pt x="10732" y="7035"/>
                      <a:pt x="10561" y="7035"/>
                    </a:cubicBezTo>
                    <a:close/>
                    <a:moveTo>
                      <a:pt x="11321" y="7035"/>
                    </a:moveTo>
                    <a:cubicBezTo>
                      <a:pt x="11149" y="7035"/>
                      <a:pt x="11049" y="7195"/>
                      <a:pt x="11096" y="7393"/>
                    </a:cubicBezTo>
                    <a:cubicBezTo>
                      <a:pt x="11144" y="7593"/>
                      <a:pt x="11322" y="7754"/>
                      <a:pt x="11495" y="7754"/>
                    </a:cubicBezTo>
                    <a:cubicBezTo>
                      <a:pt x="11668" y="7754"/>
                      <a:pt x="11768" y="7593"/>
                      <a:pt x="11719" y="7393"/>
                    </a:cubicBezTo>
                    <a:cubicBezTo>
                      <a:pt x="11670" y="7195"/>
                      <a:pt x="11492" y="7035"/>
                      <a:pt x="11321" y="7035"/>
                    </a:cubicBezTo>
                    <a:close/>
                    <a:moveTo>
                      <a:pt x="12080" y="7035"/>
                    </a:moveTo>
                    <a:cubicBezTo>
                      <a:pt x="11909" y="7035"/>
                      <a:pt x="11810" y="7195"/>
                      <a:pt x="11860" y="7393"/>
                    </a:cubicBezTo>
                    <a:cubicBezTo>
                      <a:pt x="11909" y="7593"/>
                      <a:pt x="12089" y="7754"/>
                      <a:pt x="12263" y="7754"/>
                    </a:cubicBezTo>
                    <a:cubicBezTo>
                      <a:pt x="12435" y="7754"/>
                      <a:pt x="12534" y="7593"/>
                      <a:pt x="12483" y="7393"/>
                    </a:cubicBezTo>
                    <a:cubicBezTo>
                      <a:pt x="12432" y="7195"/>
                      <a:pt x="12251" y="7035"/>
                      <a:pt x="12080" y="7035"/>
                    </a:cubicBezTo>
                    <a:close/>
                    <a:moveTo>
                      <a:pt x="12840" y="7035"/>
                    </a:moveTo>
                    <a:cubicBezTo>
                      <a:pt x="12668" y="7035"/>
                      <a:pt x="12572" y="7195"/>
                      <a:pt x="12623" y="7393"/>
                    </a:cubicBezTo>
                    <a:cubicBezTo>
                      <a:pt x="12675" y="7593"/>
                      <a:pt x="12857" y="7754"/>
                      <a:pt x="13030" y="7754"/>
                    </a:cubicBezTo>
                    <a:cubicBezTo>
                      <a:pt x="13203" y="7754"/>
                      <a:pt x="13300" y="7593"/>
                      <a:pt x="13246" y="7393"/>
                    </a:cubicBezTo>
                    <a:cubicBezTo>
                      <a:pt x="13193" y="7195"/>
                      <a:pt x="13011" y="7035"/>
                      <a:pt x="12840" y="7035"/>
                    </a:cubicBezTo>
                    <a:close/>
                    <a:moveTo>
                      <a:pt x="13600" y="7035"/>
                    </a:moveTo>
                    <a:cubicBezTo>
                      <a:pt x="13428" y="7035"/>
                      <a:pt x="13333" y="7195"/>
                      <a:pt x="13387" y="7393"/>
                    </a:cubicBezTo>
                    <a:cubicBezTo>
                      <a:pt x="13441" y="7593"/>
                      <a:pt x="13625" y="7754"/>
                      <a:pt x="13798" y="7754"/>
                    </a:cubicBezTo>
                    <a:cubicBezTo>
                      <a:pt x="13971" y="7754"/>
                      <a:pt x="14066" y="7593"/>
                      <a:pt x="14010" y="7393"/>
                    </a:cubicBezTo>
                    <a:cubicBezTo>
                      <a:pt x="13954" y="7195"/>
                      <a:pt x="13771" y="7035"/>
                      <a:pt x="13600" y="7035"/>
                    </a:cubicBezTo>
                    <a:close/>
                    <a:moveTo>
                      <a:pt x="14359" y="7035"/>
                    </a:moveTo>
                    <a:cubicBezTo>
                      <a:pt x="14188" y="7035"/>
                      <a:pt x="14094" y="7195"/>
                      <a:pt x="14150" y="7393"/>
                    </a:cubicBezTo>
                    <a:cubicBezTo>
                      <a:pt x="14206" y="7593"/>
                      <a:pt x="14392" y="7754"/>
                      <a:pt x="14565" y="7754"/>
                    </a:cubicBezTo>
                    <a:cubicBezTo>
                      <a:pt x="14738" y="7754"/>
                      <a:pt x="14831" y="7593"/>
                      <a:pt x="14773" y="7393"/>
                    </a:cubicBezTo>
                    <a:cubicBezTo>
                      <a:pt x="14716" y="7195"/>
                      <a:pt x="14530" y="7035"/>
                      <a:pt x="14359" y="7035"/>
                    </a:cubicBezTo>
                    <a:close/>
                    <a:moveTo>
                      <a:pt x="15878" y="7035"/>
                    </a:moveTo>
                    <a:cubicBezTo>
                      <a:pt x="15707" y="7035"/>
                      <a:pt x="15617" y="7195"/>
                      <a:pt x="15678" y="7393"/>
                    </a:cubicBezTo>
                    <a:cubicBezTo>
                      <a:pt x="15738" y="7593"/>
                      <a:pt x="15928" y="7754"/>
                      <a:pt x="16101" y="7754"/>
                    </a:cubicBezTo>
                    <a:cubicBezTo>
                      <a:pt x="16274" y="7754"/>
                      <a:pt x="16363" y="7593"/>
                      <a:pt x="16301" y="7393"/>
                    </a:cubicBezTo>
                    <a:cubicBezTo>
                      <a:pt x="16239" y="7195"/>
                      <a:pt x="16050" y="7035"/>
                      <a:pt x="15878" y="7035"/>
                    </a:cubicBezTo>
                    <a:close/>
                    <a:moveTo>
                      <a:pt x="3066" y="7907"/>
                    </a:moveTo>
                    <a:cubicBezTo>
                      <a:pt x="2892" y="7907"/>
                      <a:pt x="2771" y="8071"/>
                      <a:pt x="2795" y="8275"/>
                    </a:cubicBezTo>
                    <a:cubicBezTo>
                      <a:pt x="2818" y="8479"/>
                      <a:pt x="2980" y="8646"/>
                      <a:pt x="3155" y="8646"/>
                    </a:cubicBezTo>
                    <a:cubicBezTo>
                      <a:pt x="3330" y="8646"/>
                      <a:pt x="3451" y="8479"/>
                      <a:pt x="3426" y="8275"/>
                    </a:cubicBezTo>
                    <a:cubicBezTo>
                      <a:pt x="3400" y="8071"/>
                      <a:pt x="3239" y="7907"/>
                      <a:pt x="3066" y="7907"/>
                    </a:cubicBezTo>
                    <a:close/>
                    <a:moveTo>
                      <a:pt x="3837" y="7907"/>
                    </a:moveTo>
                    <a:cubicBezTo>
                      <a:pt x="3663" y="7907"/>
                      <a:pt x="3544" y="8071"/>
                      <a:pt x="3570" y="8275"/>
                    </a:cubicBezTo>
                    <a:cubicBezTo>
                      <a:pt x="3595" y="8479"/>
                      <a:pt x="3759" y="8646"/>
                      <a:pt x="3934" y="8646"/>
                    </a:cubicBezTo>
                    <a:cubicBezTo>
                      <a:pt x="4109" y="8646"/>
                      <a:pt x="4229" y="8479"/>
                      <a:pt x="4201" y="8275"/>
                    </a:cubicBezTo>
                    <a:cubicBezTo>
                      <a:pt x="4173" y="8071"/>
                      <a:pt x="4010" y="7907"/>
                      <a:pt x="3837" y="7907"/>
                    </a:cubicBezTo>
                    <a:close/>
                    <a:moveTo>
                      <a:pt x="4607" y="7907"/>
                    </a:moveTo>
                    <a:cubicBezTo>
                      <a:pt x="4433" y="7907"/>
                      <a:pt x="4316" y="8071"/>
                      <a:pt x="4344" y="8275"/>
                    </a:cubicBezTo>
                    <a:cubicBezTo>
                      <a:pt x="4372" y="8479"/>
                      <a:pt x="4537" y="8646"/>
                      <a:pt x="4713" y="8646"/>
                    </a:cubicBezTo>
                    <a:cubicBezTo>
                      <a:pt x="4888" y="8646"/>
                      <a:pt x="5005" y="8479"/>
                      <a:pt x="4975" y="8275"/>
                    </a:cubicBezTo>
                    <a:cubicBezTo>
                      <a:pt x="4945" y="8071"/>
                      <a:pt x="4780" y="7907"/>
                      <a:pt x="4607" y="7907"/>
                    </a:cubicBezTo>
                    <a:close/>
                    <a:moveTo>
                      <a:pt x="5378" y="7907"/>
                    </a:moveTo>
                    <a:cubicBezTo>
                      <a:pt x="5204" y="7907"/>
                      <a:pt x="5088" y="8071"/>
                      <a:pt x="5119" y="8275"/>
                    </a:cubicBezTo>
                    <a:cubicBezTo>
                      <a:pt x="5149" y="8479"/>
                      <a:pt x="5316" y="8646"/>
                      <a:pt x="5492" y="8646"/>
                    </a:cubicBezTo>
                    <a:cubicBezTo>
                      <a:pt x="5667" y="8646"/>
                      <a:pt x="5783" y="8479"/>
                      <a:pt x="5750" y="8275"/>
                    </a:cubicBezTo>
                    <a:cubicBezTo>
                      <a:pt x="5718" y="8071"/>
                      <a:pt x="5551" y="7907"/>
                      <a:pt x="5378" y="7907"/>
                    </a:cubicBezTo>
                    <a:close/>
                    <a:moveTo>
                      <a:pt x="6149" y="7907"/>
                    </a:moveTo>
                    <a:cubicBezTo>
                      <a:pt x="5975" y="7907"/>
                      <a:pt x="5861" y="8071"/>
                      <a:pt x="5894" y="8275"/>
                    </a:cubicBezTo>
                    <a:cubicBezTo>
                      <a:pt x="5927" y="8479"/>
                      <a:pt x="6095" y="8646"/>
                      <a:pt x="6271" y="8646"/>
                    </a:cubicBezTo>
                    <a:cubicBezTo>
                      <a:pt x="6446" y="8646"/>
                      <a:pt x="6560" y="8479"/>
                      <a:pt x="6525" y="8275"/>
                    </a:cubicBezTo>
                    <a:cubicBezTo>
                      <a:pt x="6491" y="8071"/>
                      <a:pt x="6323" y="7907"/>
                      <a:pt x="6149" y="7907"/>
                    </a:cubicBezTo>
                    <a:close/>
                    <a:moveTo>
                      <a:pt x="6920" y="7907"/>
                    </a:moveTo>
                    <a:cubicBezTo>
                      <a:pt x="6746" y="7907"/>
                      <a:pt x="6634" y="8071"/>
                      <a:pt x="6669" y="8275"/>
                    </a:cubicBezTo>
                    <a:cubicBezTo>
                      <a:pt x="6704" y="8479"/>
                      <a:pt x="6874" y="8646"/>
                      <a:pt x="7050" y="8646"/>
                    </a:cubicBezTo>
                    <a:cubicBezTo>
                      <a:pt x="7225" y="8646"/>
                      <a:pt x="7337" y="8479"/>
                      <a:pt x="7300" y="8275"/>
                    </a:cubicBezTo>
                    <a:cubicBezTo>
                      <a:pt x="7263" y="8071"/>
                      <a:pt x="7093" y="7907"/>
                      <a:pt x="6920" y="7907"/>
                    </a:cubicBezTo>
                    <a:close/>
                    <a:moveTo>
                      <a:pt x="7691" y="7907"/>
                    </a:moveTo>
                    <a:cubicBezTo>
                      <a:pt x="7518" y="7907"/>
                      <a:pt x="7407" y="8071"/>
                      <a:pt x="7444" y="8275"/>
                    </a:cubicBezTo>
                    <a:cubicBezTo>
                      <a:pt x="7481" y="8479"/>
                      <a:pt x="7654" y="8646"/>
                      <a:pt x="7829" y="8646"/>
                    </a:cubicBezTo>
                    <a:cubicBezTo>
                      <a:pt x="8004" y="8646"/>
                      <a:pt x="8114" y="8479"/>
                      <a:pt x="8075" y="8275"/>
                    </a:cubicBezTo>
                    <a:cubicBezTo>
                      <a:pt x="8036" y="8071"/>
                      <a:pt x="7865" y="7907"/>
                      <a:pt x="7691" y="7907"/>
                    </a:cubicBezTo>
                    <a:close/>
                    <a:moveTo>
                      <a:pt x="8450" y="7907"/>
                    </a:moveTo>
                    <a:cubicBezTo>
                      <a:pt x="8277" y="7907"/>
                      <a:pt x="8168" y="8071"/>
                      <a:pt x="8207" y="8275"/>
                    </a:cubicBezTo>
                    <a:cubicBezTo>
                      <a:pt x="8247" y="8479"/>
                      <a:pt x="8421" y="8646"/>
                      <a:pt x="8597" y="8646"/>
                    </a:cubicBezTo>
                    <a:cubicBezTo>
                      <a:pt x="8772" y="8646"/>
                      <a:pt x="8880" y="8479"/>
                      <a:pt x="8838" y="8275"/>
                    </a:cubicBezTo>
                    <a:cubicBezTo>
                      <a:pt x="8797" y="8071"/>
                      <a:pt x="8623" y="7907"/>
                      <a:pt x="8450" y="7907"/>
                    </a:cubicBezTo>
                    <a:close/>
                    <a:moveTo>
                      <a:pt x="9221" y="7907"/>
                    </a:moveTo>
                    <a:cubicBezTo>
                      <a:pt x="9048" y="7907"/>
                      <a:pt x="8940" y="8071"/>
                      <a:pt x="8982" y="8275"/>
                    </a:cubicBezTo>
                    <a:cubicBezTo>
                      <a:pt x="9024" y="8479"/>
                      <a:pt x="9200" y="8646"/>
                      <a:pt x="9375" y="8646"/>
                    </a:cubicBezTo>
                    <a:cubicBezTo>
                      <a:pt x="9551" y="8646"/>
                      <a:pt x="9657" y="8479"/>
                      <a:pt x="9613" y="8275"/>
                    </a:cubicBezTo>
                    <a:cubicBezTo>
                      <a:pt x="9570" y="8071"/>
                      <a:pt x="9394" y="7907"/>
                      <a:pt x="9221" y="7907"/>
                    </a:cubicBezTo>
                    <a:close/>
                    <a:moveTo>
                      <a:pt x="9992" y="7907"/>
                    </a:moveTo>
                    <a:cubicBezTo>
                      <a:pt x="9818" y="7907"/>
                      <a:pt x="9713" y="8071"/>
                      <a:pt x="9757" y="8275"/>
                    </a:cubicBezTo>
                    <a:cubicBezTo>
                      <a:pt x="9801" y="8479"/>
                      <a:pt x="9979" y="8646"/>
                      <a:pt x="10154" y="8646"/>
                    </a:cubicBezTo>
                    <a:cubicBezTo>
                      <a:pt x="10330" y="8646"/>
                      <a:pt x="10434" y="8479"/>
                      <a:pt x="10388" y="8275"/>
                    </a:cubicBezTo>
                    <a:cubicBezTo>
                      <a:pt x="10343" y="8071"/>
                      <a:pt x="10165" y="7907"/>
                      <a:pt x="9992" y="7907"/>
                    </a:cubicBezTo>
                    <a:close/>
                    <a:moveTo>
                      <a:pt x="10763" y="7907"/>
                    </a:moveTo>
                    <a:cubicBezTo>
                      <a:pt x="10589" y="7907"/>
                      <a:pt x="10486" y="8071"/>
                      <a:pt x="10532" y="8275"/>
                    </a:cubicBezTo>
                    <a:cubicBezTo>
                      <a:pt x="10579" y="8479"/>
                      <a:pt x="10758" y="8646"/>
                      <a:pt x="10933" y="8646"/>
                    </a:cubicBezTo>
                    <a:cubicBezTo>
                      <a:pt x="11109" y="8646"/>
                      <a:pt x="11211" y="8479"/>
                      <a:pt x="11163" y="8275"/>
                    </a:cubicBezTo>
                    <a:cubicBezTo>
                      <a:pt x="11115" y="8071"/>
                      <a:pt x="10936" y="7907"/>
                      <a:pt x="10763" y="7907"/>
                    </a:cubicBezTo>
                    <a:close/>
                    <a:moveTo>
                      <a:pt x="11534" y="7907"/>
                    </a:moveTo>
                    <a:cubicBezTo>
                      <a:pt x="11361" y="7907"/>
                      <a:pt x="11259" y="8071"/>
                      <a:pt x="11308" y="8275"/>
                    </a:cubicBezTo>
                    <a:cubicBezTo>
                      <a:pt x="11356" y="8479"/>
                      <a:pt x="11538" y="8646"/>
                      <a:pt x="11713" y="8646"/>
                    </a:cubicBezTo>
                    <a:cubicBezTo>
                      <a:pt x="11888" y="8646"/>
                      <a:pt x="11989" y="8479"/>
                      <a:pt x="11938" y="8275"/>
                    </a:cubicBezTo>
                    <a:cubicBezTo>
                      <a:pt x="11888" y="8071"/>
                      <a:pt x="11708" y="7907"/>
                      <a:pt x="11534" y="7907"/>
                    </a:cubicBezTo>
                    <a:close/>
                    <a:moveTo>
                      <a:pt x="12305" y="7907"/>
                    </a:moveTo>
                    <a:cubicBezTo>
                      <a:pt x="12131" y="7907"/>
                      <a:pt x="12032" y="8071"/>
                      <a:pt x="12083" y="8275"/>
                    </a:cubicBezTo>
                    <a:cubicBezTo>
                      <a:pt x="12134" y="8479"/>
                      <a:pt x="12317" y="8646"/>
                      <a:pt x="12493" y="8646"/>
                    </a:cubicBezTo>
                    <a:cubicBezTo>
                      <a:pt x="12668" y="8646"/>
                      <a:pt x="12767" y="8479"/>
                      <a:pt x="12714" y="8275"/>
                    </a:cubicBezTo>
                    <a:cubicBezTo>
                      <a:pt x="12662" y="8071"/>
                      <a:pt x="12478" y="7907"/>
                      <a:pt x="12305" y="7907"/>
                    </a:cubicBezTo>
                    <a:close/>
                    <a:moveTo>
                      <a:pt x="13836" y="7907"/>
                    </a:moveTo>
                    <a:cubicBezTo>
                      <a:pt x="13663" y="7907"/>
                      <a:pt x="13567" y="8071"/>
                      <a:pt x="13622" y="8275"/>
                    </a:cubicBezTo>
                    <a:cubicBezTo>
                      <a:pt x="13677" y="8479"/>
                      <a:pt x="13864" y="8646"/>
                      <a:pt x="14040" y="8646"/>
                    </a:cubicBezTo>
                    <a:cubicBezTo>
                      <a:pt x="14215" y="8646"/>
                      <a:pt x="14310" y="8479"/>
                      <a:pt x="14253" y="8275"/>
                    </a:cubicBezTo>
                    <a:cubicBezTo>
                      <a:pt x="14196" y="8071"/>
                      <a:pt x="14010" y="7907"/>
                      <a:pt x="13836" y="7907"/>
                    </a:cubicBezTo>
                    <a:close/>
                    <a:moveTo>
                      <a:pt x="16150" y="7907"/>
                    </a:moveTo>
                    <a:cubicBezTo>
                      <a:pt x="15977" y="7907"/>
                      <a:pt x="15886" y="8071"/>
                      <a:pt x="15948" y="8275"/>
                    </a:cubicBezTo>
                    <a:cubicBezTo>
                      <a:pt x="16010" y="8479"/>
                      <a:pt x="16203" y="8646"/>
                      <a:pt x="16378" y="8646"/>
                    </a:cubicBezTo>
                    <a:cubicBezTo>
                      <a:pt x="16554" y="8646"/>
                      <a:pt x="16644" y="8479"/>
                      <a:pt x="16580" y="8275"/>
                    </a:cubicBezTo>
                    <a:cubicBezTo>
                      <a:pt x="16516" y="8071"/>
                      <a:pt x="16324" y="7907"/>
                      <a:pt x="16150" y="7907"/>
                    </a:cubicBezTo>
                    <a:close/>
                    <a:moveTo>
                      <a:pt x="1622" y="8820"/>
                    </a:moveTo>
                    <a:cubicBezTo>
                      <a:pt x="1446" y="8820"/>
                      <a:pt x="1320" y="8988"/>
                      <a:pt x="1339" y="9197"/>
                    </a:cubicBezTo>
                    <a:cubicBezTo>
                      <a:pt x="1359" y="9407"/>
                      <a:pt x="1519" y="9578"/>
                      <a:pt x="1696" y="9578"/>
                    </a:cubicBezTo>
                    <a:cubicBezTo>
                      <a:pt x="1874" y="9578"/>
                      <a:pt x="2000" y="9407"/>
                      <a:pt x="1978" y="9197"/>
                    </a:cubicBezTo>
                    <a:cubicBezTo>
                      <a:pt x="1957" y="8988"/>
                      <a:pt x="1797" y="8820"/>
                      <a:pt x="1622" y="8820"/>
                    </a:cubicBezTo>
                    <a:close/>
                    <a:moveTo>
                      <a:pt x="2405" y="8820"/>
                    </a:moveTo>
                    <a:cubicBezTo>
                      <a:pt x="2229" y="8820"/>
                      <a:pt x="2104" y="8988"/>
                      <a:pt x="2126" y="9197"/>
                    </a:cubicBezTo>
                    <a:cubicBezTo>
                      <a:pt x="2148" y="9407"/>
                      <a:pt x="2310" y="9578"/>
                      <a:pt x="2488" y="9578"/>
                    </a:cubicBezTo>
                    <a:cubicBezTo>
                      <a:pt x="2665" y="9578"/>
                      <a:pt x="2789" y="9407"/>
                      <a:pt x="2765" y="9197"/>
                    </a:cubicBezTo>
                    <a:cubicBezTo>
                      <a:pt x="2742" y="8988"/>
                      <a:pt x="2580" y="8820"/>
                      <a:pt x="2405" y="8820"/>
                    </a:cubicBezTo>
                    <a:close/>
                    <a:moveTo>
                      <a:pt x="3174" y="8820"/>
                    </a:moveTo>
                    <a:cubicBezTo>
                      <a:pt x="2999" y="8820"/>
                      <a:pt x="2876" y="8988"/>
                      <a:pt x="2900" y="9197"/>
                    </a:cubicBezTo>
                    <a:cubicBezTo>
                      <a:pt x="2925" y="9407"/>
                      <a:pt x="3088" y="9578"/>
                      <a:pt x="3266" y="9578"/>
                    </a:cubicBezTo>
                    <a:cubicBezTo>
                      <a:pt x="3443" y="9578"/>
                      <a:pt x="3566" y="9407"/>
                      <a:pt x="3539" y="9197"/>
                    </a:cubicBezTo>
                    <a:cubicBezTo>
                      <a:pt x="3513" y="8988"/>
                      <a:pt x="3350" y="8820"/>
                      <a:pt x="3174" y="8820"/>
                    </a:cubicBezTo>
                    <a:close/>
                    <a:moveTo>
                      <a:pt x="3957" y="8820"/>
                    </a:moveTo>
                    <a:cubicBezTo>
                      <a:pt x="3781" y="8820"/>
                      <a:pt x="3660" y="8988"/>
                      <a:pt x="3687" y="9197"/>
                    </a:cubicBezTo>
                    <a:cubicBezTo>
                      <a:pt x="3714" y="9407"/>
                      <a:pt x="3879" y="9578"/>
                      <a:pt x="4057" y="9578"/>
                    </a:cubicBezTo>
                    <a:cubicBezTo>
                      <a:pt x="4235" y="9578"/>
                      <a:pt x="4355" y="9407"/>
                      <a:pt x="4326" y="9197"/>
                    </a:cubicBezTo>
                    <a:cubicBezTo>
                      <a:pt x="4298" y="8988"/>
                      <a:pt x="4133" y="8820"/>
                      <a:pt x="3957" y="8820"/>
                    </a:cubicBezTo>
                    <a:close/>
                    <a:moveTo>
                      <a:pt x="4739" y="8820"/>
                    </a:moveTo>
                    <a:cubicBezTo>
                      <a:pt x="4563" y="8820"/>
                      <a:pt x="4444" y="8988"/>
                      <a:pt x="4473" y="9197"/>
                    </a:cubicBezTo>
                    <a:cubicBezTo>
                      <a:pt x="4502" y="9407"/>
                      <a:pt x="4669" y="9578"/>
                      <a:pt x="4847" y="9578"/>
                    </a:cubicBezTo>
                    <a:cubicBezTo>
                      <a:pt x="5024" y="9578"/>
                      <a:pt x="5144" y="9407"/>
                      <a:pt x="5113" y="9197"/>
                    </a:cubicBezTo>
                    <a:cubicBezTo>
                      <a:pt x="5082" y="8988"/>
                      <a:pt x="4915" y="8820"/>
                      <a:pt x="4739" y="8820"/>
                    </a:cubicBezTo>
                    <a:close/>
                    <a:moveTo>
                      <a:pt x="5522" y="8820"/>
                    </a:moveTo>
                    <a:cubicBezTo>
                      <a:pt x="5346" y="8820"/>
                      <a:pt x="5229" y="8988"/>
                      <a:pt x="5260" y="9197"/>
                    </a:cubicBezTo>
                    <a:cubicBezTo>
                      <a:pt x="5291" y="9407"/>
                      <a:pt x="5460" y="9578"/>
                      <a:pt x="5638" y="9578"/>
                    </a:cubicBezTo>
                    <a:cubicBezTo>
                      <a:pt x="5816" y="9578"/>
                      <a:pt x="5933" y="9407"/>
                      <a:pt x="5900" y="9197"/>
                    </a:cubicBezTo>
                    <a:cubicBezTo>
                      <a:pt x="5867" y="8988"/>
                      <a:pt x="5697" y="8820"/>
                      <a:pt x="5522" y="8820"/>
                    </a:cubicBezTo>
                    <a:close/>
                    <a:moveTo>
                      <a:pt x="6293" y="8820"/>
                    </a:moveTo>
                    <a:cubicBezTo>
                      <a:pt x="6117" y="8820"/>
                      <a:pt x="6001" y="8988"/>
                      <a:pt x="6035" y="9197"/>
                    </a:cubicBezTo>
                    <a:cubicBezTo>
                      <a:pt x="6069" y="9407"/>
                      <a:pt x="6240" y="9578"/>
                      <a:pt x="6418" y="9578"/>
                    </a:cubicBezTo>
                    <a:cubicBezTo>
                      <a:pt x="6595" y="9578"/>
                      <a:pt x="6710" y="9407"/>
                      <a:pt x="6674" y="9197"/>
                    </a:cubicBezTo>
                    <a:cubicBezTo>
                      <a:pt x="6639" y="8988"/>
                      <a:pt x="6468" y="8820"/>
                      <a:pt x="6293" y="8820"/>
                    </a:cubicBezTo>
                    <a:close/>
                    <a:moveTo>
                      <a:pt x="7075" y="8820"/>
                    </a:moveTo>
                    <a:cubicBezTo>
                      <a:pt x="6899" y="8820"/>
                      <a:pt x="6786" y="8988"/>
                      <a:pt x="6821" y="9197"/>
                    </a:cubicBezTo>
                    <a:cubicBezTo>
                      <a:pt x="6858" y="9407"/>
                      <a:pt x="7031" y="9578"/>
                      <a:pt x="7209" y="9578"/>
                    </a:cubicBezTo>
                    <a:cubicBezTo>
                      <a:pt x="7386" y="9578"/>
                      <a:pt x="7499" y="9407"/>
                      <a:pt x="7461" y="9197"/>
                    </a:cubicBezTo>
                    <a:cubicBezTo>
                      <a:pt x="7423" y="8988"/>
                      <a:pt x="7250" y="8820"/>
                      <a:pt x="7075" y="8820"/>
                    </a:cubicBezTo>
                    <a:close/>
                    <a:moveTo>
                      <a:pt x="7858" y="8820"/>
                    </a:moveTo>
                    <a:cubicBezTo>
                      <a:pt x="7682" y="8820"/>
                      <a:pt x="7570" y="8988"/>
                      <a:pt x="7608" y="9197"/>
                    </a:cubicBezTo>
                    <a:cubicBezTo>
                      <a:pt x="7646" y="9407"/>
                      <a:pt x="7822" y="9578"/>
                      <a:pt x="7999" y="9578"/>
                    </a:cubicBezTo>
                    <a:cubicBezTo>
                      <a:pt x="8177" y="9578"/>
                      <a:pt x="8288" y="9407"/>
                      <a:pt x="8248" y="9197"/>
                    </a:cubicBezTo>
                    <a:cubicBezTo>
                      <a:pt x="8208" y="8988"/>
                      <a:pt x="8034" y="8820"/>
                      <a:pt x="7858" y="8820"/>
                    </a:cubicBezTo>
                    <a:close/>
                    <a:moveTo>
                      <a:pt x="8629" y="8820"/>
                    </a:moveTo>
                    <a:cubicBezTo>
                      <a:pt x="8453" y="8820"/>
                      <a:pt x="8343" y="8988"/>
                      <a:pt x="8383" y="9197"/>
                    </a:cubicBezTo>
                    <a:cubicBezTo>
                      <a:pt x="8424" y="9407"/>
                      <a:pt x="8601" y="9578"/>
                      <a:pt x="8779" y="9578"/>
                    </a:cubicBezTo>
                    <a:cubicBezTo>
                      <a:pt x="8956" y="9578"/>
                      <a:pt x="9065" y="9407"/>
                      <a:pt x="9023" y="9197"/>
                    </a:cubicBezTo>
                    <a:cubicBezTo>
                      <a:pt x="8980" y="8988"/>
                      <a:pt x="8804" y="8820"/>
                      <a:pt x="8629" y="8820"/>
                    </a:cubicBezTo>
                    <a:close/>
                    <a:moveTo>
                      <a:pt x="9411" y="8820"/>
                    </a:moveTo>
                    <a:cubicBezTo>
                      <a:pt x="9236" y="8820"/>
                      <a:pt x="9127" y="8988"/>
                      <a:pt x="9170" y="9197"/>
                    </a:cubicBezTo>
                    <a:cubicBezTo>
                      <a:pt x="9213" y="9407"/>
                      <a:pt x="9392" y="9578"/>
                      <a:pt x="9569" y="9578"/>
                    </a:cubicBezTo>
                    <a:cubicBezTo>
                      <a:pt x="9747" y="9578"/>
                      <a:pt x="9855" y="9407"/>
                      <a:pt x="9810" y="9197"/>
                    </a:cubicBezTo>
                    <a:cubicBezTo>
                      <a:pt x="9765" y="8988"/>
                      <a:pt x="9587" y="8820"/>
                      <a:pt x="9411" y="8820"/>
                    </a:cubicBezTo>
                    <a:close/>
                    <a:moveTo>
                      <a:pt x="10194" y="8820"/>
                    </a:moveTo>
                    <a:cubicBezTo>
                      <a:pt x="10018" y="8820"/>
                      <a:pt x="9912" y="8988"/>
                      <a:pt x="9957" y="9197"/>
                    </a:cubicBezTo>
                    <a:cubicBezTo>
                      <a:pt x="10002" y="9407"/>
                      <a:pt x="10183" y="9578"/>
                      <a:pt x="10360" y="9578"/>
                    </a:cubicBezTo>
                    <a:cubicBezTo>
                      <a:pt x="10538" y="9578"/>
                      <a:pt x="10643" y="9407"/>
                      <a:pt x="10596" y="9197"/>
                    </a:cubicBezTo>
                    <a:cubicBezTo>
                      <a:pt x="10549" y="8988"/>
                      <a:pt x="10370" y="8820"/>
                      <a:pt x="10194" y="8820"/>
                    </a:cubicBezTo>
                    <a:close/>
                    <a:moveTo>
                      <a:pt x="10976" y="8820"/>
                    </a:moveTo>
                    <a:cubicBezTo>
                      <a:pt x="10801" y="8820"/>
                      <a:pt x="10696" y="8988"/>
                      <a:pt x="10744" y="9197"/>
                    </a:cubicBezTo>
                    <a:cubicBezTo>
                      <a:pt x="10791" y="9407"/>
                      <a:pt x="10974" y="9578"/>
                      <a:pt x="11151" y="9578"/>
                    </a:cubicBezTo>
                    <a:cubicBezTo>
                      <a:pt x="11329" y="9578"/>
                      <a:pt x="11432" y="9407"/>
                      <a:pt x="11383" y="9197"/>
                    </a:cubicBezTo>
                    <a:cubicBezTo>
                      <a:pt x="11334" y="8988"/>
                      <a:pt x="11152" y="8820"/>
                      <a:pt x="10976" y="8820"/>
                    </a:cubicBezTo>
                    <a:close/>
                    <a:moveTo>
                      <a:pt x="11747" y="8820"/>
                    </a:moveTo>
                    <a:cubicBezTo>
                      <a:pt x="11572" y="8820"/>
                      <a:pt x="11470" y="8988"/>
                      <a:pt x="11519" y="9197"/>
                    </a:cubicBezTo>
                    <a:cubicBezTo>
                      <a:pt x="11569" y="9407"/>
                      <a:pt x="11754" y="9578"/>
                      <a:pt x="11931" y="9578"/>
                    </a:cubicBezTo>
                    <a:cubicBezTo>
                      <a:pt x="12109" y="9578"/>
                      <a:pt x="12210" y="9407"/>
                      <a:pt x="12158" y="9197"/>
                    </a:cubicBezTo>
                    <a:cubicBezTo>
                      <a:pt x="12107" y="8988"/>
                      <a:pt x="11923" y="8820"/>
                      <a:pt x="11747" y="8820"/>
                    </a:cubicBezTo>
                    <a:close/>
                    <a:moveTo>
                      <a:pt x="12531" y="8820"/>
                    </a:moveTo>
                    <a:cubicBezTo>
                      <a:pt x="12354" y="8820"/>
                      <a:pt x="12254" y="8988"/>
                      <a:pt x="12306" y="9197"/>
                    </a:cubicBezTo>
                    <a:cubicBezTo>
                      <a:pt x="12358" y="9407"/>
                      <a:pt x="12544" y="9578"/>
                      <a:pt x="12722" y="9578"/>
                    </a:cubicBezTo>
                    <a:cubicBezTo>
                      <a:pt x="12900" y="9578"/>
                      <a:pt x="13000" y="9407"/>
                      <a:pt x="12946" y="9197"/>
                    </a:cubicBezTo>
                    <a:cubicBezTo>
                      <a:pt x="12892" y="8988"/>
                      <a:pt x="12706" y="8820"/>
                      <a:pt x="12531" y="8820"/>
                    </a:cubicBezTo>
                    <a:close/>
                    <a:moveTo>
                      <a:pt x="14085" y="8820"/>
                    </a:moveTo>
                    <a:cubicBezTo>
                      <a:pt x="13909" y="8820"/>
                      <a:pt x="13812" y="8988"/>
                      <a:pt x="13869" y="9197"/>
                    </a:cubicBezTo>
                    <a:cubicBezTo>
                      <a:pt x="13926" y="9407"/>
                      <a:pt x="14116" y="9578"/>
                      <a:pt x="14293" y="9578"/>
                    </a:cubicBezTo>
                    <a:cubicBezTo>
                      <a:pt x="14471" y="9578"/>
                      <a:pt x="14567" y="9407"/>
                      <a:pt x="14508" y="9197"/>
                    </a:cubicBezTo>
                    <a:cubicBezTo>
                      <a:pt x="14450" y="8988"/>
                      <a:pt x="14260" y="8820"/>
                      <a:pt x="14085" y="8820"/>
                    </a:cubicBezTo>
                    <a:close/>
                    <a:moveTo>
                      <a:pt x="14867" y="8820"/>
                    </a:moveTo>
                    <a:cubicBezTo>
                      <a:pt x="14692" y="8820"/>
                      <a:pt x="14597" y="8988"/>
                      <a:pt x="14656" y="9197"/>
                    </a:cubicBezTo>
                    <a:cubicBezTo>
                      <a:pt x="14715" y="9407"/>
                      <a:pt x="14907" y="9578"/>
                      <a:pt x="15084" y="9578"/>
                    </a:cubicBezTo>
                    <a:cubicBezTo>
                      <a:pt x="15262" y="9578"/>
                      <a:pt x="15357" y="9407"/>
                      <a:pt x="15295" y="9197"/>
                    </a:cubicBezTo>
                    <a:cubicBezTo>
                      <a:pt x="15235" y="8988"/>
                      <a:pt x="15043" y="8820"/>
                      <a:pt x="14867" y="8820"/>
                    </a:cubicBezTo>
                    <a:close/>
                    <a:moveTo>
                      <a:pt x="15650" y="8820"/>
                    </a:moveTo>
                    <a:cubicBezTo>
                      <a:pt x="15474" y="8820"/>
                      <a:pt x="15382" y="8988"/>
                      <a:pt x="15443" y="9197"/>
                    </a:cubicBezTo>
                    <a:cubicBezTo>
                      <a:pt x="15505" y="9407"/>
                      <a:pt x="15698" y="9578"/>
                      <a:pt x="15876" y="9578"/>
                    </a:cubicBezTo>
                    <a:cubicBezTo>
                      <a:pt x="16054" y="9578"/>
                      <a:pt x="16146" y="9407"/>
                      <a:pt x="16082" y="9197"/>
                    </a:cubicBezTo>
                    <a:cubicBezTo>
                      <a:pt x="16019" y="8988"/>
                      <a:pt x="15826" y="8820"/>
                      <a:pt x="15650" y="8820"/>
                    </a:cubicBezTo>
                    <a:close/>
                    <a:moveTo>
                      <a:pt x="1707" y="9754"/>
                    </a:moveTo>
                    <a:cubicBezTo>
                      <a:pt x="1529" y="9754"/>
                      <a:pt x="1401" y="9927"/>
                      <a:pt x="1422" y="10141"/>
                    </a:cubicBezTo>
                    <a:cubicBezTo>
                      <a:pt x="1442" y="10356"/>
                      <a:pt x="1604" y="10532"/>
                      <a:pt x="1784" y="10532"/>
                    </a:cubicBezTo>
                    <a:cubicBezTo>
                      <a:pt x="1964" y="10532"/>
                      <a:pt x="2091" y="10356"/>
                      <a:pt x="2069" y="10141"/>
                    </a:cubicBezTo>
                    <a:cubicBezTo>
                      <a:pt x="2047" y="9927"/>
                      <a:pt x="1885" y="9754"/>
                      <a:pt x="1707" y="9754"/>
                    </a:cubicBezTo>
                    <a:close/>
                    <a:moveTo>
                      <a:pt x="2501" y="9754"/>
                    </a:moveTo>
                    <a:cubicBezTo>
                      <a:pt x="2324" y="9754"/>
                      <a:pt x="2197" y="9927"/>
                      <a:pt x="2220" y="10141"/>
                    </a:cubicBezTo>
                    <a:cubicBezTo>
                      <a:pt x="2242" y="10356"/>
                      <a:pt x="2407" y="10532"/>
                      <a:pt x="2587" y="10532"/>
                    </a:cubicBezTo>
                    <a:cubicBezTo>
                      <a:pt x="2767" y="10532"/>
                      <a:pt x="2892" y="10356"/>
                      <a:pt x="2868" y="10141"/>
                    </a:cubicBezTo>
                    <a:cubicBezTo>
                      <a:pt x="2843" y="9927"/>
                      <a:pt x="2679" y="9754"/>
                      <a:pt x="2501" y="9754"/>
                    </a:cubicBezTo>
                    <a:close/>
                    <a:moveTo>
                      <a:pt x="3295" y="9754"/>
                    </a:moveTo>
                    <a:cubicBezTo>
                      <a:pt x="3116" y="9754"/>
                      <a:pt x="2993" y="9927"/>
                      <a:pt x="3018" y="10141"/>
                    </a:cubicBezTo>
                    <a:cubicBezTo>
                      <a:pt x="3043" y="10356"/>
                      <a:pt x="3209" y="10532"/>
                      <a:pt x="3389" y="10532"/>
                    </a:cubicBezTo>
                    <a:cubicBezTo>
                      <a:pt x="3569" y="10532"/>
                      <a:pt x="3693" y="10356"/>
                      <a:pt x="3666" y="10141"/>
                    </a:cubicBezTo>
                    <a:cubicBezTo>
                      <a:pt x="3639" y="9927"/>
                      <a:pt x="3472" y="9754"/>
                      <a:pt x="3295" y="9754"/>
                    </a:cubicBezTo>
                    <a:close/>
                    <a:moveTo>
                      <a:pt x="4078" y="9754"/>
                    </a:moveTo>
                    <a:cubicBezTo>
                      <a:pt x="3899" y="9754"/>
                      <a:pt x="3777" y="9927"/>
                      <a:pt x="3804" y="10141"/>
                    </a:cubicBezTo>
                    <a:cubicBezTo>
                      <a:pt x="3832" y="10356"/>
                      <a:pt x="4000" y="10532"/>
                      <a:pt x="4180" y="10532"/>
                    </a:cubicBezTo>
                    <a:cubicBezTo>
                      <a:pt x="4360" y="10532"/>
                      <a:pt x="4482" y="10356"/>
                      <a:pt x="4453" y="10141"/>
                    </a:cubicBezTo>
                    <a:cubicBezTo>
                      <a:pt x="4423" y="9927"/>
                      <a:pt x="4255" y="9754"/>
                      <a:pt x="4078" y="9754"/>
                    </a:cubicBezTo>
                    <a:close/>
                    <a:moveTo>
                      <a:pt x="4871" y="9754"/>
                    </a:moveTo>
                    <a:cubicBezTo>
                      <a:pt x="4693" y="9754"/>
                      <a:pt x="4573" y="9927"/>
                      <a:pt x="4602" y="10141"/>
                    </a:cubicBezTo>
                    <a:cubicBezTo>
                      <a:pt x="4632" y="10356"/>
                      <a:pt x="4802" y="10532"/>
                      <a:pt x="4983" y="10532"/>
                    </a:cubicBezTo>
                    <a:cubicBezTo>
                      <a:pt x="5162" y="10532"/>
                      <a:pt x="5282" y="10356"/>
                      <a:pt x="5250" y="10141"/>
                    </a:cubicBezTo>
                    <a:cubicBezTo>
                      <a:pt x="5219" y="9927"/>
                      <a:pt x="5049" y="9754"/>
                      <a:pt x="4871" y="9754"/>
                    </a:cubicBezTo>
                    <a:close/>
                    <a:moveTo>
                      <a:pt x="5653" y="9754"/>
                    </a:moveTo>
                    <a:cubicBezTo>
                      <a:pt x="5475" y="9754"/>
                      <a:pt x="5357" y="9927"/>
                      <a:pt x="5389" y="10141"/>
                    </a:cubicBezTo>
                    <a:cubicBezTo>
                      <a:pt x="5421" y="10356"/>
                      <a:pt x="5593" y="10532"/>
                      <a:pt x="5774" y="10532"/>
                    </a:cubicBezTo>
                    <a:cubicBezTo>
                      <a:pt x="5953" y="10532"/>
                      <a:pt x="6071" y="10356"/>
                      <a:pt x="6037" y="10141"/>
                    </a:cubicBezTo>
                    <a:cubicBezTo>
                      <a:pt x="6003" y="9927"/>
                      <a:pt x="5831" y="9754"/>
                      <a:pt x="5653" y="9754"/>
                    </a:cubicBezTo>
                    <a:close/>
                    <a:moveTo>
                      <a:pt x="6448" y="9754"/>
                    </a:moveTo>
                    <a:cubicBezTo>
                      <a:pt x="6269" y="9754"/>
                      <a:pt x="6153" y="9927"/>
                      <a:pt x="6187" y="10141"/>
                    </a:cubicBezTo>
                    <a:cubicBezTo>
                      <a:pt x="6222" y="10356"/>
                      <a:pt x="6396" y="10532"/>
                      <a:pt x="6576" y="10532"/>
                    </a:cubicBezTo>
                    <a:cubicBezTo>
                      <a:pt x="6756" y="10532"/>
                      <a:pt x="6872" y="10356"/>
                      <a:pt x="6835" y="10141"/>
                    </a:cubicBezTo>
                    <a:cubicBezTo>
                      <a:pt x="6799" y="9927"/>
                      <a:pt x="6626" y="9754"/>
                      <a:pt x="6448" y="9754"/>
                    </a:cubicBezTo>
                    <a:close/>
                    <a:moveTo>
                      <a:pt x="7242" y="9754"/>
                    </a:moveTo>
                    <a:cubicBezTo>
                      <a:pt x="7064" y="9754"/>
                      <a:pt x="6949" y="9927"/>
                      <a:pt x="6986" y="10141"/>
                    </a:cubicBezTo>
                    <a:cubicBezTo>
                      <a:pt x="7023" y="10356"/>
                      <a:pt x="7199" y="10532"/>
                      <a:pt x="7379" y="10532"/>
                    </a:cubicBezTo>
                    <a:cubicBezTo>
                      <a:pt x="7558" y="10532"/>
                      <a:pt x="7673" y="10356"/>
                      <a:pt x="7634" y="10141"/>
                    </a:cubicBezTo>
                    <a:cubicBezTo>
                      <a:pt x="7595" y="9927"/>
                      <a:pt x="7420" y="9754"/>
                      <a:pt x="7242" y="9754"/>
                    </a:cubicBezTo>
                    <a:close/>
                    <a:moveTo>
                      <a:pt x="8024" y="9754"/>
                    </a:moveTo>
                    <a:cubicBezTo>
                      <a:pt x="7846" y="9754"/>
                      <a:pt x="7734" y="9927"/>
                      <a:pt x="7773" y="10141"/>
                    </a:cubicBezTo>
                    <a:cubicBezTo>
                      <a:pt x="7812" y="10356"/>
                      <a:pt x="7990" y="10532"/>
                      <a:pt x="8170" y="10532"/>
                    </a:cubicBezTo>
                    <a:cubicBezTo>
                      <a:pt x="8350" y="10532"/>
                      <a:pt x="8462" y="10356"/>
                      <a:pt x="8421" y="10141"/>
                    </a:cubicBezTo>
                    <a:cubicBezTo>
                      <a:pt x="8380" y="9927"/>
                      <a:pt x="8202" y="9754"/>
                      <a:pt x="8024" y="9754"/>
                    </a:cubicBezTo>
                    <a:close/>
                    <a:moveTo>
                      <a:pt x="8819" y="9754"/>
                    </a:moveTo>
                    <a:cubicBezTo>
                      <a:pt x="8641" y="9754"/>
                      <a:pt x="8530" y="9927"/>
                      <a:pt x="8571" y="10141"/>
                    </a:cubicBezTo>
                    <a:cubicBezTo>
                      <a:pt x="8613" y="10356"/>
                      <a:pt x="8793" y="10532"/>
                      <a:pt x="8973" y="10532"/>
                    </a:cubicBezTo>
                    <a:cubicBezTo>
                      <a:pt x="9153" y="10532"/>
                      <a:pt x="9263" y="10356"/>
                      <a:pt x="9219" y="10141"/>
                    </a:cubicBezTo>
                    <a:cubicBezTo>
                      <a:pt x="9176" y="9927"/>
                      <a:pt x="8997" y="9754"/>
                      <a:pt x="8819" y="9754"/>
                    </a:cubicBezTo>
                    <a:close/>
                    <a:moveTo>
                      <a:pt x="9601" y="9754"/>
                    </a:moveTo>
                    <a:cubicBezTo>
                      <a:pt x="9424" y="9754"/>
                      <a:pt x="9314" y="9927"/>
                      <a:pt x="9358" y="10141"/>
                    </a:cubicBezTo>
                    <a:cubicBezTo>
                      <a:pt x="9402" y="10356"/>
                      <a:pt x="9584" y="10532"/>
                      <a:pt x="9764" y="10532"/>
                    </a:cubicBezTo>
                    <a:cubicBezTo>
                      <a:pt x="9944" y="10532"/>
                      <a:pt x="10052" y="10356"/>
                      <a:pt x="10006" y="10141"/>
                    </a:cubicBezTo>
                    <a:cubicBezTo>
                      <a:pt x="9960" y="9927"/>
                      <a:pt x="9779" y="9754"/>
                      <a:pt x="9601" y="9754"/>
                    </a:cubicBezTo>
                    <a:close/>
                    <a:moveTo>
                      <a:pt x="10395" y="9754"/>
                    </a:moveTo>
                    <a:cubicBezTo>
                      <a:pt x="10217" y="9754"/>
                      <a:pt x="10110" y="9927"/>
                      <a:pt x="10157" y="10141"/>
                    </a:cubicBezTo>
                    <a:cubicBezTo>
                      <a:pt x="10203" y="10356"/>
                      <a:pt x="10387" y="10532"/>
                      <a:pt x="10567" y="10532"/>
                    </a:cubicBezTo>
                    <a:cubicBezTo>
                      <a:pt x="10747" y="10532"/>
                      <a:pt x="10853" y="10356"/>
                      <a:pt x="10804" y="10141"/>
                    </a:cubicBezTo>
                    <a:cubicBezTo>
                      <a:pt x="10756" y="9927"/>
                      <a:pt x="10574" y="9754"/>
                      <a:pt x="10395" y="9754"/>
                    </a:cubicBezTo>
                    <a:close/>
                    <a:moveTo>
                      <a:pt x="11190" y="9754"/>
                    </a:moveTo>
                    <a:cubicBezTo>
                      <a:pt x="11012" y="9754"/>
                      <a:pt x="10907" y="9927"/>
                      <a:pt x="10955" y="10141"/>
                    </a:cubicBezTo>
                    <a:cubicBezTo>
                      <a:pt x="11004" y="10356"/>
                      <a:pt x="11190" y="10532"/>
                      <a:pt x="11370" y="10532"/>
                    </a:cubicBezTo>
                    <a:cubicBezTo>
                      <a:pt x="11550" y="10532"/>
                      <a:pt x="11654" y="10356"/>
                      <a:pt x="11603" y="10141"/>
                    </a:cubicBezTo>
                    <a:cubicBezTo>
                      <a:pt x="11553" y="9927"/>
                      <a:pt x="11368" y="9754"/>
                      <a:pt x="11190" y="9754"/>
                    </a:cubicBezTo>
                    <a:close/>
                    <a:moveTo>
                      <a:pt x="11973" y="9754"/>
                    </a:moveTo>
                    <a:cubicBezTo>
                      <a:pt x="11794" y="9754"/>
                      <a:pt x="11691" y="9927"/>
                      <a:pt x="11742" y="10141"/>
                    </a:cubicBezTo>
                    <a:cubicBezTo>
                      <a:pt x="11793" y="10356"/>
                      <a:pt x="11981" y="10532"/>
                      <a:pt x="12161" y="10532"/>
                    </a:cubicBezTo>
                    <a:cubicBezTo>
                      <a:pt x="12341" y="10532"/>
                      <a:pt x="12443" y="10356"/>
                      <a:pt x="12390" y="10141"/>
                    </a:cubicBezTo>
                    <a:cubicBezTo>
                      <a:pt x="12337" y="9927"/>
                      <a:pt x="12151" y="9754"/>
                      <a:pt x="11973" y="9754"/>
                    </a:cubicBezTo>
                    <a:close/>
                    <a:moveTo>
                      <a:pt x="12767" y="9754"/>
                    </a:moveTo>
                    <a:cubicBezTo>
                      <a:pt x="12589" y="9754"/>
                      <a:pt x="12488" y="9927"/>
                      <a:pt x="12541" y="10141"/>
                    </a:cubicBezTo>
                    <a:cubicBezTo>
                      <a:pt x="12595" y="10356"/>
                      <a:pt x="12784" y="10532"/>
                      <a:pt x="12964" y="10532"/>
                    </a:cubicBezTo>
                    <a:cubicBezTo>
                      <a:pt x="13144" y="10532"/>
                      <a:pt x="13245" y="10356"/>
                      <a:pt x="13189" y="10141"/>
                    </a:cubicBezTo>
                    <a:cubicBezTo>
                      <a:pt x="13134" y="9927"/>
                      <a:pt x="12945" y="9754"/>
                      <a:pt x="12767" y="9754"/>
                    </a:cubicBezTo>
                    <a:close/>
                    <a:moveTo>
                      <a:pt x="2611" y="10709"/>
                    </a:moveTo>
                    <a:cubicBezTo>
                      <a:pt x="2430" y="10709"/>
                      <a:pt x="2302" y="10885"/>
                      <a:pt x="2325" y="11105"/>
                    </a:cubicBezTo>
                    <a:cubicBezTo>
                      <a:pt x="2348" y="11327"/>
                      <a:pt x="2516" y="11508"/>
                      <a:pt x="2698" y="11508"/>
                    </a:cubicBezTo>
                    <a:cubicBezTo>
                      <a:pt x="2880" y="11508"/>
                      <a:pt x="3008" y="11327"/>
                      <a:pt x="2982" y="11105"/>
                    </a:cubicBezTo>
                    <a:cubicBezTo>
                      <a:pt x="2957" y="10885"/>
                      <a:pt x="2790" y="10709"/>
                      <a:pt x="2611" y="10709"/>
                    </a:cubicBezTo>
                    <a:close/>
                    <a:moveTo>
                      <a:pt x="3403" y="10709"/>
                    </a:moveTo>
                    <a:cubicBezTo>
                      <a:pt x="3223" y="10709"/>
                      <a:pt x="3098" y="10885"/>
                      <a:pt x="3123" y="11105"/>
                    </a:cubicBezTo>
                    <a:cubicBezTo>
                      <a:pt x="3149" y="11327"/>
                      <a:pt x="3318" y="11508"/>
                      <a:pt x="3500" y="11508"/>
                    </a:cubicBezTo>
                    <a:cubicBezTo>
                      <a:pt x="3683" y="11508"/>
                      <a:pt x="3808" y="11327"/>
                      <a:pt x="3780" y="11105"/>
                    </a:cubicBezTo>
                    <a:cubicBezTo>
                      <a:pt x="3752" y="10885"/>
                      <a:pt x="3584" y="10709"/>
                      <a:pt x="3403" y="10709"/>
                    </a:cubicBezTo>
                    <a:close/>
                    <a:moveTo>
                      <a:pt x="4210" y="10709"/>
                    </a:moveTo>
                    <a:cubicBezTo>
                      <a:pt x="4029" y="10709"/>
                      <a:pt x="3905" y="10885"/>
                      <a:pt x="3933" y="11105"/>
                    </a:cubicBezTo>
                    <a:cubicBezTo>
                      <a:pt x="3962" y="11327"/>
                      <a:pt x="4132" y="11508"/>
                      <a:pt x="4315" y="11508"/>
                    </a:cubicBezTo>
                    <a:cubicBezTo>
                      <a:pt x="4497" y="11508"/>
                      <a:pt x="4621" y="11327"/>
                      <a:pt x="4590" y="11105"/>
                    </a:cubicBezTo>
                    <a:cubicBezTo>
                      <a:pt x="4560" y="10885"/>
                      <a:pt x="4390" y="10709"/>
                      <a:pt x="4210" y="10709"/>
                    </a:cubicBezTo>
                    <a:close/>
                    <a:moveTo>
                      <a:pt x="5003" y="10709"/>
                    </a:moveTo>
                    <a:cubicBezTo>
                      <a:pt x="4822" y="10709"/>
                      <a:pt x="4701" y="10885"/>
                      <a:pt x="4732" y="11105"/>
                    </a:cubicBezTo>
                    <a:cubicBezTo>
                      <a:pt x="4762" y="11327"/>
                      <a:pt x="4935" y="11508"/>
                      <a:pt x="5117" y="11508"/>
                    </a:cubicBezTo>
                    <a:cubicBezTo>
                      <a:pt x="5299" y="11508"/>
                      <a:pt x="5421" y="11327"/>
                      <a:pt x="5388" y="11105"/>
                    </a:cubicBezTo>
                    <a:cubicBezTo>
                      <a:pt x="5356" y="10885"/>
                      <a:pt x="5183" y="10709"/>
                      <a:pt x="5003" y="10709"/>
                    </a:cubicBezTo>
                    <a:close/>
                    <a:moveTo>
                      <a:pt x="5809" y="10709"/>
                    </a:moveTo>
                    <a:cubicBezTo>
                      <a:pt x="5628" y="10709"/>
                      <a:pt x="5509" y="10885"/>
                      <a:pt x="5542" y="11105"/>
                    </a:cubicBezTo>
                    <a:cubicBezTo>
                      <a:pt x="5575" y="11327"/>
                      <a:pt x="5749" y="11508"/>
                      <a:pt x="5932" y="11508"/>
                    </a:cubicBezTo>
                    <a:cubicBezTo>
                      <a:pt x="6115" y="11508"/>
                      <a:pt x="6234" y="11327"/>
                      <a:pt x="6199" y="11105"/>
                    </a:cubicBezTo>
                    <a:cubicBezTo>
                      <a:pt x="6164" y="10885"/>
                      <a:pt x="5989" y="10709"/>
                      <a:pt x="5809" y="10709"/>
                    </a:cubicBezTo>
                    <a:close/>
                    <a:moveTo>
                      <a:pt x="6603" y="10709"/>
                    </a:moveTo>
                    <a:cubicBezTo>
                      <a:pt x="6423" y="10709"/>
                      <a:pt x="6305" y="10885"/>
                      <a:pt x="6340" y="11105"/>
                    </a:cubicBezTo>
                    <a:cubicBezTo>
                      <a:pt x="6376" y="11327"/>
                      <a:pt x="6552" y="11508"/>
                      <a:pt x="6735" y="11508"/>
                    </a:cubicBezTo>
                    <a:cubicBezTo>
                      <a:pt x="6917" y="11508"/>
                      <a:pt x="7034" y="11327"/>
                      <a:pt x="6997" y="11105"/>
                    </a:cubicBezTo>
                    <a:cubicBezTo>
                      <a:pt x="6959" y="10885"/>
                      <a:pt x="6784" y="10709"/>
                      <a:pt x="6603" y="10709"/>
                    </a:cubicBezTo>
                    <a:close/>
                    <a:moveTo>
                      <a:pt x="7409" y="10709"/>
                    </a:moveTo>
                    <a:cubicBezTo>
                      <a:pt x="7228" y="10709"/>
                      <a:pt x="7113" y="10885"/>
                      <a:pt x="7150" y="11105"/>
                    </a:cubicBezTo>
                    <a:cubicBezTo>
                      <a:pt x="7188" y="11327"/>
                      <a:pt x="7367" y="11508"/>
                      <a:pt x="7550" y="11508"/>
                    </a:cubicBezTo>
                    <a:cubicBezTo>
                      <a:pt x="7732" y="11508"/>
                      <a:pt x="7847" y="11327"/>
                      <a:pt x="7807" y="11105"/>
                    </a:cubicBezTo>
                    <a:cubicBezTo>
                      <a:pt x="7767" y="10885"/>
                      <a:pt x="7589" y="10709"/>
                      <a:pt x="7409" y="10709"/>
                    </a:cubicBezTo>
                    <a:close/>
                    <a:moveTo>
                      <a:pt x="8203" y="10709"/>
                    </a:moveTo>
                    <a:cubicBezTo>
                      <a:pt x="8023" y="10709"/>
                      <a:pt x="7909" y="10885"/>
                      <a:pt x="7949" y="11105"/>
                    </a:cubicBezTo>
                    <a:cubicBezTo>
                      <a:pt x="7989" y="11327"/>
                      <a:pt x="8170" y="11508"/>
                      <a:pt x="8353" y="11508"/>
                    </a:cubicBezTo>
                    <a:cubicBezTo>
                      <a:pt x="8535" y="11508"/>
                      <a:pt x="8648" y="11327"/>
                      <a:pt x="8606" y="11105"/>
                    </a:cubicBezTo>
                    <a:cubicBezTo>
                      <a:pt x="8564" y="10885"/>
                      <a:pt x="8384" y="10709"/>
                      <a:pt x="8203" y="10709"/>
                    </a:cubicBezTo>
                    <a:close/>
                    <a:moveTo>
                      <a:pt x="9009" y="10709"/>
                    </a:moveTo>
                    <a:cubicBezTo>
                      <a:pt x="8829" y="10709"/>
                      <a:pt x="8717" y="10885"/>
                      <a:pt x="8759" y="11105"/>
                    </a:cubicBezTo>
                    <a:cubicBezTo>
                      <a:pt x="8802" y="11327"/>
                      <a:pt x="8985" y="11508"/>
                      <a:pt x="9167" y="11508"/>
                    </a:cubicBezTo>
                    <a:cubicBezTo>
                      <a:pt x="9349" y="11508"/>
                      <a:pt x="9461" y="11327"/>
                      <a:pt x="9416" y="11105"/>
                    </a:cubicBezTo>
                    <a:cubicBezTo>
                      <a:pt x="9371" y="10885"/>
                      <a:pt x="9190" y="10709"/>
                      <a:pt x="9009" y="10709"/>
                    </a:cubicBezTo>
                    <a:close/>
                    <a:moveTo>
                      <a:pt x="9803" y="10709"/>
                    </a:moveTo>
                    <a:cubicBezTo>
                      <a:pt x="9623" y="10709"/>
                      <a:pt x="9513" y="10885"/>
                      <a:pt x="9558" y="11105"/>
                    </a:cubicBezTo>
                    <a:cubicBezTo>
                      <a:pt x="9603" y="11327"/>
                      <a:pt x="9789" y="11508"/>
                      <a:pt x="9970" y="11508"/>
                    </a:cubicBezTo>
                    <a:cubicBezTo>
                      <a:pt x="10153" y="11508"/>
                      <a:pt x="10262" y="11327"/>
                      <a:pt x="10215" y="11105"/>
                    </a:cubicBezTo>
                    <a:cubicBezTo>
                      <a:pt x="10167" y="10885"/>
                      <a:pt x="9983" y="10709"/>
                      <a:pt x="9803" y="10709"/>
                    </a:cubicBezTo>
                    <a:close/>
                    <a:moveTo>
                      <a:pt x="10609" y="10709"/>
                    </a:moveTo>
                    <a:cubicBezTo>
                      <a:pt x="10429" y="10709"/>
                      <a:pt x="10321" y="10885"/>
                      <a:pt x="10369" y="11105"/>
                    </a:cubicBezTo>
                    <a:cubicBezTo>
                      <a:pt x="10416" y="11327"/>
                      <a:pt x="10603" y="11508"/>
                      <a:pt x="10785" y="11508"/>
                    </a:cubicBezTo>
                    <a:cubicBezTo>
                      <a:pt x="10968" y="11508"/>
                      <a:pt x="11074" y="11327"/>
                      <a:pt x="11025" y="11105"/>
                    </a:cubicBezTo>
                    <a:cubicBezTo>
                      <a:pt x="10975" y="10885"/>
                      <a:pt x="10790" y="10709"/>
                      <a:pt x="10609" y="10709"/>
                    </a:cubicBezTo>
                    <a:close/>
                    <a:moveTo>
                      <a:pt x="11403" y="10709"/>
                    </a:moveTo>
                    <a:cubicBezTo>
                      <a:pt x="11223" y="10709"/>
                      <a:pt x="11117" y="10885"/>
                      <a:pt x="11167" y="11105"/>
                    </a:cubicBezTo>
                    <a:cubicBezTo>
                      <a:pt x="11217" y="11327"/>
                      <a:pt x="11406" y="11508"/>
                      <a:pt x="11588" y="11508"/>
                    </a:cubicBezTo>
                    <a:cubicBezTo>
                      <a:pt x="11771" y="11508"/>
                      <a:pt x="11875" y="11327"/>
                      <a:pt x="11823" y="11105"/>
                    </a:cubicBezTo>
                    <a:cubicBezTo>
                      <a:pt x="11771" y="10885"/>
                      <a:pt x="11584" y="10709"/>
                      <a:pt x="11403" y="10709"/>
                    </a:cubicBezTo>
                    <a:close/>
                    <a:moveTo>
                      <a:pt x="12210" y="10709"/>
                    </a:moveTo>
                    <a:cubicBezTo>
                      <a:pt x="12029" y="10709"/>
                      <a:pt x="11925" y="10885"/>
                      <a:pt x="11978" y="11105"/>
                    </a:cubicBezTo>
                    <a:cubicBezTo>
                      <a:pt x="12030" y="11327"/>
                      <a:pt x="12221" y="11508"/>
                      <a:pt x="12403" y="11508"/>
                    </a:cubicBezTo>
                    <a:cubicBezTo>
                      <a:pt x="12586" y="11508"/>
                      <a:pt x="12689" y="11327"/>
                      <a:pt x="12634" y="11105"/>
                    </a:cubicBezTo>
                    <a:cubicBezTo>
                      <a:pt x="12580" y="10885"/>
                      <a:pt x="12390" y="10709"/>
                      <a:pt x="12210" y="10709"/>
                    </a:cubicBezTo>
                    <a:close/>
                    <a:moveTo>
                      <a:pt x="13004" y="10709"/>
                    </a:moveTo>
                    <a:cubicBezTo>
                      <a:pt x="12823" y="10709"/>
                      <a:pt x="12722" y="10885"/>
                      <a:pt x="12776" y="11105"/>
                    </a:cubicBezTo>
                    <a:cubicBezTo>
                      <a:pt x="12831" y="11327"/>
                      <a:pt x="13024" y="11508"/>
                      <a:pt x="13207" y="11508"/>
                    </a:cubicBezTo>
                    <a:cubicBezTo>
                      <a:pt x="13389" y="11508"/>
                      <a:pt x="13490" y="11327"/>
                      <a:pt x="13433" y="11105"/>
                    </a:cubicBezTo>
                    <a:cubicBezTo>
                      <a:pt x="13376" y="10885"/>
                      <a:pt x="13184" y="10709"/>
                      <a:pt x="13004" y="10709"/>
                    </a:cubicBezTo>
                    <a:close/>
                    <a:moveTo>
                      <a:pt x="1902" y="11684"/>
                    </a:moveTo>
                    <a:cubicBezTo>
                      <a:pt x="1719" y="11684"/>
                      <a:pt x="1588" y="11866"/>
                      <a:pt x="1609" y="12092"/>
                    </a:cubicBezTo>
                    <a:cubicBezTo>
                      <a:pt x="1631" y="12320"/>
                      <a:pt x="1798" y="12505"/>
                      <a:pt x="1983" y="12505"/>
                    </a:cubicBezTo>
                    <a:cubicBezTo>
                      <a:pt x="2167" y="12505"/>
                      <a:pt x="2298" y="12320"/>
                      <a:pt x="2275" y="12092"/>
                    </a:cubicBezTo>
                    <a:cubicBezTo>
                      <a:pt x="2251" y="11866"/>
                      <a:pt x="2084" y="11684"/>
                      <a:pt x="1902" y="11684"/>
                    </a:cubicBezTo>
                    <a:close/>
                    <a:moveTo>
                      <a:pt x="2707" y="11684"/>
                    </a:moveTo>
                    <a:cubicBezTo>
                      <a:pt x="2525" y="11684"/>
                      <a:pt x="2395" y="11866"/>
                      <a:pt x="2419" y="12092"/>
                    </a:cubicBezTo>
                    <a:cubicBezTo>
                      <a:pt x="2443" y="12320"/>
                      <a:pt x="2613" y="12505"/>
                      <a:pt x="2798" y="12505"/>
                    </a:cubicBezTo>
                    <a:cubicBezTo>
                      <a:pt x="2982" y="12505"/>
                      <a:pt x="3111" y="12320"/>
                      <a:pt x="3085" y="12092"/>
                    </a:cubicBezTo>
                    <a:cubicBezTo>
                      <a:pt x="3059" y="11866"/>
                      <a:pt x="2890" y="11684"/>
                      <a:pt x="2707" y="11684"/>
                    </a:cubicBezTo>
                    <a:close/>
                    <a:moveTo>
                      <a:pt x="5147" y="11684"/>
                    </a:moveTo>
                    <a:cubicBezTo>
                      <a:pt x="4964" y="11684"/>
                      <a:pt x="4841" y="11866"/>
                      <a:pt x="4873" y="12092"/>
                    </a:cubicBezTo>
                    <a:cubicBezTo>
                      <a:pt x="4904" y="12320"/>
                      <a:pt x="5079" y="12505"/>
                      <a:pt x="5264" y="12505"/>
                    </a:cubicBezTo>
                    <a:cubicBezTo>
                      <a:pt x="5449" y="12505"/>
                      <a:pt x="5572" y="12320"/>
                      <a:pt x="5538" y="12092"/>
                    </a:cubicBezTo>
                    <a:cubicBezTo>
                      <a:pt x="5505" y="11866"/>
                      <a:pt x="5330" y="11684"/>
                      <a:pt x="5147" y="11684"/>
                    </a:cubicBezTo>
                    <a:close/>
                    <a:moveTo>
                      <a:pt x="5953" y="11684"/>
                    </a:moveTo>
                    <a:cubicBezTo>
                      <a:pt x="5769" y="11684"/>
                      <a:pt x="5649" y="11866"/>
                      <a:pt x="5683" y="12092"/>
                    </a:cubicBezTo>
                    <a:cubicBezTo>
                      <a:pt x="5717" y="12320"/>
                      <a:pt x="5894" y="12505"/>
                      <a:pt x="6079" y="12505"/>
                    </a:cubicBezTo>
                    <a:cubicBezTo>
                      <a:pt x="6264" y="12505"/>
                      <a:pt x="6385" y="12320"/>
                      <a:pt x="6349" y="12092"/>
                    </a:cubicBezTo>
                    <a:cubicBezTo>
                      <a:pt x="6313" y="11866"/>
                      <a:pt x="6135" y="11684"/>
                      <a:pt x="5953" y="11684"/>
                    </a:cubicBezTo>
                    <a:close/>
                    <a:moveTo>
                      <a:pt x="6771" y="11684"/>
                    </a:moveTo>
                    <a:cubicBezTo>
                      <a:pt x="6588" y="11684"/>
                      <a:pt x="6469" y="11866"/>
                      <a:pt x="6505" y="12092"/>
                    </a:cubicBezTo>
                    <a:cubicBezTo>
                      <a:pt x="6541" y="12320"/>
                      <a:pt x="6721" y="12505"/>
                      <a:pt x="6906" y="12505"/>
                    </a:cubicBezTo>
                    <a:cubicBezTo>
                      <a:pt x="7091" y="12505"/>
                      <a:pt x="7209" y="12320"/>
                      <a:pt x="7170" y="12092"/>
                    </a:cubicBezTo>
                    <a:cubicBezTo>
                      <a:pt x="7132" y="11866"/>
                      <a:pt x="6953" y="11684"/>
                      <a:pt x="6771" y="11684"/>
                    </a:cubicBezTo>
                    <a:close/>
                    <a:moveTo>
                      <a:pt x="7576" y="11684"/>
                    </a:moveTo>
                    <a:cubicBezTo>
                      <a:pt x="7393" y="11684"/>
                      <a:pt x="7276" y="11866"/>
                      <a:pt x="7315" y="12092"/>
                    </a:cubicBezTo>
                    <a:cubicBezTo>
                      <a:pt x="7354" y="12320"/>
                      <a:pt x="7536" y="12505"/>
                      <a:pt x="7721" y="12505"/>
                    </a:cubicBezTo>
                    <a:cubicBezTo>
                      <a:pt x="7905" y="12505"/>
                      <a:pt x="8022" y="12320"/>
                      <a:pt x="7980" y="12092"/>
                    </a:cubicBezTo>
                    <a:cubicBezTo>
                      <a:pt x="7940" y="11866"/>
                      <a:pt x="7758" y="11684"/>
                      <a:pt x="7576" y="11684"/>
                    </a:cubicBezTo>
                    <a:close/>
                    <a:moveTo>
                      <a:pt x="8393" y="11684"/>
                    </a:moveTo>
                    <a:cubicBezTo>
                      <a:pt x="8211" y="11684"/>
                      <a:pt x="8096" y="11866"/>
                      <a:pt x="8137" y="12092"/>
                    </a:cubicBezTo>
                    <a:cubicBezTo>
                      <a:pt x="8179" y="12320"/>
                      <a:pt x="8362" y="12505"/>
                      <a:pt x="8547" y="12505"/>
                    </a:cubicBezTo>
                    <a:cubicBezTo>
                      <a:pt x="8732" y="12505"/>
                      <a:pt x="8846" y="12320"/>
                      <a:pt x="8803" y="12092"/>
                    </a:cubicBezTo>
                    <a:cubicBezTo>
                      <a:pt x="8759" y="11866"/>
                      <a:pt x="8576" y="11684"/>
                      <a:pt x="8393" y="11684"/>
                    </a:cubicBezTo>
                    <a:close/>
                    <a:moveTo>
                      <a:pt x="9200" y="11684"/>
                    </a:moveTo>
                    <a:cubicBezTo>
                      <a:pt x="9017" y="11684"/>
                      <a:pt x="8904" y="11866"/>
                      <a:pt x="8947" y="12092"/>
                    </a:cubicBezTo>
                    <a:cubicBezTo>
                      <a:pt x="8991" y="12320"/>
                      <a:pt x="9177" y="12505"/>
                      <a:pt x="9362" y="12505"/>
                    </a:cubicBezTo>
                    <a:cubicBezTo>
                      <a:pt x="9547" y="12505"/>
                      <a:pt x="9659" y="12320"/>
                      <a:pt x="9613" y="12092"/>
                    </a:cubicBezTo>
                    <a:cubicBezTo>
                      <a:pt x="9567" y="11866"/>
                      <a:pt x="9382" y="11684"/>
                      <a:pt x="9200" y="11684"/>
                    </a:cubicBezTo>
                    <a:close/>
                    <a:moveTo>
                      <a:pt x="10005" y="11684"/>
                    </a:moveTo>
                    <a:cubicBezTo>
                      <a:pt x="9823" y="11684"/>
                      <a:pt x="9712" y="11866"/>
                      <a:pt x="9758" y="12092"/>
                    </a:cubicBezTo>
                    <a:cubicBezTo>
                      <a:pt x="9804" y="12320"/>
                      <a:pt x="9993" y="12505"/>
                      <a:pt x="10177" y="12505"/>
                    </a:cubicBezTo>
                    <a:cubicBezTo>
                      <a:pt x="10362" y="12505"/>
                      <a:pt x="10472" y="12320"/>
                      <a:pt x="10423" y="12092"/>
                    </a:cubicBezTo>
                    <a:cubicBezTo>
                      <a:pt x="10375" y="11866"/>
                      <a:pt x="10188" y="11684"/>
                      <a:pt x="10005" y="11684"/>
                    </a:cubicBezTo>
                    <a:close/>
                    <a:moveTo>
                      <a:pt x="10823" y="11684"/>
                    </a:moveTo>
                    <a:cubicBezTo>
                      <a:pt x="10640" y="11684"/>
                      <a:pt x="10531" y="11866"/>
                      <a:pt x="10580" y="12092"/>
                    </a:cubicBezTo>
                    <a:cubicBezTo>
                      <a:pt x="10629" y="12320"/>
                      <a:pt x="10819" y="12505"/>
                      <a:pt x="11003" y="12505"/>
                    </a:cubicBezTo>
                    <a:cubicBezTo>
                      <a:pt x="11189" y="12505"/>
                      <a:pt x="11297" y="12320"/>
                      <a:pt x="11245" y="12092"/>
                    </a:cubicBezTo>
                    <a:cubicBezTo>
                      <a:pt x="11195" y="11866"/>
                      <a:pt x="11006" y="11684"/>
                      <a:pt x="10823" y="11684"/>
                    </a:cubicBezTo>
                    <a:close/>
                    <a:moveTo>
                      <a:pt x="11628" y="11684"/>
                    </a:moveTo>
                    <a:cubicBezTo>
                      <a:pt x="11446" y="11684"/>
                      <a:pt x="11339" y="11866"/>
                      <a:pt x="11390" y="12092"/>
                    </a:cubicBezTo>
                    <a:cubicBezTo>
                      <a:pt x="11442" y="12320"/>
                      <a:pt x="11634" y="12505"/>
                      <a:pt x="11818" y="12505"/>
                    </a:cubicBezTo>
                    <a:cubicBezTo>
                      <a:pt x="12003" y="12505"/>
                      <a:pt x="12109" y="12320"/>
                      <a:pt x="12055" y="12092"/>
                    </a:cubicBezTo>
                    <a:cubicBezTo>
                      <a:pt x="12002" y="11866"/>
                      <a:pt x="11811" y="11684"/>
                      <a:pt x="11628" y="11684"/>
                    </a:cubicBezTo>
                    <a:close/>
                    <a:moveTo>
                      <a:pt x="12446" y="11684"/>
                    </a:moveTo>
                    <a:cubicBezTo>
                      <a:pt x="12263" y="11684"/>
                      <a:pt x="12159" y="11866"/>
                      <a:pt x="12213" y="12092"/>
                    </a:cubicBezTo>
                    <a:cubicBezTo>
                      <a:pt x="12267" y="12320"/>
                      <a:pt x="12461" y="12505"/>
                      <a:pt x="12645" y="12505"/>
                    </a:cubicBezTo>
                    <a:cubicBezTo>
                      <a:pt x="12830" y="12505"/>
                      <a:pt x="12934" y="12320"/>
                      <a:pt x="12878" y="12092"/>
                    </a:cubicBezTo>
                    <a:cubicBezTo>
                      <a:pt x="12822" y="11866"/>
                      <a:pt x="12629" y="11684"/>
                      <a:pt x="12446" y="11684"/>
                    </a:cubicBezTo>
                    <a:close/>
                    <a:moveTo>
                      <a:pt x="14059" y="11684"/>
                    </a:moveTo>
                    <a:cubicBezTo>
                      <a:pt x="13876" y="11684"/>
                      <a:pt x="13775" y="11866"/>
                      <a:pt x="13834" y="12092"/>
                    </a:cubicBezTo>
                    <a:cubicBezTo>
                      <a:pt x="13893" y="12320"/>
                      <a:pt x="14091" y="12505"/>
                      <a:pt x="14276" y="12505"/>
                    </a:cubicBezTo>
                    <a:cubicBezTo>
                      <a:pt x="14460" y="12505"/>
                      <a:pt x="14561" y="12320"/>
                      <a:pt x="14499" y="12092"/>
                    </a:cubicBezTo>
                    <a:cubicBezTo>
                      <a:pt x="14439" y="11866"/>
                      <a:pt x="14241" y="11684"/>
                      <a:pt x="14059" y="11684"/>
                    </a:cubicBezTo>
                    <a:close/>
                    <a:moveTo>
                      <a:pt x="1999" y="12680"/>
                    </a:moveTo>
                    <a:cubicBezTo>
                      <a:pt x="1814" y="12680"/>
                      <a:pt x="1681" y="12868"/>
                      <a:pt x="1703" y="13100"/>
                    </a:cubicBezTo>
                    <a:cubicBezTo>
                      <a:pt x="1725" y="13333"/>
                      <a:pt x="1895" y="13524"/>
                      <a:pt x="2082" y="13524"/>
                    </a:cubicBezTo>
                    <a:cubicBezTo>
                      <a:pt x="2270" y="13524"/>
                      <a:pt x="2402" y="13333"/>
                      <a:pt x="2378" y="13100"/>
                    </a:cubicBezTo>
                    <a:cubicBezTo>
                      <a:pt x="2354" y="12868"/>
                      <a:pt x="2184" y="12680"/>
                      <a:pt x="1999" y="12680"/>
                    </a:cubicBezTo>
                    <a:close/>
                    <a:moveTo>
                      <a:pt x="2828" y="12680"/>
                    </a:moveTo>
                    <a:cubicBezTo>
                      <a:pt x="2643" y="12680"/>
                      <a:pt x="2512" y="12868"/>
                      <a:pt x="2537" y="13100"/>
                    </a:cubicBezTo>
                    <a:cubicBezTo>
                      <a:pt x="2561" y="13333"/>
                      <a:pt x="2734" y="13524"/>
                      <a:pt x="2921" y="13524"/>
                    </a:cubicBezTo>
                    <a:cubicBezTo>
                      <a:pt x="3108" y="13524"/>
                      <a:pt x="3238" y="13333"/>
                      <a:pt x="3212" y="13100"/>
                    </a:cubicBezTo>
                    <a:cubicBezTo>
                      <a:pt x="3185" y="12868"/>
                      <a:pt x="3013" y="12680"/>
                      <a:pt x="2828" y="12680"/>
                    </a:cubicBezTo>
                    <a:close/>
                    <a:moveTo>
                      <a:pt x="5291" y="12680"/>
                    </a:moveTo>
                    <a:cubicBezTo>
                      <a:pt x="5106" y="12680"/>
                      <a:pt x="4982" y="12868"/>
                      <a:pt x="5014" y="13100"/>
                    </a:cubicBezTo>
                    <a:cubicBezTo>
                      <a:pt x="5046" y="13333"/>
                      <a:pt x="5224" y="13524"/>
                      <a:pt x="5411" y="13524"/>
                    </a:cubicBezTo>
                    <a:cubicBezTo>
                      <a:pt x="5599" y="13524"/>
                      <a:pt x="5723" y="13333"/>
                      <a:pt x="5688" y="13100"/>
                    </a:cubicBezTo>
                    <a:cubicBezTo>
                      <a:pt x="5654" y="12868"/>
                      <a:pt x="5476" y="12680"/>
                      <a:pt x="5291" y="12680"/>
                    </a:cubicBezTo>
                    <a:close/>
                    <a:moveTo>
                      <a:pt x="6108" y="12680"/>
                    </a:moveTo>
                    <a:cubicBezTo>
                      <a:pt x="5922" y="12680"/>
                      <a:pt x="5801" y="12868"/>
                      <a:pt x="5835" y="13100"/>
                    </a:cubicBezTo>
                    <a:cubicBezTo>
                      <a:pt x="5870" y="13333"/>
                      <a:pt x="6051" y="13524"/>
                      <a:pt x="6238" y="13524"/>
                    </a:cubicBezTo>
                    <a:cubicBezTo>
                      <a:pt x="6426" y="13524"/>
                      <a:pt x="6547" y="13333"/>
                      <a:pt x="6510" y="13100"/>
                    </a:cubicBezTo>
                    <a:cubicBezTo>
                      <a:pt x="6473" y="12868"/>
                      <a:pt x="6293" y="12680"/>
                      <a:pt x="6108" y="12680"/>
                    </a:cubicBezTo>
                    <a:close/>
                    <a:moveTo>
                      <a:pt x="6938" y="12680"/>
                    </a:moveTo>
                    <a:cubicBezTo>
                      <a:pt x="6752" y="12680"/>
                      <a:pt x="6632" y="12868"/>
                      <a:pt x="6669" y="13100"/>
                    </a:cubicBezTo>
                    <a:cubicBezTo>
                      <a:pt x="6707" y="13333"/>
                      <a:pt x="6889" y="13524"/>
                      <a:pt x="7077" y="13524"/>
                    </a:cubicBezTo>
                    <a:cubicBezTo>
                      <a:pt x="7264" y="13524"/>
                      <a:pt x="7383" y="13333"/>
                      <a:pt x="7344" y="13100"/>
                    </a:cubicBezTo>
                    <a:cubicBezTo>
                      <a:pt x="7304" y="12868"/>
                      <a:pt x="7123" y="12680"/>
                      <a:pt x="6938" y="12680"/>
                    </a:cubicBezTo>
                    <a:close/>
                    <a:moveTo>
                      <a:pt x="7755" y="12680"/>
                    </a:moveTo>
                    <a:cubicBezTo>
                      <a:pt x="7569" y="12680"/>
                      <a:pt x="7451" y="12868"/>
                      <a:pt x="7491" y="13100"/>
                    </a:cubicBezTo>
                    <a:cubicBezTo>
                      <a:pt x="7531" y="13333"/>
                      <a:pt x="7716" y="13524"/>
                      <a:pt x="7904" y="13524"/>
                    </a:cubicBezTo>
                    <a:cubicBezTo>
                      <a:pt x="8090" y="13524"/>
                      <a:pt x="8208" y="13333"/>
                      <a:pt x="8166" y="13100"/>
                    </a:cubicBezTo>
                    <a:cubicBezTo>
                      <a:pt x="8124" y="12868"/>
                      <a:pt x="7940" y="12680"/>
                      <a:pt x="7755" y="12680"/>
                    </a:cubicBezTo>
                    <a:close/>
                    <a:moveTo>
                      <a:pt x="9402" y="12680"/>
                    </a:moveTo>
                    <a:cubicBezTo>
                      <a:pt x="9216" y="12680"/>
                      <a:pt x="9102" y="12868"/>
                      <a:pt x="9147" y="13100"/>
                    </a:cubicBezTo>
                    <a:cubicBezTo>
                      <a:pt x="9192" y="13333"/>
                      <a:pt x="9381" y="13524"/>
                      <a:pt x="9569" y="13524"/>
                    </a:cubicBezTo>
                    <a:cubicBezTo>
                      <a:pt x="9756" y="13524"/>
                      <a:pt x="9869" y="13333"/>
                      <a:pt x="9822" y="13100"/>
                    </a:cubicBezTo>
                    <a:cubicBezTo>
                      <a:pt x="9775" y="12868"/>
                      <a:pt x="9587" y="12680"/>
                      <a:pt x="9402" y="12680"/>
                    </a:cubicBezTo>
                    <a:close/>
                    <a:moveTo>
                      <a:pt x="10219" y="12680"/>
                    </a:moveTo>
                    <a:cubicBezTo>
                      <a:pt x="10034" y="12680"/>
                      <a:pt x="9922" y="12868"/>
                      <a:pt x="9969" y="13100"/>
                    </a:cubicBezTo>
                    <a:cubicBezTo>
                      <a:pt x="10017" y="13333"/>
                      <a:pt x="10209" y="13524"/>
                      <a:pt x="10396" y="13524"/>
                    </a:cubicBezTo>
                    <a:cubicBezTo>
                      <a:pt x="10583" y="13524"/>
                      <a:pt x="10694" y="13333"/>
                      <a:pt x="10644" y="13100"/>
                    </a:cubicBezTo>
                    <a:cubicBezTo>
                      <a:pt x="10594" y="12868"/>
                      <a:pt x="10404" y="12680"/>
                      <a:pt x="10219" y="12680"/>
                    </a:cubicBezTo>
                    <a:close/>
                    <a:moveTo>
                      <a:pt x="11036" y="12680"/>
                    </a:moveTo>
                    <a:cubicBezTo>
                      <a:pt x="10851" y="12680"/>
                      <a:pt x="10741" y="12868"/>
                      <a:pt x="10792" y="13100"/>
                    </a:cubicBezTo>
                    <a:cubicBezTo>
                      <a:pt x="10842" y="13333"/>
                      <a:pt x="11035" y="13524"/>
                      <a:pt x="11222" y="13524"/>
                    </a:cubicBezTo>
                    <a:cubicBezTo>
                      <a:pt x="11410" y="13524"/>
                      <a:pt x="11518" y="13333"/>
                      <a:pt x="11466" y="13100"/>
                    </a:cubicBezTo>
                    <a:cubicBezTo>
                      <a:pt x="11414" y="12868"/>
                      <a:pt x="11222" y="12680"/>
                      <a:pt x="11036" y="12680"/>
                    </a:cubicBezTo>
                    <a:close/>
                    <a:moveTo>
                      <a:pt x="6264" y="13718"/>
                    </a:moveTo>
                    <a:cubicBezTo>
                      <a:pt x="6076" y="13718"/>
                      <a:pt x="5953" y="13911"/>
                      <a:pt x="5988" y="14150"/>
                    </a:cubicBezTo>
                    <a:cubicBezTo>
                      <a:pt x="6024" y="14390"/>
                      <a:pt x="6207" y="14586"/>
                      <a:pt x="6398" y="14586"/>
                    </a:cubicBezTo>
                    <a:cubicBezTo>
                      <a:pt x="6588" y="14586"/>
                      <a:pt x="6711" y="14390"/>
                      <a:pt x="6673" y="14150"/>
                    </a:cubicBezTo>
                    <a:cubicBezTo>
                      <a:pt x="6635" y="13911"/>
                      <a:pt x="6452" y="13718"/>
                      <a:pt x="6264" y="13718"/>
                    </a:cubicBezTo>
                    <a:close/>
                    <a:moveTo>
                      <a:pt x="7105" y="13718"/>
                    </a:moveTo>
                    <a:cubicBezTo>
                      <a:pt x="6917" y="13718"/>
                      <a:pt x="6795" y="13911"/>
                      <a:pt x="6834" y="14150"/>
                    </a:cubicBezTo>
                    <a:cubicBezTo>
                      <a:pt x="6872" y="14390"/>
                      <a:pt x="7058" y="14586"/>
                      <a:pt x="7248" y="14586"/>
                    </a:cubicBezTo>
                    <a:cubicBezTo>
                      <a:pt x="7438" y="14586"/>
                      <a:pt x="7558" y="14390"/>
                      <a:pt x="7518" y="14150"/>
                    </a:cubicBezTo>
                    <a:cubicBezTo>
                      <a:pt x="7477" y="13911"/>
                      <a:pt x="7293" y="13718"/>
                      <a:pt x="7105" y="13718"/>
                    </a:cubicBezTo>
                    <a:close/>
                    <a:moveTo>
                      <a:pt x="9604" y="13718"/>
                    </a:moveTo>
                    <a:cubicBezTo>
                      <a:pt x="9416" y="13718"/>
                      <a:pt x="9301" y="13911"/>
                      <a:pt x="9347" y="14150"/>
                    </a:cubicBezTo>
                    <a:cubicBezTo>
                      <a:pt x="9394" y="14390"/>
                      <a:pt x="9586" y="14586"/>
                      <a:pt x="9776" y="14586"/>
                    </a:cubicBezTo>
                    <a:cubicBezTo>
                      <a:pt x="9966" y="14586"/>
                      <a:pt x="10080" y="14390"/>
                      <a:pt x="10031" y="14150"/>
                    </a:cubicBezTo>
                    <a:cubicBezTo>
                      <a:pt x="9983" y="13911"/>
                      <a:pt x="9791" y="13718"/>
                      <a:pt x="9604" y="13718"/>
                    </a:cubicBezTo>
                    <a:close/>
                    <a:moveTo>
                      <a:pt x="10433" y="13718"/>
                    </a:moveTo>
                    <a:cubicBezTo>
                      <a:pt x="10245" y="13718"/>
                      <a:pt x="10132" y="13911"/>
                      <a:pt x="10181" y="14150"/>
                    </a:cubicBezTo>
                    <a:cubicBezTo>
                      <a:pt x="10230" y="14390"/>
                      <a:pt x="10425" y="14586"/>
                      <a:pt x="10614" y="14586"/>
                    </a:cubicBezTo>
                    <a:cubicBezTo>
                      <a:pt x="10804" y="14586"/>
                      <a:pt x="10917" y="14390"/>
                      <a:pt x="10865" y="14150"/>
                    </a:cubicBezTo>
                    <a:cubicBezTo>
                      <a:pt x="10814" y="13911"/>
                      <a:pt x="10620" y="13718"/>
                      <a:pt x="10433" y="13718"/>
                    </a:cubicBezTo>
                    <a:close/>
                    <a:moveTo>
                      <a:pt x="11274" y="13718"/>
                    </a:moveTo>
                    <a:cubicBezTo>
                      <a:pt x="11086" y="13718"/>
                      <a:pt x="10975" y="13911"/>
                      <a:pt x="11027" y="14150"/>
                    </a:cubicBezTo>
                    <a:cubicBezTo>
                      <a:pt x="11079" y="14390"/>
                      <a:pt x="11275" y="14586"/>
                      <a:pt x="11464" y="14586"/>
                    </a:cubicBezTo>
                    <a:cubicBezTo>
                      <a:pt x="11655" y="14586"/>
                      <a:pt x="11764" y="14390"/>
                      <a:pt x="11710" y="14150"/>
                    </a:cubicBezTo>
                    <a:cubicBezTo>
                      <a:pt x="11657" y="13911"/>
                      <a:pt x="11462" y="13718"/>
                      <a:pt x="11274" y="13718"/>
                    </a:cubicBezTo>
                    <a:close/>
                    <a:moveTo>
                      <a:pt x="12102" y="13718"/>
                    </a:moveTo>
                    <a:cubicBezTo>
                      <a:pt x="11915" y="13718"/>
                      <a:pt x="11807" y="13911"/>
                      <a:pt x="11861" y="14150"/>
                    </a:cubicBezTo>
                    <a:cubicBezTo>
                      <a:pt x="11915" y="14390"/>
                      <a:pt x="12113" y="14586"/>
                      <a:pt x="12303" y="14586"/>
                    </a:cubicBezTo>
                    <a:cubicBezTo>
                      <a:pt x="12493" y="14586"/>
                      <a:pt x="12601" y="14390"/>
                      <a:pt x="12544" y="14150"/>
                    </a:cubicBezTo>
                    <a:cubicBezTo>
                      <a:pt x="12488" y="13911"/>
                      <a:pt x="12290" y="13718"/>
                      <a:pt x="12102" y="13718"/>
                    </a:cubicBezTo>
                    <a:close/>
                    <a:moveTo>
                      <a:pt x="14603" y="13718"/>
                    </a:moveTo>
                    <a:cubicBezTo>
                      <a:pt x="14415" y="13718"/>
                      <a:pt x="14313" y="13911"/>
                      <a:pt x="14375" y="14150"/>
                    </a:cubicBezTo>
                    <a:cubicBezTo>
                      <a:pt x="14438" y="14390"/>
                      <a:pt x="14642" y="14586"/>
                      <a:pt x="14832" y="14586"/>
                    </a:cubicBezTo>
                    <a:cubicBezTo>
                      <a:pt x="15022" y="14586"/>
                      <a:pt x="15123" y="14390"/>
                      <a:pt x="15059" y="14150"/>
                    </a:cubicBezTo>
                    <a:cubicBezTo>
                      <a:pt x="14995" y="13911"/>
                      <a:pt x="14790" y="13718"/>
                      <a:pt x="14603" y="13718"/>
                    </a:cubicBezTo>
                    <a:close/>
                    <a:moveTo>
                      <a:pt x="6431" y="14776"/>
                    </a:moveTo>
                    <a:cubicBezTo>
                      <a:pt x="6241" y="14776"/>
                      <a:pt x="6116" y="14975"/>
                      <a:pt x="6153" y="15220"/>
                    </a:cubicBezTo>
                    <a:cubicBezTo>
                      <a:pt x="6190" y="15467"/>
                      <a:pt x="6376" y="15669"/>
                      <a:pt x="6569" y="15669"/>
                    </a:cubicBezTo>
                    <a:cubicBezTo>
                      <a:pt x="6762" y="15669"/>
                      <a:pt x="6886" y="15467"/>
                      <a:pt x="6847" y="15220"/>
                    </a:cubicBezTo>
                    <a:cubicBezTo>
                      <a:pt x="6808" y="14975"/>
                      <a:pt x="6622" y="14776"/>
                      <a:pt x="6431" y="14776"/>
                    </a:cubicBezTo>
                    <a:close/>
                    <a:moveTo>
                      <a:pt x="7284" y="14776"/>
                    </a:moveTo>
                    <a:cubicBezTo>
                      <a:pt x="7093" y="14776"/>
                      <a:pt x="6971" y="14975"/>
                      <a:pt x="7010" y="15220"/>
                    </a:cubicBezTo>
                    <a:cubicBezTo>
                      <a:pt x="7049" y="15467"/>
                      <a:pt x="7238" y="15669"/>
                      <a:pt x="7431" y="15669"/>
                    </a:cubicBezTo>
                    <a:cubicBezTo>
                      <a:pt x="7624" y="15669"/>
                      <a:pt x="7745" y="15467"/>
                      <a:pt x="7704" y="15220"/>
                    </a:cubicBezTo>
                    <a:cubicBezTo>
                      <a:pt x="7662" y="14975"/>
                      <a:pt x="7474" y="14776"/>
                      <a:pt x="7284" y="14776"/>
                    </a:cubicBezTo>
                    <a:close/>
                    <a:moveTo>
                      <a:pt x="10658" y="14776"/>
                    </a:moveTo>
                    <a:cubicBezTo>
                      <a:pt x="10468" y="14776"/>
                      <a:pt x="10354" y="14975"/>
                      <a:pt x="10404" y="15220"/>
                    </a:cubicBezTo>
                    <a:cubicBezTo>
                      <a:pt x="10455" y="15467"/>
                      <a:pt x="10653" y="15669"/>
                      <a:pt x="10845" y="15669"/>
                    </a:cubicBezTo>
                    <a:cubicBezTo>
                      <a:pt x="11038" y="15669"/>
                      <a:pt x="11151" y="15467"/>
                      <a:pt x="11098" y="15220"/>
                    </a:cubicBezTo>
                    <a:cubicBezTo>
                      <a:pt x="11046" y="14975"/>
                      <a:pt x="10849" y="14776"/>
                      <a:pt x="10658" y="14776"/>
                    </a:cubicBezTo>
                    <a:close/>
                    <a:moveTo>
                      <a:pt x="11499" y="14776"/>
                    </a:moveTo>
                    <a:cubicBezTo>
                      <a:pt x="11309" y="14776"/>
                      <a:pt x="11197" y="14975"/>
                      <a:pt x="11250" y="15220"/>
                    </a:cubicBezTo>
                    <a:cubicBezTo>
                      <a:pt x="11303" y="15467"/>
                      <a:pt x="11503" y="15669"/>
                      <a:pt x="11696" y="15669"/>
                    </a:cubicBezTo>
                    <a:cubicBezTo>
                      <a:pt x="11889" y="15669"/>
                      <a:pt x="11999" y="15467"/>
                      <a:pt x="11944" y="15220"/>
                    </a:cubicBezTo>
                    <a:cubicBezTo>
                      <a:pt x="11888" y="14975"/>
                      <a:pt x="11690" y="14776"/>
                      <a:pt x="11499" y="14776"/>
                    </a:cubicBezTo>
                    <a:close/>
                    <a:moveTo>
                      <a:pt x="12352" y="14776"/>
                    </a:moveTo>
                    <a:cubicBezTo>
                      <a:pt x="12162" y="14776"/>
                      <a:pt x="12052" y="14975"/>
                      <a:pt x="12107" y="15220"/>
                    </a:cubicBezTo>
                    <a:cubicBezTo>
                      <a:pt x="12163" y="15467"/>
                      <a:pt x="12366" y="15669"/>
                      <a:pt x="12558" y="15669"/>
                    </a:cubicBezTo>
                    <a:cubicBezTo>
                      <a:pt x="12751" y="15669"/>
                      <a:pt x="12859" y="15467"/>
                      <a:pt x="12801" y="15220"/>
                    </a:cubicBezTo>
                    <a:cubicBezTo>
                      <a:pt x="12743" y="14975"/>
                      <a:pt x="12542" y="14776"/>
                      <a:pt x="12352" y="14776"/>
                    </a:cubicBezTo>
                    <a:close/>
                    <a:moveTo>
                      <a:pt x="15728" y="14776"/>
                    </a:moveTo>
                    <a:cubicBezTo>
                      <a:pt x="15538" y="14776"/>
                      <a:pt x="15437" y="14975"/>
                      <a:pt x="15503" y="15220"/>
                    </a:cubicBezTo>
                    <a:cubicBezTo>
                      <a:pt x="15570" y="15467"/>
                      <a:pt x="15781" y="15669"/>
                      <a:pt x="15974" y="15669"/>
                    </a:cubicBezTo>
                    <a:cubicBezTo>
                      <a:pt x="16167" y="15669"/>
                      <a:pt x="16266" y="15467"/>
                      <a:pt x="16197" y="15220"/>
                    </a:cubicBezTo>
                    <a:cubicBezTo>
                      <a:pt x="16129" y="14975"/>
                      <a:pt x="15919" y="14776"/>
                      <a:pt x="15728" y="14776"/>
                    </a:cubicBezTo>
                    <a:close/>
                    <a:moveTo>
                      <a:pt x="6599" y="15876"/>
                    </a:moveTo>
                    <a:cubicBezTo>
                      <a:pt x="6405" y="15876"/>
                      <a:pt x="6279" y="16080"/>
                      <a:pt x="6317" y="16333"/>
                    </a:cubicBezTo>
                    <a:cubicBezTo>
                      <a:pt x="6355" y="16587"/>
                      <a:pt x="6544" y="16794"/>
                      <a:pt x="6740" y="16794"/>
                    </a:cubicBezTo>
                    <a:cubicBezTo>
                      <a:pt x="6936" y="16794"/>
                      <a:pt x="7062" y="16587"/>
                      <a:pt x="7021" y="16333"/>
                    </a:cubicBezTo>
                    <a:cubicBezTo>
                      <a:pt x="6981" y="16080"/>
                      <a:pt x="6792" y="15876"/>
                      <a:pt x="6599" y="15876"/>
                    </a:cubicBezTo>
                    <a:close/>
                    <a:moveTo>
                      <a:pt x="10884" y="15876"/>
                    </a:moveTo>
                    <a:cubicBezTo>
                      <a:pt x="10691" y="15876"/>
                      <a:pt x="10576" y="16080"/>
                      <a:pt x="10628" y="16333"/>
                    </a:cubicBezTo>
                    <a:cubicBezTo>
                      <a:pt x="10680" y="16587"/>
                      <a:pt x="10881" y="16794"/>
                      <a:pt x="11076" y="16794"/>
                    </a:cubicBezTo>
                    <a:cubicBezTo>
                      <a:pt x="11272" y="16794"/>
                      <a:pt x="11386" y="16587"/>
                      <a:pt x="11331" y="16333"/>
                    </a:cubicBezTo>
                    <a:cubicBezTo>
                      <a:pt x="11278" y="16080"/>
                      <a:pt x="11077" y="15876"/>
                      <a:pt x="10884" y="15876"/>
                    </a:cubicBezTo>
                    <a:close/>
                    <a:moveTo>
                      <a:pt x="16024" y="15876"/>
                    </a:moveTo>
                    <a:cubicBezTo>
                      <a:pt x="15831" y="15876"/>
                      <a:pt x="15729" y="16080"/>
                      <a:pt x="15797" y="16333"/>
                    </a:cubicBezTo>
                    <a:cubicBezTo>
                      <a:pt x="15866" y="16587"/>
                      <a:pt x="16081" y="16794"/>
                      <a:pt x="16277" y="16794"/>
                    </a:cubicBezTo>
                    <a:cubicBezTo>
                      <a:pt x="16472" y="16794"/>
                      <a:pt x="16573" y="16587"/>
                      <a:pt x="16502" y="16333"/>
                    </a:cubicBezTo>
                    <a:cubicBezTo>
                      <a:pt x="16431" y="16080"/>
                      <a:pt x="16217" y="15876"/>
                      <a:pt x="16024" y="15876"/>
                    </a:cubicBezTo>
                    <a:close/>
                    <a:moveTo>
                      <a:pt x="10258" y="16997"/>
                    </a:moveTo>
                    <a:cubicBezTo>
                      <a:pt x="10062" y="16997"/>
                      <a:pt x="9943" y="17207"/>
                      <a:pt x="9993" y="17466"/>
                    </a:cubicBezTo>
                    <a:cubicBezTo>
                      <a:pt x="10044" y="17728"/>
                      <a:pt x="10246" y="17942"/>
                      <a:pt x="10445" y="17942"/>
                    </a:cubicBezTo>
                    <a:cubicBezTo>
                      <a:pt x="10643" y="17942"/>
                      <a:pt x="10760" y="17728"/>
                      <a:pt x="10707" y="17466"/>
                    </a:cubicBezTo>
                    <a:cubicBezTo>
                      <a:pt x="10655" y="17207"/>
                      <a:pt x="10454" y="16997"/>
                      <a:pt x="10258" y="16997"/>
                    </a:cubicBezTo>
                    <a:close/>
                    <a:moveTo>
                      <a:pt x="11985" y="16997"/>
                    </a:moveTo>
                    <a:cubicBezTo>
                      <a:pt x="11789" y="16997"/>
                      <a:pt x="11676" y="17207"/>
                      <a:pt x="11732" y="17466"/>
                    </a:cubicBezTo>
                    <a:cubicBezTo>
                      <a:pt x="11789" y="17728"/>
                      <a:pt x="11995" y="17942"/>
                      <a:pt x="12194" y="17942"/>
                    </a:cubicBezTo>
                    <a:cubicBezTo>
                      <a:pt x="12392" y="17942"/>
                      <a:pt x="12505" y="17728"/>
                      <a:pt x="12446" y="17466"/>
                    </a:cubicBezTo>
                    <a:cubicBezTo>
                      <a:pt x="12387" y="17207"/>
                      <a:pt x="12182" y="16997"/>
                      <a:pt x="11985" y="16997"/>
                    </a:cubicBezTo>
                    <a:close/>
                    <a:moveTo>
                      <a:pt x="13726" y="16997"/>
                    </a:moveTo>
                    <a:cubicBezTo>
                      <a:pt x="13530" y="16997"/>
                      <a:pt x="13421" y="17207"/>
                      <a:pt x="13483" y="17466"/>
                    </a:cubicBezTo>
                    <a:cubicBezTo>
                      <a:pt x="13545" y="17728"/>
                      <a:pt x="13756" y="17942"/>
                      <a:pt x="13955" y="17942"/>
                    </a:cubicBezTo>
                    <a:cubicBezTo>
                      <a:pt x="14153" y="17942"/>
                      <a:pt x="14261" y="17728"/>
                      <a:pt x="14196" y="17466"/>
                    </a:cubicBezTo>
                    <a:cubicBezTo>
                      <a:pt x="14132" y="17207"/>
                      <a:pt x="13922" y="16997"/>
                      <a:pt x="13726" y="16997"/>
                    </a:cubicBezTo>
                    <a:close/>
                    <a:moveTo>
                      <a:pt x="14602" y="16997"/>
                    </a:moveTo>
                    <a:cubicBezTo>
                      <a:pt x="14405" y="16997"/>
                      <a:pt x="14300" y="17207"/>
                      <a:pt x="14364" y="17466"/>
                    </a:cubicBezTo>
                    <a:cubicBezTo>
                      <a:pt x="14429" y="17728"/>
                      <a:pt x="14642" y="17942"/>
                      <a:pt x="14841" y="17942"/>
                    </a:cubicBezTo>
                    <a:cubicBezTo>
                      <a:pt x="15039" y="17942"/>
                      <a:pt x="15145" y="17728"/>
                      <a:pt x="15078" y="17466"/>
                    </a:cubicBezTo>
                    <a:cubicBezTo>
                      <a:pt x="15011" y="17207"/>
                      <a:pt x="14798" y="16997"/>
                      <a:pt x="14602" y="16997"/>
                    </a:cubicBezTo>
                    <a:close/>
                    <a:moveTo>
                      <a:pt x="11359" y="18138"/>
                    </a:moveTo>
                    <a:cubicBezTo>
                      <a:pt x="11161" y="18138"/>
                      <a:pt x="11043" y="18353"/>
                      <a:pt x="11098" y="18621"/>
                    </a:cubicBezTo>
                    <a:cubicBezTo>
                      <a:pt x="11153" y="18891"/>
                      <a:pt x="11362" y="19110"/>
                      <a:pt x="11562" y="19110"/>
                    </a:cubicBezTo>
                    <a:cubicBezTo>
                      <a:pt x="11764" y="19110"/>
                      <a:pt x="11880" y="18891"/>
                      <a:pt x="11822" y="18621"/>
                    </a:cubicBezTo>
                    <a:cubicBezTo>
                      <a:pt x="11765" y="18353"/>
                      <a:pt x="11558" y="18138"/>
                      <a:pt x="11359" y="18138"/>
                    </a:cubicBezTo>
                    <a:close/>
                    <a:moveTo>
                      <a:pt x="12246" y="18138"/>
                    </a:moveTo>
                    <a:cubicBezTo>
                      <a:pt x="12048" y="18138"/>
                      <a:pt x="11933" y="18353"/>
                      <a:pt x="11991" y="18621"/>
                    </a:cubicBezTo>
                    <a:cubicBezTo>
                      <a:pt x="12049" y="18891"/>
                      <a:pt x="12259" y="19110"/>
                      <a:pt x="12460" y="19110"/>
                    </a:cubicBezTo>
                    <a:cubicBezTo>
                      <a:pt x="12662" y="19110"/>
                      <a:pt x="12776" y="18891"/>
                      <a:pt x="12715" y="18621"/>
                    </a:cubicBezTo>
                    <a:cubicBezTo>
                      <a:pt x="12655" y="18353"/>
                      <a:pt x="12445" y="18138"/>
                      <a:pt x="12246" y="18138"/>
                    </a:cubicBezTo>
                    <a:close/>
                    <a:moveTo>
                      <a:pt x="13122" y="18138"/>
                    </a:moveTo>
                    <a:cubicBezTo>
                      <a:pt x="12924" y="18138"/>
                      <a:pt x="12811" y="18353"/>
                      <a:pt x="12872" y="18621"/>
                    </a:cubicBezTo>
                    <a:cubicBezTo>
                      <a:pt x="12933" y="18891"/>
                      <a:pt x="13146" y="19110"/>
                      <a:pt x="13347" y="19110"/>
                    </a:cubicBezTo>
                    <a:cubicBezTo>
                      <a:pt x="13549" y="19110"/>
                      <a:pt x="13659" y="18891"/>
                      <a:pt x="13596" y="18621"/>
                    </a:cubicBezTo>
                    <a:cubicBezTo>
                      <a:pt x="13533" y="18353"/>
                      <a:pt x="13321" y="18138"/>
                      <a:pt x="13122" y="18138"/>
                    </a:cubicBezTo>
                    <a:close/>
                    <a:moveTo>
                      <a:pt x="14010" y="18138"/>
                    </a:moveTo>
                    <a:cubicBezTo>
                      <a:pt x="13811" y="18138"/>
                      <a:pt x="13701" y="18353"/>
                      <a:pt x="13765" y="18621"/>
                    </a:cubicBezTo>
                    <a:cubicBezTo>
                      <a:pt x="13829" y="18891"/>
                      <a:pt x="14044" y="19110"/>
                      <a:pt x="14246" y="19110"/>
                    </a:cubicBezTo>
                    <a:cubicBezTo>
                      <a:pt x="14447" y="19110"/>
                      <a:pt x="14556" y="18891"/>
                      <a:pt x="14489" y="18621"/>
                    </a:cubicBezTo>
                    <a:cubicBezTo>
                      <a:pt x="14423" y="18353"/>
                      <a:pt x="14209" y="18138"/>
                      <a:pt x="14010" y="18138"/>
                    </a:cubicBezTo>
                    <a:close/>
                    <a:moveTo>
                      <a:pt x="14898" y="18138"/>
                    </a:moveTo>
                    <a:cubicBezTo>
                      <a:pt x="14698" y="18138"/>
                      <a:pt x="14591" y="18353"/>
                      <a:pt x="14658" y="18621"/>
                    </a:cubicBezTo>
                    <a:cubicBezTo>
                      <a:pt x="14725" y="18891"/>
                      <a:pt x="14942" y="19110"/>
                      <a:pt x="15144" y="19110"/>
                    </a:cubicBezTo>
                    <a:cubicBezTo>
                      <a:pt x="15345" y="19110"/>
                      <a:pt x="15452" y="18891"/>
                      <a:pt x="15383" y="18621"/>
                    </a:cubicBezTo>
                    <a:cubicBezTo>
                      <a:pt x="15314" y="18353"/>
                      <a:pt x="15096" y="18138"/>
                      <a:pt x="14898" y="18138"/>
                    </a:cubicBezTo>
                    <a:close/>
                    <a:moveTo>
                      <a:pt x="15774" y="18138"/>
                    </a:moveTo>
                    <a:cubicBezTo>
                      <a:pt x="15575" y="18138"/>
                      <a:pt x="15470" y="18353"/>
                      <a:pt x="15540" y="18621"/>
                    </a:cubicBezTo>
                    <a:cubicBezTo>
                      <a:pt x="15610" y="18891"/>
                      <a:pt x="15829" y="19110"/>
                      <a:pt x="16031" y="19110"/>
                    </a:cubicBezTo>
                    <a:cubicBezTo>
                      <a:pt x="16232" y="19110"/>
                      <a:pt x="16336" y="18891"/>
                      <a:pt x="16264" y="18621"/>
                    </a:cubicBezTo>
                    <a:cubicBezTo>
                      <a:pt x="16192" y="18353"/>
                      <a:pt x="15973" y="18138"/>
                      <a:pt x="15774" y="18138"/>
                    </a:cubicBezTo>
                    <a:close/>
                    <a:moveTo>
                      <a:pt x="17538" y="18138"/>
                    </a:moveTo>
                    <a:cubicBezTo>
                      <a:pt x="17339" y="18138"/>
                      <a:pt x="17239" y="18353"/>
                      <a:pt x="17315" y="18621"/>
                    </a:cubicBezTo>
                    <a:cubicBezTo>
                      <a:pt x="17391" y="18891"/>
                      <a:pt x="17615" y="19110"/>
                      <a:pt x="17816" y="19110"/>
                    </a:cubicBezTo>
                    <a:cubicBezTo>
                      <a:pt x="18018" y="19110"/>
                      <a:pt x="18117" y="18891"/>
                      <a:pt x="18039" y="18621"/>
                    </a:cubicBezTo>
                    <a:cubicBezTo>
                      <a:pt x="17961" y="18353"/>
                      <a:pt x="17737" y="18138"/>
                      <a:pt x="17538" y="18138"/>
                    </a:cubicBezTo>
                    <a:close/>
                    <a:moveTo>
                      <a:pt x="18426" y="18138"/>
                    </a:moveTo>
                    <a:cubicBezTo>
                      <a:pt x="18227" y="18138"/>
                      <a:pt x="18129" y="18353"/>
                      <a:pt x="18208" y="18621"/>
                    </a:cubicBezTo>
                    <a:cubicBezTo>
                      <a:pt x="18287" y="18891"/>
                      <a:pt x="18513" y="19110"/>
                      <a:pt x="18715" y="19110"/>
                    </a:cubicBezTo>
                    <a:cubicBezTo>
                      <a:pt x="18917" y="19110"/>
                      <a:pt x="19013" y="18891"/>
                      <a:pt x="18932" y="18621"/>
                    </a:cubicBezTo>
                    <a:cubicBezTo>
                      <a:pt x="18851" y="18353"/>
                      <a:pt x="18625" y="18138"/>
                      <a:pt x="18426" y="18138"/>
                    </a:cubicBezTo>
                    <a:close/>
                    <a:moveTo>
                      <a:pt x="11608" y="19342"/>
                    </a:moveTo>
                    <a:cubicBezTo>
                      <a:pt x="11407" y="19342"/>
                      <a:pt x="11288" y="19565"/>
                      <a:pt x="11345" y="19841"/>
                    </a:cubicBezTo>
                    <a:cubicBezTo>
                      <a:pt x="11401" y="20118"/>
                      <a:pt x="11614" y="20344"/>
                      <a:pt x="11818" y="20344"/>
                    </a:cubicBezTo>
                    <a:cubicBezTo>
                      <a:pt x="12022" y="20344"/>
                      <a:pt x="12140" y="20118"/>
                      <a:pt x="12080" y="19841"/>
                    </a:cubicBezTo>
                    <a:cubicBezTo>
                      <a:pt x="12021" y="19565"/>
                      <a:pt x="11810" y="19342"/>
                      <a:pt x="11608" y="19342"/>
                    </a:cubicBezTo>
                    <a:close/>
                    <a:moveTo>
                      <a:pt x="12507" y="19342"/>
                    </a:moveTo>
                    <a:cubicBezTo>
                      <a:pt x="12306" y="19342"/>
                      <a:pt x="12190" y="19565"/>
                      <a:pt x="12250" y="19841"/>
                    </a:cubicBezTo>
                    <a:cubicBezTo>
                      <a:pt x="12309" y="20118"/>
                      <a:pt x="12524" y="20344"/>
                      <a:pt x="12728" y="20344"/>
                    </a:cubicBezTo>
                    <a:cubicBezTo>
                      <a:pt x="12933" y="20344"/>
                      <a:pt x="13047" y="20118"/>
                      <a:pt x="12985" y="19841"/>
                    </a:cubicBezTo>
                    <a:cubicBezTo>
                      <a:pt x="12922" y="19565"/>
                      <a:pt x="12710" y="19342"/>
                      <a:pt x="12507" y="19342"/>
                    </a:cubicBezTo>
                    <a:close/>
                    <a:moveTo>
                      <a:pt x="16093" y="19342"/>
                    </a:moveTo>
                    <a:cubicBezTo>
                      <a:pt x="15891" y="19342"/>
                      <a:pt x="15786" y="19565"/>
                      <a:pt x="15857" y="19841"/>
                    </a:cubicBezTo>
                    <a:cubicBezTo>
                      <a:pt x="15929" y="20118"/>
                      <a:pt x="16154" y="20344"/>
                      <a:pt x="16358" y="20344"/>
                    </a:cubicBezTo>
                    <a:cubicBezTo>
                      <a:pt x="16562" y="20344"/>
                      <a:pt x="16667" y="20118"/>
                      <a:pt x="16592" y="19841"/>
                    </a:cubicBezTo>
                    <a:cubicBezTo>
                      <a:pt x="16518" y="19565"/>
                      <a:pt x="16295" y="19342"/>
                      <a:pt x="16093" y="19342"/>
                    </a:cubicBezTo>
                    <a:close/>
                    <a:moveTo>
                      <a:pt x="18780" y="19342"/>
                    </a:moveTo>
                    <a:cubicBezTo>
                      <a:pt x="18578" y="19342"/>
                      <a:pt x="18480" y="19565"/>
                      <a:pt x="18561" y="19841"/>
                    </a:cubicBezTo>
                    <a:cubicBezTo>
                      <a:pt x="18642" y="20118"/>
                      <a:pt x="18873" y="20344"/>
                      <a:pt x="19078" y="20344"/>
                    </a:cubicBezTo>
                    <a:cubicBezTo>
                      <a:pt x="19283" y="20344"/>
                      <a:pt x="19380" y="20118"/>
                      <a:pt x="19296" y="19841"/>
                    </a:cubicBezTo>
                    <a:cubicBezTo>
                      <a:pt x="19212" y="19565"/>
                      <a:pt x="18982" y="19342"/>
                      <a:pt x="18780" y="19342"/>
                    </a:cubicBezTo>
                    <a:close/>
                    <a:moveTo>
                      <a:pt x="19668" y="19342"/>
                    </a:moveTo>
                    <a:cubicBezTo>
                      <a:pt x="19466" y="19342"/>
                      <a:pt x="19371" y="19565"/>
                      <a:pt x="19454" y="19841"/>
                    </a:cubicBezTo>
                    <a:cubicBezTo>
                      <a:pt x="19539" y="20118"/>
                      <a:pt x="19773" y="20344"/>
                      <a:pt x="19977" y="20344"/>
                    </a:cubicBezTo>
                    <a:cubicBezTo>
                      <a:pt x="20182" y="20344"/>
                      <a:pt x="20277" y="20118"/>
                      <a:pt x="20190" y="19841"/>
                    </a:cubicBezTo>
                    <a:cubicBezTo>
                      <a:pt x="20104" y="19565"/>
                      <a:pt x="19870" y="19342"/>
                      <a:pt x="19668" y="19342"/>
                    </a:cubicBezTo>
                    <a:close/>
                    <a:moveTo>
                      <a:pt x="20568" y="19342"/>
                    </a:moveTo>
                    <a:cubicBezTo>
                      <a:pt x="20366" y="19342"/>
                      <a:pt x="20273" y="19565"/>
                      <a:pt x="20360" y="19841"/>
                    </a:cubicBezTo>
                    <a:cubicBezTo>
                      <a:pt x="20447" y="20118"/>
                      <a:pt x="20684" y="20344"/>
                      <a:pt x="20888" y="20344"/>
                    </a:cubicBezTo>
                    <a:cubicBezTo>
                      <a:pt x="21093" y="20344"/>
                      <a:pt x="21185" y="20118"/>
                      <a:pt x="21095" y="19841"/>
                    </a:cubicBezTo>
                    <a:cubicBezTo>
                      <a:pt x="21005" y="19565"/>
                      <a:pt x="20770" y="19342"/>
                      <a:pt x="20568" y="19342"/>
                    </a:cubicBezTo>
                    <a:close/>
                    <a:moveTo>
                      <a:pt x="13691" y="20566"/>
                    </a:moveTo>
                    <a:cubicBezTo>
                      <a:pt x="13486" y="20566"/>
                      <a:pt x="13372" y="20796"/>
                      <a:pt x="13436" y="21080"/>
                    </a:cubicBezTo>
                    <a:cubicBezTo>
                      <a:pt x="13501" y="21366"/>
                      <a:pt x="13723" y="21600"/>
                      <a:pt x="13929" y="21600"/>
                    </a:cubicBezTo>
                    <a:cubicBezTo>
                      <a:pt x="14137" y="21600"/>
                      <a:pt x="14250" y="21366"/>
                      <a:pt x="14182" y="21080"/>
                    </a:cubicBezTo>
                    <a:cubicBezTo>
                      <a:pt x="14115" y="20796"/>
                      <a:pt x="13896" y="20566"/>
                      <a:pt x="13691" y="20566"/>
                    </a:cubicBezTo>
                    <a:close/>
                    <a:moveTo>
                      <a:pt x="14590" y="20566"/>
                    </a:moveTo>
                    <a:cubicBezTo>
                      <a:pt x="14385" y="20566"/>
                      <a:pt x="14274" y="20796"/>
                      <a:pt x="14341" y="21080"/>
                    </a:cubicBezTo>
                    <a:cubicBezTo>
                      <a:pt x="14410" y="21366"/>
                      <a:pt x="14633" y="21600"/>
                      <a:pt x="14840" y="21600"/>
                    </a:cubicBezTo>
                    <a:cubicBezTo>
                      <a:pt x="15048" y="21600"/>
                      <a:pt x="15158" y="21366"/>
                      <a:pt x="15088" y="21080"/>
                    </a:cubicBezTo>
                    <a:cubicBezTo>
                      <a:pt x="15018" y="20796"/>
                      <a:pt x="14795" y="20566"/>
                      <a:pt x="14590" y="20566"/>
                    </a:cubicBezTo>
                    <a:close/>
                    <a:moveTo>
                      <a:pt x="15501" y="20566"/>
                    </a:moveTo>
                    <a:cubicBezTo>
                      <a:pt x="15296" y="20566"/>
                      <a:pt x="15188" y="20796"/>
                      <a:pt x="15258" y="21080"/>
                    </a:cubicBezTo>
                    <a:cubicBezTo>
                      <a:pt x="15329" y="21366"/>
                      <a:pt x="15555" y="21600"/>
                      <a:pt x="15763" y="21600"/>
                    </a:cubicBezTo>
                    <a:cubicBezTo>
                      <a:pt x="15970" y="21600"/>
                      <a:pt x="16078" y="21366"/>
                      <a:pt x="16005" y="21080"/>
                    </a:cubicBezTo>
                    <a:cubicBezTo>
                      <a:pt x="15931" y="20796"/>
                      <a:pt x="15706" y="20566"/>
                      <a:pt x="15501" y="20566"/>
                    </a:cubicBezTo>
                    <a:close/>
                    <a:moveTo>
                      <a:pt x="17324" y="20566"/>
                    </a:moveTo>
                    <a:cubicBezTo>
                      <a:pt x="17119" y="20566"/>
                      <a:pt x="17015" y="20796"/>
                      <a:pt x="17092" y="21080"/>
                    </a:cubicBezTo>
                    <a:cubicBezTo>
                      <a:pt x="17169" y="21366"/>
                      <a:pt x="17401" y="21600"/>
                      <a:pt x="17608" y="21600"/>
                    </a:cubicBezTo>
                    <a:cubicBezTo>
                      <a:pt x="17816" y="21600"/>
                      <a:pt x="17919" y="21366"/>
                      <a:pt x="17838" y="21080"/>
                    </a:cubicBezTo>
                    <a:cubicBezTo>
                      <a:pt x="17759" y="20796"/>
                      <a:pt x="17528" y="20566"/>
                      <a:pt x="17324" y="20566"/>
                    </a:cubicBezTo>
                    <a:close/>
                    <a:moveTo>
                      <a:pt x="19146" y="20566"/>
                    </a:moveTo>
                    <a:cubicBezTo>
                      <a:pt x="18940" y="20566"/>
                      <a:pt x="18843" y="20796"/>
                      <a:pt x="18926" y="21080"/>
                    </a:cubicBezTo>
                    <a:cubicBezTo>
                      <a:pt x="19010" y="21366"/>
                      <a:pt x="19245" y="21600"/>
                      <a:pt x="19453" y="21600"/>
                    </a:cubicBezTo>
                    <a:cubicBezTo>
                      <a:pt x="19661" y="21600"/>
                      <a:pt x="19758" y="21366"/>
                      <a:pt x="19672" y="21080"/>
                    </a:cubicBezTo>
                    <a:cubicBezTo>
                      <a:pt x="19586" y="20796"/>
                      <a:pt x="19351" y="20566"/>
                      <a:pt x="19146" y="20566"/>
                    </a:cubicBezTo>
                    <a:close/>
                    <a:moveTo>
                      <a:pt x="20045" y="20566"/>
                    </a:moveTo>
                    <a:cubicBezTo>
                      <a:pt x="19841" y="20566"/>
                      <a:pt x="19745" y="20796"/>
                      <a:pt x="19831" y="21080"/>
                    </a:cubicBezTo>
                    <a:cubicBezTo>
                      <a:pt x="19918" y="21366"/>
                      <a:pt x="20157" y="21600"/>
                      <a:pt x="20364" y="21600"/>
                    </a:cubicBezTo>
                    <a:cubicBezTo>
                      <a:pt x="20572" y="21600"/>
                      <a:pt x="20668" y="21366"/>
                      <a:pt x="20578" y="21080"/>
                    </a:cubicBezTo>
                    <a:cubicBezTo>
                      <a:pt x="20489" y="20796"/>
                      <a:pt x="20251" y="20566"/>
                      <a:pt x="20045" y="20566"/>
                    </a:cubicBezTo>
                    <a:close/>
                    <a:moveTo>
                      <a:pt x="20957" y="20566"/>
                    </a:moveTo>
                    <a:cubicBezTo>
                      <a:pt x="20752" y="20566"/>
                      <a:pt x="20659" y="20796"/>
                      <a:pt x="20748" y="21080"/>
                    </a:cubicBezTo>
                    <a:cubicBezTo>
                      <a:pt x="20839" y="21366"/>
                      <a:pt x="21080" y="21600"/>
                      <a:pt x="21288" y="21600"/>
                    </a:cubicBezTo>
                    <a:cubicBezTo>
                      <a:pt x="21495" y="21600"/>
                      <a:pt x="21587" y="21366"/>
                      <a:pt x="21494" y="21080"/>
                    </a:cubicBezTo>
                    <a:cubicBezTo>
                      <a:pt x="21402" y="20796"/>
                      <a:pt x="21162" y="20566"/>
                      <a:pt x="20957" y="20566"/>
                    </a:cubicBezTo>
                    <a:close/>
                  </a:path>
                </a:pathLst>
              </a:custGeom>
              <a:solidFill>
                <a:srgbClr val="407E87">
                  <a:alpha val="67843"/>
                </a:srgbClr>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54492" rtl="0" eaLnBrk="1" fontAlgn="auto" latinLnBrk="0" hangingPunct="1">
                  <a:lnSpc>
                    <a:spcPct val="100000"/>
                  </a:lnSpc>
                  <a:spcBef>
                    <a:spcPts val="0"/>
                  </a:spcBef>
                  <a:spcAft>
                    <a:spcPts val="0"/>
                  </a:spcAft>
                  <a:buClrTx/>
                  <a:buSzTx/>
                  <a:buFontTx/>
                  <a:buNone/>
                  <a:tabLst/>
                  <a:defRPr sz="1400">
                    <a:solidFill>
                      <a:srgbClr val="FFFFFF"/>
                    </a:solidFill>
                    <a:effectLst>
                      <a:outerShdw blurRad="38100" dist="12700" dir="5400000" rotWithShape="0">
                        <a:srgbClr val="000000">
                          <a:alpha val="50000"/>
                        </a:srgbClr>
                      </a:outerShdw>
                    </a:effectLst>
                  </a:defRPr>
                </a:pPr>
                <a:endParaRPr kumimoji="0" sz="637"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a:ea typeface="+mn-ea"/>
                  <a:cs typeface="+mn-cs"/>
                </a:endParaRPr>
              </a:p>
            </p:txBody>
          </p:sp>
          <p:sp>
            <p:nvSpPr>
              <p:cNvPr id="19" name="Shape 9">
                <a:extLst>
                  <a:ext uri="{FF2B5EF4-FFF2-40B4-BE49-F238E27FC236}">
                    <a16:creationId xmlns:a16="http://schemas.microsoft.com/office/drawing/2014/main" id="{12A2FAB9-270B-44D2-BF32-5E173F9CAD24}"/>
                  </a:ext>
                </a:extLst>
              </p:cNvPr>
              <p:cNvSpPr/>
              <p:nvPr/>
            </p:nvSpPr>
            <p:spPr>
              <a:xfrm>
                <a:off x="4830949" y="2435580"/>
                <a:ext cx="2446821" cy="2172863"/>
              </a:xfrm>
              <a:custGeom>
                <a:avLst/>
                <a:gdLst/>
                <a:ahLst/>
                <a:cxnLst>
                  <a:cxn ang="0">
                    <a:pos x="wd2" y="hd2"/>
                  </a:cxn>
                  <a:cxn ang="5400000">
                    <a:pos x="wd2" y="hd2"/>
                  </a:cxn>
                  <a:cxn ang="10800000">
                    <a:pos x="wd2" y="hd2"/>
                  </a:cxn>
                  <a:cxn ang="16200000">
                    <a:pos x="wd2" y="hd2"/>
                  </a:cxn>
                </a:cxnLst>
                <a:rect l="0" t="0" r="r" b="b"/>
                <a:pathLst>
                  <a:path w="21534" h="21600" extrusionOk="0">
                    <a:moveTo>
                      <a:pt x="4982" y="0"/>
                    </a:moveTo>
                    <a:cubicBezTo>
                      <a:pt x="4702" y="0"/>
                      <a:pt x="4465" y="171"/>
                      <a:pt x="4452" y="384"/>
                    </a:cubicBezTo>
                    <a:cubicBezTo>
                      <a:pt x="4439" y="598"/>
                      <a:pt x="4658" y="772"/>
                      <a:pt x="4942" y="772"/>
                    </a:cubicBezTo>
                    <a:cubicBezTo>
                      <a:pt x="5224" y="772"/>
                      <a:pt x="5462" y="598"/>
                      <a:pt x="5472" y="384"/>
                    </a:cubicBezTo>
                    <a:cubicBezTo>
                      <a:pt x="5482" y="171"/>
                      <a:pt x="5262" y="0"/>
                      <a:pt x="4982" y="0"/>
                    </a:cubicBezTo>
                    <a:close/>
                    <a:moveTo>
                      <a:pt x="6211" y="0"/>
                    </a:moveTo>
                    <a:cubicBezTo>
                      <a:pt x="5931" y="0"/>
                      <a:pt x="5695" y="171"/>
                      <a:pt x="5686" y="384"/>
                    </a:cubicBezTo>
                    <a:cubicBezTo>
                      <a:pt x="5677" y="598"/>
                      <a:pt x="5900" y="772"/>
                      <a:pt x="6183" y="772"/>
                    </a:cubicBezTo>
                    <a:cubicBezTo>
                      <a:pt x="6466" y="772"/>
                      <a:pt x="6700" y="598"/>
                      <a:pt x="6706" y="384"/>
                    </a:cubicBezTo>
                    <a:cubicBezTo>
                      <a:pt x="6712" y="171"/>
                      <a:pt x="6491" y="0"/>
                      <a:pt x="6211" y="0"/>
                    </a:cubicBezTo>
                    <a:close/>
                    <a:moveTo>
                      <a:pt x="7456" y="0"/>
                    </a:moveTo>
                    <a:cubicBezTo>
                      <a:pt x="7176" y="0"/>
                      <a:pt x="6945" y="171"/>
                      <a:pt x="6940" y="384"/>
                    </a:cubicBezTo>
                    <a:cubicBezTo>
                      <a:pt x="6934" y="598"/>
                      <a:pt x="7159" y="772"/>
                      <a:pt x="7442" y="772"/>
                    </a:cubicBezTo>
                    <a:cubicBezTo>
                      <a:pt x="7725" y="772"/>
                      <a:pt x="7957" y="598"/>
                      <a:pt x="7959" y="384"/>
                    </a:cubicBezTo>
                    <a:cubicBezTo>
                      <a:pt x="7962" y="171"/>
                      <a:pt x="7736" y="0"/>
                      <a:pt x="7456" y="0"/>
                    </a:cubicBezTo>
                    <a:close/>
                    <a:moveTo>
                      <a:pt x="16165" y="0"/>
                    </a:moveTo>
                    <a:cubicBezTo>
                      <a:pt x="15885" y="0"/>
                      <a:pt x="15674" y="171"/>
                      <a:pt x="15695" y="384"/>
                    </a:cubicBezTo>
                    <a:cubicBezTo>
                      <a:pt x="15715" y="598"/>
                      <a:pt x="15962" y="772"/>
                      <a:pt x="16244" y="772"/>
                    </a:cubicBezTo>
                    <a:cubicBezTo>
                      <a:pt x="16527" y="772"/>
                      <a:pt x="16737" y="598"/>
                      <a:pt x="16714" y="384"/>
                    </a:cubicBezTo>
                    <a:cubicBezTo>
                      <a:pt x="16691" y="171"/>
                      <a:pt x="16445" y="0"/>
                      <a:pt x="16165" y="0"/>
                    </a:cubicBezTo>
                    <a:close/>
                    <a:moveTo>
                      <a:pt x="17393" y="0"/>
                    </a:moveTo>
                    <a:cubicBezTo>
                      <a:pt x="17114" y="0"/>
                      <a:pt x="16906" y="171"/>
                      <a:pt x="16930" y="384"/>
                    </a:cubicBezTo>
                    <a:cubicBezTo>
                      <a:pt x="16954" y="598"/>
                      <a:pt x="17203" y="772"/>
                      <a:pt x="17486" y="772"/>
                    </a:cubicBezTo>
                    <a:cubicBezTo>
                      <a:pt x="17769" y="772"/>
                      <a:pt x="17977" y="598"/>
                      <a:pt x="17950" y="384"/>
                    </a:cubicBezTo>
                    <a:cubicBezTo>
                      <a:pt x="17923" y="171"/>
                      <a:pt x="17674" y="0"/>
                      <a:pt x="17393" y="0"/>
                    </a:cubicBezTo>
                    <a:close/>
                    <a:moveTo>
                      <a:pt x="18641" y="0"/>
                    </a:moveTo>
                    <a:cubicBezTo>
                      <a:pt x="18361" y="0"/>
                      <a:pt x="18156" y="171"/>
                      <a:pt x="18184" y="384"/>
                    </a:cubicBezTo>
                    <a:cubicBezTo>
                      <a:pt x="18212" y="598"/>
                      <a:pt x="18464" y="772"/>
                      <a:pt x="18747" y="772"/>
                    </a:cubicBezTo>
                    <a:cubicBezTo>
                      <a:pt x="19030" y="772"/>
                      <a:pt x="19235" y="598"/>
                      <a:pt x="19204" y="384"/>
                    </a:cubicBezTo>
                    <a:cubicBezTo>
                      <a:pt x="19173" y="171"/>
                      <a:pt x="18921" y="0"/>
                      <a:pt x="18641" y="0"/>
                    </a:cubicBezTo>
                    <a:close/>
                    <a:moveTo>
                      <a:pt x="3669" y="951"/>
                    </a:moveTo>
                    <a:cubicBezTo>
                      <a:pt x="3385" y="951"/>
                      <a:pt x="3142" y="1127"/>
                      <a:pt x="3125" y="1345"/>
                    </a:cubicBezTo>
                    <a:cubicBezTo>
                      <a:pt x="3108" y="1564"/>
                      <a:pt x="3326" y="1743"/>
                      <a:pt x="3613" y="1743"/>
                    </a:cubicBezTo>
                    <a:cubicBezTo>
                      <a:pt x="3900" y="1743"/>
                      <a:pt x="4144" y="1564"/>
                      <a:pt x="4158" y="1345"/>
                    </a:cubicBezTo>
                    <a:cubicBezTo>
                      <a:pt x="4171" y="1127"/>
                      <a:pt x="3953" y="951"/>
                      <a:pt x="3669" y="951"/>
                    </a:cubicBezTo>
                    <a:close/>
                    <a:moveTo>
                      <a:pt x="4915" y="951"/>
                    </a:moveTo>
                    <a:cubicBezTo>
                      <a:pt x="4631" y="951"/>
                      <a:pt x="4391" y="1127"/>
                      <a:pt x="4377" y="1345"/>
                    </a:cubicBezTo>
                    <a:cubicBezTo>
                      <a:pt x="4364" y="1564"/>
                      <a:pt x="4586" y="1743"/>
                      <a:pt x="4873" y="1743"/>
                    </a:cubicBezTo>
                    <a:cubicBezTo>
                      <a:pt x="5159" y="1743"/>
                      <a:pt x="5400" y="1564"/>
                      <a:pt x="5410" y="1345"/>
                    </a:cubicBezTo>
                    <a:cubicBezTo>
                      <a:pt x="5420" y="1127"/>
                      <a:pt x="5198" y="951"/>
                      <a:pt x="4915" y="951"/>
                    </a:cubicBezTo>
                    <a:close/>
                    <a:moveTo>
                      <a:pt x="6180" y="951"/>
                    </a:moveTo>
                    <a:cubicBezTo>
                      <a:pt x="5896" y="951"/>
                      <a:pt x="5658" y="1127"/>
                      <a:pt x="5649" y="1345"/>
                    </a:cubicBezTo>
                    <a:cubicBezTo>
                      <a:pt x="5640" y="1564"/>
                      <a:pt x="5865" y="1743"/>
                      <a:pt x="6152" y="1743"/>
                    </a:cubicBezTo>
                    <a:cubicBezTo>
                      <a:pt x="6439" y="1743"/>
                      <a:pt x="6676" y="1564"/>
                      <a:pt x="6682" y="1345"/>
                    </a:cubicBezTo>
                    <a:cubicBezTo>
                      <a:pt x="6689" y="1127"/>
                      <a:pt x="6464" y="951"/>
                      <a:pt x="6180" y="951"/>
                    </a:cubicBezTo>
                    <a:close/>
                    <a:moveTo>
                      <a:pt x="7445" y="951"/>
                    </a:moveTo>
                    <a:cubicBezTo>
                      <a:pt x="7161" y="951"/>
                      <a:pt x="6926" y="1127"/>
                      <a:pt x="6921" y="1345"/>
                    </a:cubicBezTo>
                    <a:cubicBezTo>
                      <a:pt x="6915" y="1564"/>
                      <a:pt x="7143" y="1743"/>
                      <a:pt x="7430" y="1743"/>
                    </a:cubicBezTo>
                    <a:cubicBezTo>
                      <a:pt x="7717" y="1743"/>
                      <a:pt x="7951" y="1564"/>
                      <a:pt x="7954" y="1345"/>
                    </a:cubicBezTo>
                    <a:cubicBezTo>
                      <a:pt x="7956" y="1127"/>
                      <a:pt x="7728" y="951"/>
                      <a:pt x="7445" y="951"/>
                    </a:cubicBezTo>
                    <a:close/>
                    <a:moveTo>
                      <a:pt x="8691" y="951"/>
                    </a:moveTo>
                    <a:cubicBezTo>
                      <a:pt x="8407" y="951"/>
                      <a:pt x="8176" y="1127"/>
                      <a:pt x="8174" y="1345"/>
                    </a:cubicBezTo>
                    <a:cubicBezTo>
                      <a:pt x="8172" y="1564"/>
                      <a:pt x="8403" y="1743"/>
                      <a:pt x="8690" y="1743"/>
                    </a:cubicBezTo>
                    <a:cubicBezTo>
                      <a:pt x="8977" y="1743"/>
                      <a:pt x="9208" y="1564"/>
                      <a:pt x="9207" y="1345"/>
                    </a:cubicBezTo>
                    <a:cubicBezTo>
                      <a:pt x="9206" y="1127"/>
                      <a:pt x="8975" y="951"/>
                      <a:pt x="8691" y="951"/>
                    </a:cubicBezTo>
                    <a:close/>
                    <a:moveTo>
                      <a:pt x="9956" y="951"/>
                    </a:moveTo>
                    <a:cubicBezTo>
                      <a:pt x="9672" y="951"/>
                      <a:pt x="9444" y="1127"/>
                      <a:pt x="9446" y="1345"/>
                    </a:cubicBezTo>
                    <a:cubicBezTo>
                      <a:pt x="9448" y="1564"/>
                      <a:pt x="9682" y="1743"/>
                      <a:pt x="9969" y="1743"/>
                    </a:cubicBezTo>
                    <a:cubicBezTo>
                      <a:pt x="10256" y="1743"/>
                      <a:pt x="10484" y="1564"/>
                      <a:pt x="10479" y="1345"/>
                    </a:cubicBezTo>
                    <a:cubicBezTo>
                      <a:pt x="10474" y="1127"/>
                      <a:pt x="10240" y="951"/>
                      <a:pt x="9956" y="951"/>
                    </a:cubicBezTo>
                    <a:close/>
                    <a:moveTo>
                      <a:pt x="11221" y="951"/>
                    </a:moveTo>
                    <a:cubicBezTo>
                      <a:pt x="10938" y="951"/>
                      <a:pt x="10712" y="1127"/>
                      <a:pt x="10718" y="1345"/>
                    </a:cubicBezTo>
                    <a:cubicBezTo>
                      <a:pt x="10724" y="1564"/>
                      <a:pt x="10961" y="1743"/>
                      <a:pt x="11248" y="1743"/>
                    </a:cubicBezTo>
                    <a:cubicBezTo>
                      <a:pt x="11535" y="1743"/>
                      <a:pt x="11760" y="1564"/>
                      <a:pt x="11751" y="1345"/>
                    </a:cubicBezTo>
                    <a:cubicBezTo>
                      <a:pt x="11742" y="1127"/>
                      <a:pt x="11505" y="951"/>
                      <a:pt x="11221" y="951"/>
                    </a:cubicBezTo>
                    <a:close/>
                    <a:moveTo>
                      <a:pt x="12468" y="951"/>
                    </a:moveTo>
                    <a:cubicBezTo>
                      <a:pt x="12185" y="951"/>
                      <a:pt x="11962" y="1127"/>
                      <a:pt x="11972" y="1345"/>
                    </a:cubicBezTo>
                    <a:cubicBezTo>
                      <a:pt x="11981" y="1564"/>
                      <a:pt x="12222" y="1743"/>
                      <a:pt x="12508" y="1743"/>
                    </a:cubicBezTo>
                    <a:cubicBezTo>
                      <a:pt x="12795" y="1743"/>
                      <a:pt x="13017" y="1564"/>
                      <a:pt x="13005" y="1345"/>
                    </a:cubicBezTo>
                    <a:cubicBezTo>
                      <a:pt x="12992" y="1127"/>
                      <a:pt x="12752" y="951"/>
                      <a:pt x="12468" y="951"/>
                    </a:cubicBezTo>
                    <a:close/>
                    <a:moveTo>
                      <a:pt x="13734" y="951"/>
                    </a:moveTo>
                    <a:cubicBezTo>
                      <a:pt x="13450" y="951"/>
                      <a:pt x="13231" y="1127"/>
                      <a:pt x="13244" y="1345"/>
                    </a:cubicBezTo>
                    <a:cubicBezTo>
                      <a:pt x="13257" y="1564"/>
                      <a:pt x="13501" y="1743"/>
                      <a:pt x="13788" y="1743"/>
                    </a:cubicBezTo>
                    <a:cubicBezTo>
                      <a:pt x="14074" y="1743"/>
                      <a:pt x="14294" y="1564"/>
                      <a:pt x="14277" y="1345"/>
                    </a:cubicBezTo>
                    <a:cubicBezTo>
                      <a:pt x="14261" y="1127"/>
                      <a:pt x="14017" y="951"/>
                      <a:pt x="13734" y="951"/>
                    </a:cubicBezTo>
                    <a:close/>
                    <a:moveTo>
                      <a:pt x="14999" y="951"/>
                    </a:moveTo>
                    <a:cubicBezTo>
                      <a:pt x="14715" y="951"/>
                      <a:pt x="14499" y="1127"/>
                      <a:pt x="14516" y="1345"/>
                    </a:cubicBezTo>
                    <a:cubicBezTo>
                      <a:pt x="14533" y="1564"/>
                      <a:pt x="14780" y="1743"/>
                      <a:pt x="15067" y="1743"/>
                    </a:cubicBezTo>
                    <a:cubicBezTo>
                      <a:pt x="15353" y="1743"/>
                      <a:pt x="15569" y="1564"/>
                      <a:pt x="15549" y="1345"/>
                    </a:cubicBezTo>
                    <a:cubicBezTo>
                      <a:pt x="15529" y="1127"/>
                      <a:pt x="15282" y="951"/>
                      <a:pt x="14999" y="951"/>
                    </a:cubicBezTo>
                    <a:close/>
                    <a:moveTo>
                      <a:pt x="16245" y="951"/>
                    </a:moveTo>
                    <a:cubicBezTo>
                      <a:pt x="15962" y="951"/>
                      <a:pt x="15749" y="1127"/>
                      <a:pt x="15770" y="1345"/>
                    </a:cubicBezTo>
                    <a:cubicBezTo>
                      <a:pt x="15791" y="1564"/>
                      <a:pt x="16040" y="1743"/>
                      <a:pt x="16327" y="1743"/>
                    </a:cubicBezTo>
                    <a:cubicBezTo>
                      <a:pt x="16614" y="1743"/>
                      <a:pt x="16827" y="1564"/>
                      <a:pt x="16803" y="1345"/>
                    </a:cubicBezTo>
                    <a:cubicBezTo>
                      <a:pt x="16779" y="1127"/>
                      <a:pt x="16529" y="951"/>
                      <a:pt x="16245" y="951"/>
                    </a:cubicBezTo>
                    <a:close/>
                    <a:moveTo>
                      <a:pt x="17512" y="951"/>
                    </a:moveTo>
                    <a:cubicBezTo>
                      <a:pt x="17228" y="951"/>
                      <a:pt x="17018" y="1127"/>
                      <a:pt x="17042" y="1345"/>
                    </a:cubicBezTo>
                    <a:cubicBezTo>
                      <a:pt x="17067" y="1564"/>
                      <a:pt x="17320" y="1743"/>
                      <a:pt x="17606" y="1743"/>
                    </a:cubicBezTo>
                    <a:cubicBezTo>
                      <a:pt x="17893" y="1743"/>
                      <a:pt x="18103" y="1564"/>
                      <a:pt x="18075" y="1345"/>
                    </a:cubicBezTo>
                    <a:cubicBezTo>
                      <a:pt x="18048" y="1127"/>
                      <a:pt x="17795" y="951"/>
                      <a:pt x="17512" y="951"/>
                    </a:cubicBezTo>
                    <a:close/>
                    <a:moveTo>
                      <a:pt x="18778" y="951"/>
                    </a:moveTo>
                    <a:cubicBezTo>
                      <a:pt x="18493" y="951"/>
                      <a:pt x="18287" y="1127"/>
                      <a:pt x="18315" y="1345"/>
                    </a:cubicBezTo>
                    <a:cubicBezTo>
                      <a:pt x="18344" y="1564"/>
                      <a:pt x="18599" y="1743"/>
                      <a:pt x="18886" y="1743"/>
                    </a:cubicBezTo>
                    <a:cubicBezTo>
                      <a:pt x="19173" y="1743"/>
                      <a:pt x="19380" y="1564"/>
                      <a:pt x="19348" y="1345"/>
                    </a:cubicBezTo>
                    <a:cubicBezTo>
                      <a:pt x="19317" y="1127"/>
                      <a:pt x="19061" y="951"/>
                      <a:pt x="18778" y="951"/>
                    </a:cubicBezTo>
                    <a:close/>
                    <a:moveTo>
                      <a:pt x="2318" y="1923"/>
                    </a:moveTo>
                    <a:cubicBezTo>
                      <a:pt x="2031" y="1923"/>
                      <a:pt x="1780" y="2103"/>
                      <a:pt x="1759" y="2327"/>
                    </a:cubicBezTo>
                    <a:cubicBezTo>
                      <a:pt x="1738" y="2552"/>
                      <a:pt x="1956" y="2736"/>
                      <a:pt x="2247" y="2736"/>
                    </a:cubicBezTo>
                    <a:cubicBezTo>
                      <a:pt x="2538" y="2736"/>
                      <a:pt x="2788" y="2552"/>
                      <a:pt x="2806" y="2327"/>
                    </a:cubicBezTo>
                    <a:cubicBezTo>
                      <a:pt x="2824" y="2103"/>
                      <a:pt x="2606" y="1923"/>
                      <a:pt x="2318" y="1923"/>
                    </a:cubicBezTo>
                    <a:close/>
                    <a:moveTo>
                      <a:pt x="3602" y="1923"/>
                    </a:moveTo>
                    <a:cubicBezTo>
                      <a:pt x="3314" y="1923"/>
                      <a:pt x="3067" y="2103"/>
                      <a:pt x="3050" y="2327"/>
                    </a:cubicBezTo>
                    <a:cubicBezTo>
                      <a:pt x="3032" y="2552"/>
                      <a:pt x="3254" y="2736"/>
                      <a:pt x="3544" y="2736"/>
                    </a:cubicBezTo>
                    <a:cubicBezTo>
                      <a:pt x="3835" y="2736"/>
                      <a:pt x="4082" y="2552"/>
                      <a:pt x="4096" y="2327"/>
                    </a:cubicBezTo>
                    <a:cubicBezTo>
                      <a:pt x="4110" y="2103"/>
                      <a:pt x="3889" y="1923"/>
                      <a:pt x="3602" y="1923"/>
                    </a:cubicBezTo>
                    <a:close/>
                    <a:moveTo>
                      <a:pt x="4867" y="1923"/>
                    </a:moveTo>
                    <a:cubicBezTo>
                      <a:pt x="4579" y="1923"/>
                      <a:pt x="4335" y="2103"/>
                      <a:pt x="4321" y="2327"/>
                    </a:cubicBezTo>
                    <a:cubicBezTo>
                      <a:pt x="4308" y="2552"/>
                      <a:pt x="4533" y="2736"/>
                      <a:pt x="4823" y="2736"/>
                    </a:cubicBezTo>
                    <a:cubicBezTo>
                      <a:pt x="5114" y="2736"/>
                      <a:pt x="5358" y="2552"/>
                      <a:pt x="5369" y="2327"/>
                    </a:cubicBezTo>
                    <a:cubicBezTo>
                      <a:pt x="5379" y="2103"/>
                      <a:pt x="5154" y="1923"/>
                      <a:pt x="4867" y="1923"/>
                    </a:cubicBezTo>
                    <a:close/>
                    <a:moveTo>
                      <a:pt x="6150" y="1923"/>
                    </a:moveTo>
                    <a:cubicBezTo>
                      <a:pt x="5862" y="1923"/>
                      <a:pt x="5622" y="2103"/>
                      <a:pt x="5612" y="2327"/>
                    </a:cubicBezTo>
                    <a:cubicBezTo>
                      <a:pt x="5602" y="2552"/>
                      <a:pt x="5831" y="2736"/>
                      <a:pt x="6121" y="2736"/>
                    </a:cubicBezTo>
                    <a:cubicBezTo>
                      <a:pt x="6412" y="2736"/>
                      <a:pt x="6653" y="2552"/>
                      <a:pt x="6659" y="2327"/>
                    </a:cubicBezTo>
                    <a:cubicBezTo>
                      <a:pt x="6665" y="2103"/>
                      <a:pt x="6437" y="1923"/>
                      <a:pt x="6150" y="1923"/>
                    </a:cubicBezTo>
                    <a:close/>
                    <a:moveTo>
                      <a:pt x="7414" y="1923"/>
                    </a:moveTo>
                    <a:cubicBezTo>
                      <a:pt x="7127" y="1923"/>
                      <a:pt x="6889" y="2103"/>
                      <a:pt x="6883" y="2327"/>
                    </a:cubicBezTo>
                    <a:cubicBezTo>
                      <a:pt x="6878" y="2552"/>
                      <a:pt x="7109" y="2736"/>
                      <a:pt x="7400" y="2736"/>
                    </a:cubicBezTo>
                    <a:cubicBezTo>
                      <a:pt x="7690" y="2736"/>
                      <a:pt x="7928" y="2552"/>
                      <a:pt x="7930" y="2327"/>
                    </a:cubicBezTo>
                    <a:cubicBezTo>
                      <a:pt x="7933" y="2103"/>
                      <a:pt x="7702" y="1923"/>
                      <a:pt x="7414" y="1923"/>
                    </a:cubicBezTo>
                    <a:close/>
                    <a:moveTo>
                      <a:pt x="8698" y="1923"/>
                    </a:moveTo>
                    <a:cubicBezTo>
                      <a:pt x="8410" y="1923"/>
                      <a:pt x="8176" y="2103"/>
                      <a:pt x="8174" y="2327"/>
                    </a:cubicBezTo>
                    <a:cubicBezTo>
                      <a:pt x="8172" y="2552"/>
                      <a:pt x="8406" y="2736"/>
                      <a:pt x="8697" y="2736"/>
                    </a:cubicBezTo>
                    <a:cubicBezTo>
                      <a:pt x="8988" y="2736"/>
                      <a:pt x="9222" y="2552"/>
                      <a:pt x="9220" y="2327"/>
                    </a:cubicBezTo>
                    <a:cubicBezTo>
                      <a:pt x="9219" y="2103"/>
                      <a:pt x="8986" y="1923"/>
                      <a:pt x="8698" y="1923"/>
                    </a:cubicBezTo>
                    <a:close/>
                    <a:moveTo>
                      <a:pt x="9981" y="1923"/>
                    </a:moveTo>
                    <a:cubicBezTo>
                      <a:pt x="9694" y="1923"/>
                      <a:pt x="9463" y="2103"/>
                      <a:pt x="9465" y="2327"/>
                    </a:cubicBezTo>
                    <a:cubicBezTo>
                      <a:pt x="9467" y="2552"/>
                      <a:pt x="9705" y="2736"/>
                      <a:pt x="9995" y="2736"/>
                    </a:cubicBezTo>
                    <a:cubicBezTo>
                      <a:pt x="10286" y="2736"/>
                      <a:pt x="10517" y="2552"/>
                      <a:pt x="10512" y="2327"/>
                    </a:cubicBezTo>
                    <a:cubicBezTo>
                      <a:pt x="10506" y="2103"/>
                      <a:pt x="10269" y="1923"/>
                      <a:pt x="9981" y="1923"/>
                    </a:cubicBezTo>
                    <a:close/>
                    <a:moveTo>
                      <a:pt x="11247" y="1923"/>
                    </a:moveTo>
                    <a:cubicBezTo>
                      <a:pt x="10959" y="1923"/>
                      <a:pt x="10731" y="2103"/>
                      <a:pt x="10737" y="2327"/>
                    </a:cubicBezTo>
                    <a:cubicBezTo>
                      <a:pt x="10743" y="2552"/>
                      <a:pt x="10983" y="2736"/>
                      <a:pt x="11274" y="2736"/>
                    </a:cubicBezTo>
                    <a:cubicBezTo>
                      <a:pt x="11565" y="2736"/>
                      <a:pt x="11792" y="2552"/>
                      <a:pt x="11783" y="2327"/>
                    </a:cubicBezTo>
                    <a:cubicBezTo>
                      <a:pt x="11774" y="2103"/>
                      <a:pt x="11535" y="1923"/>
                      <a:pt x="11247" y="1923"/>
                    </a:cubicBezTo>
                    <a:close/>
                    <a:moveTo>
                      <a:pt x="12531" y="1923"/>
                    </a:moveTo>
                    <a:cubicBezTo>
                      <a:pt x="12243" y="1923"/>
                      <a:pt x="12018" y="2103"/>
                      <a:pt x="12028" y="2327"/>
                    </a:cubicBezTo>
                    <a:cubicBezTo>
                      <a:pt x="12038" y="2552"/>
                      <a:pt x="12282" y="2736"/>
                      <a:pt x="12572" y="2736"/>
                    </a:cubicBezTo>
                    <a:cubicBezTo>
                      <a:pt x="12863" y="2736"/>
                      <a:pt x="13088" y="2552"/>
                      <a:pt x="13075" y="2327"/>
                    </a:cubicBezTo>
                    <a:cubicBezTo>
                      <a:pt x="13062" y="2103"/>
                      <a:pt x="12818" y="1923"/>
                      <a:pt x="12531" y="1923"/>
                    </a:cubicBezTo>
                    <a:close/>
                    <a:moveTo>
                      <a:pt x="13796" y="1923"/>
                    </a:moveTo>
                    <a:cubicBezTo>
                      <a:pt x="13509" y="1923"/>
                      <a:pt x="13286" y="2103"/>
                      <a:pt x="13300" y="2327"/>
                    </a:cubicBezTo>
                    <a:cubicBezTo>
                      <a:pt x="13314" y="2552"/>
                      <a:pt x="13561" y="2736"/>
                      <a:pt x="13852" y="2736"/>
                    </a:cubicBezTo>
                    <a:cubicBezTo>
                      <a:pt x="14142" y="2736"/>
                      <a:pt x="14364" y="2552"/>
                      <a:pt x="14347" y="2327"/>
                    </a:cubicBezTo>
                    <a:cubicBezTo>
                      <a:pt x="14331" y="2103"/>
                      <a:pt x="14083" y="1923"/>
                      <a:pt x="13796" y="1923"/>
                    </a:cubicBezTo>
                    <a:close/>
                    <a:moveTo>
                      <a:pt x="15080" y="1923"/>
                    </a:moveTo>
                    <a:cubicBezTo>
                      <a:pt x="14792" y="1923"/>
                      <a:pt x="14574" y="2103"/>
                      <a:pt x="14591" y="2327"/>
                    </a:cubicBezTo>
                    <a:cubicBezTo>
                      <a:pt x="14609" y="2552"/>
                      <a:pt x="14859" y="2736"/>
                      <a:pt x="15149" y="2736"/>
                    </a:cubicBezTo>
                    <a:cubicBezTo>
                      <a:pt x="15440" y="2736"/>
                      <a:pt x="15659" y="2552"/>
                      <a:pt x="15638" y="2327"/>
                    </a:cubicBezTo>
                    <a:cubicBezTo>
                      <a:pt x="15618" y="2103"/>
                      <a:pt x="15367" y="1923"/>
                      <a:pt x="15080" y="1923"/>
                    </a:cubicBezTo>
                    <a:close/>
                    <a:moveTo>
                      <a:pt x="16345" y="1923"/>
                    </a:moveTo>
                    <a:cubicBezTo>
                      <a:pt x="16058" y="1923"/>
                      <a:pt x="15842" y="2103"/>
                      <a:pt x="15864" y="2327"/>
                    </a:cubicBezTo>
                    <a:cubicBezTo>
                      <a:pt x="15885" y="2552"/>
                      <a:pt x="16138" y="2736"/>
                      <a:pt x="16428" y="2736"/>
                    </a:cubicBezTo>
                    <a:cubicBezTo>
                      <a:pt x="16719" y="2736"/>
                      <a:pt x="16935" y="2552"/>
                      <a:pt x="16910" y="2327"/>
                    </a:cubicBezTo>
                    <a:cubicBezTo>
                      <a:pt x="16885" y="2103"/>
                      <a:pt x="16632" y="1923"/>
                      <a:pt x="16345" y="1923"/>
                    </a:cubicBezTo>
                    <a:close/>
                    <a:moveTo>
                      <a:pt x="17629" y="1923"/>
                    </a:moveTo>
                    <a:cubicBezTo>
                      <a:pt x="17342" y="1923"/>
                      <a:pt x="17130" y="2103"/>
                      <a:pt x="17155" y="2327"/>
                    </a:cubicBezTo>
                    <a:cubicBezTo>
                      <a:pt x="17181" y="2552"/>
                      <a:pt x="17437" y="2736"/>
                      <a:pt x="17727" y="2736"/>
                    </a:cubicBezTo>
                    <a:cubicBezTo>
                      <a:pt x="18018" y="2736"/>
                      <a:pt x="18230" y="2552"/>
                      <a:pt x="18202" y="2327"/>
                    </a:cubicBezTo>
                    <a:cubicBezTo>
                      <a:pt x="18173" y="2103"/>
                      <a:pt x="17917" y="1923"/>
                      <a:pt x="17629" y="1923"/>
                    </a:cubicBezTo>
                    <a:close/>
                    <a:moveTo>
                      <a:pt x="18914" y="1923"/>
                    </a:moveTo>
                    <a:cubicBezTo>
                      <a:pt x="18626" y="1923"/>
                      <a:pt x="18417" y="2103"/>
                      <a:pt x="18446" y="2327"/>
                    </a:cubicBezTo>
                    <a:cubicBezTo>
                      <a:pt x="18476" y="2552"/>
                      <a:pt x="18735" y="2736"/>
                      <a:pt x="19026" y="2736"/>
                    </a:cubicBezTo>
                    <a:cubicBezTo>
                      <a:pt x="19316" y="2736"/>
                      <a:pt x="19525" y="2552"/>
                      <a:pt x="19493" y="2327"/>
                    </a:cubicBezTo>
                    <a:cubicBezTo>
                      <a:pt x="19460" y="2103"/>
                      <a:pt x="19201" y="1923"/>
                      <a:pt x="18914" y="1923"/>
                    </a:cubicBezTo>
                    <a:close/>
                    <a:moveTo>
                      <a:pt x="932" y="2916"/>
                    </a:moveTo>
                    <a:cubicBezTo>
                      <a:pt x="641" y="2916"/>
                      <a:pt x="383" y="3101"/>
                      <a:pt x="358" y="3331"/>
                    </a:cubicBezTo>
                    <a:cubicBezTo>
                      <a:pt x="332" y="3563"/>
                      <a:pt x="550" y="3752"/>
                      <a:pt x="844" y="3752"/>
                    </a:cubicBezTo>
                    <a:cubicBezTo>
                      <a:pt x="1138" y="3752"/>
                      <a:pt x="1396" y="3563"/>
                      <a:pt x="1418" y="3331"/>
                    </a:cubicBezTo>
                    <a:cubicBezTo>
                      <a:pt x="1441" y="3101"/>
                      <a:pt x="1223" y="2916"/>
                      <a:pt x="932" y="2916"/>
                    </a:cubicBezTo>
                    <a:close/>
                    <a:moveTo>
                      <a:pt x="2233" y="2916"/>
                    </a:moveTo>
                    <a:cubicBezTo>
                      <a:pt x="1941" y="2916"/>
                      <a:pt x="1688" y="3101"/>
                      <a:pt x="1666" y="3331"/>
                    </a:cubicBezTo>
                    <a:cubicBezTo>
                      <a:pt x="1644" y="3563"/>
                      <a:pt x="1865" y="3752"/>
                      <a:pt x="2160" y="3752"/>
                    </a:cubicBezTo>
                    <a:cubicBezTo>
                      <a:pt x="2454" y="3752"/>
                      <a:pt x="2709" y="3563"/>
                      <a:pt x="2727" y="3331"/>
                    </a:cubicBezTo>
                    <a:cubicBezTo>
                      <a:pt x="2746" y="3101"/>
                      <a:pt x="2524" y="2916"/>
                      <a:pt x="2233" y="2916"/>
                    </a:cubicBezTo>
                    <a:close/>
                    <a:moveTo>
                      <a:pt x="3535" y="2916"/>
                    </a:moveTo>
                    <a:cubicBezTo>
                      <a:pt x="3243" y="2916"/>
                      <a:pt x="2993" y="3101"/>
                      <a:pt x="2975" y="3331"/>
                    </a:cubicBezTo>
                    <a:cubicBezTo>
                      <a:pt x="2957" y="3563"/>
                      <a:pt x="3181" y="3752"/>
                      <a:pt x="3476" y="3752"/>
                    </a:cubicBezTo>
                    <a:cubicBezTo>
                      <a:pt x="3771" y="3752"/>
                      <a:pt x="4022" y="3563"/>
                      <a:pt x="4036" y="3331"/>
                    </a:cubicBezTo>
                    <a:cubicBezTo>
                      <a:pt x="4051" y="3101"/>
                      <a:pt x="3826" y="2916"/>
                      <a:pt x="3535" y="2916"/>
                    </a:cubicBezTo>
                    <a:close/>
                    <a:moveTo>
                      <a:pt x="4818" y="2916"/>
                    </a:moveTo>
                    <a:cubicBezTo>
                      <a:pt x="4527" y="2916"/>
                      <a:pt x="4279" y="3101"/>
                      <a:pt x="4265" y="3331"/>
                    </a:cubicBezTo>
                    <a:cubicBezTo>
                      <a:pt x="4251" y="3563"/>
                      <a:pt x="4479" y="3752"/>
                      <a:pt x="4774" y="3752"/>
                    </a:cubicBezTo>
                    <a:cubicBezTo>
                      <a:pt x="5068" y="3752"/>
                      <a:pt x="5316" y="3563"/>
                      <a:pt x="5327" y="3331"/>
                    </a:cubicBezTo>
                    <a:cubicBezTo>
                      <a:pt x="5337" y="3101"/>
                      <a:pt x="5109" y="2916"/>
                      <a:pt x="4818" y="2916"/>
                    </a:cubicBezTo>
                    <a:close/>
                    <a:moveTo>
                      <a:pt x="6120" y="2916"/>
                    </a:moveTo>
                    <a:cubicBezTo>
                      <a:pt x="5829" y="2916"/>
                      <a:pt x="5584" y="3101"/>
                      <a:pt x="5575" y="3331"/>
                    </a:cubicBezTo>
                    <a:cubicBezTo>
                      <a:pt x="5565" y="3563"/>
                      <a:pt x="5796" y="3752"/>
                      <a:pt x="6090" y="3752"/>
                    </a:cubicBezTo>
                    <a:cubicBezTo>
                      <a:pt x="6385" y="3752"/>
                      <a:pt x="6629" y="3563"/>
                      <a:pt x="6636" y="3331"/>
                    </a:cubicBezTo>
                    <a:cubicBezTo>
                      <a:pt x="6642" y="3101"/>
                      <a:pt x="6411" y="2916"/>
                      <a:pt x="6120" y="2916"/>
                    </a:cubicBezTo>
                    <a:close/>
                    <a:moveTo>
                      <a:pt x="7403" y="2916"/>
                    </a:moveTo>
                    <a:cubicBezTo>
                      <a:pt x="7112" y="2916"/>
                      <a:pt x="6870" y="3101"/>
                      <a:pt x="6865" y="3331"/>
                    </a:cubicBezTo>
                    <a:cubicBezTo>
                      <a:pt x="6859" y="3563"/>
                      <a:pt x="7093" y="3752"/>
                      <a:pt x="7388" y="3752"/>
                    </a:cubicBezTo>
                    <a:cubicBezTo>
                      <a:pt x="7683" y="3752"/>
                      <a:pt x="7923" y="3563"/>
                      <a:pt x="7926" y="3331"/>
                    </a:cubicBezTo>
                    <a:cubicBezTo>
                      <a:pt x="7928" y="3101"/>
                      <a:pt x="7695" y="2916"/>
                      <a:pt x="7403" y="2916"/>
                    </a:cubicBezTo>
                    <a:close/>
                    <a:moveTo>
                      <a:pt x="8705" y="2916"/>
                    </a:moveTo>
                    <a:cubicBezTo>
                      <a:pt x="8413" y="2916"/>
                      <a:pt x="8176" y="3101"/>
                      <a:pt x="8174" y="3331"/>
                    </a:cubicBezTo>
                    <a:cubicBezTo>
                      <a:pt x="8172" y="3563"/>
                      <a:pt x="8409" y="3752"/>
                      <a:pt x="8704" y="3752"/>
                    </a:cubicBezTo>
                    <a:cubicBezTo>
                      <a:pt x="8999" y="3752"/>
                      <a:pt x="9237" y="3563"/>
                      <a:pt x="9235" y="3331"/>
                    </a:cubicBezTo>
                    <a:cubicBezTo>
                      <a:pt x="9234" y="3101"/>
                      <a:pt x="8997" y="2916"/>
                      <a:pt x="8705" y="2916"/>
                    </a:cubicBezTo>
                    <a:close/>
                    <a:moveTo>
                      <a:pt x="9988" y="2916"/>
                    </a:moveTo>
                    <a:cubicBezTo>
                      <a:pt x="9698" y="2916"/>
                      <a:pt x="9463" y="3101"/>
                      <a:pt x="9465" y="3331"/>
                    </a:cubicBezTo>
                    <a:cubicBezTo>
                      <a:pt x="9467" y="3563"/>
                      <a:pt x="9708" y="3752"/>
                      <a:pt x="10002" y="3752"/>
                    </a:cubicBezTo>
                    <a:cubicBezTo>
                      <a:pt x="10297" y="3752"/>
                      <a:pt x="10531" y="3563"/>
                      <a:pt x="10526" y="3331"/>
                    </a:cubicBezTo>
                    <a:cubicBezTo>
                      <a:pt x="10520" y="3101"/>
                      <a:pt x="10280" y="2916"/>
                      <a:pt x="9988" y="2916"/>
                    </a:cubicBezTo>
                    <a:close/>
                    <a:moveTo>
                      <a:pt x="11291" y="2916"/>
                    </a:moveTo>
                    <a:cubicBezTo>
                      <a:pt x="10999" y="2916"/>
                      <a:pt x="10768" y="3101"/>
                      <a:pt x="10774" y="3331"/>
                    </a:cubicBezTo>
                    <a:cubicBezTo>
                      <a:pt x="10780" y="3563"/>
                      <a:pt x="11024" y="3752"/>
                      <a:pt x="11319" y="3752"/>
                    </a:cubicBezTo>
                    <a:cubicBezTo>
                      <a:pt x="11614" y="3752"/>
                      <a:pt x="11844" y="3563"/>
                      <a:pt x="11834" y="3331"/>
                    </a:cubicBezTo>
                    <a:cubicBezTo>
                      <a:pt x="11825" y="3101"/>
                      <a:pt x="11582" y="2916"/>
                      <a:pt x="11291" y="2916"/>
                    </a:cubicBezTo>
                    <a:close/>
                    <a:moveTo>
                      <a:pt x="12575" y="2916"/>
                    </a:moveTo>
                    <a:cubicBezTo>
                      <a:pt x="12284" y="2916"/>
                      <a:pt x="12055" y="3101"/>
                      <a:pt x="12065" y="3331"/>
                    </a:cubicBezTo>
                    <a:cubicBezTo>
                      <a:pt x="12075" y="3563"/>
                      <a:pt x="12323" y="3752"/>
                      <a:pt x="12617" y="3752"/>
                    </a:cubicBezTo>
                    <a:cubicBezTo>
                      <a:pt x="12912" y="3752"/>
                      <a:pt x="13140" y="3563"/>
                      <a:pt x="13126" y="3331"/>
                    </a:cubicBezTo>
                    <a:cubicBezTo>
                      <a:pt x="13113" y="3101"/>
                      <a:pt x="12866" y="2916"/>
                      <a:pt x="12575" y="2916"/>
                    </a:cubicBezTo>
                    <a:close/>
                    <a:moveTo>
                      <a:pt x="13877" y="2916"/>
                    </a:moveTo>
                    <a:cubicBezTo>
                      <a:pt x="13586" y="2916"/>
                      <a:pt x="13361" y="3101"/>
                      <a:pt x="13375" y="3331"/>
                    </a:cubicBezTo>
                    <a:cubicBezTo>
                      <a:pt x="13389" y="3563"/>
                      <a:pt x="13640" y="3752"/>
                      <a:pt x="13935" y="3752"/>
                    </a:cubicBezTo>
                    <a:cubicBezTo>
                      <a:pt x="14229" y="3752"/>
                      <a:pt x="14454" y="3563"/>
                      <a:pt x="14436" y="3331"/>
                    </a:cubicBezTo>
                    <a:cubicBezTo>
                      <a:pt x="14419" y="3101"/>
                      <a:pt x="14168" y="2916"/>
                      <a:pt x="13877" y="2916"/>
                    </a:cubicBezTo>
                    <a:close/>
                    <a:moveTo>
                      <a:pt x="15161" y="2916"/>
                    </a:moveTo>
                    <a:cubicBezTo>
                      <a:pt x="14870" y="2916"/>
                      <a:pt x="14648" y="3101"/>
                      <a:pt x="14666" y="3331"/>
                    </a:cubicBezTo>
                    <a:cubicBezTo>
                      <a:pt x="14684" y="3563"/>
                      <a:pt x="14938" y="3752"/>
                      <a:pt x="15232" y="3752"/>
                    </a:cubicBezTo>
                    <a:cubicBezTo>
                      <a:pt x="15527" y="3752"/>
                      <a:pt x="15748" y="3563"/>
                      <a:pt x="15727" y="3331"/>
                    </a:cubicBezTo>
                    <a:cubicBezTo>
                      <a:pt x="15706" y="3101"/>
                      <a:pt x="15452" y="2916"/>
                      <a:pt x="15161" y="2916"/>
                    </a:cubicBezTo>
                    <a:close/>
                    <a:moveTo>
                      <a:pt x="16463" y="2916"/>
                    </a:moveTo>
                    <a:cubicBezTo>
                      <a:pt x="16172" y="2916"/>
                      <a:pt x="15954" y="3101"/>
                      <a:pt x="15976" y="3331"/>
                    </a:cubicBezTo>
                    <a:cubicBezTo>
                      <a:pt x="15998" y="3563"/>
                      <a:pt x="16255" y="3752"/>
                      <a:pt x="16549" y="3752"/>
                    </a:cubicBezTo>
                    <a:cubicBezTo>
                      <a:pt x="16844" y="3752"/>
                      <a:pt x="17062" y="3563"/>
                      <a:pt x="17036" y="3331"/>
                    </a:cubicBezTo>
                    <a:cubicBezTo>
                      <a:pt x="17011" y="3101"/>
                      <a:pt x="16754" y="2916"/>
                      <a:pt x="16463" y="2916"/>
                    </a:cubicBezTo>
                    <a:close/>
                    <a:moveTo>
                      <a:pt x="17747" y="2916"/>
                    </a:moveTo>
                    <a:cubicBezTo>
                      <a:pt x="17457" y="2916"/>
                      <a:pt x="17241" y="3101"/>
                      <a:pt x="17267" y="3331"/>
                    </a:cubicBezTo>
                    <a:cubicBezTo>
                      <a:pt x="17293" y="3563"/>
                      <a:pt x="17554" y="3752"/>
                      <a:pt x="17848" y="3752"/>
                    </a:cubicBezTo>
                    <a:cubicBezTo>
                      <a:pt x="18142" y="3752"/>
                      <a:pt x="18358" y="3563"/>
                      <a:pt x="18328" y="3331"/>
                    </a:cubicBezTo>
                    <a:cubicBezTo>
                      <a:pt x="18299" y="3101"/>
                      <a:pt x="18039" y="2916"/>
                      <a:pt x="17747" y="2916"/>
                    </a:cubicBezTo>
                    <a:close/>
                    <a:moveTo>
                      <a:pt x="19051" y="2916"/>
                    </a:moveTo>
                    <a:cubicBezTo>
                      <a:pt x="18759" y="2916"/>
                      <a:pt x="18547" y="3101"/>
                      <a:pt x="18577" y="3331"/>
                    </a:cubicBezTo>
                    <a:cubicBezTo>
                      <a:pt x="18607" y="3563"/>
                      <a:pt x="18871" y="3752"/>
                      <a:pt x="19166" y="3752"/>
                    </a:cubicBezTo>
                    <a:cubicBezTo>
                      <a:pt x="19460" y="3752"/>
                      <a:pt x="19672" y="3563"/>
                      <a:pt x="19638" y="3331"/>
                    </a:cubicBezTo>
                    <a:cubicBezTo>
                      <a:pt x="19605" y="3101"/>
                      <a:pt x="19341" y="2916"/>
                      <a:pt x="19051" y="2916"/>
                    </a:cubicBezTo>
                    <a:close/>
                    <a:moveTo>
                      <a:pt x="828" y="3930"/>
                    </a:moveTo>
                    <a:cubicBezTo>
                      <a:pt x="533" y="3930"/>
                      <a:pt x="272" y="4121"/>
                      <a:pt x="245" y="4358"/>
                    </a:cubicBezTo>
                    <a:cubicBezTo>
                      <a:pt x="219" y="4595"/>
                      <a:pt x="439" y="4790"/>
                      <a:pt x="737" y="4790"/>
                    </a:cubicBezTo>
                    <a:cubicBezTo>
                      <a:pt x="1036" y="4790"/>
                      <a:pt x="1298" y="4595"/>
                      <a:pt x="1321" y="4358"/>
                    </a:cubicBezTo>
                    <a:cubicBezTo>
                      <a:pt x="1344" y="4121"/>
                      <a:pt x="1123" y="3930"/>
                      <a:pt x="828" y="3930"/>
                    </a:cubicBezTo>
                    <a:close/>
                    <a:moveTo>
                      <a:pt x="2147" y="3930"/>
                    </a:moveTo>
                    <a:cubicBezTo>
                      <a:pt x="1852" y="3930"/>
                      <a:pt x="1595" y="4121"/>
                      <a:pt x="1573" y="4358"/>
                    </a:cubicBezTo>
                    <a:cubicBezTo>
                      <a:pt x="1550" y="4595"/>
                      <a:pt x="1774" y="4790"/>
                      <a:pt x="2073" y="4790"/>
                    </a:cubicBezTo>
                    <a:cubicBezTo>
                      <a:pt x="2371" y="4790"/>
                      <a:pt x="2629" y="4595"/>
                      <a:pt x="2648" y="4358"/>
                    </a:cubicBezTo>
                    <a:cubicBezTo>
                      <a:pt x="2667" y="4121"/>
                      <a:pt x="2443" y="3930"/>
                      <a:pt x="2147" y="3930"/>
                    </a:cubicBezTo>
                    <a:close/>
                    <a:moveTo>
                      <a:pt x="3449" y="3930"/>
                    </a:moveTo>
                    <a:cubicBezTo>
                      <a:pt x="3154" y="3930"/>
                      <a:pt x="2900" y="4121"/>
                      <a:pt x="2882" y="4358"/>
                    </a:cubicBezTo>
                    <a:cubicBezTo>
                      <a:pt x="2863" y="4595"/>
                      <a:pt x="3090" y="4790"/>
                      <a:pt x="3389" y="4790"/>
                    </a:cubicBezTo>
                    <a:cubicBezTo>
                      <a:pt x="3688" y="4790"/>
                      <a:pt x="3942" y="4595"/>
                      <a:pt x="3957" y="4358"/>
                    </a:cubicBezTo>
                    <a:cubicBezTo>
                      <a:pt x="3972" y="4121"/>
                      <a:pt x="3744" y="3930"/>
                      <a:pt x="3449" y="3930"/>
                    </a:cubicBezTo>
                    <a:close/>
                    <a:moveTo>
                      <a:pt x="4770" y="3930"/>
                    </a:moveTo>
                    <a:cubicBezTo>
                      <a:pt x="4475" y="3930"/>
                      <a:pt x="4223" y="4121"/>
                      <a:pt x="4209" y="4358"/>
                    </a:cubicBezTo>
                    <a:cubicBezTo>
                      <a:pt x="4195" y="4595"/>
                      <a:pt x="4426" y="4790"/>
                      <a:pt x="4725" y="4790"/>
                    </a:cubicBezTo>
                    <a:cubicBezTo>
                      <a:pt x="5023" y="4790"/>
                      <a:pt x="5274" y="4595"/>
                      <a:pt x="5285" y="4358"/>
                    </a:cubicBezTo>
                    <a:cubicBezTo>
                      <a:pt x="5296" y="4121"/>
                      <a:pt x="5065" y="3930"/>
                      <a:pt x="4770" y="3930"/>
                    </a:cubicBezTo>
                    <a:close/>
                    <a:moveTo>
                      <a:pt x="6072" y="3930"/>
                    </a:moveTo>
                    <a:cubicBezTo>
                      <a:pt x="5777" y="3930"/>
                      <a:pt x="5529" y="4121"/>
                      <a:pt x="5518" y="4358"/>
                    </a:cubicBezTo>
                    <a:cubicBezTo>
                      <a:pt x="5508" y="4595"/>
                      <a:pt x="5742" y="4790"/>
                      <a:pt x="6041" y="4790"/>
                    </a:cubicBezTo>
                    <a:cubicBezTo>
                      <a:pt x="6340" y="4790"/>
                      <a:pt x="6587" y="4595"/>
                      <a:pt x="6594" y="4358"/>
                    </a:cubicBezTo>
                    <a:cubicBezTo>
                      <a:pt x="6601" y="4121"/>
                      <a:pt x="6367" y="3930"/>
                      <a:pt x="6072" y="3930"/>
                    </a:cubicBezTo>
                    <a:close/>
                    <a:moveTo>
                      <a:pt x="7392" y="3930"/>
                    </a:moveTo>
                    <a:cubicBezTo>
                      <a:pt x="7097" y="3930"/>
                      <a:pt x="6852" y="4121"/>
                      <a:pt x="6846" y="4358"/>
                    </a:cubicBezTo>
                    <a:cubicBezTo>
                      <a:pt x="6840" y="4595"/>
                      <a:pt x="7078" y="4790"/>
                      <a:pt x="7376" y="4790"/>
                    </a:cubicBezTo>
                    <a:cubicBezTo>
                      <a:pt x="7675" y="4790"/>
                      <a:pt x="7919" y="4595"/>
                      <a:pt x="7922" y="4358"/>
                    </a:cubicBezTo>
                    <a:cubicBezTo>
                      <a:pt x="7924" y="4121"/>
                      <a:pt x="7687" y="3930"/>
                      <a:pt x="7392" y="3930"/>
                    </a:cubicBezTo>
                    <a:close/>
                    <a:moveTo>
                      <a:pt x="8694" y="3930"/>
                    </a:moveTo>
                    <a:cubicBezTo>
                      <a:pt x="8398" y="3930"/>
                      <a:pt x="8157" y="4121"/>
                      <a:pt x="8155" y="4358"/>
                    </a:cubicBezTo>
                    <a:cubicBezTo>
                      <a:pt x="8154" y="4595"/>
                      <a:pt x="8394" y="4790"/>
                      <a:pt x="8693" y="4790"/>
                    </a:cubicBezTo>
                    <a:cubicBezTo>
                      <a:pt x="8992" y="4790"/>
                      <a:pt x="9232" y="4595"/>
                      <a:pt x="9231" y="4358"/>
                    </a:cubicBezTo>
                    <a:cubicBezTo>
                      <a:pt x="9230" y="4121"/>
                      <a:pt x="8989" y="3930"/>
                      <a:pt x="8694" y="3930"/>
                    </a:cubicBezTo>
                    <a:close/>
                    <a:moveTo>
                      <a:pt x="10014" y="3930"/>
                    </a:moveTo>
                    <a:cubicBezTo>
                      <a:pt x="9719" y="3930"/>
                      <a:pt x="9481" y="4121"/>
                      <a:pt x="9483" y="4358"/>
                    </a:cubicBezTo>
                    <a:cubicBezTo>
                      <a:pt x="9486" y="4595"/>
                      <a:pt x="9729" y="4790"/>
                      <a:pt x="10028" y="4790"/>
                    </a:cubicBezTo>
                    <a:cubicBezTo>
                      <a:pt x="10327" y="4790"/>
                      <a:pt x="10564" y="4595"/>
                      <a:pt x="10559" y="4358"/>
                    </a:cubicBezTo>
                    <a:cubicBezTo>
                      <a:pt x="10554" y="4121"/>
                      <a:pt x="10309" y="3930"/>
                      <a:pt x="10014" y="3930"/>
                    </a:cubicBezTo>
                    <a:close/>
                    <a:moveTo>
                      <a:pt x="11317" y="3930"/>
                    </a:moveTo>
                    <a:cubicBezTo>
                      <a:pt x="11021" y="3930"/>
                      <a:pt x="10786" y="4121"/>
                      <a:pt x="10793" y="4358"/>
                    </a:cubicBezTo>
                    <a:cubicBezTo>
                      <a:pt x="10799" y="4595"/>
                      <a:pt x="11046" y="4790"/>
                      <a:pt x="11345" y="4790"/>
                    </a:cubicBezTo>
                    <a:cubicBezTo>
                      <a:pt x="11644" y="4790"/>
                      <a:pt x="11878" y="4595"/>
                      <a:pt x="11868" y="4358"/>
                    </a:cubicBezTo>
                    <a:cubicBezTo>
                      <a:pt x="11859" y="4121"/>
                      <a:pt x="11612" y="3930"/>
                      <a:pt x="11317" y="3930"/>
                    </a:cubicBezTo>
                    <a:close/>
                    <a:moveTo>
                      <a:pt x="12637" y="3930"/>
                    </a:moveTo>
                    <a:cubicBezTo>
                      <a:pt x="12342" y="3930"/>
                      <a:pt x="12111" y="4121"/>
                      <a:pt x="12121" y="4358"/>
                    </a:cubicBezTo>
                    <a:cubicBezTo>
                      <a:pt x="12132" y="4595"/>
                      <a:pt x="12383" y="4790"/>
                      <a:pt x="12681" y="4790"/>
                    </a:cubicBezTo>
                    <a:cubicBezTo>
                      <a:pt x="12980" y="4790"/>
                      <a:pt x="13211" y="4595"/>
                      <a:pt x="13197" y="4358"/>
                    </a:cubicBezTo>
                    <a:cubicBezTo>
                      <a:pt x="13184" y="4121"/>
                      <a:pt x="12933" y="3930"/>
                      <a:pt x="12637" y="3930"/>
                    </a:cubicBezTo>
                    <a:close/>
                    <a:moveTo>
                      <a:pt x="13940" y="3930"/>
                    </a:moveTo>
                    <a:cubicBezTo>
                      <a:pt x="13645" y="3930"/>
                      <a:pt x="13416" y="4121"/>
                      <a:pt x="13431" y="4358"/>
                    </a:cubicBezTo>
                    <a:cubicBezTo>
                      <a:pt x="13445" y="4595"/>
                      <a:pt x="13700" y="4790"/>
                      <a:pt x="13998" y="4790"/>
                    </a:cubicBezTo>
                    <a:cubicBezTo>
                      <a:pt x="14296" y="4790"/>
                      <a:pt x="14525" y="4595"/>
                      <a:pt x="14507" y="4358"/>
                    </a:cubicBezTo>
                    <a:cubicBezTo>
                      <a:pt x="14489" y="4121"/>
                      <a:pt x="14235" y="3930"/>
                      <a:pt x="13940" y="3930"/>
                    </a:cubicBezTo>
                    <a:close/>
                    <a:moveTo>
                      <a:pt x="15242" y="3930"/>
                    </a:moveTo>
                    <a:cubicBezTo>
                      <a:pt x="14947" y="3930"/>
                      <a:pt x="14722" y="4121"/>
                      <a:pt x="14741" y="4358"/>
                    </a:cubicBezTo>
                    <a:cubicBezTo>
                      <a:pt x="14760" y="4595"/>
                      <a:pt x="15016" y="4790"/>
                      <a:pt x="15315" y="4790"/>
                    </a:cubicBezTo>
                    <a:cubicBezTo>
                      <a:pt x="15614" y="4790"/>
                      <a:pt x="15838" y="4595"/>
                      <a:pt x="15816" y="4358"/>
                    </a:cubicBezTo>
                    <a:cubicBezTo>
                      <a:pt x="15794" y="4121"/>
                      <a:pt x="15537" y="3930"/>
                      <a:pt x="15242" y="3930"/>
                    </a:cubicBezTo>
                    <a:close/>
                    <a:moveTo>
                      <a:pt x="17866" y="3930"/>
                    </a:moveTo>
                    <a:cubicBezTo>
                      <a:pt x="17571" y="3930"/>
                      <a:pt x="17353" y="4121"/>
                      <a:pt x="17379" y="4358"/>
                    </a:cubicBezTo>
                    <a:cubicBezTo>
                      <a:pt x="17406" y="4595"/>
                      <a:pt x="17671" y="4790"/>
                      <a:pt x="17969" y="4790"/>
                    </a:cubicBezTo>
                    <a:cubicBezTo>
                      <a:pt x="18268" y="4790"/>
                      <a:pt x="18485" y="4595"/>
                      <a:pt x="18455" y="4358"/>
                    </a:cubicBezTo>
                    <a:cubicBezTo>
                      <a:pt x="18425" y="4121"/>
                      <a:pt x="18161" y="3930"/>
                      <a:pt x="17866" y="3930"/>
                    </a:cubicBezTo>
                    <a:close/>
                    <a:moveTo>
                      <a:pt x="19187" y="3930"/>
                    </a:moveTo>
                    <a:cubicBezTo>
                      <a:pt x="18892" y="3930"/>
                      <a:pt x="18677" y="4121"/>
                      <a:pt x="18708" y="4358"/>
                    </a:cubicBezTo>
                    <a:cubicBezTo>
                      <a:pt x="18739" y="4595"/>
                      <a:pt x="19007" y="4790"/>
                      <a:pt x="19306" y="4790"/>
                    </a:cubicBezTo>
                    <a:cubicBezTo>
                      <a:pt x="19604" y="4790"/>
                      <a:pt x="19818" y="4595"/>
                      <a:pt x="19784" y="4358"/>
                    </a:cubicBezTo>
                    <a:cubicBezTo>
                      <a:pt x="19749" y="4121"/>
                      <a:pt x="19482" y="3930"/>
                      <a:pt x="19187" y="3930"/>
                    </a:cubicBezTo>
                    <a:close/>
                    <a:moveTo>
                      <a:pt x="725" y="4986"/>
                    </a:moveTo>
                    <a:cubicBezTo>
                      <a:pt x="426" y="4986"/>
                      <a:pt x="160" y="5183"/>
                      <a:pt x="133" y="5426"/>
                    </a:cubicBezTo>
                    <a:cubicBezTo>
                      <a:pt x="106" y="5671"/>
                      <a:pt x="329" y="5870"/>
                      <a:pt x="632" y="5870"/>
                    </a:cubicBezTo>
                    <a:cubicBezTo>
                      <a:pt x="934" y="5870"/>
                      <a:pt x="1200" y="5671"/>
                      <a:pt x="1224" y="5426"/>
                    </a:cubicBezTo>
                    <a:cubicBezTo>
                      <a:pt x="1248" y="5183"/>
                      <a:pt x="1024" y="4986"/>
                      <a:pt x="725" y="4986"/>
                    </a:cubicBezTo>
                    <a:close/>
                    <a:moveTo>
                      <a:pt x="2044" y="4986"/>
                    </a:moveTo>
                    <a:cubicBezTo>
                      <a:pt x="1745" y="4986"/>
                      <a:pt x="1483" y="5183"/>
                      <a:pt x="1461" y="5426"/>
                    </a:cubicBezTo>
                    <a:cubicBezTo>
                      <a:pt x="1437" y="5671"/>
                      <a:pt x="1664" y="5870"/>
                      <a:pt x="1967" y="5870"/>
                    </a:cubicBezTo>
                    <a:cubicBezTo>
                      <a:pt x="2270" y="5870"/>
                      <a:pt x="2531" y="5671"/>
                      <a:pt x="2551" y="5426"/>
                    </a:cubicBezTo>
                    <a:cubicBezTo>
                      <a:pt x="2570" y="5183"/>
                      <a:pt x="2344" y="4986"/>
                      <a:pt x="2044" y="4986"/>
                    </a:cubicBezTo>
                    <a:close/>
                    <a:moveTo>
                      <a:pt x="3383" y="4986"/>
                    </a:moveTo>
                    <a:cubicBezTo>
                      <a:pt x="3083" y="4986"/>
                      <a:pt x="2826" y="5183"/>
                      <a:pt x="2807" y="5426"/>
                    </a:cubicBezTo>
                    <a:cubicBezTo>
                      <a:pt x="2788" y="5671"/>
                      <a:pt x="3018" y="5870"/>
                      <a:pt x="3321" y="5870"/>
                    </a:cubicBezTo>
                    <a:cubicBezTo>
                      <a:pt x="3624" y="5870"/>
                      <a:pt x="3882" y="5671"/>
                      <a:pt x="3898" y="5426"/>
                    </a:cubicBezTo>
                    <a:cubicBezTo>
                      <a:pt x="3913" y="5183"/>
                      <a:pt x="3683" y="4986"/>
                      <a:pt x="3383" y="4986"/>
                    </a:cubicBezTo>
                    <a:close/>
                    <a:moveTo>
                      <a:pt x="4704" y="4986"/>
                    </a:moveTo>
                    <a:cubicBezTo>
                      <a:pt x="4404" y="4986"/>
                      <a:pt x="4149" y="5183"/>
                      <a:pt x="4134" y="5426"/>
                    </a:cubicBezTo>
                    <a:cubicBezTo>
                      <a:pt x="4120" y="5671"/>
                      <a:pt x="4354" y="5870"/>
                      <a:pt x="4657" y="5870"/>
                    </a:cubicBezTo>
                    <a:cubicBezTo>
                      <a:pt x="4959" y="5870"/>
                      <a:pt x="5214" y="5671"/>
                      <a:pt x="5226" y="5426"/>
                    </a:cubicBezTo>
                    <a:cubicBezTo>
                      <a:pt x="5237" y="5183"/>
                      <a:pt x="5003" y="4986"/>
                      <a:pt x="4704" y="4986"/>
                    </a:cubicBezTo>
                    <a:close/>
                    <a:moveTo>
                      <a:pt x="6042" y="4986"/>
                    </a:moveTo>
                    <a:cubicBezTo>
                      <a:pt x="5743" y="4986"/>
                      <a:pt x="5492" y="5183"/>
                      <a:pt x="5481" y="5426"/>
                    </a:cubicBezTo>
                    <a:cubicBezTo>
                      <a:pt x="5471" y="5671"/>
                      <a:pt x="5708" y="5870"/>
                      <a:pt x="6011" y="5870"/>
                    </a:cubicBezTo>
                    <a:cubicBezTo>
                      <a:pt x="6313" y="5870"/>
                      <a:pt x="6565" y="5671"/>
                      <a:pt x="6572" y="5426"/>
                    </a:cubicBezTo>
                    <a:cubicBezTo>
                      <a:pt x="6579" y="5183"/>
                      <a:pt x="6342" y="4986"/>
                      <a:pt x="6042" y="4986"/>
                    </a:cubicBezTo>
                    <a:close/>
                    <a:moveTo>
                      <a:pt x="7362" y="4986"/>
                    </a:moveTo>
                    <a:cubicBezTo>
                      <a:pt x="7063" y="4986"/>
                      <a:pt x="6815" y="5183"/>
                      <a:pt x="6809" y="5426"/>
                    </a:cubicBezTo>
                    <a:cubicBezTo>
                      <a:pt x="6802" y="5671"/>
                      <a:pt x="7043" y="5870"/>
                      <a:pt x="7346" y="5870"/>
                    </a:cubicBezTo>
                    <a:cubicBezTo>
                      <a:pt x="7649" y="5870"/>
                      <a:pt x="7896" y="5671"/>
                      <a:pt x="7899" y="5426"/>
                    </a:cubicBezTo>
                    <a:cubicBezTo>
                      <a:pt x="7902" y="5183"/>
                      <a:pt x="7662" y="4986"/>
                      <a:pt x="7362" y="4986"/>
                    </a:cubicBezTo>
                    <a:close/>
                    <a:moveTo>
                      <a:pt x="8701" y="4986"/>
                    </a:moveTo>
                    <a:cubicBezTo>
                      <a:pt x="8401" y="4986"/>
                      <a:pt x="8157" y="5183"/>
                      <a:pt x="8155" y="5426"/>
                    </a:cubicBezTo>
                    <a:cubicBezTo>
                      <a:pt x="8153" y="5671"/>
                      <a:pt x="8397" y="5870"/>
                      <a:pt x="8700" y="5870"/>
                    </a:cubicBezTo>
                    <a:cubicBezTo>
                      <a:pt x="9004" y="5870"/>
                      <a:pt x="9248" y="5671"/>
                      <a:pt x="9246" y="5426"/>
                    </a:cubicBezTo>
                    <a:cubicBezTo>
                      <a:pt x="9245" y="5183"/>
                      <a:pt x="9001" y="4986"/>
                      <a:pt x="8701" y="4986"/>
                    </a:cubicBezTo>
                    <a:close/>
                    <a:moveTo>
                      <a:pt x="10021" y="4986"/>
                    </a:moveTo>
                    <a:cubicBezTo>
                      <a:pt x="9722" y="4986"/>
                      <a:pt x="9481" y="5183"/>
                      <a:pt x="9483" y="5426"/>
                    </a:cubicBezTo>
                    <a:cubicBezTo>
                      <a:pt x="9486" y="5671"/>
                      <a:pt x="9734" y="5870"/>
                      <a:pt x="10036" y="5870"/>
                    </a:cubicBezTo>
                    <a:cubicBezTo>
                      <a:pt x="10339" y="5870"/>
                      <a:pt x="10580" y="5671"/>
                      <a:pt x="10574" y="5426"/>
                    </a:cubicBezTo>
                    <a:cubicBezTo>
                      <a:pt x="10569" y="5183"/>
                      <a:pt x="10321" y="4986"/>
                      <a:pt x="10021" y="4986"/>
                    </a:cubicBezTo>
                    <a:close/>
                    <a:moveTo>
                      <a:pt x="11361" y="4986"/>
                    </a:moveTo>
                    <a:cubicBezTo>
                      <a:pt x="11061" y="4986"/>
                      <a:pt x="10824" y="5183"/>
                      <a:pt x="10830" y="5426"/>
                    </a:cubicBezTo>
                    <a:cubicBezTo>
                      <a:pt x="10837" y="5671"/>
                      <a:pt x="11088" y="5870"/>
                      <a:pt x="11391" y="5870"/>
                    </a:cubicBezTo>
                    <a:cubicBezTo>
                      <a:pt x="11694" y="5870"/>
                      <a:pt x="11930" y="5671"/>
                      <a:pt x="11920" y="5426"/>
                    </a:cubicBezTo>
                    <a:cubicBezTo>
                      <a:pt x="11910" y="5183"/>
                      <a:pt x="11661" y="4986"/>
                      <a:pt x="11361" y="4986"/>
                    </a:cubicBezTo>
                    <a:close/>
                    <a:moveTo>
                      <a:pt x="12681" y="4986"/>
                    </a:moveTo>
                    <a:cubicBezTo>
                      <a:pt x="12382" y="4986"/>
                      <a:pt x="12148" y="5183"/>
                      <a:pt x="12159" y="5426"/>
                    </a:cubicBezTo>
                    <a:cubicBezTo>
                      <a:pt x="12170" y="5671"/>
                      <a:pt x="12424" y="5870"/>
                      <a:pt x="12726" y="5870"/>
                    </a:cubicBezTo>
                    <a:cubicBezTo>
                      <a:pt x="13030" y="5870"/>
                      <a:pt x="13263" y="5671"/>
                      <a:pt x="13249" y="5426"/>
                    </a:cubicBezTo>
                    <a:cubicBezTo>
                      <a:pt x="13235" y="5183"/>
                      <a:pt x="12981" y="4986"/>
                      <a:pt x="12681" y="4986"/>
                    </a:cubicBezTo>
                    <a:close/>
                    <a:moveTo>
                      <a:pt x="14003" y="4986"/>
                    </a:moveTo>
                    <a:cubicBezTo>
                      <a:pt x="13703" y="4986"/>
                      <a:pt x="13472" y="5183"/>
                      <a:pt x="13487" y="5426"/>
                    </a:cubicBezTo>
                    <a:cubicBezTo>
                      <a:pt x="13502" y="5671"/>
                      <a:pt x="13760" y="5870"/>
                      <a:pt x="14063" y="5870"/>
                    </a:cubicBezTo>
                    <a:cubicBezTo>
                      <a:pt x="14365" y="5870"/>
                      <a:pt x="14597" y="5671"/>
                      <a:pt x="14578" y="5426"/>
                    </a:cubicBezTo>
                    <a:cubicBezTo>
                      <a:pt x="14560" y="5183"/>
                      <a:pt x="14301" y="4986"/>
                      <a:pt x="14003" y="4986"/>
                    </a:cubicBezTo>
                    <a:close/>
                    <a:moveTo>
                      <a:pt x="15342" y="4986"/>
                    </a:moveTo>
                    <a:cubicBezTo>
                      <a:pt x="15042" y="4986"/>
                      <a:pt x="14815" y="5183"/>
                      <a:pt x="14834" y="5426"/>
                    </a:cubicBezTo>
                    <a:cubicBezTo>
                      <a:pt x="14853" y="5671"/>
                      <a:pt x="15115" y="5870"/>
                      <a:pt x="15418" y="5870"/>
                    </a:cubicBezTo>
                    <a:cubicBezTo>
                      <a:pt x="15720" y="5870"/>
                      <a:pt x="15947" y="5671"/>
                      <a:pt x="15925" y="5426"/>
                    </a:cubicBezTo>
                    <a:cubicBezTo>
                      <a:pt x="15902" y="5183"/>
                      <a:pt x="15641" y="4986"/>
                      <a:pt x="15342" y="4986"/>
                    </a:cubicBezTo>
                    <a:close/>
                    <a:moveTo>
                      <a:pt x="16663" y="4986"/>
                    </a:moveTo>
                    <a:cubicBezTo>
                      <a:pt x="16364" y="4986"/>
                      <a:pt x="16140" y="5183"/>
                      <a:pt x="16163" y="5426"/>
                    </a:cubicBezTo>
                    <a:cubicBezTo>
                      <a:pt x="16186" y="5671"/>
                      <a:pt x="16451" y="5870"/>
                      <a:pt x="16753" y="5870"/>
                    </a:cubicBezTo>
                    <a:cubicBezTo>
                      <a:pt x="17056" y="5870"/>
                      <a:pt x="17280" y="5671"/>
                      <a:pt x="17253" y="5426"/>
                    </a:cubicBezTo>
                    <a:cubicBezTo>
                      <a:pt x="17226" y="5183"/>
                      <a:pt x="16962" y="4986"/>
                      <a:pt x="16663" y="4986"/>
                    </a:cubicBezTo>
                    <a:close/>
                    <a:moveTo>
                      <a:pt x="18003" y="4986"/>
                    </a:moveTo>
                    <a:cubicBezTo>
                      <a:pt x="17704" y="4986"/>
                      <a:pt x="17483" y="5183"/>
                      <a:pt x="17510" y="5426"/>
                    </a:cubicBezTo>
                    <a:cubicBezTo>
                      <a:pt x="17538" y="5671"/>
                      <a:pt x="17807" y="5870"/>
                      <a:pt x="18109" y="5870"/>
                    </a:cubicBezTo>
                    <a:cubicBezTo>
                      <a:pt x="18412" y="5870"/>
                      <a:pt x="18632" y="5671"/>
                      <a:pt x="18601" y="5426"/>
                    </a:cubicBezTo>
                    <a:cubicBezTo>
                      <a:pt x="18570" y="5183"/>
                      <a:pt x="18302" y="4986"/>
                      <a:pt x="18003" y="4986"/>
                    </a:cubicBezTo>
                    <a:close/>
                    <a:moveTo>
                      <a:pt x="19324" y="4986"/>
                    </a:moveTo>
                    <a:cubicBezTo>
                      <a:pt x="19024" y="4986"/>
                      <a:pt x="18807" y="5183"/>
                      <a:pt x="18839" y="5426"/>
                    </a:cubicBezTo>
                    <a:cubicBezTo>
                      <a:pt x="18871" y="5671"/>
                      <a:pt x="19143" y="5870"/>
                      <a:pt x="19446" y="5870"/>
                    </a:cubicBezTo>
                    <a:cubicBezTo>
                      <a:pt x="19748" y="5870"/>
                      <a:pt x="19965" y="5671"/>
                      <a:pt x="19930" y="5426"/>
                    </a:cubicBezTo>
                    <a:cubicBezTo>
                      <a:pt x="19895" y="5183"/>
                      <a:pt x="19623" y="4986"/>
                      <a:pt x="19324" y="4986"/>
                    </a:cubicBezTo>
                    <a:close/>
                    <a:moveTo>
                      <a:pt x="602" y="6064"/>
                    </a:moveTo>
                    <a:cubicBezTo>
                      <a:pt x="299" y="6064"/>
                      <a:pt x="30" y="6266"/>
                      <a:pt x="2" y="6516"/>
                    </a:cubicBezTo>
                    <a:cubicBezTo>
                      <a:pt x="-26" y="6767"/>
                      <a:pt x="200" y="6973"/>
                      <a:pt x="507" y="6973"/>
                    </a:cubicBezTo>
                    <a:cubicBezTo>
                      <a:pt x="814" y="6973"/>
                      <a:pt x="1084" y="6767"/>
                      <a:pt x="1109" y="6516"/>
                    </a:cubicBezTo>
                    <a:cubicBezTo>
                      <a:pt x="1133" y="6266"/>
                      <a:pt x="906" y="6064"/>
                      <a:pt x="602" y="6064"/>
                    </a:cubicBezTo>
                    <a:close/>
                    <a:moveTo>
                      <a:pt x="1959" y="6064"/>
                    </a:moveTo>
                    <a:cubicBezTo>
                      <a:pt x="1656" y="6064"/>
                      <a:pt x="1391" y="6266"/>
                      <a:pt x="1367" y="6516"/>
                    </a:cubicBezTo>
                    <a:cubicBezTo>
                      <a:pt x="1343" y="6767"/>
                      <a:pt x="1573" y="6973"/>
                      <a:pt x="1880" y="6973"/>
                    </a:cubicBezTo>
                    <a:cubicBezTo>
                      <a:pt x="2187" y="6973"/>
                      <a:pt x="2453" y="6767"/>
                      <a:pt x="2473" y="6516"/>
                    </a:cubicBezTo>
                    <a:cubicBezTo>
                      <a:pt x="2493" y="6266"/>
                      <a:pt x="2263" y="6064"/>
                      <a:pt x="1959" y="6064"/>
                    </a:cubicBezTo>
                    <a:close/>
                    <a:moveTo>
                      <a:pt x="3298" y="6064"/>
                    </a:moveTo>
                    <a:cubicBezTo>
                      <a:pt x="2994" y="6064"/>
                      <a:pt x="2733" y="6266"/>
                      <a:pt x="2713" y="6516"/>
                    </a:cubicBezTo>
                    <a:cubicBezTo>
                      <a:pt x="2694" y="6767"/>
                      <a:pt x="2927" y="6973"/>
                      <a:pt x="3235" y="6973"/>
                    </a:cubicBezTo>
                    <a:cubicBezTo>
                      <a:pt x="3542" y="6973"/>
                      <a:pt x="3803" y="6767"/>
                      <a:pt x="3819" y="6516"/>
                    </a:cubicBezTo>
                    <a:cubicBezTo>
                      <a:pt x="3835" y="6266"/>
                      <a:pt x="3602" y="6064"/>
                      <a:pt x="3298" y="6064"/>
                    </a:cubicBezTo>
                    <a:close/>
                    <a:moveTo>
                      <a:pt x="4656" y="6064"/>
                    </a:moveTo>
                    <a:cubicBezTo>
                      <a:pt x="4352" y="6064"/>
                      <a:pt x="4093" y="6266"/>
                      <a:pt x="4078" y="6516"/>
                    </a:cubicBezTo>
                    <a:cubicBezTo>
                      <a:pt x="4063" y="6767"/>
                      <a:pt x="4300" y="6973"/>
                      <a:pt x="4608" y="6973"/>
                    </a:cubicBezTo>
                    <a:cubicBezTo>
                      <a:pt x="4915" y="6973"/>
                      <a:pt x="5173" y="6767"/>
                      <a:pt x="5185" y="6516"/>
                    </a:cubicBezTo>
                    <a:cubicBezTo>
                      <a:pt x="5196" y="6266"/>
                      <a:pt x="4959" y="6064"/>
                      <a:pt x="4656" y="6064"/>
                    </a:cubicBezTo>
                    <a:close/>
                    <a:moveTo>
                      <a:pt x="5994" y="6064"/>
                    </a:moveTo>
                    <a:cubicBezTo>
                      <a:pt x="5691" y="6064"/>
                      <a:pt x="5436" y="6266"/>
                      <a:pt x="5425" y="6516"/>
                    </a:cubicBezTo>
                    <a:cubicBezTo>
                      <a:pt x="5414" y="6767"/>
                      <a:pt x="5655" y="6973"/>
                      <a:pt x="5962" y="6973"/>
                    </a:cubicBezTo>
                    <a:cubicBezTo>
                      <a:pt x="6269" y="6973"/>
                      <a:pt x="6524" y="6767"/>
                      <a:pt x="6531" y="6516"/>
                    </a:cubicBezTo>
                    <a:cubicBezTo>
                      <a:pt x="6539" y="6266"/>
                      <a:pt x="6298" y="6064"/>
                      <a:pt x="5994" y="6064"/>
                    </a:cubicBezTo>
                    <a:close/>
                    <a:moveTo>
                      <a:pt x="7352" y="6064"/>
                    </a:moveTo>
                    <a:cubicBezTo>
                      <a:pt x="7048" y="6064"/>
                      <a:pt x="6796" y="6266"/>
                      <a:pt x="6790" y="6516"/>
                    </a:cubicBezTo>
                    <a:cubicBezTo>
                      <a:pt x="6783" y="6767"/>
                      <a:pt x="7028" y="6973"/>
                      <a:pt x="7335" y="6973"/>
                    </a:cubicBezTo>
                    <a:cubicBezTo>
                      <a:pt x="7642" y="6973"/>
                      <a:pt x="7893" y="6767"/>
                      <a:pt x="7896" y="6516"/>
                    </a:cubicBezTo>
                    <a:cubicBezTo>
                      <a:pt x="7899" y="6266"/>
                      <a:pt x="7655" y="6064"/>
                      <a:pt x="7352" y="6064"/>
                    </a:cubicBezTo>
                    <a:close/>
                    <a:moveTo>
                      <a:pt x="8690" y="6064"/>
                    </a:moveTo>
                    <a:cubicBezTo>
                      <a:pt x="8386" y="6064"/>
                      <a:pt x="8139" y="6266"/>
                      <a:pt x="8137" y="6516"/>
                    </a:cubicBezTo>
                    <a:cubicBezTo>
                      <a:pt x="8135" y="6767"/>
                      <a:pt x="8382" y="6973"/>
                      <a:pt x="8690" y="6973"/>
                    </a:cubicBezTo>
                    <a:cubicBezTo>
                      <a:pt x="8997" y="6973"/>
                      <a:pt x="9244" y="6767"/>
                      <a:pt x="9243" y="6516"/>
                    </a:cubicBezTo>
                    <a:cubicBezTo>
                      <a:pt x="9241" y="6266"/>
                      <a:pt x="8995" y="6064"/>
                      <a:pt x="8690" y="6064"/>
                    </a:cubicBezTo>
                    <a:close/>
                    <a:moveTo>
                      <a:pt x="10048" y="6064"/>
                    </a:moveTo>
                    <a:cubicBezTo>
                      <a:pt x="9744" y="6064"/>
                      <a:pt x="9500" y="6266"/>
                      <a:pt x="9502" y="6516"/>
                    </a:cubicBezTo>
                    <a:cubicBezTo>
                      <a:pt x="9504" y="6767"/>
                      <a:pt x="9755" y="6973"/>
                      <a:pt x="10062" y="6973"/>
                    </a:cubicBezTo>
                    <a:cubicBezTo>
                      <a:pt x="10370" y="6973"/>
                      <a:pt x="10614" y="6767"/>
                      <a:pt x="10608" y="6516"/>
                    </a:cubicBezTo>
                    <a:cubicBezTo>
                      <a:pt x="10602" y="6266"/>
                      <a:pt x="10352" y="6064"/>
                      <a:pt x="10048" y="6064"/>
                    </a:cubicBezTo>
                    <a:close/>
                    <a:moveTo>
                      <a:pt x="11387" y="6064"/>
                    </a:moveTo>
                    <a:cubicBezTo>
                      <a:pt x="11083" y="6064"/>
                      <a:pt x="10842" y="6266"/>
                      <a:pt x="10849" y="6516"/>
                    </a:cubicBezTo>
                    <a:cubicBezTo>
                      <a:pt x="10856" y="6767"/>
                      <a:pt x="11110" y="6973"/>
                      <a:pt x="11417" y="6973"/>
                    </a:cubicBezTo>
                    <a:cubicBezTo>
                      <a:pt x="11725" y="6973"/>
                      <a:pt x="11965" y="6767"/>
                      <a:pt x="11954" y="6516"/>
                    </a:cubicBezTo>
                    <a:cubicBezTo>
                      <a:pt x="11944" y="6266"/>
                      <a:pt x="11691" y="6064"/>
                      <a:pt x="11387" y="6064"/>
                    </a:cubicBezTo>
                    <a:close/>
                    <a:moveTo>
                      <a:pt x="12745" y="6064"/>
                    </a:moveTo>
                    <a:cubicBezTo>
                      <a:pt x="12441" y="6064"/>
                      <a:pt x="12204" y="6266"/>
                      <a:pt x="12215" y="6516"/>
                    </a:cubicBezTo>
                    <a:cubicBezTo>
                      <a:pt x="12226" y="6767"/>
                      <a:pt x="12485" y="6973"/>
                      <a:pt x="12791" y="6973"/>
                    </a:cubicBezTo>
                    <a:cubicBezTo>
                      <a:pt x="13099" y="6973"/>
                      <a:pt x="13336" y="6767"/>
                      <a:pt x="13321" y="6516"/>
                    </a:cubicBezTo>
                    <a:cubicBezTo>
                      <a:pt x="13307" y="6266"/>
                      <a:pt x="13048" y="6064"/>
                      <a:pt x="12745" y="6064"/>
                    </a:cubicBezTo>
                    <a:close/>
                    <a:moveTo>
                      <a:pt x="14084" y="6064"/>
                    </a:moveTo>
                    <a:cubicBezTo>
                      <a:pt x="13781" y="6064"/>
                      <a:pt x="13547" y="6266"/>
                      <a:pt x="13562" y="6516"/>
                    </a:cubicBezTo>
                    <a:cubicBezTo>
                      <a:pt x="13577" y="6767"/>
                      <a:pt x="13839" y="6973"/>
                      <a:pt x="14146" y="6973"/>
                    </a:cubicBezTo>
                    <a:cubicBezTo>
                      <a:pt x="14453" y="6973"/>
                      <a:pt x="14687" y="6767"/>
                      <a:pt x="14668" y="6516"/>
                    </a:cubicBezTo>
                    <a:cubicBezTo>
                      <a:pt x="14649" y="6266"/>
                      <a:pt x="14387" y="6064"/>
                      <a:pt x="14084" y="6064"/>
                    </a:cubicBezTo>
                    <a:close/>
                    <a:moveTo>
                      <a:pt x="15424" y="6064"/>
                    </a:moveTo>
                    <a:cubicBezTo>
                      <a:pt x="15120" y="6064"/>
                      <a:pt x="14889" y="6266"/>
                      <a:pt x="14909" y="6516"/>
                    </a:cubicBezTo>
                    <a:cubicBezTo>
                      <a:pt x="14929" y="6767"/>
                      <a:pt x="15194" y="6973"/>
                      <a:pt x="15501" y="6973"/>
                    </a:cubicBezTo>
                    <a:cubicBezTo>
                      <a:pt x="15808" y="6973"/>
                      <a:pt x="16039" y="6767"/>
                      <a:pt x="16015" y="6516"/>
                    </a:cubicBezTo>
                    <a:cubicBezTo>
                      <a:pt x="15992" y="6266"/>
                      <a:pt x="15727" y="6064"/>
                      <a:pt x="15424" y="6064"/>
                    </a:cubicBezTo>
                    <a:close/>
                    <a:moveTo>
                      <a:pt x="16781" y="6064"/>
                    </a:moveTo>
                    <a:cubicBezTo>
                      <a:pt x="16479" y="6064"/>
                      <a:pt x="16251" y="6266"/>
                      <a:pt x="16275" y="6516"/>
                    </a:cubicBezTo>
                    <a:cubicBezTo>
                      <a:pt x="16299" y="6767"/>
                      <a:pt x="16568" y="6973"/>
                      <a:pt x="16875" y="6973"/>
                    </a:cubicBezTo>
                    <a:cubicBezTo>
                      <a:pt x="17182" y="6973"/>
                      <a:pt x="17408" y="6767"/>
                      <a:pt x="17381" y="6516"/>
                    </a:cubicBezTo>
                    <a:cubicBezTo>
                      <a:pt x="17353" y="6266"/>
                      <a:pt x="17085" y="6064"/>
                      <a:pt x="16781" y="6064"/>
                    </a:cubicBezTo>
                    <a:close/>
                    <a:moveTo>
                      <a:pt x="18121" y="6064"/>
                    </a:moveTo>
                    <a:cubicBezTo>
                      <a:pt x="17818" y="6064"/>
                      <a:pt x="17594" y="6266"/>
                      <a:pt x="17623" y="6516"/>
                    </a:cubicBezTo>
                    <a:cubicBezTo>
                      <a:pt x="17651" y="6767"/>
                      <a:pt x="17924" y="6973"/>
                      <a:pt x="18231" y="6973"/>
                    </a:cubicBezTo>
                    <a:cubicBezTo>
                      <a:pt x="18538" y="6973"/>
                      <a:pt x="18761" y="6767"/>
                      <a:pt x="18729" y="6516"/>
                    </a:cubicBezTo>
                    <a:cubicBezTo>
                      <a:pt x="18697" y="6266"/>
                      <a:pt x="18425" y="6064"/>
                      <a:pt x="18121" y="6064"/>
                    </a:cubicBezTo>
                    <a:close/>
                    <a:moveTo>
                      <a:pt x="19480" y="6064"/>
                    </a:moveTo>
                    <a:cubicBezTo>
                      <a:pt x="19176" y="6064"/>
                      <a:pt x="18956" y="6266"/>
                      <a:pt x="18989" y="6516"/>
                    </a:cubicBezTo>
                    <a:cubicBezTo>
                      <a:pt x="19021" y="6767"/>
                      <a:pt x="19297" y="6973"/>
                      <a:pt x="19605" y="6973"/>
                    </a:cubicBezTo>
                    <a:cubicBezTo>
                      <a:pt x="19911" y="6973"/>
                      <a:pt x="20131" y="6767"/>
                      <a:pt x="20095" y="6516"/>
                    </a:cubicBezTo>
                    <a:cubicBezTo>
                      <a:pt x="20059" y="6266"/>
                      <a:pt x="19783" y="6064"/>
                      <a:pt x="19480" y="6064"/>
                    </a:cubicBezTo>
                    <a:close/>
                    <a:moveTo>
                      <a:pt x="1856" y="7184"/>
                    </a:moveTo>
                    <a:cubicBezTo>
                      <a:pt x="1548" y="7184"/>
                      <a:pt x="1279" y="7391"/>
                      <a:pt x="1255" y="7649"/>
                    </a:cubicBezTo>
                    <a:cubicBezTo>
                      <a:pt x="1230" y="7907"/>
                      <a:pt x="1463" y="8119"/>
                      <a:pt x="1774" y="8119"/>
                    </a:cubicBezTo>
                    <a:cubicBezTo>
                      <a:pt x="2086" y="8119"/>
                      <a:pt x="2356" y="7907"/>
                      <a:pt x="2377" y="7649"/>
                    </a:cubicBezTo>
                    <a:cubicBezTo>
                      <a:pt x="2397" y="7391"/>
                      <a:pt x="2164" y="7184"/>
                      <a:pt x="1856" y="7184"/>
                    </a:cubicBezTo>
                    <a:close/>
                    <a:moveTo>
                      <a:pt x="3232" y="7184"/>
                    </a:moveTo>
                    <a:cubicBezTo>
                      <a:pt x="2924" y="7184"/>
                      <a:pt x="2658" y="7391"/>
                      <a:pt x="2638" y="7649"/>
                    </a:cubicBezTo>
                    <a:cubicBezTo>
                      <a:pt x="2618" y="7907"/>
                      <a:pt x="2855" y="8119"/>
                      <a:pt x="3167" y="8119"/>
                    </a:cubicBezTo>
                    <a:cubicBezTo>
                      <a:pt x="3478" y="8119"/>
                      <a:pt x="3744" y="7907"/>
                      <a:pt x="3761" y="7649"/>
                    </a:cubicBezTo>
                    <a:cubicBezTo>
                      <a:pt x="3777" y="7391"/>
                      <a:pt x="3540" y="7184"/>
                      <a:pt x="3232" y="7184"/>
                    </a:cubicBezTo>
                    <a:close/>
                    <a:moveTo>
                      <a:pt x="4590" y="7184"/>
                    </a:moveTo>
                    <a:cubicBezTo>
                      <a:pt x="4281" y="7184"/>
                      <a:pt x="4019" y="7391"/>
                      <a:pt x="4003" y="7649"/>
                    </a:cubicBezTo>
                    <a:cubicBezTo>
                      <a:pt x="3988" y="7907"/>
                      <a:pt x="4228" y="8119"/>
                      <a:pt x="4540" y="8119"/>
                    </a:cubicBezTo>
                    <a:cubicBezTo>
                      <a:pt x="4851" y="8119"/>
                      <a:pt x="5114" y="7907"/>
                      <a:pt x="5126" y="7649"/>
                    </a:cubicBezTo>
                    <a:cubicBezTo>
                      <a:pt x="5138" y="7391"/>
                      <a:pt x="4897" y="7184"/>
                      <a:pt x="4590" y="7184"/>
                    </a:cubicBezTo>
                    <a:close/>
                    <a:moveTo>
                      <a:pt x="5965" y="7184"/>
                    </a:moveTo>
                    <a:cubicBezTo>
                      <a:pt x="5657" y="7184"/>
                      <a:pt x="5398" y="7391"/>
                      <a:pt x="5388" y="7649"/>
                    </a:cubicBezTo>
                    <a:cubicBezTo>
                      <a:pt x="5376" y="7907"/>
                      <a:pt x="5621" y="8119"/>
                      <a:pt x="5932" y="8119"/>
                    </a:cubicBezTo>
                    <a:cubicBezTo>
                      <a:pt x="6244" y="8119"/>
                      <a:pt x="6502" y="7907"/>
                      <a:pt x="6509" y="7649"/>
                    </a:cubicBezTo>
                    <a:cubicBezTo>
                      <a:pt x="6517" y="7391"/>
                      <a:pt x="6273" y="7184"/>
                      <a:pt x="5965" y="7184"/>
                    </a:cubicBezTo>
                    <a:close/>
                    <a:moveTo>
                      <a:pt x="7322" y="7184"/>
                    </a:moveTo>
                    <a:cubicBezTo>
                      <a:pt x="7014" y="7184"/>
                      <a:pt x="6759" y="7391"/>
                      <a:pt x="6752" y="7649"/>
                    </a:cubicBezTo>
                    <a:cubicBezTo>
                      <a:pt x="6746" y="7907"/>
                      <a:pt x="6993" y="8119"/>
                      <a:pt x="7305" y="8119"/>
                    </a:cubicBezTo>
                    <a:cubicBezTo>
                      <a:pt x="7617" y="8119"/>
                      <a:pt x="7871" y="7907"/>
                      <a:pt x="7874" y="7649"/>
                    </a:cubicBezTo>
                    <a:cubicBezTo>
                      <a:pt x="7877" y="7391"/>
                      <a:pt x="7630" y="7184"/>
                      <a:pt x="7322" y="7184"/>
                    </a:cubicBezTo>
                    <a:close/>
                    <a:moveTo>
                      <a:pt x="8698" y="7184"/>
                    </a:moveTo>
                    <a:cubicBezTo>
                      <a:pt x="8390" y="7184"/>
                      <a:pt x="8139" y="7391"/>
                      <a:pt x="8137" y="7649"/>
                    </a:cubicBezTo>
                    <a:cubicBezTo>
                      <a:pt x="8135" y="7907"/>
                      <a:pt x="8385" y="8119"/>
                      <a:pt x="8697" y="8119"/>
                    </a:cubicBezTo>
                    <a:cubicBezTo>
                      <a:pt x="9009" y="8119"/>
                      <a:pt x="9260" y="7907"/>
                      <a:pt x="9258" y="7649"/>
                    </a:cubicBezTo>
                    <a:cubicBezTo>
                      <a:pt x="9257" y="7391"/>
                      <a:pt x="9007" y="7184"/>
                      <a:pt x="8698" y="7184"/>
                    </a:cubicBezTo>
                    <a:close/>
                    <a:moveTo>
                      <a:pt x="10055" y="7184"/>
                    </a:moveTo>
                    <a:cubicBezTo>
                      <a:pt x="9748" y="7184"/>
                      <a:pt x="9500" y="7391"/>
                      <a:pt x="9502" y="7649"/>
                    </a:cubicBezTo>
                    <a:cubicBezTo>
                      <a:pt x="9504" y="7907"/>
                      <a:pt x="9759" y="8119"/>
                      <a:pt x="10070" y="8119"/>
                    </a:cubicBezTo>
                    <a:cubicBezTo>
                      <a:pt x="10382" y="8119"/>
                      <a:pt x="10630" y="7907"/>
                      <a:pt x="10624" y="7649"/>
                    </a:cubicBezTo>
                    <a:cubicBezTo>
                      <a:pt x="10618" y="7391"/>
                      <a:pt x="10364" y="7184"/>
                      <a:pt x="10055" y="7184"/>
                    </a:cubicBezTo>
                    <a:close/>
                    <a:moveTo>
                      <a:pt x="11432" y="7184"/>
                    </a:moveTo>
                    <a:cubicBezTo>
                      <a:pt x="11124" y="7184"/>
                      <a:pt x="10879" y="7391"/>
                      <a:pt x="10886" y="7649"/>
                    </a:cubicBezTo>
                    <a:cubicBezTo>
                      <a:pt x="10893" y="7907"/>
                      <a:pt x="11151" y="8119"/>
                      <a:pt x="11463" y="8119"/>
                    </a:cubicBezTo>
                    <a:cubicBezTo>
                      <a:pt x="11775" y="8119"/>
                      <a:pt x="12018" y="7907"/>
                      <a:pt x="12008" y="7649"/>
                    </a:cubicBezTo>
                    <a:cubicBezTo>
                      <a:pt x="11997" y="7391"/>
                      <a:pt x="11740" y="7184"/>
                      <a:pt x="11432" y="7184"/>
                    </a:cubicBezTo>
                    <a:close/>
                    <a:moveTo>
                      <a:pt x="12790" y="7184"/>
                    </a:moveTo>
                    <a:cubicBezTo>
                      <a:pt x="12482" y="7184"/>
                      <a:pt x="12241" y="7391"/>
                      <a:pt x="12252" y="7649"/>
                    </a:cubicBezTo>
                    <a:cubicBezTo>
                      <a:pt x="12264" y="7907"/>
                      <a:pt x="12526" y="8119"/>
                      <a:pt x="12837" y="8119"/>
                    </a:cubicBezTo>
                    <a:cubicBezTo>
                      <a:pt x="13149" y="8119"/>
                      <a:pt x="13389" y="7907"/>
                      <a:pt x="13374" y="7649"/>
                    </a:cubicBezTo>
                    <a:cubicBezTo>
                      <a:pt x="13359" y="7391"/>
                      <a:pt x="13098" y="7184"/>
                      <a:pt x="12790" y="7184"/>
                    </a:cubicBezTo>
                    <a:close/>
                    <a:moveTo>
                      <a:pt x="14166" y="7184"/>
                    </a:moveTo>
                    <a:cubicBezTo>
                      <a:pt x="13858" y="7184"/>
                      <a:pt x="13621" y="7391"/>
                      <a:pt x="13637" y="7649"/>
                    </a:cubicBezTo>
                    <a:cubicBezTo>
                      <a:pt x="13652" y="7907"/>
                      <a:pt x="13919" y="8119"/>
                      <a:pt x="14230" y="8119"/>
                    </a:cubicBezTo>
                    <a:cubicBezTo>
                      <a:pt x="14541" y="8119"/>
                      <a:pt x="14778" y="7907"/>
                      <a:pt x="14759" y="7649"/>
                    </a:cubicBezTo>
                    <a:cubicBezTo>
                      <a:pt x="14740" y="7391"/>
                      <a:pt x="14474" y="7184"/>
                      <a:pt x="14166" y="7184"/>
                    </a:cubicBezTo>
                    <a:close/>
                    <a:moveTo>
                      <a:pt x="15524" y="7184"/>
                    </a:moveTo>
                    <a:cubicBezTo>
                      <a:pt x="15216" y="7184"/>
                      <a:pt x="14983" y="7391"/>
                      <a:pt x="15003" y="7649"/>
                    </a:cubicBezTo>
                    <a:cubicBezTo>
                      <a:pt x="15023" y="7907"/>
                      <a:pt x="15292" y="8119"/>
                      <a:pt x="15604" y="8119"/>
                    </a:cubicBezTo>
                    <a:cubicBezTo>
                      <a:pt x="15915" y="8119"/>
                      <a:pt x="16149" y="7907"/>
                      <a:pt x="16125" y="7649"/>
                    </a:cubicBezTo>
                    <a:cubicBezTo>
                      <a:pt x="16101" y="7391"/>
                      <a:pt x="15832" y="7184"/>
                      <a:pt x="15524" y="7184"/>
                    </a:cubicBezTo>
                    <a:close/>
                    <a:moveTo>
                      <a:pt x="16901" y="7184"/>
                    </a:moveTo>
                    <a:cubicBezTo>
                      <a:pt x="16593" y="7184"/>
                      <a:pt x="16363" y="7391"/>
                      <a:pt x="16387" y="7649"/>
                    </a:cubicBezTo>
                    <a:cubicBezTo>
                      <a:pt x="16412" y="7907"/>
                      <a:pt x="16686" y="8119"/>
                      <a:pt x="16997" y="8119"/>
                    </a:cubicBezTo>
                    <a:cubicBezTo>
                      <a:pt x="17308" y="8119"/>
                      <a:pt x="17538" y="7907"/>
                      <a:pt x="17509" y="7649"/>
                    </a:cubicBezTo>
                    <a:cubicBezTo>
                      <a:pt x="17481" y="7391"/>
                      <a:pt x="17209" y="7184"/>
                      <a:pt x="16901" y="7184"/>
                    </a:cubicBezTo>
                    <a:close/>
                    <a:moveTo>
                      <a:pt x="18259" y="7184"/>
                    </a:moveTo>
                    <a:cubicBezTo>
                      <a:pt x="17951" y="7184"/>
                      <a:pt x="17725" y="7391"/>
                      <a:pt x="17754" y="7649"/>
                    </a:cubicBezTo>
                    <a:cubicBezTo>
                      <a:pt x="17783" y="7907"/>
                      <a:pt x="18060" y="8119"/>
                      <a:pt x="18371" y="8119"/>
                    </a:cubicBezTo>
                    <a:cubicBezTo>
                      <a:pt x="18683" y="8119"/>
                      <a:pt x="18909" y="7907"/>
                      <a:pt x="18876" y="7649"/>
                    </a:cubicBezTo>
                    <a:cubicBezTo>
                      <a:pt x="18843" y="7391"/>
                      <a:pt x="18567" y="7184"/>
                      <a:pt x="18259" y="7184"/>
                    </a:cubicBezTo>
                    <a:close/>
                    <a:moveTo>
                      <a:pt x="19636" y="7184"/>
                    </a:moveTo>
                    <a:cubicBezTo>
                      <a:pt x="19328" y="7184"/>
                      <a:pt x="19105" y="7391"/>
                      <a:pt x="19139" y="7649"/>
                    </a:cubicBezTo>
                    <a:cubicBezTo>
                      <a:pt x="19173" y="7907"/>
                      <a:pt x="19452" y="8119"/>
                      <a:pt x="19764" y="8119"/>
                    </a:cubicBezTo>
                    <a:cubicBezTo>
                      <a:pt x="20076" y="8119"/>
                      <a:pt x="20298" y="7907"/>
                      <a:pt x="20261" y="7649"/>
                    </a:cubicBezTo>
                    <a:cubicBezTo>
                      <a:pt x="20224" y="7391"/>
                      <a:pt x="19944" y="7184"/>
                      <a:pt x="19636" y="7184"/>
                    </a:cubicBezTo>
                    <a:close/>
                    <a:moveTo>
                      <a:pt x="8687" y="8325"/>
                    </a:moveTo>
                    <a:cubicBezTo>
                      <a:pt x="8374" y="8325"/>
                      <a:pt x="8120" y="8538"/>
                      <a:pt x="8118" y="8803"/>
                    </a:cubicBezTo>
                    <a:cubicBezTo>
                      <a:pt x="8116" y="9069"/>
                      <a:pt x="8370" y="9287"/>
                      <a:pt x="8686" y="9287"/>
                    </a:cubicBezTo>
                    <a:cubicBezTo>
                      <a:pt x="9003" y="9287"/>
                      <a:pt x="9258" y="9069"/>
                      <a:pt x="9256" y="8803"/>
                    </a:cubicBezTo>
                    <a:cubicBezTo>
                      <a:pt x="9255" y="8538"/>
                      <a:pt x="9000" y="8325"/>
                      <a:pt x="8687" y="8325"/>
                    </a:cubicBezTo>
                    <a:close/>
                    <a:moveTo>
                      <a:pt x="10082" y="8325"/>
                    </a:moveTo>
                    <a:cubicBezTo>
                      <a:pt x="9770" y="8325"/>
                      <a:pt x="9518" y="8538"/>
                      <a:pt x="9521" y="8803"/>
                    </a:cubicBezTo>
                    <a:cubicBezTo>
                      <a:pt x="9523" y="9069"/>
                      <a:pt x="9782" y="9287"/>
                      <a:pt x="10097" y="9287"/>
                    </a:cubicBezTo>
                    <a:cubicBezTo>
                      <a:pt x="10414" y="9287"/>
                      <a:pt x="10665" y="9069"/>
                      <a:pt x="10659" y="8803"/>
                    </a:cubicBezTo>
                    <a:cubicBezTo>
                      <a:pt x="10653" y="8538"/>
                      <a:pt x="10395" y="8325"/>
                      <a:pt x="10082" y="8325"/>
                    </a:cubicBezTo>
                    <a:close/>
                    <a:moveTo>
                      <a:pt x="11459" y="8325"/>
                    </a:moveTo>
                    <a:cubicBezTo>
                      <a:pt x="11146" y="8325"/>
                      <a:pt x="10898" y="8538"/>
                      <a:pt x="10905" y="8803"/>
                    </a:cubicBezTo>
                    <a:cubicBezTo>
                      <a:pt x="10912" y="9069"/>
                      <a:pt x="11174" y="9287"/>
                      <a:pt x="11491" y="9287"/>
                    </a:cubicBezTo>
                    <a:cubicBezTo>
                      <a:pt x="11807" y="9287"/>
                      <a:pt x="12054" y="9069"/>
                      <a:pt x="12043" y="8803"/>
                    </a:cubicBezTo>
                    <a:cubicBezTo>
                      <a:pt x="12032" y="8538"/>
                      <a:pt x="11771" y="8325"/>
                      <a:pt x="11459" y="8325"/>
                    </a:cubicBezTo>
                    <a:close/>
                    <a:moveTo>
                      <a:pt x="12853" y="8325"/>
                    </a:moveTo>
                    <a:cubicBezTo>
                      <a:pt x="12541" y="8325"/>
                      <a:pt x="12297" y="8538"/>
                      <a:pt x="12309" y="8803"/>
                    </a:cubicBezTo>
                    <a:cubicBezTo>
                      <a:pt x="12320" y="9069"/>
                      <a:pt x="12586" y="9287"/>
                      <a:pt x="12902" y="9287"/>
                    </a:cubicBezTo>
                    <a:cubicBezTo>
                      <a:pt x="13218" y="9287"/>
                      <a:pt x="13462" y="9069"/>
                      <a:pt x="13447" y="8803"/>
                    </a:cubicBezTo>
                    <a:cubicBezTo>
                      <a:pt x="13431" y="8538"/>
                      <a:pt x="13166" y="8325"/>
                      <a:pt x="12853" y="8325"/>
                    </a:cubicBezTo>
                    <a:close/>
                    <a:moveTo>
                      <a:pt x="14230" y="8325"/>
                    </a:moveTo>
                    <a:cubicBezTo>
                      <a:pt x="13918" y="8325"/>
                      <a:pt x="13677" y="8538"/>
                      <a:pt x="13693" y="8803"/>
                    </a:cubicBezTo>
                    <a:cubicBezTo>
                      <a:pt x="13709" y="9069"/>
                      <a:pt x="13980" y="9287"/>
                      <a:pt x="14295" y="9287"/>
                    </a:cubicBezTo>
                    <a:cubicBezTo>
                      <a:pt x="14611" y="9287"/>
                      <a:pt x="14852" y="9069"/>
                      <a:pt x="14831" y="8803"/>
                    </a:cubicBezTo>
                    <a:cubicBezTo>
                      <a:pt x="14812" y="8538"/>
                      <a:pt x="14542" y="8325"/>
                      <a:pt x="14230" y="8325"/>
                    </a:cubicBezTo>
                    <a:close/>
                    <a:moveTo>
                      <a:pt x="15625" y="8325"/>
                    </a:moveTo>
                    <a:cubicBezTo>
                      <a:pt x="15312" y="8325"/>
                      <a:pt x="15076" y="8538"/>
                      <a:pt x="15096" y="8803"/>
                    </a:cubicBezTo>
                    <a:cubicBezTo>
                      <a:pt x="15117" y="9069"/>
                      <a:pt x="15391" y="9287"/>
                      <a:pt x="15707" y="9287"/>
                    </a:cubicBezTo>
                    <a:cubicBezTo>
                      <a:pt x="16023" y="9287"/>
                      <a:pt x="16260" y="9069"/>
                      <a:pt x="16235" y="8803"/>
                    </a:cubicBezTo>
                    <a:cubicBezTo>
                      <a:pt x="16211" y="8538"/>
                      <a:pt x="15937" y="8325"/>
                      <a:pt x="15625" y="8325"/>
                    </a:cubicBezTo>
                    <a:close/>
                    <a:moveTo>
                      <a:pt x="17019" y="8325"/>
                    </a:moveTo>
                    <a:cubicBezTo>
                      <a:pt x="16707" y="8325"/>
                      <a:pt x="16474" y="8538"/>
                      <a:pt x="16500" y="8803"/>
                    </a:cubicBezTo>
                    <a:cubicBezTo>
                      <a:pt x="16525" y="9069"/>
                      <a:pt x="16803" y="9287"/>
                      <a:pt x="17118" y="9287"/>
                    </a:cubicBezTo>
                    <a:cubicBezTo>
                      <a:pt x="17435" y="9287"/>
                      <a:pt x="17667" y="9069"/>
                      <a:pt x="17637" y="8803"/>
                    </a:cubicBezTo>
                    <a:cubicBezTo>
                      <a:pt x="17608" y="8538"/>
                      <a:pt x="17332" y="8325"/>
                      <a:pt x="17019" y="8325"/>
                    </a:cubicBezTo>
                    <a:close/>
                    <a:moveTo>
                      <a:pt x="18397" y="8325"/>
                    </a:moveTo>
                    <a:cubicBezTo>
                      <a:pt x="18085" y="8325"/>
                      <a:pt x="17855" y="8538"/>
                      <a:pt x="17885" y="8803"/>
                    </a:cubicBezTo>
                    <a:cubicBezTo>
                      <a:pt x="17915" y="9069"/>
                      <a:pt x="18196" y="9287"/>
                      <a:pt x="18512" y="9287"/>
                    </a:cubicBezTo>
                    <a:cubicBezTo>
                      <a:pt x="18828" y="9287"/>
                      <a:pt x="19057" y="9069"/>
                      <a:pt x="19023" y="8803"/>
                    </a:cubicBezTo>
                    <a:cubicBezTo>
                      <a:pt x="18990" y="8538"/>
                      <a:pt x="18709" y="8325"/>
                      <a:pt x="18397" y="8325"/>
                    </a:cubicBezTo>
                    <a:close/>
                    <a:moveTo>
                      <a:pt x="8696" y="9487"/>
                    </a:moveTo>
                    <a:cubicBezTo>
                      <a:pt x="8379" y="9487"/>
                      <a:pt x="8120" y="9706"/>
                      <a:pt x="8118" y="9979"/>
                    </a:cubicBezTo>
                    <a:cubicBezTo>
                      <a:pt x="8116" y="10253"/>
                      <a:pt x="8373" y="10476"/>
                      <a:pt x="8695" y="10476"/>
                    </a:cubicBezTo>
                    <a:cubicBezTo>
                      <a:pt x="9016" y="10476"/>
                      <a:pt x="9275" y="10253"/>
                      <a:pt x="9273" y="9979"/>
                    </a:cubicBezTo>
                    <a:cubicBezTo>
                      <a:pt x="9271" y="9706"/>
                      <a:pt x="9014" y="9487"/>
                      <a:pt x="8696" y="9487"/>
                    </a:cubicBezTo>
                    <a:close/>
                    <a:moveTo>
                      <a:pt x="10090" y="9487"/>
                    </a:moveTo>
                    <a:cubicBezTo>
                      <a:pt x="9774" y="9487"/>
                      <a:pt x="9518" y="9706"/>
                      <a:pt x="9521" y="9979"/>
                    </a:cubicBezTo>
                    <a:cubicBezTo>
                      <a:pt x="9523" y="10253"/>
                      <a:pt x="9786" y="10476"/>
                      <a:pt x="10106" y="10476"/>
                    </a:cubicBezTo>
                    <a:cubicBezTo>
                      <a:pt x="10427" y="10476"/>
                      <a:pt x="10682" y="10253"/>
                      <a:pt x="10676" y="9979"/>
                    </a:cubicBezTo>
                    <a:cubicBezTo>
                      <a:pt x="10670" y="9706"/>
                      <a:pt x="10408" y="9487"/>
                      <a:pt x="10090" y="9487"/>
                    </a:cubicBezTo>
                    <a:close/>
                    <a:moveTo>
                      <a:pt x="11504" y="9487"/>
                    </a:moveTo>
                    <a:cubicBezTo>
                      <a:pt x="11186" y="9487"/>
                      <a:pt x="10935" y="9706"/>
                      <a:pt x="10942" y="9979"/>
                    </a:cubicBezTo>
                    <a:cubicBezTo>
                      <a:pt x="10950" y="10253"/>
                      <a:pt x="11216" y="10476"/>
                      <a:pt x="11537" y="10476"/>
                    </a:cubicBezTo>
                    <a:cubicBezTo>
                      <a:pt x="11858" y="10476"/>
                      <a:pt x="12108" y="10253"/>
                      <a:pt x="12097" y="9979"/>
                    </a:cubicBezTo>
                    <a:cubicBezTo>
                      <a:pt x="12086" y="9706"/>
                      <a:pt x="11821" y="9487"/>
                      <a:pt x="11504" y="9487"/>
                    </a:cubicBezTo>
                    <a:close/>
                    <a:moveTo>
                      <a:pt x="12917" y="9487"/>
                    </a:moveTo>
                    <a:cubicBezTo>
                      <a:pt x="12601" y="9487"/>
                      <a:pt x="12353" y="9706"/>
                      <a:pt x="12365" y="9979"/>
                    </a:cubicBezTo>
                    <a:cubicBezTo>
                      <a:pt x="12377" y="10253"/>
                      <a:pt x="12647" y="10476"/>
                      <a:pt x="12967" y="10476"/>
                    </a:cubicBezTo>
                    <a:cubicBezTo>
                      <a:pt x="13288" y="10476"/>
                      <a:pt x="13536" y="10253"/>
                      <a:pt x="13520" y="9979"/>
                    </a:cubicBezTo>
                    <a:cubicBezTo>
                      <a:pt x="13504" y="9706"/>
                      <a:pt x="13234" y="9487"/>
                      <a:pt x="12917" y="9487"/>
                    </a:cubicBezTo>
                    <a:close/>
                    <a:moveTo>
                      <a:pt x="14312" y="9487"/>
                    </a:moveTo>
                    <a:cubicBezTo>
                      <a:pt x="13996" y="9487"/>
                      <a:pt x="13751" y="9706"/>
                      <a:pt x="13768" y="9979"/>
                    </a:cubicBezTo>
                    <a:cubicBezTo>
                      <a:pt x="13784" y="10253"/>
                      <a:pt x="14059" y="10476"/>
                      <a:pt x="14380" y="10476"/>
                    </a:cubicBezTo>
                    <a:cubicBezTo>
                      <a:pt x="14700" y="10476"/>
                      <a:pt x="14944" y="10253"/>
                      <a:pt x="14924" y="9979"/>
                    </a:cubicBezTo>
                    <a:cubicBezTo>
                      <a:pt x="14903" y="9706"/>
                      <a:pt x="14628" y="9487"/>
                      <a:pt x="14312" y="9487"/>
                    </a:cubicBezTo>
                    <a:close/>
                    <a:moveTo>
                      <a:pt x="15726" y="9487"/>
                    </a:moveTo>
                    <a:cubicBezTo>
                      <a:pt x="15408" y="9487"/>
                      <a:pt x="15168" y="9706"/>
                      <a:pt x="15190" y="9979"/>
                    </a:cubicBezTo>
                    <a:cubicBezTo>
                      <a:pt x="15211" y="10253"/>
                      <a:pt x="15489" y="10476"/>
                      <a:pt x="15811" y="10476"/>
                    </a:cubicBezTo>
                    <a:cubicBezTo>
                      <a:pt x="16131" y="10476"/>
                      <a:pt x="16370" y="10253"/>
                      <a:pt x="16345" y="9979"/>
                    </a:cubicBezTo>
                    <a:cubicBezTo>
                      <a:pt x="16319" y="9706"/>
                      <a:pt x="16042" y="9487"/>
                      <a:pt x="15726" y="9487"/>
                    </a:cubicBezTo>
                    <a:close/>
                    <a:moveTo>
                      <a:pt x="17139" y="9487"/>
                    </a:moveTo>
                    <a:cubicBezTo>
                      <a:pt x="16822" y="9487"/>
                      <a:pt x="16586" y="9706"/>
                      <a:pt x="16612" y="9979"/>
                    </a:cubicBezTo>
                    <a:cubicBezTo>
                      <a:pt x="16638" y="10253"/>
                      <a:pt x="16920" y="10476"/>
                      <a:pt x="17240" y="10476"/>
                    </a:cubicBezTo>
                    <a:cubicBezTo>
                      <a:pt x="17561" y="10476"/>
                      <a:pt x="17797" y="10253"/>
                      <a:pt x="17767" y="9979"/>
                    </a:cubicBezTo>
                    <a:cubicBezTo>
                      <a:pt x="17737" y="9706"/>
                      <a:pt x="17456" y="9487"/>
                      <a:pt x="17139" y="9487"/>
                    </a:cubicBezTo>
                    <a:close/>
                    <a:moveTo>
                      <a:pt x="8686" y="10712"/>
                    </a:moveTo>
                    <a:cubicBezTo>
                      <a:pt x="8364" y="10712"/>
                      <a:pt x="8101" y="10939"/>
                      <a:pt x="8099" y="11220"/>
                    </a:cubicBezTo>
                    <a:cubicBezTo>
                      <a:pt x="8097" y="11503"/>
                      <a:pt x="8359" y="11733"/>
                      <a:pt x="8685" y="11733"/>
                    </a:cubicBezTo>
                    <a:cubicBezTo>
                      <a:pt x="9011" y="11733"/>
                      <a:pt x="9273" y="11503"/>
                      <a:pt x="9271" y="11220"/>
                    </a:cubicBezTo>
                    <a:cubicBezTo>
                      <a:pt x="9270" y="10939"/>
                      <a:pt x="9008" y="10712"/>
                      <a:pt x="8686" y="10712"/>
                    </a:cubicBezTo>
                    <a:close/>
                    <a:moveTo>
                      <a:pt x="10117" y="10712"/>
                    </a:moveTo>
                    <a:cubicBezTo>
                      <a:pt x="9796" y="10712"/>
                      <a:pt x="9537" y="10939"/>
                      <a:pt x="9540" y="11220"/>
                    </a:cubicBezTo>
                    <a:cubicBezTo>
                      <a:pt x="9542" y="11503"/>
                      <a:pt x="9808" y="11733"/>
                      <a:pt x="10133" y="11733"/>
                    </a:cubicBezTo>
                    <a:cubicBezTo>
                      <a:pt x="10460" y="11733"/>
                      <a:pt x="10718" y="11503"/>
                      <a:pt x="10712" y="11220"/>
                    </a:cubicBezTo>
                    <a:cubicBezTo>
                      <a:pt x="10705" y="10939"/>
                      <a:pt x="10439" y="10712"/>
                      <a:pt x="10117" y="10712"/>
                    </a:cubicBezTo>
                    <a:close/>
                    <a:moveTo>
                      <a:pt x="11549" y="10712"/>
                    </a:moveTo>
                    <a:cubicBezTo>
                      <a:pt x="11227" y="10712"/>
                      <a:pt x="10972" y="10939"/>
                      <a:pt x="10980" y="11220"/>
                    </a:cubicBezTo>
                    <a:cubicBezTo>
                      <a:pt x="10987" y="11503"/>
                      <a:pt x="11258" y="11733"/>
                      <a:pt x="11584" y="11733"/>
                    </a:cubicBezTo>
                    <a:cubicBezTo>
                      <a:pt x="11910" y="11733"/>
                      <a:pt x="12163" y="11503"/>
                      <a:pt x="12152" y="11220"/>
                    </a:cubicBezTo>
                    <a:cubicBezTo>
                      <a:pt x="12141" y="10939"/>
                      <a:pt x="11871" y="10712"/>
                      <a:pt x="11549" y="10712"/>
                    </a:cubicBezTo>
                    <a:close/>
                    <a:moveTo>
                      <a:pt x="12981" y="10712"/>
                    </a:moveTo>
                    <a:cubicBezTo>
                      <a:pt x="12659" y="10712"/>
                      <a:pt x="12408" y="10939"/>
                      <a:pt x="12421" y="11220"/>
                    </a:cubicBezTo>
                    <a:cubicBezTo>
                      <a:pt x="12433" y="11503"/>
                      <a:pt x="12707" y="11733"/>
                      <a:pt x="13033" y="11733"/>
                    </a:cubicBezTo>
                    <a:cubicBezTo>
                      <a:pt x="13359" y="11733"/>
                      <a:pt x="13609" y="11503"/>
                      <a:pt x="13593" y="11220"/>
                    </a:cubicBezTo>
                    <a:cubicBezTo>
                      <a:pt x="13577" y="10939"/>
                      <a:pt x="13303" y="10712"/>
                      <a:pt x="12981" y="10712"/>
                    </a:cubicBezTo>
                    <a:close/>
                    <a:moveTo>
                      <a:pt x="14395" y="10712"/>
                    </a:moveTo>
                    <a:cubicBezTo>
                      <a:pt x="14073" y="10712"/>
                      <a:pt x="13825" y="10939"/>
                      <a:pt x="13842" y="11220"/>
                    </a:cubicBezTo>
                    <a:cubicBezTo>
                      <a:pt x="13860" y="11503"/>
                      <a:pt x="14139" y="11733"/>
                      <a:pt x="14464" y="11733"/>
                    </a:cubicBezTo>
                    <a:cubicBezTo>
                      <a:pt x="14789" y="11733"/>
                      <a:pt x="15037" y="11503"/>
                      <a:pt x="15016" y="11220"/>
                    </a:cubicBezTo>
                    <a:cubicBezTo>
                      <a:pt x="14994" y="10939"/>
                      <a:pt x="14716" y="10712"/>
                      <a:pt x="14395" y="10712"/>
                    </a:cubicBezTo>
                    <a:close/>
                    <a:moveTo>
                      <a:pt x="15826" y="10712"/>
                    </a:moveTo>
                    <a:cubicBezTo>
                      <a:pt x="15504" y="10712"/>
                      <a:pt x="15261" y="10939"/>
                      <a:pt x="15283" y="11220"/>
                    </a:cubicBezTo>
                    <a:cubicBezTo>
                      <a:pt x="15306" y="11503"/>
                      <a:pt x="15587" y="11733"/>
                      <a:pt x="15913" y="11733"/>
                    </a:cubicBezTo>
                    <a:cubicBezTo>
                      <a:pt x="16239" y="11733"/>
                      <a:pt x="16482" y="11503"/>
                      <a:pt x="16456" y="11220"/>
                    </a:cubicBezTo>
                    <a:cubicBezTo>
                      <a:pt x="16430" y="10939"/>
                      <a:pt x="16148" y="10712"/>
                      <a:pt x="15826" y="10712"/>
                    </a:cubicBezTo>
                    <a:close/>
                    <a:moveTo>
                      <a:pt x="17258" y="10712"/>
                    </a:moveTo>
                    <a:cubicBezTo>
                      <a:pt x="16937" y="10712"/>
                      <a:pt x="16698" y="10939"/>
                      <a:pt x="16725" y="11220"/>
                    </a:cubicBezTo>
                    <a:cubicBezTo>
                      <a:pt x="16752" y="11503"/>
                      <a:pt x="17038" y="11733"/>
                      <a:pt x="17363" y="11733"/>
                    </a:cubicBezTo>
                    <a:cubicBezTo>
                      <a:pt x="17689" y="11733"/>
                      <a:pt x="17927" y="11503"/>
                      <a:pt x="17896" y="11220"/>
                    </a:cubicBezTo>
                    <a:cubicBezTo>
                      <a:pt x="17865" y="10939"/>
                      <a:pt x="17579" y="10712"/>
                      <a:pt x="17258" y="10712"/>
                    </a:cubicBezTo>
                    <a:close/>
                    <a:moveTo>
                      <a:pt x="10145" y="11959"/>
                    </a:moveTo>
                    <a:cubicBezTo>
                      <a:pt x="9819" y="11959"/>
                      <a:pt x="9556" y="12193"/>
                      <a:pt x="9558" y="12482"/>
                    </a:cubicBezTo>
                    <a:cubicBezTo>
                      <a:pt x="9561" y="12773"/>
                      <a:pt x="9831" y="13011"/>
                      <a:pt x="10162" y="13011"/>
                    </a:cubicBezTo>
                    <a:cubicBezTo>
                      <a:pt x="10493" y="13011"/>
                      <a:pt x="10755" y="12773"/>
                      <a:pt x="10748" y="12482"/>
                    </a:cubicBezTo>
                    <a:cubicBezTo>
                      <a:pt x="10742" y="12193"/>
                      <a:pt x="10472" y="11959"/>
                      <a:pt x="10145" y="11959"/>
                    </a:cubicBezTo>
                    <a:close/>
                    <a:moveTo>
                      <a:pt x="11595" y="11959"/>
                    </a:moveTo>
                    <a:cubicBezTo>
                      <a:pt x="11268" y="11959"/>
                      <a:pt x="11010" y="12193"/>
                      <a:pt x="11017" y="12482"/>
                    </a:cubicBezTo>
                    <a:cubicBezTo>
                      <a:pt x="11025" y="12773"/>
                      <a:pt x="11300" y="13011"/>
                      <a:pt x="11630" y="13011"/>
                    </a:cubicBezTo>
                    <a:cubicBezTo>
                      <a:pt x="11961" y="13011"/>
                      <a:pt x="12219" y="12773"/>
                      <a:pt x="12207" y="12482"/>
                    </a:cubicBezTo>
                    <a:cubicBezTo>
                      <a:pt x="12196" y="12193"/>
                      <a:pt x="11922" y="11959"/>
                      <a:pt x="11595" y="11959"/>
                    </a:cubicBezTo>
                    <a:close/>
                    <a:moveTo>
                      <a:pt x="13045" y="11959"/>
                    </a:moveTo>
                    <a:cubicBezTo>
                      <a:pt x="12719" y="11959"/>
                      <a:pt x="12464" y="12193"/>
                      <a:pt x="12477" y="12482"/>
                    </a:cubicBezTo>
                    <a:cubicBezTo>
                      <a:pt x="12490" y="12773"/>
                      <a:pt x="12769" y="13011"/>
                      <a:pt x="13099" y="13011"/>
                    </a:cubicBezTo>
                    <a:cubicBezTo>
                      <a:pt x="13430" y="13011"/>
                      <a:pt x="13684" y="12773"/>
                      <a:pt x="13667" y="12482"/>
                    </a:cubicBezTo>
                    <a:cubicBezTo>
                      <a:pt x="13650" y="12193"/>
                      <a:pt x="13372" y="11959"/>
                      <a:pt x="13045" y="11959"/>
                    </a:cubicBezTo>
                    <a:close/>
                    <a:moveTo>
                      <a:pt x="14496" y="11959"/>
                    </a:moveTo>
                    <a:cubicBezTo>
                      <a:pt x="14170" y="11959"/>
                      <a:pt x="13919" y="12193"/>
                      <a:pt x="13937" y="12482"/>
                    </a:cubicBezTo>
                    <a:cubicBezTo>
                      <a:pt x="13954" y="12773"/>
                      <a:pt x="14237" y="13011"/>
                      <a:pt x="14568" y="13011"/>
                    </a:cubicBezTo>
                    <a:cubicBezTo>
                      <a:pt x="14898" y="13011"/>
                      <a:pt x="15149" y="12773"/>
                      <a:pt x="15127" y="12482"/>
                    </a:cubicBezTo>
                    <a:cubicBezTo>
                      <a:pt x="15105" y="12193"/>
                      <a:pt x="14822" y="11959"/>
                      <a:pt x="14496" y="11959"/>
                    </a:cubicBezTo>
                    <a:close/>
                    <a:moveTo>
                      <a:pt x="15928" y="11959"/>
                    </a:moveTo>
                    <a:cubicBezTo>
                      <a:pt x="15601" y="11959"/>
                      <a:pt x="15354" y="12193"/>
                      <a:pt x="15377" y="12482"/>
                    </a:cubicBezTo>
                    <a:cubicBezTo>
                      <a:pt x="15400" y="12773"/>
                      <a:pt x="15687" y="13011"/>
                      <a:pt x="16017" y="13011"/>
                    </a:cubicBezTo>
                    <a:cubicBezTo>
                      <a:pt x="16348" y="13011"/>
                      <a:pt x="16595" y="12773"/>
                      <a:pt x="16568" y="12482"/>
                    </a:cubicBezTo>
                    <a:cubicBezTo>
                      <a:pt x="16541" y="12193"/>
                      <a:pt x="16254" y="11959"/>
                      <a:pt x="15928" y="11959"/>
                    </a:cubicBezTo>
                    <a:close/>
                    <a:moveTo>
                      <a:pt x="17378" y="11959"/>
                    </a:moveTo>
                    <a:cubicBezTo>
                      <a:pt x="17052" y="11959"/>
                      <a:pt x="16809" y="12193"/>
                      <a:pt x="16837" y="12482"/>
                    </a:cubicBezTo>
                    <a:cubicBezTo>
                      <a:pt x="16865" y="12773"/>
                      <a:pt x="17156" y="13011"/>
                      <a:pt x="17486" y="13011"/>
                    </a:cubicBezTo>
                    <a:cubicBezTo>
                      <a:pt x="17817" y="13011"/>
                      <a:pt x="18058" y="12773"/>
                      <a:pt x="18027" y="12482"/>
                    </a:cubicBezTo>
                    <a:cubicBezTo>
                      <a:pt x="17995" y="12193"/>
                      <a:pt x="17704" y="11959"/>
                      <a:pt x="17378" y="11959"/>
                    </a:cubicBezTo>
                    <a:close/>
                    <a:moveTo>
                      <a:pt x="10153" y="13248"/>
                    </a:moveTo>
                    <a:cubicBezTo>
                      <a:pt x="9822" y="13248"/>
                      <a:pt x="9555" y="13488"/>
                      <a:pt x="9558" y="13787"/>
                    </a:cubicBezTo>
                    <a:cubicBezTo>
                      <a:pt x="9561" y="14087"/>
                      <a:pt x="9836" y="14332"/>
                      <a:pt x="10171" y="14332"/>
                    </a:cubicBezTo>
                    <a:cubicBezTo>
                      <a:pt x="10507" y="14332"/>
                      <a:pt x="10774" y="14087"/>
                      <a:pt x="10767" y="13787"/>
                    </a:cubicBezTo>
                    <a:cubicBezTo>
                      <a:pt x="10760" y="13488"/>
                      <a:pt x="10485" y="13248"/>
                      <a:pt x="10153" y="13248"/>
                    </a:cubicBezTo>
                    <a:close/>
                    <a:moveTo>
                      <a:pt x="11622" y="13248"/>
                    </a:moveTo>
                    <a:cubicBezTo>
                      <a:pt x="11290" y="13248"/>
                      <a:pt x="11028" y="13488"/>
                      <a:pt x="11036" y="13787"/>
                    </a:cubicBezTo>
                    <a:cubicBezTo>
                      <a:pt x="11044" y="14087"/>
                      <a:pt x="11323" y="14332"/>
                      <a:pt x="11659" y="14332"/>
                    </a:cubicBezTo>
                    <a:cubicBezTo>
                      <a:pt x="11995" y="14332"/>
                      <a:pt x="12256" y="14087"/>
                      <a:pt x="12244" y="13787"/>
                    </a:cubicBezTo>
                    <a:cubicBezTo>
                      <a:pt x="12232" y="13488"/>
                      <a:pt x="11954" y="13248"/>
                      <a:pt x="11622" y="13248"/>
                    </a:cubicBezTo>
                    <a:close/>
                    <a:moveTo>
                      <a:pt x="13110" y="13248"/>
                    </a:moveTo>
                    <a:cubicBezTo>
                      <a:pt x="12779" y="13248"/>
                      <a:pt x="12520" y="13488"/>
                      <a:pt x="12533" y="13787"/>
                    </a:cubicBezTo>
                    <a:cubicBezTo>
                      <a:pt x="12546" y="14087"/>
                      <a:pt x="12829" y="14332"/>
                      <a:pt x="13165" y="14332"/>
                    </a:cubicBezTo>
                    <a:cubicBezTo>
                      <a:pt x="13501" y="14332"/>
                      <a:pt x="13759" y="14087"/>
                      <a:pt x="13742" y="13787"/>
                    </a:cubicBezTo>
                    <a:cubicBezTo>
                      <a:pt x="13725" y="13488"/>
                      <a:pt x="13442" y="13248"/>
                      <a:pt x="13110" y="13248"/>
                    </a:cubicBezTo>
                    <a:close/>
                    <a:moveTo>
                      <a:pt x="14580" y="13248"/>
                    </a:moveTo>
                    <a:cubicBezTo>
                      <a:pt x="14248" y="13248"/>
                      <a:pt x="13993" y="13488"/>
                      <a:pt x="14011" y="13787"/>
                    </a:cubicBezTo>
                    <a:cubicBezTo>
                      <a:pt x="14030" y="14087"/>
                      <a:pt x="14318" y="14332"/>
                      <a:pt x="14653" y="14332"/>
                    </a:cubicBezTo>
                    <a:cubicBezTo>
                      <a:pt x="14988" y="14332"/>
                      <a:pt x="15243" y="14087"/>
                      <a:pt x="15220" y="13787"/>
                    </a:cubicBezTo>
                    <a:cubicBezTo>
                      <a:pt x="15198" y="13488"/>
                      <a:pt x="14910" y="13248"/>
                      <a:pt x="14580" y="13248"/>
                    </a:cubicBezTo>
                    <a:close/>
                    <a:moveTo>
                      <a:pt x="16048" y="13248"/>
                    </a:moveTo>
                    <a:cubicBezTo>
                      <a:pt x="15716" y="13248"/>
                      <a:pt x="15466" y="13488"/>
                      <a:pt x="15490" y="13787"/>
                    </a:cubicBezTo>
                    <a:cubicBezTo>
                      <a:pt x="15513" y="14087"/>
                      <a:pt x="15804" y="14332"/>
                      <a:pt x="16140" y="14332"/>
                    </a:cubicBezTo>
                    <a:cubicBezTo>
                      <a:pt x="16476" y="14332"/>
                      <a:pt x="16726" y="14087"/>
                      <a:pt x="16698" y="13787"/>
                    </a:cubicBezTo>
                    <a:cubicBezTo>
                      <a:pt x="16671" y="13488"/>
                      <a:pt x="16379" y="13248"/>
                      <a:pt x="16048" y="13248"/>
                    </a:cubicBezTo>
                    <a:close/>
                    <a:moveTo>
                      <a:pt x="17516" y="13248"/>
                    </a:moveTo>
                    <a:cubicBezTo>
                      <a:pt x="17185" y="13248"/>
                      <a:pt x="16939" y="13488"/>
                      <a:pt x="16968" y="13787"/>
                    </a:cubicBezTo>
                    <a:cubicBezTo>
                      <a:pt x="16996" y="14087"/>
                      <a:pt x="17292" y="14332"/>
                      <a:pt x="17627" y="14332"/>
                    </a:cubicBezTo>
                    <a:cubicBezTo>
                      <a:pt x="17964" y="14332"/>
                      <a:pt x="18209" y="14087"/>
                      <a:pt x="18176" y="13787"/>
                    </a:cubicBezTo>
                    <a:cubicBezTo>
                      <a:pt x="18143" y="13488"/>
                      <a:pt x="17848" y="13248"/>
                      <a:pt x="17516" y="13248"/>
                    </a:cubicBezTo>
                    <a:close/>
                    <a:moveTo>
                      <a:pt x="8695" y="14579"/>
                    </a:moveTo>
                    <a:cubicBezTo>
                      <a:pt x="8358" y="14579"/>
                      <a:pt x="8083" y="14828"/>
                      <a:pt x="8081" y="15135"/>
                    </a:cubicBezTo>
                    <a:cubicBezTo>
                      <a:pt x="8078" y="15446"/>
                      <a:pt x="8352" y="15698"/>
                      <a:pt x="8694" y="15698"/>
                    </a:cubicBezTo>
                    <a:cubicBezTo>
                      <a:pt x="9035" y="15698"/>
                      <a:pt x="9310" y="15446"/>
                      <a:pt x="9308" y="15135"/>
                    </a:cubicBezTo>
                    <a:cubicBezTo>
                      <a:pt x="9306" y="14828"/>
                      <a:pt x="9032" y="14579"/>
                      <a:pt x="8695" y="14579"/>
                    </a:cubicBezTo>
                    <a:close/>
                    <a:moveTo>
                      <a:pt x="10181" y="14579"/>
                    </a:moveTo>
                    <a:cubicBezTo>
                      <a:pt x="9845" y="14579"/>
                      <a:pt x="9574" y="14828"/>
                      <a:pt x="9577" y="15135"/>
                    </a:cubicBezTo>
                    <a:cubicBezTo>
                      <a:pt x="9580" y="15446"/>
                      <a:pt x="9859" y="15698"/>
                      <a:pt x="10200" y="15698"/>
                    </a:cubicBezTo>
                    <a:cubicBezTo>
                      <a:pt x="10541" y="15698"/>
                      <a:pt x="10812" y="15446"/>
                      <a:pt x="10805" y="15135"/>
                    </a:cubicBezTo>
                    <a:cubicBezTo>
                      <a:pt x="10797" y="14828"/>
                      <a:pt x="10519" y="14579"/>
                      <a:pt x="10181" y="14579"/>
                    </a:cubicBezTo>
                    <a:close/>
                    <a:moveTo>
                      <a:pt x="11669" y="14579"/>
                    </a:moveTo>
                    <a:cubicBezTo>
                      <a:pt x="11332" y="14579"/>
                      <a:pt x="11065" y="14828"/>
                      <a:pt x="11073" y="15135"/>
                    </a:cubicBezTo>
                    <a:cubicBezTo>
                      <a:pt x="11082" y="15446"/>
                      <a:pt x="11365" y="15698"/>
                      <a:pt x="11706" y="15698"/>
                    </a:cubicBezTo>
                    <a:cubicBezTo>
                      <a:pt x="12048" y="15698"/>
                      <a:pt x="12313" y="15446"/>
                      <a:pt x="12300" y="15135"/>
                    </a:cubicBezTo>
                    <a:cubicBezTo>
                      <a:pt x="12288" y="14828"/>
                      <a:pt x="12006" y="14579"/>
                      <a:pt x="11669" y="14579"/>
                    </a:cubicBezTo>
                    <a:close/>
                    <a:moveTo>
                      <a:pt x="13174" y="14579"/>
                    </a:moveTo>
                    <a:cubicBezTo>
                      <a:pt x="12838" y="14579"/>
                      <a:pt x="12575" y="14828"/>
                      <a:pt x="12589" y="15135"/>
                    </a:cubicBezTo>
                    <a:cubicBezTo>
                      <a:pt x="12603" y="15446"/>
                      <a:pt x="12891" y="15698"/>
                      <a:pt x="13232" y="15698"/>
                    </a:cubicBezTo>
                    <a:cubicBezTo>
                      <a:pt x="13573" y="15698"/>
                      <a:pt x="13835" y="15446"/>
                      <a:pt x="13817" y="15135"/>
                    </a:cubicBezTo>
                    <a:cubicBezTo>
                      <a:pt x="13799" y="14828"/>
                      <a:pt x="13511" y="14579"/>
                      <a:pt x="13174" y="14579"/>
                    </a:cubicBezTo>
                    <a:close/>
                    <a:moveTo>
                      <a:pt x="14663" y="14579"/>
                    </a:moveTo>
                    <a:cubicBezTo>
                      <a:pt x="14326" y="14579"/>
                      <a:pt x="14067" y="14828"/>
                      <a:pt x="14086" y="15135"/>
                    </a:cubicBezTo>
                    <a:cubicBezTo>
                      <a:pt x="14105" y="15446"/>
                      <a:pt x="14398" y="15698"/>
                      <a:pt x="14738" y="15698"/>
                    </a:cubicBezTo>
                    <a:cubicBezTo>
                      <a:pt x="15079" y="15698"/>
                      <a:pt x="15338" y="15446"/>
                      <a:pt x="15314" y="15135"/>
                    </a:cubicBezTo>
                    <a:cubicBezTo>
                      <a:pt x="15291" y="14828"/>
                      <a:pt x="14999" y="14579"/>
                      <a:pt x="14663" y="14579"/>
                    </a:cubicBezTo>
                    <a:close/>
                    <a:moveTo>
                      <a:pt x="16168" y="14579"/>
                    </a:moveTo>
                    <a:cubicBezTo>
                      <a:pt x="15831" y="14579"/>
                      <a:pt x="15578" y="14828"/>
                      <a:pt x="15602" y="15135"/>
                    </a:cubicBezTo>
                    <a:cubicBezTo>
                      <a:pt x="15626" y="15446"/>
                      <a:pt x="15922" y="15698"/>
                      <a:pt x="16264" y="15698"/>
                    </a:cubicBezTo>
                    <a:cubicBezTo>
                      <a:pt x="16604" y="15698"/>
                      <a:pt x="16858" y="15446"/>
                      <a:pt x="16829" y="15135"/>
                    </a:cubicBezTo>
                    <a:cubicBezTo>
                      <a:pt x="16801" y="14828"/>
                      <a:pt x="16505" y="14579"/>
                      <a:pt x="16168" y="14579"/>
                    </a:cubicBezTo>
                    <a:close/>
                    <a:moveTo>
                      <a:pt x="17655" y="14579"/>
                    </a:moveTo>
                    <a:cubicBezTo>
                      <a:pt x="17319" y="14579"/>
                      <a:pt x="17069" y="14828"/>
                      <a:pt x="17099" y="15135"/>
                    </a:cubicBezTo>
                    <a:cubicBezTo>
                      <a:pt x="17128" y="15446"/>
                      <a:pt x="17429" y="15698"/>
                      <a:pt x="17770" y="15698"/>
                    </a:cubicBezTo>
                    <a:cubicBezTo>
                      <a:pt x="18111" y="15698"/>
                      <a:pt x="18360" y="15446"/>
                      <a:pt x="18326" y="15135"/>
                    </a:cubicBezTo>
                    <a:cubicBezTo>
                      <a:pt x="18292" y="14828"/>
                      <a:pt x="17992" y="14579"/>
                      <a:pt x="17655" y="14579"/>
                    </a:cubicBezTo>
                    <a:close/>
                    <a:moveTo>
                      <a:pt x="20650" y="14579"/>
                    </a:moveTo>
                    <a:cubicBezTo>
                      <a:pt x="20313" y="14579"/>
                      <a:pt x="20072" y="14828"/>
                      <a:pt x="20112" y="15135"/>
                    </a:cubicBezTo>
                    <a:cubicBezTo>
                      <a:pt x="20153" y="15446"/>
                      <a:pt x="20462" y="15698"/>
                      <a:pt x="20804" y="15698"/>
                    </a:cubicBezTo>
                    <a:cubicBezTo>
                      <a:pt x="21144" y="15698"/>
                      <a:pt x="21385" y="15446"/>
                      <a:pt x="21340" y="15135"/>
                    </a:cubicBezTo>
                    <a:cubicBezTo>
                      <a:pt x="21296" y="14828"/>
                      <a:pt x="20986" y="14579"/>
                      <a:pt x="20650" y="14579"/>
                    </a:cubicBezTo>
                    <a:close/>
                    <a:moveTo>
                      <a:pt x="10209" y="15952"/>
                    </a:moveTo>
                    <a:cubicBezTo>
                      <a:pt x="9868" y="15952"/>
                      <a:pt x="9593" y="16208"/>
                      <a:pt x="9596" y="16526"/>
                    </a:cubicBezTo>
                    <a:cubicBezTo>
                      <a:pt x="9599" y="16846"/>
                      <a:pt x="9882" y="17107"/>
                      <a:pt x="10228" y="17107"/>
                    </a:cubicBezTo>
                    <a:cubicBezTo>
                      <a:pt x="10575" y="17107"/>
                      <a:pt x="10850" y="16846"/>
                      <a:pt x="10843" y="16526"/>
                    </a:cubicBezTo>
                    <a:cubicBezTo>
                      <a:pt x="10835" y="16208"/>
                      <a:pt x="10552" y="15952"/>
                      <a:pt x="10209" y="15952"/>
                    </a:cubicBezTo>
                    <a:close/>
                    <a:moveTo>
                      <a:pt x="11715" y="15952"/>
                    </a:moveTo>
                    <a:cubicBezTo>
                      <a:pt x="11373" y="15952"/>
                      <a:pt x="11102" y="16208"/>
                      <a:pt x="11111" y="16526"/>
                    </a:cubicBezTo>
                    <a:cubicBezTo>
                      <a:pt x="11119" y="16846"/>
                      <a:pt x="11407" y="17107"/>
                      <a:pt x="11754" y="17107"/>
                    </a:cubicBezTo>
                    <a:cubicBezTo>
                      <a:pt x="12101" y="17107"/>
                      <a:pt x="12371" y="16846"/>
                      <a:pt x="12358" y="16526"/>
                    </a:cubicBezTo>
                    <a:cubicBezTo>
                      <a:pt x="12345" y="16208"/>
                      <a:pt x="12057" y="15952"/>
                      <a:pt x="11715" y="15952"/>
                    </a:cubicBezTo>
                    <a:close/>
                    <a:moveTo>
                      <a:pt x="13240" y="15952"/>
                    </a:moveTo>
                    <a:cubicBezTo>
                      <a:pt x="12898" y="15952"/>
                      <a:pt x="12631" y="16208"/>
                      <a:pt x="12645" y="16526"/>
                    </a:cubicBezTo>
                    <a:cubicBezTo>
                      <a:pt x="12659" y="16846"/>
                      <a:pt x="12952" y="17107"/>
                      <a:pt x="13298" y="17107"/>
                    </a:cubicBezTo>
                    <a:cubicBezTo>
                      <a:pt x="13645" y="17107"/>
                      <a:pt x="13911" y="16846"/>
                      <a:pt x="13893" y="16526"/>
                    </a:cubicBezTo>
                    <a:cubicBezTo>
                      <a:pt x="13874" y="16208"/>
                      <a:pt x="13582" y="15952"/>
                      <a:pt x="13240" y="15952"/>
                    </a:cubicBezTo>
                    <a:close/>
                    <a:moveTo>
                      <a:pt x="14765" y="15952"/>
                    </a:moveTo>
                    <a:cubicBezTo>
                      <a:pt x="14423" y="15952"/>
                      <a:pt x="14160" y="16208"/>
                      <a:pt x="14180" y="16526"/>
                    </a:cubicBezTo>
                    <a:cubicBezTo>
                      <a:pt x="14199" y="16846"/>
                      <a:pt x="14497" y="17107"/>
                      <a:pt x="14843" y="17107"/>
                    </a:cubicBezTo>
                    <a:cubicBezTo>
                      <a:pt x="15189" y="17107"/>
                      <a:pt x="15451" y="16846"/>
                      <a:pt x="15427" y="16526"/>
                    </a:cubicBezTo>
                    <a:cubicBezTo>
                      <a:pt x="15403" y="16208"/>
                      <a:pt x="15106" y="15952"/>
                      <a:pt x="14765" y="15952"/>
                    </a:cubicBezTo>
                    <a:close/>
                    <a:moveTo>
                      <a:pt x="16270" y="15952"/>
                    </a:moveTo>
                    <a:cubicBezTo>
                      <a:pt x="15928" y="15952"/>
                      <a:pt x="15670" y="16208"/>
                      <a:pt x="15695" y="16526"/>
                    </a:cubicBezTo>
                    <a:cubicBezTo>
                      <a:pt x="15720" y="16846"/>
                      <a:pt x="16022" y="17107"/>
                      <a:pt x="16369" y="17107"/>
                    </a:cubicBezTo>
                    <a:cubicBezTo>
                      <a:pt x="16715" y="17107"/>
                      <a:pt x="16972" y="16846"/>
                      <a:pt x="16943" y="16526"/>
                    </a:cubicBezTo>
                    <a:cubicBezTo>
                      <a:pt x="16913" y="16208"/>
                      <a:pt x="16612" y="15952"/>
                      <a:pt x="16270" y="15952"/>
                    </a:cubicBezTo>
                    <a:close/>
                    <a:moveTo>
                      <a:pt x="19320" y="15952"/>
                    </a:moveTo>
                    <a:cubicBezTo>
                      <a:pt x="18978" y="15952"/>
                      <a:pt x="18729" y="16208"/>
                      <a:pt x="18765" y="16526"/>
                    </a:cubicBezTo>
                    <a:cubicBezTo>
                      <a:pt x="18801" y="16846"/>
                      <a:pt x="19112" y="17107"/>
                      <a:pt x="19458" y="17107"/>
                    </a:cubicBezTo>
                    <a:cubicBezTo>
                      <a:pt x="19804" y="17107"/>
                      <a:pt x="20053" y="16846"/>
                      <a:pt x="20012" y="16526"/>
                    </a:cubicBezTo>
                    <a:cubicBezTo>
                      <a:pt x="19972" y="16208"/>
                      <a:pt x="19662" y="15952"/>
                      <a:pt x="19320" y="15952"/>
                    </a:cubicBezTo>
                    <a:close/>
                    <a:moveTo>
                      <a:pt x="20826" y="15952"/>
                    </a:moveTo>
                    <a:cubicBezTo>
                      <a:pt x="20483" y="15952"/>
                      <a:pt x="20239" y="16208"/>
                      <a:pt x="20281" y="16526"/>
                    </a:cubicBezTo>
                    <a:cubicBezTo>
                      <a:pt x="20323" y="16846"/>
                      <a:pt x="20638" y="17107"/>
                      <a:pt x="20985" y="17107"/>
                    </a:cubicBezTo>
                    <a:cubicBezTo>
                      <a:pt x="21331" y="17107"/>
                      <a:pt x="21574" y="16846"/>
                      <a:pt x="21528" y="16526"/>
                    </a:cubicBezTo>
                    <a:cubicBezTo>
                      <a:pt x="21482" y="16208"/>
                      <a:pt x="21167" y="15952"/>
                      <a:pt x="20826" y="15952"/>
                    </a:cubicBezTo>
                    <a:close/>
                    <a:moveTo>
                      <a:pt x="10219" y="17347"/>
                    </a:moveTo>
                    <a:cubicBezTo>
                      <a:pt x="9872" y="17347"/>
                      <a:pt x="9593" y="17611"/>
                      <a:pt x="9596" y="17939"/>
                    </a:cubicBezTo>
                    <a:cubicBezTo>
                      <a:pt x="9599" y="18270"/>
                      <a:pt x="9887" y="18539"/>
                      <a:pt x="10239" y="18539"/>
                    </a:cubicBezTo>
                    <a:cubicBezTo>
                      <a:pt x="10592" y="18539"/>
                      <a:pt x="10871" y="18270"/>
                      <a:pt x="10863" y="17939"/>
                    </a:cubicBezTo>
                    <a:cubicBezTo>
                      <a:pt x="10856" y="17611"/>
                      <a:pt x="10567" y="17347"/>
                      <a:pt x="10219" y="17347"/>
                    </a:cubicBezTo>
                    <a:close/>
                    <a:moveTo>
                      <a:pt x="11763" y="17347"/>
                    </a:moveTo>
                    <a:cubicBezTo>
                      <a:pt x="11415" y="17347"/>
                      <a:pt x="11140" y="17611"/>
                      <a:pt x="11148" y="17939"/>
                    </a:cubicBezTo>
                    <a:cubicBezTo>
                      <a:pt x="11157" y="18270"/>
                      <a:pt x="11450" y="18539"/>
                      <a:pt x="11802" y="18539"/>
                    </a:cubicBezTo>
                    <a:cubicBezTo>
                      <a:pt x="12155" y="18539"/>
                      <a:pt x="12429" y="18270"/>
                      <a:pt x="12416" y="17939"/>
                    </a:cubicBezTo>
                    <a:cubicBezTo>
                      <a:pt x="12402" y="17611"/>
                      <a:pt x="12110" y="17347"/>
                      <a:pt x="11763" y="17347"/>
                    </a:cubicBezTo>
                    <a:close/>
                    <a:moveTo>
                      <a:pt x="13305" y="17347"/>
                    </a:moveTo>
                    <a:cubicBezTo>
                      <a:pt x="12958" y="17347"/>
                      <a:pt x="12687" y="17611"/>
                      <a:pt x="12701" y="17939"/>
                    </a:cubicBezTo>
                    <a:cubicBezTo>
                      <a:pt x="12716" y="18270"/>
                      <a:pt x="13014" y="18539"/>
                      <a:pt x="13365" y="18539"/>
                    </a:cubicBezTo>
                    <a:cubicBezTo>
                      <a:pt x="13718" y="18539"/>
                      <a:pt x="13988" y="18270"/>
                      <a:pt x="13969" y="17939"/>
                    </a:cubicBezTo>
                    <a:cubicBezTo>
                      <a:pt x="13950" y="17611"/>
                      <a:pt x="13653" y="17347"/>
                      <a:pt x="13305" y="17347"/>
                    </a:cubicBezTo>
                    <a:close/>
                    <a:moveTo>
                      <a:pt x="14848" y="17347"/>
                    </a:moveTo>
                    <a:cubicBezTo>
                      <a:pt x="14501" y="17347"/>
                      <a:pt x="14235" y="17611"/>
                      <a:pt x="14254" y="17939"/>
                    </a:cubicBezTo>
                    <a:cubicBezTo>
                      <a:pt x="14275" y="18270"/>
                      <a:pt x="14578" y="18539"/>
                      <a:pt x="14930" y="18539"/>
                    </a:cubicBezTo>
                    <a:cubicBezTo>
                      <a:pt x="15281" y="18539"/>
                      <a:pt x="15547" y="18270"/>
                      <a:pt x="15522" y="17939"/>
                    </a:cubicBezTo>
                    <a:cubicBezTo>
                      <a:pt x="15498" y="17611"/>
                      <a:pt x="15195" y="17347"/>
                      <a:pt x="14848" y="17347"/>
                    </a:cubicBezTo>
                    <a:close/>
                    <a:moveTo>
                      <a:pt x="19477" y="17347"/>
                    </a:moveTo>
                    <a:cubicBezTo>
                      <a:pt x="19130" y="17347"/>
                      <a:pt x="18877" y="17611"/>
                      <a:pt x="18914" y="17939"/>
                    </a:cubicBezTo>
                    <a:cubicBezTo>
                      <a:pt x="18952" y="18270"/>
                      <a:pt x="19268" y="18539"/>
                      <a:pt x="19620" y="18539"/>
                    </a:cubicBezTo>
                    <a:cubicBezTo>
                      <a:pt x="19972" y="18539"/>
                      <a:pt x="20224" y="18270"/>
                      <a:pt x="20182" y="17939"/>
                    </a:cubicBezTo>
                    <a:cubicBezTo>
                      <a:pt x="20141" y="17611"/>
                      <a:pt x="19825" y="17347"/>
                      <a:pt x="19477" y="17347"/>
                    </a:cubicBezTo>
                    <a:close/>
                    <a:moveTo>
                      <a:pt x="10248" y="18826"/>
                    </a:moveTo>
                    <a:cubicBezTo>
                      <a:pt x="9895" y="18826"/>
                      <a:pt x="9611" y="19098"/>
                      <a:pt x="9614" y="19438"/>
                    </a:cubicBezTo>
                    <a:cubicBezTo>
                      <a:pt x="9618" y="19780"/>
                      <a:pt x="9911" y="20058"/>
                      <a:pt x="10268" y="20058"/>
                    </a:cubicBezTo>
                    <a:cubicBezTo>
                      <a:pt x="10627" y="20058"/>
                      <a:pt x="10911" y="19780"/>
                      <a:pt x="10903" y="19438"/>
                    </a:cubicBezTo>
                    <a:cubicBezTo>
                      <a:pt x="10895" y="19098"/>
                      <a:pt x="10602" y="18826"/>
                      <a:pt x="10248" y="18826"/>
                    </a:cubicBezTo>
                    <a:close/>
                    <a:moveTo>
                      <a:pt x="11810" y="18826"/>
                    </a:moveTo>
                    <a:cubicBezTo>
                      <a:pt x="11456" y="18826"/>
                      <a:pt x="11177" y="19098"/>
                      <a:pt x="11186" y="19438"/>
                    </a:cubicBezTo>
                    <a:cubicBezTo>
                      <a:pt x="11195" y="19780"/>
                      <a:pt x="11492" y="20058"/>
                      <a:pt x="11851" y="20058"/>
                    </a:cubicBezTo>
                    <a:cubicBezTo>
                      <a:pt x="12209" y="20058"/>
                      <a:pt x="12487" y="19780"/>
                      <a:pt x="12473" y="19438"/>
                    </a:cubicBezTo>
                    <a:cubicBezTo>
                      <a:pt x="12460" y="19098"/>
                      <a:pt x="12163" y="18826"/>
                      <a:pt x="11810" y="18826"/>
                    </a:cubicBezTo>
                    <a:close/>
                    <a:moveTo>
                      <a:pt x="13389" y="18826"/>
                    </a:moveTo>
                    <a:cubicBezTo>
                      <a:pt x="13036" y="18826"/>
                      <a:pt x="12761" y="19098"/>
                      <a:pt x="12776" y="19438"/>
                    </a:cubicBezTo>
                    <a:cubicBezTo>
                      <a:pt x="12791" y="19780"/>
                      <a:pt x="13094" y="20058"/>
                      <a:pt x="13452" y="20058"/>
                    </a:cubicBezTo>
                    <a:cubicBezTo>
                      <a:pt x="13810" y="20058"/>
                      <a:pt x="14084" y="19780"/>
                      <a:pt x="14065" y="19438"/>
                    </a:cubicBezTo>
                    <a:cubicBezTo>
                      <a:pt x="14045" y="19098"/>
                      <a:pt x="13743" y="18826"/>
                      <a:pt x="13389" y="18826"/>
                    </a:cubicBezTo>
                    <a:close/>
                    <a:moveTo>
                      <a:pt x="14951" y="18826"/>
                    </a:moveTo>
                    <a:cubicBezTo>
                      <a:pt x="14598" y="18826"/>
                      <a:pt x="14327" y="19098"/>
                      <a:pt x="14348" y="19438"/>
                    </a:cubicBezTo>
                    <a:cubicBezTo>
                      <a:pt x="14369" y="19780"/>
                      <a:pt x="14677" y="20058"/>
                      <a:pt x="15035" y="20058"/>
                    </a:cubicBezTo>
                    <a:cubicBezTo>
                      <a:pt x="15392" y="20058"/>
                      <a:pt x="15663" y="19780"/>
                      <a:pt x="15637" y="19438"/>
                    </a:cubicBezTo>
                    <a:cubicBezTo>
                      <a:pt x="15611" y="19098"/>
                      <a:pt x="15303" y="18826"/>
                      <a:pt x="14951" y="18826"/>
                    </a:cubicBezTo>
                    <a:close/>
                    <a:moveTo>
                      <a:pt x="11876" y="20326"/>
                    </a:moveTo>
                    <a:cubicBezTo>
                      <a:pt x="11517" y="20326"/>
                      <a:pt x="11233" y="20608"/>
                      <a:pt x="11242" y="20959"/>
                    </a:cubicBezTo>
                    <a:cubicBezTo>
                      <a:pt x="11251" y="21312"/>
                      <a:pt x="11554" y="21600"/>
                      <a:pt x="11919" y="21600"/>
                    </a:cubicBezTo>
                    <a:cubicBezTo>
                      <a:pt x="12283" y="21600"/>
                      <a:pt x="12566" y="21312"/>
                      <a:pt x="12552" y="20959"/>
                    </a:cubicBezTo>
                    <a:cubicBezTo>
                      <a:pt x="12537" y="20608"/>
                      <a:pt x="12235" y="20326"/>
                      <a:pt x="11876" y="20326"/>
                    </a:cubicBezTo>
                    <a:close/>
                    <a:moveTo>
                      <a:pt x="13455" y="20326"/>
                    </a:moveTo>
                    <a:cubicBezTo>
                      <a:pt x="13096" y="20326"/>
                      <a:pt x="12817" y="20608"/>
                      <a:pt x="12832" y="20959"/>
                    </a:cubicBezTo>
                    <a:cubicBezTo>
                      <a:pt x="12848" y="21312"/>
                      <a:pt x="13156" y="21600"/>
                      <a:pt x="13520" y="21600"/>
                    </a:cubicBezTo>
                    <a:cubicBezTo>
                      <a:pt x="13884" y="21600"/>
                      <a:pt x="14163" y="21312"/>
                      <a:pt x="14142" y="20959"/>
                    </a:cubicBezTo>
                    <a:cubicBezTo>
                      <a:pt x="14122" y="20608"/>
                      <a:pt x="13814" y="20326"/>
                      <a:pt x="13455" y="20326"/>
                    </a:cubicBezTo>
                    <a:close/>
                  </a:path>
                </a:pathLst>
              </a:custGeom>
              <a:solidFill>
                <a:srgbClr val="33B9A0"/>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54492" rtl="0" eaLnBrk="1" fontAlgn="auto" latinLnBrk="0" hangingPunct="1">
                  <a:lnSpc>
                    <a:spcPct val="100000"/>
                  </a:lnSpc>
                  <a:spcBef>
                    <a:spcPts val="0"/>
                  </a:spcBef>
                  <a:spcAft>
                    <a:spcPts val="0"/>
                  </a:spcAft>
                  <a:buClrTx/>
                  <a:buSzTx/>
                  <a:buFontTx/>
                  <a:buNone/>
                  <a:tabLst/>
                  <a:defRPr sz="1400">
                    <a:solidFill>
                      <a:srgbClr val="FFFFFF"/>
                    </a:solidFill>
                    <a:effectLst>
                      <a:outerShdw blurRad="38100" dist="12700" dir="5400000" rotWithShape="0">
                        <a:srgbClr val="000000">
                          <a:alpha val="50000"/>
                        </a:srgbClr>
                      </a:outerShdw>
                    </a:effectLst>
                  </a:defRPr>
                </a:pPr>
                <a:endParaRPr kumimoji="0" sz="637"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Calibri"/>
                  <a:ea typeface="+mn-ea"/>
                  <a:cs typeface="+mn-cs"/>
                </a:endParaRPr>
              </a:p>
            </p:txBody>
          </p:sp>
          <p:sp>
            <p:nvSpPr>
              <p:cNvPr id="20" name="Shape 10">
                <a:extLst>
                  <a:ext uri="{FF2B5EF4-FFF2-40B4-BE49-F238E27FC236}">
                    <a16:creationId xmlns:a16="http://schemas.microsoft.com/office/drawing/2014/main" id="{E3A9F83E-317B-B14E-DB33-48A753EC12F2}"/>
                  </a:ext>
                </a:extLst>
              </p:cNvPr>
              <p:cNvSpPr/>
              <p:nvPr/>
            </p:nvSpPr>
            <p:spPr>
              <a:xfrm>
                <a:off x="9623811" y="3768229"/>
                <a:ext cx="2005096" cy="1340754"/>
              </a:xfrm>
              <a:custGeom>
                <a:avLst/>
                <a:gdLst/>
                <a:ahLst/>
                <a:cxnLst>
                  <a:cxn ang="0">
                    <a:pos x="wd2" y="hd2"/>
                  </a:cxn>
                  <a:cxn ang="5400000">
                    <a:pos x="wd2" y="hd2"/>
                  </a:cxn>
                  <a:cxn ang="10800000">
                    <a:pos x="wd2" y="hd2"/>
                  </a:cxn>
                  <a:cxn ang="16200000">
                    <a:pos x="wd2" y="hd2"/>
                  </a:cxn>
                </a:cxnLst>
                <a:rect l="0" t="0" r="r" b="b"/>
                <a:pathLst>
                  <a:path w="21376" h="21600" extrusionOk="0">
                    <a:moveTo>
                      <a:pt x="5773" y="0"/>
                    </a:moveTo>
                    <a:cubicBezTo>
                      <a:pt x="5372" y="0"/>
                      <a:pt x="5176" y="390"/>
                      <a:pt x="5336" y="874"/>
                    </a:cubicBezTo>
                    <a:cubicBezTo>
                      <a:pt x="5496" y="1361"/>
                      <a:pt x="5956" y="1758"/>
                      <a:pt x="6362" y="1758"/>
                    </a:cubicBezTo>
                    <a:cubicBezTo>
                      <a:pt x="6771" y="1758"/>
                      <a:pt x="6965" y="1361"/>
                      <a:pt x="6800" y="874"/>
                    </a:cubicBezTo>
                    <a:cubicBezTo>
                      <a:pt x="6635" y="390"/>
                      <a:pt x="6176" y="0"/>
                      <a:pt x="5773" y="0"/>
                    </a:cubicBezTo>
                    <a:close/>
                    <a:moveTo>
                      <a:pt x="9340" y="0"/>
                    </a:moveTo>
                    <a:cubicBezTo>
                      <a:pt x="8939" y="0"/>
                      <a:pt x="8752" y="390"/>
                      <a:pt x="8924" y="874"/>
                    </a:cubicBezTo>
                    <a:cubicBezTo>
                      <a:pt x="9097" y="1361"/>
                      <a:pt x="9569" y="1758"/>
                      <a:pt x="9975" y="1758"/>
                    </a:cubicBezTo>
                    <a:cubicBezTo>
                      <a:pt x="10383" y="1758"/>
                      <a:pt x="10568" y="1361"/>
                      <a:pt x="10389" y="874"/>
                    </a:cubicBezTo>
                    <a:cubicBezTo>
                      <a:pt x="10212" y="390"/>
                      <a:pt x="9743" y="0"/>
                      <a:pt x="9340" y="0"/>
                    </a:cubicBezTo>
                    <a:close/>
                    <a:moveTo>
                      <a:pt x="2894" y="2157"/>
                    </a:moveTo>
                    <a:cubicBezTo>
                      <a:pt x="2485" y="2157"/>
                      <a:pt x="2277" y="2561"/>
                      <a:pt x="2429" y="3059"/>
                    </a:cubicBezTo>
                    <a:cubicBezTo>
                      <a:pt x="2582" y="3563"/>
                      <a:pt x="3041" y="3971"/>
                      <a:pt x="3455" y="3971"/>
                    </a:cubicBezTo>
                    <a:cubicBezTo>
                      <a:pt x="3868" y="3971"/>
                      <a:pt x="4074" y="3563"/>
                      <a:pt x="3916" y="3059"/>
                    </a:cubicBezTo>
                    <a:cubicBezTo>
                      <a:pt x="3759" y="2561"/>
                      <a:pt x="3301" y="2157"/>
                      <a:pt x="2894" y="2157"/>
                    </a:cubicBezTo>
                    <a:close/>
                    <a:moveTo>
                      <a:pt x="4698" y="2157"/>
                    </a:moveTo>
                    <a:cubicBezTo>
                      <a:pt x="4291" y="2157"/>
                      <a:pt x="4088" y="2561"/>
                      <a:pt x="4246" y="3059"/>
                    </a:cubicBezTo>
                    <a:cubicBezTo>
                      <a:pt x="4406" y="3563"/>
                      <a:pt x="4870" y="3971"/>
                      <a:pt x="5283" y="3971"/>
                    </a:cubicBezTo>
                    <a:cubicBezTo>
                      <a:pt x="5697" y="3971"/>
                      <a:pt x="5899" y="3563"/>
                      <a:pt x="5734" y="3059"/>
                    </a:cubicBezTo>
                    <a:cubicBezTo>
                      <a:pt x="5570" y="2561"/>
                      <a:pt x="5107" y="2157"/>
                      <a:pt x="4698" y="2157"/>
                    </a:cubicBezTo>
                    <a:close/>
                    <a:moveTo>
                      <a:pt x="6503" y="2157"/>
                    </a:moveTo>
                    <a:cubicBezTo>
                      <a:pt x="6095" y="2157"/>
                      <a:pt x="5898" y="2561"/>
                      <a:pt x="6063" y="3059"/>
                    </a:cubicBezTo>
                    <a:cubicBezTo>
                      <a:pt x="6229" y="3563"/>
                      <a:pt x="6698" y="3971"/>
                      <a:pt x="7112" y="3971"/>
                    </a:cubicBezTo>
                    <a:cubicBezTo>
                      <a:pt x="7526" y="3971"/>
                      <a:pt x="7722" y="3563"/>
                      <a:pt x="7551" y="3059"/>
                    </a:cubicBezTo>
                    <a:cubicBezTo>
                      <a:pt x="7381" y="2561"/>
                      <a:pt x="6913" y="2157"/>
                      <a:pt x="6503" y="2157"/>
                    </a:cubicBezTo>
                    <a:close/>
                    <a:moveTo>
                      <a:pt x="8309" y="2157"/>
                    </a:moveTo>
                    <a:cubicBezTo>
                      <a:pt x="7900" y="2157"/>
                      <a:pt x="7709" y="2561"/>
                      <a:pt x="7880" y="3059"/>
                    </a:cubicBezTo>
                    <a:cubicBezTo>
                      <a:pt x="8053" y="3563"/>
                      <a:pt x="8526" y="3971"/>
                      <a:pt x="8941" y="3971"/>
                    </a:cubicBezTo>
                    <a:cubicBezTo>
                      <a:pt x="9354" y="3971"/>
                      <a:pt x="9545" y="3563"/>
                      <a:pt x="9367" y="3059"/>
                    </a:cubicBezTo>
                    <a:cubicBezTo>
                      <a:pt x="9191" y="2561"/>
                      <a:pt x="8718" y="2157"/>
                      <a:pt x="8309" y="2157"/>
                    </a:cubicBezTo>
                    <a:close/>
                    <a:moveTo>
                      <a:pt x="10115" y="2157"/>
                    </a:moveTo>
                    <a:cubicBezTo>
                      <a:pt x="9707" y="2157"/>
                      <a:pt x="9520" y="2561"/>
                      <a:pt x="9698" y="3059"/>
                    </a:cubicBezTo>
                    <a:cubicBezTo>
                      <a:pt x="9877" y="3563"/>
                      <a:pt x="10357" y="3971"/>
                      <a:pt x="10770" y="3971"/>
                    </a:cubicBezTo>
                    <a:cubicBezTo>
                      <a:pt x="11184" y="3971"/>
                      <a:pt x="11369" y="3563"/>
                      <a:pt x="11185" y="3059"/>
                    </a:cubicBezTo>
                    <a:cubicBezTo>
                      <a:pt x="11003" y="2561"/>
                      <a:pt x="10524" y="2157"/>
                      <a:pt x="10115" y="2157"/>
                    </a:cubicBezTo>
                    <a:close/>
                    <a:moveTo>
                      <a:pt x="11944" y="2157"/>
                    </a:moveTo>
                    <a:cubicBezTo>
                      <a:pt x="11535" y="2157"/>
                      <a:pt x="11354" y="2561"/>
                      <a:pt x="11538" y="3059"/>
                    </a:cubicBezTo>
                    <a:cubicBezTo>
                      <a:pt x="11723" y="3563"/>
                      <a:pt x="12208" y="3971"/>
                      <a:pt x="12622" y="3971"/>
                    </a:cubicBezTo>
                    <a:cubicBezTo>
                      <a:pt x="13036" y="3971"/>
                      <a:pt x="13215" y="3563"/>
                      <a:pt x="13024" y="3059"/>
                    </a:cubicBezTo>
                    <a:cubicBezTo>
                      <a:pt x="12835" y="2561"/>
                      <a:pt x="12352" y="2157"/>
                      <a:pt x="11944" y="2157"/>
                    </a:cubicBezTo>
                    <a:close/>
                    <a:moveTo>
                      <a:pt x="1729" y="4383"/>
                    </a:moveTo>
                    <a:cubicBezTo>
                      <a:pt x="1313" y="4383"/>
                      <a:pt x="1099" y="4797"/>
                      <a:pt x="1249" y="5313"/>
                    </a:cubicBezTo>
                    <a:cubicBezTo>
                      <a:pt x="1400" y="5831"/>
                      <a:pt x="1863" y="6254"/>
                      <a:pt x="2284" y="6254"/>
                    </a:cubicBezTo>
                    <a:cubicBezTo>
                      <a:pt x="2703" y="6254"/>
                      <a:pt x="2917" y="5831"/>
                      <a:pt x="2760" y="5313"/>
                    </a:cubicBezTo>
                    <a:cubicBezTo>
                      <a:pt x="2605" y="4797"/>
                      <a:pt x="2143" y="4383"/>
                      <a:pt x="1729" y="4383"/>
                    </a:cubicBezTo>
                    <a:close/>
                    <a:moveTo>
                      <a:pt x="3578" y="4383"/>
                    </a:moveTo>
                    <a:cubicBezTo>
                      <a:pt x="3163" y="4383"/>
                      <a:pt x="2954" y="4797"/>
                      <a:pt x="3111" y="5313"/>
                    </a:cubicBezTo>
                    <a:cubicBezTo>
                      <a:pt x="3269" y="5831"/>
                      <a:pt x="3738" y="6254"/>
                      <a:pt x="4158" y="6254"/>
                    </a:cubicBezTo>
                    <a:cubicBezTo>
                      <a:pt x="4578" y="6254"/>
                      <a:pt x="4786" y="5831"/>
                      <a:pt x="4623" y="5313"/>
                    </a:cubicBezTo>
                    <a:cubicBezTo>
                      <a:pt x="4460" y="4797"/>
                      <a:pt x="3993" y="4383"/>
                      <a:pt x="3578" y="4383"/>
                    </a:cubicBezTo>
                    <a:close/>
                    <a:moveTo>
                      <a:pt x="5407" y="4383"/>
                    </a:moveTo>
                    <a:cubicBezTo>
                      <a:pt x="4992" y="4383"/>
                      <a:pt x="4787" y="4797"/>
                      <a:pt x="4951" y="5313"/>
                    </a:cubicBezTo>
                    <a:cubicBezTo>
                      <a:pt x="5115" y="5831"/>
                      <a:pt x="5590" y="6254"/>
                      <a:pt x="6010" y="6254"/>
                    </a:cubicBezTo>
                    <a:cubicBezTo>
                      <a:pt x="6430" y="6254"/>
                      <a:pt x="6632" y="5831"/>
                      <a:pt x="6462" y="5313"/>
                    </a:cubicBezTo>
                    <a:cubicBezTo>
                      <a:pt x="6293" y="4797"/>
                      <a:pt x="5821" y="4383"/>
                      <a:pt x="5407" y="4383"/>
                    </a:cubicBezTo>
                    <a:close/>
                    <a:moveTo>
                      <a:pt x="7256" y="4383"/>
                    </a:moveTo>
                    <a:cubicBezTo>
                      <a:pt x="6842" y="4383"/>
                      <a:pt x="6643" y="4797"/>
                      <a:pt x="6814" y="5313"/>
                    </a:cubicBezTo>
                    <a:cubicBezTo>
                      <a:pt x="6985" y="5831"/>
                      <a:pt x="7463" y="6254"/>
                      <a:pt x="7883" y="6254"/>
                    </a:cubicBezTo>
                    <a:cubicBezTo>
                      <a:pt x="8305" y="6254"/>
                      <a:pt x="8501" y="5831"/>
                      <a:pt x="8325" y="5313"/>
                    </a:cubicBezTo>
                    <a:cubicBezTo>
                      <a:pt x="8149" y="4797"/>
                      <a:pt x="7672" y="4383"/>
                      <a:pt x="7256" y="4383"/>
                    </a:cubicBezTo>
                    <a:close/>
                    <a:moveTo>
                      <a:pt x="9084" y="4383"/>
                    </a:moveTo>
                    <a:cubicBezTo>
                      <a:pt x="8669" y="4383"/>
                      <a:pt x="8477" y="4797"/>
                      <a:pt x="8654" y="5313"/>
                    </a:cubicBezTo>
                    <a:cubicBezTo>
                      <a:pt x="8832" y="5831"/>
                      <a:pt x="9316" y="6254"/>
                      <a:pt x="9736" y="6254"/>
                    </a:cubicBezTo>
                    <a:cubicBezTo>
                      <a:pt x="10157" y="6254"/>
                      <a:pt x="10347" y="5831"/>
                      <a:pt x="10164" y="5313"/>
                    </a:cubicBezTo>
                    <a:cubicBezTo>
                      <a:pt x="9982" y="4797"/>
                      <a:pt x="9500" y="4383"/>
                      <a:pt x="9084" y="4383"/>
                    </a:cubicBezTo>
                    <a:close/>
                    <a:moveTo>
                      <a:pt x="10935" y="4383"/>
                    </a:moveTo>
                    <a:cubicBezTo>
                      <a:pt x="10521" y="4383"/>
                      <a:pt x="10333" y="4797"/>
                      <a:pt x="10516" y="5313"/>
                    </a:cubicBezTo>
                    <a:cubicBezTo>
                      <a:pt x="10701" y="5831"/>
                      <a:pt x="11192" y="6254"/>
                      <a:pt x="11611" y="6254"/>
                    </a:cubicBezTo>
                    <a:cubicBezTo>
                      <a:pt x="12033" y="6254"/>
                      <a:pt x="12218" y="5831"/>
                      <a:pt x="12028" y="5313"/>
                    </a:cubicBezTo>
                    <a:cubicBezTo>
                      <a:pt x="11839" y="4797"/>
                      <a:pt x="11351" y="4383"/>
                      <a:pt x="10935" y="4383"/>
                    </a:cubicBezTo>
                    <a:close/>
                    <a:moveTo>
                      <a:pt x="12764" y="4383"/>
                    </a:moveTo>
                    <a:cubicBezTo>
                      <a:pt x="12349" y="4383"/>
                      <a:pt x="12166" y="4797"/>
                      <a:pt x="12356" y="5313"/>
                    </a:cubicBezTo>
                    <a:cubicBezTo>
                      <a:pt x="12548" y="5831"/>
                      <a:pt x="13044" y="6254"/>
                      <a:pt x="13465" y="6254"/>
                    </a:cubicBezTo>
                    <a:cubicBezTo>
                      <a:pt x="13885" y="6254"/>
                      <a:pt x="14064" y="5831"/>
                      <a:pt x="13867" y="5313"/>
                    </a:cubicBezTo>
                    <a:cubicBezTo>
                      <a:pt x="13672" y="4797"/>
                      <a:pt x="13179" y="4383"/>
                      <a:pt x="12764" y="4383"/>
                    </a:cubicBezTo>
                    <a:close/>
                    <a:moveTo>
                      <a:pt x="20123" y="4383"/>
                    </a:moveTo>
                    <a:cubicBezTo>
                      <a:pt x="19710" y="4383"/>
                      <a:pt x="19547" y="4797"/>
                      <a:pt x="19764" y="5313"/>
                    </a:cubicBezTo>
                    <a:cubicBezTo>
                      <a:pt x="19982" y="5831"/>
                      <a:pt x="20501" y="6254"/>
                      <a:pt x="20920" y="6254"/>
                    </a:cubicBezTo>
                    <a:cubicBezTo>
                      <a:pt x="21340" y="6254"/>
                      <a:pt x="21498" y="5831"/>
                      <a:pt x="21275" y="5313"/>
                    </a:cubicBezTo>
                    <a:cubicBezTo>
                      <a:pt x="21052" y="4797"/>
                      <a:pt x="20538" y="4383"/>
                      <a:pt x="20123" y="4383"/>
                    </a:cubicBezTo>
                    <a:close/>
                    <a:moveTo>
                      <a:pt x="541" y="6643"/>
                    </a:moveTo>
                    <a:cubicBezTo>
                      <a:pt x="120" y="6643"/>
                      <a:pt x="-102" y="7071"/>
                      <a:pt x="46" y="7604"/>
                    </a:cubicBezTo>
                    <a:cubicBezTo>
                      <a:pt x="195" y="8139"/>
                      <a:pt x="662" y="8575"/>
                      <a:pt x="1089" y="8575"/>
                    </a:cubicBezTo>
                    <a:cubicBezTo>
                      <a:pt x="1516" y="8575"/>
                      <a:pt x="1736" y="8139"/>
                      <a:pt x="1582" y="7604"/>
                    </a:cubicBezTo>
                    <a:cubicBezTo>
                      <a:pt x="1428" y="7071"/>
                      <a:pt x="963" y="6643"/>
                      <a:pt x="541" y="6643"/>
                    </a:cubicBezTo>
                    <a:close/>
                    <a:moveTo>
                      <a:pt x="2414" y="6643"/>
                    </a:moveTo>
                    <a:cubicBezTo>
                      <a:pt x="1992" y="6643"/>
                      <a:pt x="1776" y="7071"/>
                      <a:pt x="1931" y="7604"/>
                    </a:cubicBezTo>
                    <a:cubicBezTo>
                      <a:pt x="2087" y="8139"/>
                      <a:pt x="2559" y="8575"/>
                      <a:pt x="2988" y="8575"/>
                    </a:cubicBezTo>
                    <a:cubicBezTo>
                      <a:pt x="3414" y="8575"/>
                      <a:pt x="3629" y="8139"/>
                      <a:pt x="3467" y="7604"/>
                    </a:cubicBezTo>
                    <a:cubicBezTo>
                      <a:pt x="3306" y="7071"/>
                      <a:pt x="2835" y="6643"/>
                      <a:pt x="2414" y="6643"/>
                    </a:cubicBezTo>
                    <a:close/>
                    <a:moveTo>
                      <a:pt x="4286" y="6643"/>
                    </a:moveTo>
                    <a:cubicBezTo>
                      <a:pt x="3865" y="6643"/>
                      <a:pt x="3654" y="7071"/>
                      <a:pt x="3816" y="7604"/>
                    </a:cubicBezTo>
                    <a:cubicBezTo>
                      <a:pt x="3979" y="8139"/>
                      <a:pt x="4457" y="8575"/>
                      <a:pt x="4885" y="8575"/>
                    </a:cubicBezTo>
                    <a:cubicBezTo>
                      <a:pt x="5311" y="8575"/>
                      <a:pt x="5521" y="8139"/>
                      <a:pt x="5352" y="7604"/>
                    </a:cubicBezTo>
                    <a:cubicBezTo>
                      <a:pt x="5184" y="7071"/>
                      <a:pt x="4707" y="6643"/>
                      <a:pt x="4286" y="6643"/>
                    </a:cubicBezTo>
                    <a:close/>
                    <a:moveTo>
                      <a:pt x="6159" y="6643"/>
                    </a:moveTo>
                    <a:cubicBezTo>
                      <a:pt x="5738" y="6643"/>
                      <a:pt x="5533" y="7071"/>
                      <a:pt x="5702" y="7604"/>
                    </a:cubicBezTo>
                    <a:cubicBezTo>
                      <a:pt x="5872" y="8139"/>
                      <a:pt x="6355" y="8575"/>
                      <a:pt x="6782" y="8575"/>
                    </a:cubicBezTo>
                    <a:cubicBezTo>
                      <a:pt x="7209" y="8575"/>
                      <a:pt x="7413" y="8139"/>
                      <a:pt x="7238" y="7604"/>
                    </a:cubicBezTo>
                    <a:cubicBezTo>
                      <a:pt x="7063" y="7071"/>
                      <a:pt x="6581" y="6643"/>
                      <a:pt x="6159" y="6643"/>
                    </a:cubicBezTo>
                    <a:close/>
                    <a:moveTo>
                      <a:pt x="8009" y="6643"/>
                    </a:moveTo>
                    <a:cubicBezTo>
                      <a:pt x="7588" y="6643"/>
                      <a:pt x="7388" y="7071"/>
                      <a:pt x="7564" y="7604"/>
                    </a:cubicBezTo>
                    <a:cubicBezTo>
                      <a:pt x="7741" y="8139"/>
                      <a:pt x="8230" y="8575"/>
                      <a:pt x="8657" y="8575"/>
                    </a:cubicBezTo>
                    <a:cubicBezTo>
                      <a:pt x="9085" y="8575"/>
                      <a:pt x="9283" y="8139"/>
                      <a:pt x="9100" y="7604"/>
                    </a:cubicBezTo>
                    <a:cubicBezTo>
                      <a:pt x="8919" y="7071"/>
                      <a:pt x="8431" y="6643"/>
                      <a:pt x="8009" y="6643"/>
                    </a:cubicBezTo>
                    <a:close/>
                    <a:moveTo>
                      <a:pt x="9882" y="6643"/>
                    </a:moveTo>
                    <a:cubicBezTo>
                      <a:pt x="9461" y="6643"/>
                      <a:pt x="9267" y="7071"/>
                      <a:pt x="9450" y="7604"/>
                    </a:cubicBezTo>
                    <a:cubicBezTo>
                      <a:pt x="9634" y="8139"/>
                      <a:pt x="10128" y="8575"/>
                      <a:pt x="10555" y="8575"/>
                    </a:cubicBezTo>
                    <a:cubicBezTo>
                      <a:pt x="10983" y="8575"/>
                      <a:pt x="11174" y="8139"/>
                      <a:pt x="10985" y="7604"/>
                    </a:cubicBezTo>
                    <a:cubicBezTo>
                      <a:pt x="10796" y="7071"/>
                      <a:pt x="10305" y="6643"/>
                      <a:pt x="9882" y="6643"/>
                    </a:cubicBezTo>
                    <a:close/>
                    <a:moveTo>
                      <a:pt x="11756" y="6643"/>
                    </a:moveTo>
                    <a:cubicBezTo>
                      <a:pt x="11335" y="6643"/>
                      <a:pt x="11146" y="7071"/>
                      <a:pt x="11335" y="7604"/>
                    </a:cubicBezTo>
                    <a:cubicBezTo>
                      <a:pt x="11526" y="8139"/>
                      <a:pt x="12027" y="8575"/>
                      <a:pt x="12453" y="8575"/>
                    </a:cubicBezTo>
                    <a:cubicBezTo>
                      <a:pt x="12882" y="8575"/>
                      <a:pt x="13068" y="8139"/>
                      <a:pt x="12872" y="7604"/>
                    </a:cubicBezTo>
                    <a:cubicBezTo>
                      <a:pt x="12677" y="7071"/>
                      <a:pt x="12178" y="6643"/>
                      <a:pt x="11756" y="6643"/>
                    </a:cubicBezTo>
                    <a:close/>
                    <a:moveTo>
                      <a:pt x="13629" y="6643"/>
                    </a:moveTo>
                    <a:cubicBezTo>
                      <a:pt x="13208" y="6643"/>
                      <a:pt x="13025" y="7071"/>
                      <a:pt x="13221" y="7604"/>
                    </a:cubicBezTo>
                    <a:cubicBezTo>
                      <a:pt x="13419" y="8139"/>
                      <a:pt x="13925" y="8575"/>
                      <a:pt x="14353" y="8575"/>
                    </a:cubicBezTo>
                    <a:cubicBezTo>
                      <a:pt x="14781" y="8575"/>
                      <a:pt x="14960" y="8139"/>
                      <a:pt x="14757" y="7604"/>
                    </a:cubicBezTo>
                    <a:cubicBezTo>
                      <a:pt x="14555" y="7071"/>
                      <a:pt x="14051" y="6643"/>
                      <a:pt x="13629" y="6643"/>
                    </a:cubicBezTo>
                    <a:close/>
                    <a:moveTo>
                      <a:pt x="15503" y="6643"/>
                    </a:moveTo>
                    <a:cubicBezTo>
                      <a:pt x="15082" y="6643"/>
                      <a:pt x="14904" y="7071"/>
                      <a:pt x="15107" y="7604"/>
                    </a:cubicBezTo>
                    <a:cubicBezTo>
                      <a:pt x="15312" y="8139"/>
                      <a:pt x="15825" y="8575"/>
                      <a:pt x="16252" y="8575"/>
                    </a:cubicBezTo>
                    <a:cubicBezTo>
                      <a:pt x="16678" y="8575"/>
                      <a:pt x="16854" y="8139"/>
                      <a:pt x="16644" y="7604"/>
                    </a:cubicBezTo>
                    <a:cubicBezTo>
                      <a:pt x="16435" y="7071"/>
                      <a:pt x="15924" y="6643"/>
                      <a:pt x="15503" y="6643"/>
                    </a:cubicBezTo>
                    <a:close/>
                    <a:moveTo>
                      <a:pt x="3122" y="9040"/>
                    </a:moveTo>
                    <a:cubicBezTo>
                      <a:pt x="2693" y="9040"/>
                      <a:pt x="2476" y="9481"/>
                      <a:pt x="2637" y="10033"/>
                    </a:cubicBezTo>
                    <a:cubicBezTo>
                      <a:pt x="2798" y="10586"/>
                      <a:pt x="3279" y="11038"/>
                      <a:pt x="3715" y="11038"/>
                    </a:cubicBezTo>
                    <a:cubicBezTo>
                      <a:pt x="4148" y="11038"/>
                      <a:pt x="4364" y="10586"/>
                      <a:pt x="4197" y="10033"/>
                    </a:cubicBezTo>
                    <a:cubicBezTo>
                      <a:pt x="4031" y="9481"/>
                      <a:pt x="3550" y="9040"/>
                      <a:pt x="3122" y="9040"/>
                    </a:cubicBezTo>
                    <a:close/>
                    <a:moveTo>
                      <a:pt x="5017" y="9040"/>
                    </a:moveTo>
                    <a:cubicBezTo>
                      <a:pt x="4588" y="9040"/>
                      <a:pt x="4377" y="9481"/>
                      <a:pt x="4544" y="10033"/>
                    </a:cubicBezTo>
                    <a:cubicBezTo>
                      <a:pt x="4712" y="10586"/>
                      <a:pt x="5201" y="11038"/>
                      <a:pt x="5635" y="11038"/>
                    </a:cubicBezTo>
                    <a:cubicBezTo>
                      <a:pt x="6069" y="11038"/>
                      <a:pt x="6279" y="10586"/>
                      <a:pt x="6105" y="10033"/>
                    </a:cubicBezTo>
                    <a:cubicBezTo>
                      <a:pt x="5931" y="9481"/>
                      <a:pt x="5445" y="9040"/>
                      <a:pt x="5017" y="9040"/>
                    </a:cubicBezTo>
                    <a:close/>
                    <a:moveTo>
                      <a:pt x="6913" y="9040"/>
                    </a:moveTo>
                    <a:cubicBezTo>
                      <a:pt x="6484" y="9040"/>
                      <a:pt x="6278" y="9481"/>
                      <a:pt x="6452" y="10033"/>
                    </a:cubicBezTo>
                    <a:cubicBezTo>
                      <a:pt x="6628" y="10586"/>
                      <a:pt x="7123" y="11038"/>
                      <a:pt x="7556" y="11038"/>
                    </a:cubicBezTo>
                    <a:cubicBezTo>
                      <a:pt x="7990" y="11038"/>
                      <a:pt x="8195" y="10586"/>
                      <a:pt x="8014" y="10033"/>
                    </a:cubicBezTo>
                    <a:cubicBezTo>
                      <a:pt x="7833" y="9481"/>
                      <a:pt x="7341" y="9040"/>
                      <a:pt x="6913" y="9040"/>
                    </a:cubicBezTo>
                    <a:close/>
                    <a:moveTo>
                      <a:pt x="8807" y="9040"/>
                    </a:moveTo>
                    <a:cubicBezTo>
                      <a:pt x="8379" y="9040"/>
                      <a:pt x="8179" y="9481"/>
                      <a:pt x="8361" y="10033"/>
                    </a:cubicBezTo>
                    <a:cubicBezTo>
                      <a:pt x="8543" y="10586"/>
                      <a:pt x="9043" y="11038"/>
                      <a:pt x="9477" y="11038"/>
                    </a:cubicBezTo>
                    <a:cubicBezTo>
                      <a:pt x="9912" y="11038"/>
                      <a:pt x="10110" y="10586"/>
                      <a:pt x="9921" y="10033"/>
                    </a:cubicBezTo>
                    <a:cubicBezTo>
                      <a:pt x="9734" y="9481"/>
                      <a:pt x="9236" y="9040"/>
                      <a:pt x="8807" y="9040"/>
                    </a:cubicBezTo>
                    <a:close/>
                    <a:moveTo>
                      <a:pt x="10703" y="9040"/>
                    </a:moveTo>
                    <a:cubicBezTo>
                      <a:pt x="10274" y="9040"/>
                      <a:pt x="10080" y="9481"/>
                      <a:pt x="10269" y="10033"/>
                    </a:cubicBezTo>
                    <a:cubicBezTo>
                      <a:pt x="10459" y="10586"/>
                      <a:pt x="10964" y="11038"/>
                      <a:pt x="11399" y="11038"/>
                    </a:cubicBezTo>
                    <a:cubicBezTo>
                      <a:pt x="11834" y="11038"/>
                      <a:pt x="12025" y="10586"/>
                      <a:pt x="11829" y="10033"/>
                    </a:cubicBezTo>
                    <a:cubicBezTo>
                      <a:pt x="11634" y="9481"/>
                      <a:pt x="11132" y="9040"/>
                      <a:pt x="10703" y="9040"/>
                    </a:cubicBezTo>
                    <a:close/>
                    <a:moveTo>
                      <a:pt x="12599" y="9040"/>
                    </a:moveTo>
                    <a:cubicBezTo>
                      <a:pt x="12171" y="9040"/>
                      <a:pt x="11981" y="9481"/>
                      <a:pt x="12177" y="10033"/>
                    </a:cubicBezTo>
                    <a:cubicBezTo>
                      <a:pt x="12374" y="10586"/>
                      <a:pt x="12887" y="11038"/>
                      <a:pt x="13320" y="11038"/>
                    </a:cubicBezTo>
                    <a:cubicBezTo>
                      <a:pt x="13755" y="11038"/>
                      <a:pt x="13942" y="10586"/>
                      <a:pt x="13739" y="10033"/>
                    </a:cubicBezTo>
                    <a:cubicBezTo>
                      <a:pt x="13537" y="9481"/>
                      <a:pt x="13028" y="9040"/>
                      <a:pt x="12599" y="9040"/>
                    </a:cubicBezTo>
                    <a:close/>
                    <a:moveTo>
                      <a:pt x="14518" y="9040"/>
                    </a:moveTo>
                    <a:cubicBezTo>
                      <a:pt x="14089" y="9040"/>
                      <a:pt x="13906" y="9481"/>
                      <a:pt x="14109" y="10033"/>
                    </a:cubicBezTo>
                    <a:cubicBezTo>
                      <a:pt x="14313" y="10586"/>
                      <a:pt x="14830" y="11038"/>
                      <a:pt x="15265" y="11038"/>
                    </a:cubicBezTo>
                    <a:cubicBezTo>
                      <a:pt x="15700" y="11038"/>
                      <a:pt x="15879" y="10586"/>
                      <a:pt x="15669" y="10033"/>
                    </a:cubicBezTo>
                    <a:cubicBezTo>
                      <a:pt x="15460" y="9481"/>
                      <a:pt x="14947" y="9040"/>
                      <a:pt x="14518" y="9040"/>
                    </a:cubicBezTo>
                    <a:close/>
                    <a:moveTo>
                      <a:pt x="16414" y="9040"/>
                    </a:moveTo>
                    <a:cubicBezTo>
                      <a:pt x="15987" y="9040"/>
                      <a:pt x="15807" y="9481"/>
                      <a:pt x="16018" y="10033"/>
                    </a:cubicBezTo>
                    <a:cubicBezTo>
                      <a:pt x="16229" y="10586"/>
                      <a:pt x="16753" y="11038"/>
                      <a:pt x="17187" y="11038"/>
                    </a:cubicBezTo>
                    <a:cubicBezTo>
                      <a:pt x="17621" y="11038"/>
                      <a:pt x="17797" y="10586"/>
                      <a:pt x="17580" y="10033"/>
                    </a:cubicBezTo>
                    <a:cubicBezTo>
                      <a:pt x="17364" y="9481"/>
                      <a:pt x="16842" y="9040"/>
                      <a:pt x="16414" y="9040"/>
                    </a:cubicBezTo>
                    <a:close/>
                    <a:moveTo>
                      <a:pt x="18310" y="9040"/>
                    </a:moveTo>
                    <a:cubicBezTo>
                      <a:pt x="17882" y="9040"/>
                      <a:pt x="17709" y="9481"/>
                      <a:pt x="17927" y="10033"/>
                    </a:cubicBezTo>
                    <a:cubicBezTo>
                      <a:pt x="18145" y="10586"/>
                      <a:pt x="18675" y="11038"/>
                      <a:pt x="19109" y="11038"/>
                    </a:cubicBezTo>
                    <a:cubicBezTo>
                      <a:pt x="19543" y="11038"/>
                      <a:pt x="19712" y="10586"/>
                      <a:pt x="19487" y="10033"/>
                    </a:cubicBezTo>
                    <a:cubicBezTo>
                      <a:pt x="19264" y="9481"/>
                      <a:pt x="18738" y="9040"/>
                      <a:pt x="18310" y="9040"/>
                    </a:cubicBezTo>
                    <a:close/>
                    <a:moveTo>
                      <a:pt x="3830" y="11471"/>
                    </a:moveTo>
                    <a:cubicBezTo>
                      <a:pt x="3394" y="11471"/>
                      <a:pt x="3176" y="11929"/>
                      <a:pt x="3341" y="12497"/>
                    </a:cubicBezTo>
                    <a:cubicBezTo>
                      <a:pt x="3508" y="13069"/>
                      <a:pt x="4000" y="13536"/>
                      <a:pt x="4443" y="13536"/>
                    </a:cubicBezTo>
                    <a:cubicBezTo>
                      <a:pt x="4883" y="13536"/>
                      <a:pt x="5101" y="13069"/>
                      <a:pt x="4928" y="12497"/>
                    </a:cubicBezTo>
                    <a:cubicBezTo>
                      <a:pt x="4757" y="11929"/>
                      <a:pt x="4265" y="11471"/>
                      <a:pt x="3830" y="11471"/>
                    </a:cubicBezTo>
                    <a:close/>
                    <a:moveTo>
                      <a:pt x="5770" y="11471"/>
                    </a:moveTo>
                    <a:cubicBezTo>
                      <a:pt x="5334" y="11471"/>
                      <a:pt x="5122" y="11929"/>
                      <a:pt x="5295" y="12497"/>
                    </a:cubicBezTo>
                    <a:cubicBezTo>
                      <a:pt x="5469" y="13069"/>
                      <a:pt x="5967" y="13536"/>
                      <a:pt x="6409" y="13536"/>
                    </a:cubicBezTo>
                    <a:cubicBezTo>
                      <a:pt x="6850" y="13536"/>
                      <a:pt x="7062" y="13069"/>
                      <a:pt x="6881" y="12497"/>
                    </a:cubicBezTo>
                    <a:cubicBezTo>
                      <a:pt x="6702" y="11929"/>
                      <a:pt x="6205" y="11471"/>
                      <a:pt x="5770" y="11471"/>
                    </a:cubicBezTo>
                    <a:close/>
                    <a:moveTo>
                      <a:pt x="7711" y="11471"/>
                    </a:moveTo>
                    <a:cubicBezTo>
                      <a:pt x="7275" y="11471"/>
                      <a:pt x="7068" y="11929"/>
                      <a:pt x="7248" y="12497"/>
                    </a:cubicBezTo>
                    <a:cubicBezTo>
                      <a:pt x="7430" y="13069"/>
                      <a:pt x="7936" y="13536"/>
                      <a:pt x="8377" y="13536"/>
                    </a:cubicBezTo>
                    <a:cubicBezTo>
                      <a:pt x="8818" y="13536"/>
                      <a:pt x="9023" y="13069"/>
                      <a:pt x="8835" y="12497"/>
                    </a:cubicBezTo>
                    <a:cubicBezTo>
                      <a:pt x="8649" y="11929"/>
                      <a:pt x="8146" y="11471"/>
                      <a:pt x="7711" y="11471"/>
                    </a:cubicBezTo>
                    <a:close/>
                    <a:moveTo>
                      <a:pt x="9627" y="11471"/>
                    </a:moveTo>
                    <a:cubicBezTo>
                      <a:pt x="9192" y="11471"/>
                      <a:pt x="8992" y="11929"/>
                      <a:pt x="9179" y="12497"/>
                    </a:cubicBezTo>
                    <a:cubicBezTo>
                      <a:pt x="9368" y="13069"/>
                      <a:pt x="9879" y="13536"/>
                      <a:pt x="10321" y="13536"/>
                    </a:cubicBezTo>
                    <a:cubicBezTo>
                      <a:pt x="10763" y="13536"/>
                      <a:pt x="10962" y="13069"/>
                      <a:pt x="10767" y="12497"/>
                    </a:cubicBezTo>
                    <a:cubicBezTo>
                      <a:pt x="10574" y="11929"/>
                      <a:pt x="10064" y="11471"/>
                      <a:pt x="9627" y="11471"/>
                    </a:cubicBezTo>
                    <a:close/>
                    <a:moveTo>
                      <a:pt x="11569" y="11471"/>
                    </a:moveTo>
                    <a:cubicBezTo>
                      <a:pt x="11133" y="11471"/>
                      <a:pt x="10939" y="11929"/>
                      <a:pt x="11134" y="12497"/>
                    </a:cubicBezTo>
                    <a:cubicBezTo>
                      <a:pt x="11330" y="13069"/>
                      <a:pt x="11846" y="13536"/>
                      <a:pt x="12288" y="13536"/>
                    </a:cubicBezTo>
                    <a:cubicBezTo>
                      <a:pt x="12730" y="13536"/>
                      <a:pt x="12922" y="13069"/>
                      <a:pt x="12720" y="12497"/>
                    </a:cubicBezTo>
                    <a:cubicBezTo>
                      <a:pt x="12519" y="11929"/>
                      <a:pt x="12005" y="11471"/>
                      <a:pt x="11569" y="11471"/>
                    </a:cubicBezTo>
                    <a:close/>
                    <a:moveTo>
                      <a:pt x="13487" y="11471"/>
                    </a:moveTo>
                    <a:cubicBezTo>
                      <a:pt x="13052" y="11471"/>
                      <a:pt x="12862" y="11929"/>
                      <a:pt x="13064" y="12497"/>
                    </a:cubicBezTo>
                    <a:cubicBezTo>
                      <a:pt x="13268" y="13069"/>
                      <a:pt x="13792" y="13536"/>
                      <a:pt x="14233" y="13536"/>
                    </a:cubicBezTo>
                    <a:cubicBezTo>
                      <a:pt x="14676" y="13536"/>
                      <a:pt x="14862" y="13069"/>
                      <a:pt x="14653" y="12497"/>
                    </a:cubicBezTo>
                    <a:cubicBezTo>
                      <a:pt x="14444" y="11929"/>
                      <a:pt x="13924" y="11471"/>
                      <a:pt x="13487" y="11471"/>
                    </a:cubicBezTo>
                    <a:close/>
                    <a:moveTo>
                      <a:pt x="15429" y="11471"/>
                    </a:moveTo>
                    <a:cubicBezTo>
                      <a:pt x="14993" y="11471"/>
                      <a:pt x="14809" y="11929"/>
                      <a:pt x="15019" y="12497"/>
                    </a:cubicBezTo>
                    <a:cubicBezTo>
                      <a:pt x="15230" y="13069"/>
                      <a:pt x="15759" y="13536"/>
                      <a:pt x="16201" y="13536"/>
                    </a:cubicBezTo>
                    <a:cubicBezTo>
                      <a:pt x="16643" y="13536"/>
                      <a:pt x="16823" y="13069"/>
                      <a:pt x="16606" y="12497"/>
                    </a:cubicBezTo>
                    <a:cubicBezTo>
                      <a:pt x="16390" y="11929"/>
                      <a:pt x="15864" y="11471"/>
                      <a:pt x="15429" y="11471"/>
                    </a:cubicBezTo>
                    <a:close/>
                    <a:moveTo>
                      <a:pt x="17347" y="11471"/>
                    </a:moveTo>
                    <a:cubicBezTo>
                      <a:pt x="16912" y="11471"/>
                      <a:pt x="16734" y="11929"/>
                      <a:pt x="16950" y="12497"/>
                    </a:cubicBezTo>
                    <a:cubicBezTo>
                      <a:pt x="17169" y="13069"/>
                      <a:pt x="17706" y="13536"/>
                      <a:pt x="18147" y="13536"/>
                    </a:cubicBezTo>
                    <a:cubicBezTo>
                      <a:pt x="18588" y="13536"/>
                      <a:pt x="18764" y="13069"/>
                      <a:pt x="18539" y="12497"/>
                    </a:cubicBezTo>
                    <a:cubicBezTo>
                      <a:pt x="18316" y="11929"/>
                      <a:pt x="17782" y="11471"/>
                      <a:pt x="17347" y="11471"/>
                    </a:cubicBezTo>
                    <a:close/>
                    <a:moveTo>
                      <a:pt x="4584" y="14005"/>
                    </a:moveTo>
                    <a:cubicBezTo>
                      <a:pt x="4140" y="14005"/>
                      <a:pt x="3921" y="14478"/>
                      <a:pt x="4092" y="15064"/>
                    </a:cubicBezTo>
                    <a:cubicBezTo>
                      <a:pt x="4265" y="15658"/>
                      <a:pt x="4768" y="16141"/>
                      <a:pt x="5218" y="16141"/>
                    </a:cubicBezTo>
                    <a:cubicBezTo>
                      <a:pt x="5666" y="16141"/>
                      <a:pt x="5885" y="15658"/>
                      <a:pt x="5705" y="15064"/>
                    </a:cubicBezTo>
                    <a:cubicBezTo>
                      <a:pt x="5529" y="14478"/>
                      <a:pt x="5026" y="14005"/>
                      <a:pt x="4584" y="14005"/>
                    </a:cubicBezTo>
                    <a:close/>
                    <a:moveTo>
                      <a:pt x="14398" y="14005"/>
                    </a:moveTo>
                    <a:cubicBezTo>
                      <a:pt x="13957" y="14005"/>
                      <a:pt x="13766" y="14478"/>
                      <a:pt x="13974" y="15064"/>
                    </a:cubicBezTo>
                    <a:cubicBezTo>
                      <a:pt x="14186" y="15658"/>
                      <a:pt x="14722" y="16141"/>
                      <a:pt x="15170" y="16141"/>
                    </a:cubicBezTo>
                    <a:cubicBezTo>
                      <a:pt x="15621" y="16141"/>
                      <a:pt x="15807" y="15658"/>
                      <a:pt x="15589" y="15064"/>
                    </a:cubicBezTo>
                    <a:cubicBezTo>
                      <a:pt x="15375" y="14478"/>
                      <a:pt x="14843" y="14005"/>
                      <a:pt x="14398" y="14005"/>
                    </a:cubicBezTo>
                    <a:close/>
                    <a:moveTo>
                      <a:pt x="16363" y="14005"/>
                    </a:moveTo>
                    <a:cubicBezTo>
                      <a:pt x="15919" y="14005"/>
                      <a:pt x="15736" y="14478"/>
                      <a:pt x="15952" y="15064"/>
                    </a:cubicBezTo>
                    <a:cubicBezTo>
                      <a:pt x="16171" y="15658"/>
                      <a:pt x="16713" y="16141"/>
                      <a:pt x="17162" y="16141"/>
                    </a:cubicBezTo>
                    <a:cubicBezTo>
                      <a:pt x="17611" y="16141"/>
                      <a:pt x="17791" y="15658"/>
                      <a:pt x="17566" y="15064"/>
                    </a:cubicBezTo>
                    <a:cubicBezTo>
                      <a:pt x="17343" y="14478"/>
                      <a:pt x="16806" y="14005"/>
                      <a:pt x="16363" y="14005"/>
                    </a:cubicBezTo>
                    <a:close/>
                    <a:moveTo>
                      <a:pt x="18326" y="14005"/>
                    </a:moveTo>
                    <a:cubicBezTo>
                      <a:pt x="17884" y="14005"/>
                      <a:pt x="17705" y="14478"/>
                      <a:pt x="17929" y="15064"/>
                    </a:cubicBezTo>
                    <a:cubicBezTo>
                      <a:pt x="18156" y="15658"/>
                      <a:pt x="18704" y="16141"/>
                      <a:pt x="19153" y="16141"/>
                    </a:cubicBezTo>
                    <a:cubicBezTo>
                      <a:pt x="19602" y="16141"/>
                      <a:pt x="19778" y="15658"/>
                      <a:pt x="19545" y="15064"/>
                    </a:cubicBezTo>
                    <a:cubicBezTo>
                      <a:pt x="19315" y="14478"/>
                      <a:pt x="18769" y="14005"/>
                      <a:pt x="18326" y="14005"/>
                    </a:cubicBezTo>
                    <a:close/>
                    <a:moveTo>
                      <a:pt x="17342" y="16607"/>
                    </a:moveTo>
                    <a:cubicBezTo>
                      <a:pt x="16891" y="16607"/>
                      <a:pt x="16706" y="17096"/>
                      <a:pt x="16931" y="17705"/>
                    </a:cubicBezTo>
                    <a:cubicBezTo>
                      <a:pt x="17157" y="18318"/>
                      <a:pt x="17711" y="18818"/>
                      <a:pt x="18169" y="18818"/>
                    </a:cubicBezTo>
                    <a:cubicBezTo>
                      <a:pt x="18626" y="18818"/>
                      <a:pt x="18806" y="18318"/>
                      <a:pt x="18573" y="17705"/>
                    </a:cubicBezTo>
                    <a:cubicBezTo>
                      <a:pt x="18342" y="17096"/>
                      <a:pt x="17793" y="16607"/>
                      <a:pt x="17342" y="16607"/>
                    </a:cubicBezTo>
                    <a:close/>
                    <a:moveTo>
                      <a:pt x="18367" y="19312"/>
                    </a:moveTo>
                    <a:cubicBezTo>
                      <a:pt x="17907" y="19312"/>
                      <a:pt x="17723" y="19818"/>
                      <a:pt x="17956" y="20448"/>
                    </a:cubicBezTo>
                    <a:cubicBezTo>
                      <a:pt x="18191" y="21084"/>
                      <a:pt x="18757" y="21600"/>
                      <a:pt x="19223" y="21600"/>
                    </a:cubicBezTo>
                    <a:cubicBezTo>
                      <a:pt x="19688" y="21600"/>
                      <a:pt x="19868" y="21084"/>
                      <a:pt x="19626" y="20448"/>
                    </a:cubicBezTo>
                    <a:cubicBezTo>
                      <a:pt x="19388" y="19818"/>
                      <a:pt x="18825" y="19312"/>
                      <a:pt x="18367" y="19312"/>
                    </a:cubicBezTo>
                    <a:close/>
                  </a:path>
                </a:pathLst>
              </a:custGeom>
              <a:solidFill>
                <a:srgbClr val="407E87"/>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54492" rtl="0" eaLnBrk="1" fontAlgn="auto" latinLnBrk="0" hangingPunct="1">
                  <a:lnSpc>
                    <a:spcPct val="100000"/>
                  </a:lnSpc>
                  <a:spcBef>
                    <a:spcPts val="0"/>
                  </a:spcBef>
                  <a:spcAft>
                    <a:spcPts val="0"/>
                  </a:spcAft>
                  <a:buClrTx/>
                  <a:buSzTx/>
                  <a:buFontTx/>
                  <a:buNone/>
                  <a:tabLst/>
                  <a:defRPr sz="1400">
                    <a:solidFill>
                      <a:srgbClr val="FFFFFF"/>
                    </a:solidFill>
                    <a:effectLst>
                      <a:outerShdw blurRad="38100" dist="12700" dir="5400000" rotWithShape="0">
                        <a:srgbClr val="000000">
                          <a:alpha val="50000"/>
                        </a:srgbClr>
                      </a:outerShdw>
                    </a:effectLst>
                  </a:defRPr>
                </a:pPr>
                <a:endParaRPr kumimoji="0" sz="637"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Calibri"/>
                  <a:ea typeface="+mn-ea"/>
                  <a:cs typeface="+mn-cs"/>
                </a:endParaRPr>
              </a:p>
            </p:txBody>
          </p:sp>
          <p:sp>
            <p:nvSpPr>
              <p:cNvPr id="21" name="Shape 11">
                <a:extLst>
                  <a:ext uri="{FF2B5EF4-FFF2-40B4-BE49-F238E27FC236}">
                    <a16:creationId xmlns:a16="http://schemas.microsoft.com/office/drawing/2014/main" id="{6D9DE513-7756-3DB9-6683-76D81386E4BE}"/>
                  </a:ext>
                </a:extLst>
              </p:cNvPr>
              <p:cNvSpPr/>
              <p:nvPr/>
            </p:nvSpPr>
            <p:spPr>
              <a:xfrm>
                <a:off x="2078512" y="3045580"/>
                <a:ext cx="2151746" cy="2621795"/>
              </a:xfrm>
              <a:custGeom>
                <a:avLst/>
                <a:gdLst/>
                <a:ahLst/>
                <a:cxnLst>
                  <a:cxn ang="0">
                    <a:pos x="wd2" y="hd2"/>
                  </a:cxn>
                  <a:cxn ang="5400000">
                    <a:pos x="wd2" y="hd2"/>
                  </a:cxn>
                  <a:cxn ang="10800000">
                    <a:pos x="wd2" y="hd2"/>
                  </a:cxn>
                  <a:cxn ang="16200000">
                    <a:pos x="wd2" y="hd2"/>
                  </a:cxn>
                </a:cxnLst>
                <a:rect l="0" t="0" r="r" b="b"/>
                <a:pathLst>
                  <a:path w="21443" h="21600" extrusionOk="0">
                    <a:moveTo>
                      <a:pt x="9809" y="0"/>
                    </a:moveTo>
                    <a:cubicBezTo>
                      <a:pt x="9466" y="0"/>
                      <a:pt x="9113" y="167"/>
                      <a:pt x="9023" y="374"/>
                    </a:cubicBezTo>
                    <a:cubicBezTo>
                      <a:pt x="8932" y="583"/>
                      <a:pt x="9140" y="754"/>
                      <a:pt x="9487" y="754"/>
                    </a:cubicBezTo>
                    <a:cubicBezTo>
                      <a:pt x="9835" y="754"/>
                      <a:pt x="10188" y="583"/>
                      <a:pt x="10275" y="374"/>
                    </a:cubicBezTo>
                    <a:cubicBezTo>
                      <a:pt x="10361" y="167"/>
                      <a:pt x="10153" y="0"/>
                      <a:pt x="9809" y="0"/>
                    </a:cubicBezTo>
                    <a:close/>
                    <a:moveTo>
                      <a:pt x="11344" y="0"/>
                    </a:moveTo>
                    <a:cubicBezTo>
                      <a:pt x="11001" y="0"/>
                      <a:pt x="10652" y="167"/>
                      <a:pt x="10567" y="374"/>
                    </a:cubicBezTo>
                    <a:cubicBezTo>
                      <a:pt x="10481" y="583"/>
                      <a:pt x="10693" y="754"/>
                      <a:pt x="11040" y="754"/>
                    </a:cubicBezTo>
                    <a:cubicBezTo>
                      <a:pt x="11388" y="754"/>
                      <a:pt x="11738" y="583"/>
                      <a:pt x="11820" y="374"/>
                    </a:cubicBezTo>
                    <a:cubicBezTo>
                      <a:pt x="11901" y="167"/>
                      <a:pt x="11688" y="0"/>
                      <a:pt x="11344" y="0"/>
                    </a:cubicBezTo>
                    <a:close/>
                    <a:moveTo>
                      <a:pt x="12858" y="0"/>
                    </a:moveTo>
                    <a:cubicBezTo>
                      <a:pt x="12514" y="0"/>
                      <a:pt x="12171" y="167"/>
                      <a:pt x="12090" y="374"/>
                    </a:cubicBezTo>
                    <a:cubicBezTo>
                      <a:pt x="12009" y="583"/>
                      <a:pt x="12224" y="754"/>
                      <a:pt x="12572" y="754"/>
                    </a:cubicBezTo>
                    <a:cubicBezTo>
                      <a:pt x="12920" y="754"/>
                      <a:pt x="13265" y="583"/>
                      <a:pt x="13342" y="374"/>
                    </a:cubicBezTo>
                    <a:cubicBezTo>
                      <a:pt x="13419" y="167"/>
                      <a:pt x="13202" y="0"/>
                      <a:pt x="12858" y="0"/>
                    </a:cubicBezTo>
                    <a:close/>
                    <a:moveTo>
                      <a:pt x="6310" y="928"/>
                    </a:moveTo>
                    <a:cubicBezTo>
                      <a:pt x="5961" y="928"/>
                      <a:pt x="5595" y="1100"/>
                      <a:pt x="5492" y="1313"/>
                    </a:cubicBezTo>
                    <a:cubicBezTo>
                      <a:pt x="5388" y="1528"/>
                      <a:pt x="5589" y="1703"/>
                      <a:pt x="5942" y="1703"/>
                    </a:cubicBezTo>
                    <a:cubicBezTo>
                      <a:pt x="6295" y="1703"/>
                      <a:pt x="6663" y="1528"/>
                      <a:pt x="6762" y="1313"/>
                    </a:cubicBezTo>
                    <a:cubicBezTo>
                      <a:pt x="6861" y="1100"/>
                      <a:pt x="6658" y="928"/>
                      <a:pt x="6310" y="928"/>
                    </a:cubicBezTo>
                    <a:close/>
                    <a:moveTo>
                      <a:pt x="7865" y="928"/>
                    </a:moveTo>
                    <a:cubicBezTo>
                      <a:pt x="7517" y="928"/>
                      <a:pt x="7154" y="1100"/>
                      <a:pt x="7056" y="1313"/>
                    </a:cubicBezTo>
                    <a:cubicBezTo>
                      <a:pt x="6958" y="1528"/>
                      <a:pt x="7163" y="1703"/>
                      <a:pt x="7516" y="1703"/>
                    </a:cubicBezTo>
                    <a:cubicBezTo>
                      <a:pt x="7869" y="1703"/>
                      <a:pt x="8233" y="1528"/>
                      <a:pt x="8327" y="1313"/>
                    </a:cubicBezTo>
                    <a:cubicBezTo>
                      <a:pt x="8421" y="1100"/>
                      <a:pt x="8214" y="928"/>
                      <a:pt x="7865" y="928"/>
                    </a:cubicBezTo>
                    <a:close/>
                    <a:moveTo>
                      <a:pt x="9421" y="928"/>
                    </a:moveTo>
                    <a:cubicBezTo>
                      <a:pt x="9072" y="928"/>
                      <a:pt x="8715" y="1100"/>
                      <a:pt x="8622" y="1313"/>
                    </a:cubicBezTo>
                    <a:cubicBezTo>
                      <a:pt x="8528" y="1528"/>
                      <a:pt x="8738" y="1703"/>
                      <a:pt x="9090" y="1703"/>
                    </a:cubicBezTo>
                    <a:cubicBezTo>
                      <a:pt x="9443" y="1703"/>
                      <a:pt x="9802" y="1528"/>
                      <a:pt x="9892" y="1313"/>
                    </a:cubicBezTo>
                    <a:cubicBezTo>
                      <a:pt x="9981" y="1100"/>
                      <a:pt x="9769" y="928"/>
                      <a:pt x="9421" y="928"/>
                    </a:cubicBezTo>
                    <a:close/>
                    <a:moveTo>
                      <a:pt x="10956" y="928"/>
                    </a:moveTo>
                    <a:cubicBezTo>
                      <a:pt x="10607" y="928"/>
                      <a:pt x="10253" y="1100"/>
                      <a:pt x="10165" y="1313"/>
                    </a:cubicBezTo>
                    <a:cubicBezTo>
                      <a:pt x="10077" y="1528"/>
                      <a:pt x="10291" y="1703"/>
                      <a:pt x="10643" y="1703"/>
                    </a:cubicBezTo>
                    <a:cubicBezTo>
                      <a:pt x="10996" y="1703"/>
                      <a:pt x="11352" y="1528"/>
                      <a:pt x="11436" y="1313"/>
                    </a:cubicBezTo>
                    <a:cubicBezTo>
                      <a:pt x="11520" y="1100"/>
                      <a:pt x="11304" y="928"/>
                      <a:pt x="10956" y="928"/>
                    </a:cubicBezTo>
                    <a:close/>
                    <a:moveTo>
                      <a:pt x="12512" y="928"/>
                    </a:moveTo>
                    <a:cubicBezTo>
                      <a:pt x="12163" y="928"/>
                      <a:pt x="11814" y="1100"/>
                      <a:pt x="11731" y="1313"/>
                    </a:cubicBezTo>
                    <a:cubicBezTo>
                      <a:pt x="11647" y="1528"/>
                      <a:pt x="11865" y="1703"/>
                      <a:pt x="12218" y="1703"/>
                    </a:cubicBezTo>
                    <a:cubicBezTo>
                      <a:pt x="12571" y="1703"/>
                      <a:pt x="12921" y="1528"/>
                      <a:pt x="13001" y="1313"/>
                    </a:cubicBezTo>
                    <a:cubicBezTo>
                      <a:pt x="13080" y="1100"/>
                      <a:pt x="12861" y="928"/>
                      <a:pt x="12512" y="928"/>
                    </a:cubicBezTo>
                    <a:close/>
                    <a:moveTo>
                      <a:pt x="14068" y="928"/>
                    </a:moveTo>
                    <a:cubicBezTo>
                      <a:pt x="13720" y="928"/>
                      <a:pt x="13374" y="1100"/>
                      <a:pt x="13296" y="1313"/>
                    </a:cubicBezTo>
                    <a:cubicBezTo>
                      <a:pt x="13218" y="1528"/>
                      <a:pt x="13440" y="1703"/>
                      <a:pt x="13792" y="1703"/>
                    </a:cubicBezTo>
                    <a:cubicBezTo>
                      <a:pt x="14145" y="1703"/>
                      <a:pt x="14493" y="1528"/>
                      <a:pt x="14567" y="1313"/>
                    </a:cubicBezTo>
                    <a:cubicBezTo>
                      <a:pt x="14641" y="1100"/>
                      <a:pt x="14417" y="928"/>
                      <a:pt x="14068" y="928"/>
                    </a:cubicBezTo>
                    <a:close/>
                    <a:moveTo>
                      <a:pt x="7436" y="1874"/>
                    </a:moveTo>
                    <a:cubicBezTo>
                      <a:pt x="7082" y="1874"/>
                      <a:pt x="6713" y="2051"/>
                      <a:pt x="6613" y="2270"/>
                    </a:cubicBezTo>
                    <a:cubicBezTo>
                      <a:pt x="6511" y="2491"/>
                      <a:pt x="6719" y="2671"/>
                      <a:pt x="7077" y="2671"/>
                    </a:cubicBezTo>
                    <a:cubicBezTo>
                      <a:pt x="7435" y="2671"/>
                      <a:pt x="7805" y="2491"/>
                      <a:pt x="7902" y="2270"/>
                    </a:cubicBezTo>
                    <a:cubicBezTo>
                      <a:pt x="7999" y="2051"/>
                      <a:pt x="7789" y="1874"/>
                      <a:pt x="7436" y="1874"/>
                    </a:cubicBezTo>
                    <a:close/>
                    <a:moveTo>
                      <a:pt x="9012" y="1874"/>
                    </a:moveTo>
                    <a:cubicBezTo>
                      <a:pt x="8659" y="1874"/>
                      <a:pt x="8294" y="2051"/>
                      <a:pt x="8199" y="2270"/>
                    </a:cubicBezTo>
                    <a:cubicBezTo>
                      <a:pt x="8102" y="2491"/>
                      <a:pt x="8314" y="2671"/>
                      <a:pt x="8672" y="2671"/>
                    </a:cubicBezTo>
                    <a:cubicBezTo>
                      <a:pt x="9030" y="2671"/>
                      <a:pt x="9395" y="2491"/>
                      <a:pt x="9487" y="2270"/>
                    </a:cubicBezTo>
                    <a:cubicBezTo>
                      <a:pt x="9579" y="2051"/>
                      <a:pt x="9366" y="1874"/>
                      <a:pt x="9012" y="1874"/>
                    </a:cubicBezTo>
                    <a:close/>
                    <a:moveTo>
                      <a:pt x="10590" y="1874"/>
                    </a:moveTo>
                    <a:cubicBezTo>
                      <a:pt x="10236" y="1874"/>
                      <a:pt x="9876" y="2051"/>
                      <a:pt x="9785" y="2270"/>
                    </a:cubicBezTo>
                    <a:cubicBezTo>
                      <a:pt x="9694" y="2491"/>
                      <a:pt x="9910" y="2671"/>
                      <a:pt x="10268" y="2671"/>
                    </a:cubicBezTo>
                    <a:cubicBezTo>
                      <a:pt x="10626" y="2671"/>
                      <a:pt x="10988" y="2491"/>
                      <a:pt x="11075" y="2270"/>
                    </a:cubicBezTo>
                    <a:cubicBezTo>
                      <a:pt x="11161" y="2051"/>
                      <a:pt x="10943" y="1874"/>
                      <a:pt x="10590" y="1874"/>
                    </a:cubicBezTo>
                    <a:close/>
                    <a:moveTo>
                      <a:pt x="12145" y="1874"/>
                    </a:moveTo>
                    <a:cubicBezTo>
                      <a:pt x="11791" y="1874"/>
                      <a:pt x="11435" y="2051"/>
                      <a:pt x="11350" y="2270"/>
                    </a:cubicBezTo>
                    <a:cubicBezTo>
                      <a:pt x="11264" y="2491"/>
                      <a:pt x="11484" y="2671"/>
                      <a:pt x="11842" y="2671"/>
                    </a:cubicBezTo>
                    <a:cubicBezTo>
                      <a:pt x="12201" y="2671"/>
                      <a:pt x="12557" y="2491"/>
                      <a:pt x="12639" y="2270"/>
                    </a:cubicBezTo>
                    <a:cubicBezTo>
                      <a:pt x="12720" y="2051"/>
                      <a:pt x="12499" y="1874"/>
                      <a:pt x="12145" y="1874"/>
                    </a:cubicBezTo>
                    <a:close/>
                    <a:moveTo>
                      <a:pt x="13722" y="1874"/>
                    </a:moveTo>
                    <a:cubicBezTo>
                      <a:pt x="13369" y="1874"/>
                      <a:pt x="13017" y="2051"/>
                      <a:pt x="12937" y="2270"/>
                    </a:cubicBezTo>
                    <a:cubicBezTo>
                      <a:pt x="12856" y="2491"/>
                      <a:pt x="13081" y="2671"/>
                      <a:pt x="13438" y="2671"/>
                    </a:cubicBezTo>
                    <a:cubicBezTo>
                      <a:pt x="13796" y="2671"/>
                      <a:pt x="14149" y="2491"/>
                      <a:pt x="14226" y="2270"/>
                    </a:cubicBezTo>
                    <a:cubicBezTo>
                      <a:pt x="14302" y="2051"/>
                      <a:pt x="14076" y="1874"/>
                      <a:pt x="13722" y="1874"/>
                    </a:cubicBezTo>
                    <a:close/>
                    <a:moveTo>
                      <a:pt x="15299" y="1874"/>
                    </a:moveTo>
                    <a:cubicBezTo>
                      <a:pt x="14945" y="1874"/>
                      <a:pt x="14598" y="2051"/>
                      <a:pt x="14523" y="2270"/>
                    </a:cubicBezTo>
                    <a:cubicBezTo>
                      <a:pt x="14448" y="2491"/>
                      <a:pt x="14676" y="2671"/>
                      <a:pt x="15034" y="2671"/>
                    </a:cubicBezTo>
                    <a:cubicBezTo>
                      <a:pt x="15392" y="2671"/>
                      <a:pt x="15741" y="2491"/>
                      <a:pt x="15812" y="2270"/>
                    </a:cubicBezTo>
                    <a:cubicBezTo>
                      <a:pt x="15882" y="2051"/>
                      <a:pt x="15653" y="1874"/>
                      <a:pt x="15299" y="1874"/>
                    </a:cubicBezTo>
                    <a:close/>
                    <a:moveTo>
                      <a:pt x="5410" y="2837"/>
                    </a:moveTo>
                    <a:cubicBezTo>
                      <a:pt x="5051" y="2837"/>
                      <a:pt x="4672" y="3018"/>
                      <a:pt x="4562" y="3244"/>
                    </a:cubicBezTo>
                    <a:cubicBezTo>
                      <a:pt x="4452" y="3471"/>
                      <a:pt x="4657" y="3657"/>
                      <a:pt x="5021" y="3657"/>
                    </a:cubicBezTo>
                    <a:cubicBezTo>
                      <a:pt x="5384" y="3657"/>
                      <a:pt x="5765" y="3471"/>
                      <a:pt x="5871" y="3244"/>
                    </a:cubicBezTo>
                    <a:cubicBezTo>
                      <a:pt x="5976" y="3018"/>
                      <a:pt x="5769" y="2837"/>
                      <a:pt x="5410" y="2837"/>
                    </a:cubicBezTo>
                    <a:close/>
                    <a:moveTo>
                      <a:pt x="7007" y="2837"/>
                    </a:moveTo>
                    <a:cubicBezTo>
                      <a:pt x="6648" y="2837"/>
                      <a:pt x="6273" y="3018"/>
                      <a:pt x="6169" y="3244"/>
                    </a:cubicBezTo>
                    <a:cubicBezTo>
                      <a:pt x="6065" y="3471"/>
                      <a:pt x="6274" y="3657"/>
                      <a:pt x="6637" y="3657"/>
                    </a:cubicBezTo>
                    <a:cubicBezTo>
                      <a:pt x="7000" y="3657"/>
                      <a:pt x="7377" y="3471"/>
                      <a:pt x="7477" y="3244"/>
                    </a:cubicBezTo>
                    <a:cubicBezTo>
                      <a:pt x="7577" y="3018"/>
                      <a:pt x="7366" y="2837"/>
                      <a:pt x="7007" y="2837"/>
                    </a:cubicBezTo>
                    <a:close/>
                    <a:moveTo>
                      <a:pt x="8604" y="2837"/>
                    </a:moveTo>
                    <a:cubicBezTo>
                      <a:pt x="8246" y="2837"/>
                      <a:pt x="7875" y="3018"/>
                      <a:pt x="7776" y="3244"/>
                    </a:cubicBezTo>
                    <a:cubicBezTo>
                      <a:pt x="7677" y="3471"/>
                      <a:pt x="7891" y="3657"/>
                      <a:pt x="8254" y="3657"/>
                    </a:cubicBezTo>
                    <a:cubicBezTo>
                      <a:pt x="8618" y="3657"/>
                      <a:pt x="8989" y="3471"/>
                      <a:pt x="9084" y="3244"/>
                    </a:cubicBezTo>
                    <a:cubicBezTo>
                      <a:pt x="9178" y="3018"/>
                      <a:pt x="8963" y="2837"/>
                      <a:pt x="8604" y="2837"/>
                    </a:cubicBezTo>
                    <a:close/>
                    <a:moveTo>
                      <a:pt x="10180" y="2837"/>
                    </a:moveTo>
                    <a:cubicBezTo>
                      <a:pt x="9822" y="2837"/>
                      <a:pt x="9456" y="3018"/>
                      <a:pt x="9362" y="3244"/>
                    </a:cubicBezTo>
                    <a:cubicBezTo>
                      <a:pt x="9269" y="3471"/>
                      <a:pt x="9487" y="3657"/>
                      <a:pt x="9850" y="3657"/>
                    </a:cubicBezTo>
                    <a:cubicBezTo>
                      <a:pt x="10214" y="3657"/>
                      <a:pt x="10582" y="3471"/>
                      <a:pt x="10671" y="3244"/>
                    </a:cubicBezTo>
                    <a:cubicBezTo>
                      <a:pt x="10760" y="3018"/>
                      <a:pt x="10540" y="2837"/>
                      <a:pt x="10180" y="2837"/>
                    </a:cubicBezTo>
                    <a:close/>
                    <a:moveTo>
                      <a:pt x="11778" y="2837"/>
                    </a:moveTo>
                    <a:cubicBezTo>
                      <a:pt x="11419" y="2837"/>
                      <a:pt x="11057" y="3018"/>
                      <a:pt x="10969" y="3244"/>
                    </a:cubicBezTo>
                    <a:cubicBezTo>
                      <a:pt x="10881" y="3471"/>
                      <a:pt x="11103" y="3657"/>
                      <a:pt x="11467" y="3657"/>
                    </a:cubicBezTo>
                    <a:cubicBezTo>
                      <a:pt x="11830" y="3657"/>
                      <a:pt x="12193" y="3471"/>
                      <a:pt x="12277" y="3244"/>
                    </a:cubicBezTo>
                    <a:cubicBezTo>
                      <a:pt x="12361" y="3018"/>
                      <a:pt x="12138" y="2837"/>
                      <a:pt x="11778" y="2837"/>
                    </a:cubicBezTo>
                    <a:close/>
                    <a:moveTo>
                      <a:pt x="13376" y="2837"/>
                    </a:moveTo>
                    <a:cubicBezTo>
                      <a:pt x="13018" y="2837"/>
                      <a:pt x="12660" y="3018"/>
                      <a:pt x="12577" y="3244"/>
                    </a:cubicBezTo>
                    <a:cubicBezTo>
                      <a:pt x="12494" y="3471"/>
                      <a:pt x="12721" y="3657"/>
                      <a:pt x="13084" y="3657"/>
                    </a:cubicBezTo>
                    <a:cubicBezTo>
                      <a:pt x="13448" y="3657"/>
                      <a:pt x="13807" y="3471"/>
                      <a:pt x="13885" y="3244"/>
                    </a:cubicBezTo>
                    <a:cubicBezTo>
                      <a:pt x="13964" y="3018"/>
                      <a:pt x="13735" y="2837"/>
                      <a:pt x="13376" y="2837"/>
                    </a:cubicBezTo>
                    <a:close/>
                    <a:moveTo>
                      <a:pt x="14975" y="2837"/>
                    </a:moveTo>
                    <a:cubicBezTo>
                      <a:pt x="14615" y="2837"/>
                      <a:pt x="14262" y="3018"/>
                      <a:pt x="14185" y="3244"/>
                    </a:cubicBezTo>
                    <a:cubicBezTo>
                      <a:pt x="14107" y="3471"/>
                      <a:pt x="14338" y="3657"/>
                      <a:pt x="14702" y="3657"/>
                    </a:cubicBezTo>
                    <a:cubicBezTo>
                      <a:pt x="15065" y="3657"/>
                      <a:pt x="15419" y="3471"/>
                      <a:pt x="15492" y="3244"/>
                    </a:cubicBezTo>
                    <a:cubicBezTo>
                      <a:pt x="15565" y="3018"/>
                      <a:pt x="15333" y="2837"/>
                      <a:pt x="14975" y="2837"/>
                    </a:cubicBezTo>
                    <a:close/>
                    <a:moveTo>
                      <a:pt x="16551" y="2837"/>
                    </a:moveTo>
                    <a:cubicBezTo>
                      <a:pt x="16192" y="2837"/>
                      <a:pt x="15843" y="3018"/>
                      <a:pt x="15772" y="3244"/>
                    </a:cubicBezTo>
                    <a:cubicBezTo>
                      <a:pt x="15699" y="3471"/>
                      <a:pt x="15935" y="3657"/>
                      <a:pt x="16298" y="3657"/>
                    </a:cubicBezTo>
                    <a:cubicBezTo>
                      <a:pt x="16662" y="3657"/>
                      <a:pt x="17012" y="3471"/>
                      <a:pt x="17080" y="3244"/>
                    </a:cubicBezTo>
                    <a:cubicBezTo>
                      <a:pt x="17148" y="3018"/>
                      <a:pt x="16910" y="2837"/>
                      <a:pt x="16551" y="2837"/>
                    </a:cubicBezTo>
                    <a:close/>
                    <a:moveTo>
                      <a:pt x="4940" y="3852"/>
                    </a:moveTo>
                    <a:cubicBezTo>
                      <a:pt x="4575" y="3852"/>
                      <a:pt x="4189" y="4040"/>
                      <a:pt x="4076" y="4273"/>
                    </a:cubicBezTo>
                    <a:cubicBezTo>
                      <a:pt x="3963" y="4507"/>
                      <a:pt x="4170" y="4698"/>
                      <a:pt x="4539" y="4698"/>
                    </a:cubicBezTo>
                    <a:cubicBezTo>
                      <a:pt x="4908" y="4698"/>
                      <a:pt x="5295" y="4507"/>
                      <a:pt x="5404" y="4273"/>
                    </a:cubicBezTo>
                    <a:cubicBezTo>
                      <a:pt x="5512" y="4040"/>
                      <a:pt x="5304" y="3852"/>
                      <a:pt x="4940" y="3852"/>
                    </a:cubicBezTo>
                    <a:close/>
                    <a:moveTo>
                      <a:pt x="6557" y="3852"/>
                    </a:moveTo>
                    <a:cubicBezTo>
                      <a:pt x="6193" y="3852"/>
                      <a:pt x="5812" y="4040"/>
                      <a:pt x="5705" y="4273"/>
                    </a:cubicBezTo>
                    <a:cubicBezTo>
                      <a:pt x="5597" y="4507"/>
                      <a:pt x="5808" y="4698"/>
                      <a:pt x="6177" y="4698"/>
                    </a:cubicBezTo>
                    <a:cubicBezTo>
                      <a:pt x="6546" y="4698"/>
                      <a:pt x="6929" y="4507"/>
                      <a:pt x="7032" y="4273"/>
                    </a:cubicBezTo>
                    <a:cubicBezTo>
                      <a:pt x="7135" y="4040"/>
                      <a:pt x="6922" y="3852"/>
                      <a:pt x="6557" y="3852"/>
                    </a:cubicBezTo>
                    <a:close/>
                    <a:moveTo>
                      <a:pt x="8176" y="3852"/>
                    </a:moveTo>
                    <a:cubicBezTo>
                      <a:pt x="7812" y="3852"/>
                      <a:pt x="7434" y="4040"/>
                      <a:pt x="7332" y="4273"/>
                    </a:cubicBezTo>
                    <a:cubicBezTo>
                      <a:pt x="7230" y="4507"/>
                      <a:pt x="7446" y="4698"/>
                      <a:pt x="7815" y="4698"/>
                    </a:cubicBezTo>
                    <a:cubicBezTo>
                      <a:pt x="8184" y="4698"/>
                      <a:pt x="8562" y="4507"/>
                      <a:pt x="8660" y="4273"/>
                    </a:cubicBezTo>
                    <a:cubicBezTo>
                      <a:pt x="8757" y="4040"/>
                      <a:pt x="8540" y="3852"/>
                      <a:pt x="8176" y="3852"/>
                    </a:cubicBezTo>
                    <a:close/>
                    <a:moveTo>
                      <a:pt x="9773" y="3852"/>
                    </a:moveTo>
                    <a:cubicBezTo>
                      <a:pt x="9409" y="3852"/>
                      <a:pt x="9036" y="4040"/>
                      <a:pt x="8939" y="4273"/>
                    </a:cubicBezTo>
                    <a:cubicBezTo>
                      <a:pt x="8843" y="4507"/>
                      <a:pt x="9063" y="4698"/>
                      <a:pt x="9432" y="4698"/>
                    </a:cubicBezTo>
                    <a:cubicBezTo>
                      <a:pt x="9801" y="4698"/>
                      <a:pt x="10176" y="4507"/>
                      <a:pt x="10268" y="4273"/>
                    </a:cubicBezTo>
                    <a:cubicBezTo>
                      <a:pt x="10359" y="4040"/>
                      <a:pt x="10137" y="3852"/>
                      <a:pt x="9773" y="3852"/>
                    </a:cubicBezTo>
                    <a:close/>
                    <a:moveTo>
                      <a:pt x="11392" y="3852"/>
                    </a:moveTo>
                    <a:cubicBezTo>
                      <a:pt x="11027" y="3852"/>
                      <a:pt x="10659" y="4040"/>
                      <a:pt x="10568" y="4273"/>
                    </a:cubicBezTo>
                    <a:cubicBezTo>
                      <a:pt x="10477" y="4507"/>
                      <a:pt x="10702" y="4698"/>
                      <a:pt x="11071" y="4698"/>
                    </a:cubicBezTo>
                    <a:cubicBezTo>
                      <a:pt x="11440" y="4698"/>
                      <a:pt x="11809" y="4507"/>
                      <a:pt x="11895" y="4273"/>
                    </a:cubicBezTo>
                    <a:cubicBezTo>
                      <a:pt x="11982" y="4040"/>
                      <a:pt x="11756" y="3852"/>
                      <a:pt x="11392" y="3852"/>
                    </a:cubicBezTo>
                    <a:close/>
                    <a:moveTo>
                      <a:pt x="13010" y="3852"/>
                    </a:moveTo>
                    <a:cubicBezTo>
                      <a:pt x="12646" y="3852"/>
                      <a:pt x="12282" y="4040"/>
                      <a:pt x="12197" y="4273"/>
                    </a:cubicBezTo>
                    <a:cubicBezTo>
                      <a:pt x="12111" y="4507"/>
                      <a:pt x="12341" y="4698"/>
                      <a:pt x="12710" y="4698"/>
                    </a:cubicBezTo>
                    <a:cubicBezTo>
                      <a:pt x="13078" y="4698"/>
                      <a:pt x="13444" y="4507"/>
                      <a:pt x="13525" y="4273"/>
                    </a:cubicBezTo>
                    <a:cubicBezTo>
                      <a:pt x="13605" y="4040"/>
                      <a:pt x="13374" y="3852"/>
                      <a:pt x="13010" y="3852"/>
                    </a:cubicBezTo>
                    <a:close/>
                    <a:moveTo>
                      <a:pt x="14629" y="3852"/>
                    </a:moveTo>
                    <a:cubicBezTo>
                      <a:pt x="14264" y="3852"/>
                      <a:pt x="13905" y="4040"/>
                      <a:pt x="13826" y="4273"/>
                    </a:cubicBezTo>
                    <a:cubicBezTo>
                      <a:pt x="13745" y="4507"/>
                      <a:pt x="13979" y="4698"/>
                      <a:pt x="14348" y="4698"/>
                    </a:cubicBezTo>
                    <a:cubicBezTo>
                      <a:pt x="14716" y="4698"/>
                      <a:pt x="15077" y="4507"/>
                      <a:pt x="15153" y="4273"/>
                    </a:cubicBezTo>
                    <a:cubicBezTo>
                      <a:pt x="15228" y="4040"/>
                      <a:pt x="14993" y="3852"/>
                      <a:pt x="14629" y="3852"/>
                    </a:cubicBezTo>
                    <a:close/>
                    <a:moveTo>
                      <a:pt x="16248" y="3852"/>
                    </a:moveTo>
                    <a:cubicBezTo>
                      <a:pt x="15884" y="3852"/>
                      <a:pt x="15529" y="4040"/>
                      <a:pt x="15454" y="4273"/>
                    </a:cubicBezTo>
                    <a:cubicBezTo>
                      <a:pt x="15380" y="4507"/>
                      <a:pt x="15618" y="4698"/>
                      <a:pt x="15987" y="4698"/>
                    </a:cubicBezTo>
                    <a:cubicBezTo>
                      <a:pt x="16356" y="4698"/>
                      <a:pt x="16712" y="4507"/>
                      <a:pt x="16782" y="4273"/>
                    </a:cubicBezTo>
                    <a:cubicBezTo>
                      <a:pt x="16852" y="4040"/>
                      <a:pt x="16612" y="3852"/>
                      <a:pt x="16248" y="3852"/>
                    </a:cubicBezTo>
                    <a:close/>
                    <a:moveTo>
                      <a:pt x="17867" y="3852"/>
                    </a:moveTo>
                    <a:cubicBezTo>
                      <a:pt x="17503" y="3852"/>
                      <a:pt x="17152" y="4040"/>
                      <a:pt x="17083" y="4273"/>
                    </a:cubicBezTo>
                    <a:cubicBezTo>
                      <a:pt x="17014" y="4507"/>
                      <a:pt x="17258" y="4698"/>
                      <a:pt x="17626" y="4698"/>
                    </a:cubicBezTo>
                    <a:cubicBezTo>
                      <a:pt x="17995" y="4698"/>
                      <a:pt x="18347" y="4507"/>
                      <a:pt x="18411" y="4273"/>
                    </a:cubicBezTo>
                    <a:cubicBezTo>
                      <a:pt x="18475" y="4040"/>
                      <a:pt x="18231" y="3852"/>
                      <a:pt x="17867" y="3852"/>
                    </a:cubicBezTo>
                    <a:close/>
                    <a:moveTo>
                      <a:pt x="19486" y="3852"/>
                    </a:moveTo>
                    <a:cubicBezTo>
                      <a:pt x="19121" y="3852"/>
                      <a:pt x="18775" y="4040"/>
                      <a:pt x="18712" y="4273"/>
                    </a:cubicBezTo>
                    <a:cubicBezTo>
                      <a:pt x="18649" y="4507"/>
                      <a:pt x="18896" y="4698"/>
                      <a:pt x="19265" y="4698"/>
                    </a:cubicBezTo>
                    <a:cubicBezTo>
                      <a:pt x="19634" y="4698"/>
                      <a:pt x="19981" y="4507"/>
                      <a:pt x="20040" y="4273"/>
                    </a:cubicBezTo>
                    <a:cubicBezTo>
                      <a:pt x="20099" y="4040"/>
                      <a:pt x="19851" y="3852"/>
                      <a:pt x="19486" y="3852"/>
                    </a:cubicBezTo>
                    <a:close/>
                    <a:moveTo>
                      <a:pt x="6087" y="4885"/>
                    </a:moveTo>
                    <a:cubicBezTo>
                      <a:pt x="5718" y="4885"/>
                      <a:pt x="5328" y="5080"/>
                      <a:pt x="5218" y="5319"/>
                    </a:cubicBezTo>
                    <a:cubicBezTo>
                      <a:pt x="5107" y="5561"/>
                      <a:pt x="5320" y="5758"/>
                      <a:pt x="5695" y="5758"/>
                    </a:cubicBezTo>
                    <a:cubicBezTo>
                      <a:pt x="6069" y="5758"/>
                      <a:pt x="6460" y="5561"/>
                      <a:pt x="6567" y="5319"/>
                    </a:cubicBezTo>
                    <a:cubicBezTo>
                      <a:pt x="6672" y="5080"/>
                      <a:pt x="6457" y="4885"/>
                      <a:pt x="6087" y="4885"/>
                    </a:cubicBezTo>
                    <a:close/>
                    <a:moveTo>
                      <a:pt x="7727" y="4885"/>
                    </a:moveTo>
                    <a:cubicBezTo>
                      <a:pt x="7357" y="4885"/>
                      <a:pt x="6972" y="5080"/>
                      <a:pt x="6868" y="5319"/>
                    </a:cubicBezTo>
                    <a:cubicBezTo>
                      <a:pt x="6762" y="5561"/>
                      <a:pt x="6980" y="5758"/>
                      <a:pt x="7354" y="5758"/>
                    </a:cubicBezTo>
                    <a:cubicBezTo>
                      <a:pt x="7729" y="5758"/>
                      <a:pt x="8115" y="5561"/>
                      <a:pt x="8215" y="5319"/>
                    </a:cubicBezTo>
                    <a:cubicBezTo>
                      <a:pt x="8315" y="5080"/>
                      <a:pt x="8097" y="4885"/>
                      <a:pt x="7727" y="4885"/>
                    </a:cubicBezTo>
                    <a:close/>
                    <a:moveTo>
                      <a:pt x="9366" y="4885"/>
                    </a:moveTo>
                    <a:cubicBezTo>
                      <a:pt x="8996" y="4885"/>
                      <a:pt x="8616" y="5080"/>
                      <a:pt x="8517" y="5319"/>
                    </a:cubicBezTo>
                    <a:cubicBezTo>
                      <a:pt x="8418" y="5561"/>
                      <a:pt x="8640" y="5758"/>
                      <a:pt x="9014" y="5758"/>
                    </a:cubicBezTo>
                    <a:cubicBezTo>
                      <a:pt x="9389" y="5758"/>
                      <a:pt x="9770" y="5561"/>
                      <a:pt x="9865" y="5319"/>
                    </a:cubicBezTo>
                    <a:cubicBezTo>
                      <a:pt x="9960" y="5080"/>
                      <a:pt x="9736" y="4885"/>
                      <a:pt x="9366" y="4885"/>
                    </a:cubicBezTo>
                    <a:close/>
                    <a:moveTo>
                      <a:pt x="11005" y="4885"/>
                    </a:moveTo>
                    <a:cubicBezTo>
                      <a:pt x="10635" y="4885"/>
                      <a:pt x="10260" y="5080"/>
                      <a:pt x="10167" y="5319"/>
                    </a:cubicBezTo>
                    <a:cubicBezTo>
                      <a:pt x="10073" y="5561"/>
                      <a:pt x="10299" y="5758"/>
                      <a:pt x="10674" y="5758"/>
                    </a:cubicBezTo>
                    <a:cubicBezTo>
                      <a:pt x="11048" y="5758"/>
                      <a:pt x="11425" y="5561"/>
                      <a:pt x="11514" y="5319"/>
                    </a:cubicBezTo>
                    <a:cubicBezTo>
                      <a:pt x="11603" y="5080"/>
                      <a:pt x="11375" y="4885"/>
                      <a:pt x="11005" y="4885"/>
                    </a:cubicBezTo>
                    <a:close/>
                    <a:moveTo>
                      <a:pt x="12645" y="4885"/>
                    </a:moveTo>
                    <a:cubicBezTo>
                      <a:pt x="12275" y="4885"/>
                      <a:pt x="11903" y="5080"/>
                      <a:pt x="11816" y="5319"/>
                    </a:cubicBezTo>
                    <a:cubicBezTo>
                      <a:pt x="11728" y="5561"/>
                      <a:pt x="11960" y="5758"/>
                      <a:pt x="12334" y="5758"/>
                    </a:cubicBezTo>
                    <a:cubicBezTo>
                      <a:pt x="12709" y="5758"/>
                      <a:pt x="13081" y="5561"/>
                      <a:pt x="13164" y="5319"/>
                    </a:cubicBezTo>
                    <a:cubicBezTo>
                      <a:pt x="13247" y="5080"/>
                      <a:pt x="13014" y="4885"/>
                      <a:pt x="12645" y="4885"/>
                    </a:cubicBezTo>
                    <a:close/>
                    <a:moveTo>
                      <a:pt x="14284" y="4885"/>
                    </a:moveTo>
                    <a:cubicBezTo>
                      <a:pt x="13914" y="4885"/>
                      <a:pt x="13548" y="5080"/>
                      <a:pt x="13466" y="5319"/>
                    </a:cubicBezTo>
                    <a:cubicBezTo>
                      <a:pt x="13384" y="5561"/>
                      <a:pt x="13619" y="5758"/>
                      <a:pt x="13994" y="5758"/>
                    </a:cubicBezTo>
                    <a:cubicBezTo>
                      <a:pt x="14369" y="5758"/>
                      <a:pt x="14736" y="5561"/>
                      <a:pt x="14814" y="5319"/>
                    </a:cubicBezTo>
                    <a:cubicBezTo>
                      <a:pt x="14891" y="5080"/>
                      <a:pt x="14654" y="4885"/>
                      <a:pt x="14284" y="4885"/>
                    </a:cubicBezTo>
                    <a:close/>
                    <a:moveTo>
                      <a:pt x="15924" y="4885"/>
                    </a:moveTo>
                    <a:cubicBezTo>
                      <a:pt x="15554" y="4885"/>
                      <a:pt x="15193" y="5080"/>
                      <a:pt x="15116" y="5319"/>
                    </a:cubicBezTo>
                    <a:cubicBezTo>
                      <a:pt x="15039" y="5561"/>
                      <a:pt x="15281" y="5758"/>
                      <a:pt x="15655" y="5758"/>
                    </a:cubicBezTo>
                    <a:cubicBezTo>
                      <a:pt x="16029" y="5758"/>
                      <a:pt x="16392" y="5561"/>
                      <a:pt x="16465" y="5319"/>
                    </a:cubicBezTo>
                    <a:cubicBezTo>
                      <a:pt x="16536" y="5080"/>
                      <a:pt x="16293" y="4885"/>
                      <a:pt x="15924" y="4885"/>
                    </a:cubicBezTo>
                    <a:close/>
                    <a:moveTo>
                      <a:pt x="17564" y="4885"/>
                    </a:moveTo>
                    <a:cubicBezTo>
                      <a:pt x="17194" y="4885"/>
                      <a:pt x="16837" y="5080"/>
                      <a:pt x="16766" y="5319"/>
                    </a:cubicBezTo>
                    <a:cubicBezTo>
                      <a:pt x="16695" y="5561"/>
                      <a:pt x="16941" y="5758"/>
                      <a:pt x="17315" y="5758"/>
                    </a:cubicBezTo>
                    <a:cubicBezTo>
                      <a:pt x="17690" y="5758"/>
                      <a:pt x="18047" y="5561"/>
                      <a:pt x="18114" y="5319"/>
                    </a:cubicBezTo>
                    <a:cubicBezTo>
                      <a:pt x="18180" y="5080"/>
                      <a:pt x="17934" y="4885"/>
                      <a:pt x="17564" y="4885"/>
                    </a:cubicBezTo>
                    <a:close/>
                    <a:moveTo>
                      <a:pt x="19203" y="4885"/>
                    </a:moveTo>
                    <a:cubicBezTo>
                      <a:pt x="18833" y="4885"/>
                      <a:pt x="18481" y="5080"/>
                      <a:pt x="18416" y="5319"/>
                    </a:cubicBezTo>
                    <a:cubicBezTo>
                      <a:pt x="18351" y="5561"/>
                      <a:pt x="18601" y="5758"/>
                      <a:pt x="18976" y="5758"/>
                    </a:cubicBezTo>
                    <a:cubicBezTo>
                      <a:pt x="19350" y="5758"/>
                      <a:pt x="19703" y="5561"/>
                      <a:pt x="19764" y="5319"/>
                    </a:cubicBezTo>
                    <a:cubicBezTo>
                      <a:pt x="19824" y="5080"/>
                      <a:pt x="19573" y="4885"/>
                      <a:pt x="19203" y="4885"/>
                    </a:cubicBezTo>
                    <a:close/>
                    <a:moveTo>
                      <a:pt x="20865" y="4885"/>
                    </a:moveTo>
                    <a:cubicBezTo>
                      <a:pt x="20495" y="4885"/>
                      <a:pt x="20147" y="5080"/>
                      <a:pt x="20088" y="5319"/>
                    </a:cubicBezTo>
                    <a:cubicBezTo>
                      <a:pt x="20028" y="5561"/>
                      <a:pt x="20283" y="5758"/>
                      <a:pt x="20658" y="5758"/>
                    </a:cubicBezTo>
                    <a:cubicBezTo>
                      <a:pt x="21032" y="5758"/>
                      <a:pt x="21380" y="5561"/>
                      <a:pt x="21435" y="5319"/>
                    </a:cubicBezTo>
                    <a:cubicBezTo>
                      <a:pt x="21490" y="5080"/>
                      <a:pt x="21235" y="4885"/>
                      <a:pt x="20865" y="4885"/>
                    </a:cubicBezTo>
                    <a:close/>
                    <a:moveTo>
                      <a:pt x="5597" y="5954"/>
                    </a:moveTo>
                    <a:cubicBezTo>
                      <a:pt x="5221" y="5954"/>
                      <a:pt x="4825" y="6153"/>
                      <a:pt x="4711" y="6401"/>
                    </a:cubicBezTo>
                    <a:cubicBezTo>
                      <a:pt x="4597" y="6650"/>
                      <a:pt x="4812" y="6853"/>
                      <a:pt x="5192" y="6853"/>
                    </a:cubicBezTo>
                    <a:cubicBezTo>
                      <a:pt x="5572" y="6853"/>
                      <a:pt x="5971" y="6650"/>
                      <a:pt x="6081" y="6401"/>
                    </a:cubicBezTo>
                    <a:cubicBezTo>
                      <a:pt x="6190" y="6153"/>
                      <a:pt x="5972" y="5954"/>
                      <a:pt x="5597" y="5954"/>
                    </a:cubicBezTo>
                    <a:close/>
                    <a:moveTo>
                      <a:pt x="7278" y="5954"/>
                    </a:moveTo>
                    <a:cubicBezTo>
                      <a:pt x="6903" y="5954"/>
                      <a:pt x="6511" y="6153"/>
                      <a:pt x="6403" y="6401"/>
                    </a:cubicBezTo>
                    <a:cubicBezTo>
                      <a:pt x="6295" y="6650"/>
                      <a:pt x="6514" y="6853"/>
                      <a:pt x="6894" y="6853"/>
                    </a:cubicBezTo>
                    <a:cubicBezTo>
                      <a:pt x="7275" y="6853"/>
                      <a:pt x="7667" y="6650"/>
                      <a:pt x="7771" y="6401"/>
                    </a:cubicBezTo>
                    <a:cubicBezTo>
                      <a:pt x="7874" y="6153"/>
                      <a:pt x="7654" y="5954"/>
                      <a:pt x="7278" y="5954"/>
                    </a:cubicBezTo>
                    <a:close/>
                    <a:moveTo>
                      <a:pt x="8938" y="5954"/>
                    </a:moveTo>
                    <a:cubicBezTo>
                      <a:pt x="8563" y="5954"/>
                      <a:pt x="8176" y="6153"/>
                      <a:pt x="8074" y="6401"/>
                    </a:cubicBezTo>
                    <a:cubicBezTo>
                      <a:pt x="7971" y="6650"/>
                      <a:pt x="8195" y="6853"/>
                      <a:pt x="8575" y="6853"/>
                    </a:cubicBezTo>
                    <a:cubicBezTo>
                      <a:pt x="8956" y="6853"/>
                      <a:pt x="9345" y="6650"/>
                      <a:pt x="9442" y="6401"/>
                    </a:cubicBezTo>
                    <a:cubicBezTo>
                      <a:pt x="9540" y="6153"/>
                      <a:pt x="9314" y="5954"/>
                      <a:pt x="8938" y="5954"/>
                    </a:cubicBezTo>
                    <a:close/>
                    <a:moveTo>
                      <a:pt x="10597" y="5954"/>
                    </a:moveTo>
                    <a:cubicBezTo>
                      <a:pt x="10222" y="5954"/>
                      <a:pt x="9841" y="6153"/>
                      <a:pt x="9744" y="6401"/>
                    </a:cubicBezTo>
                    <a:cubicBezTo>
                      <a:pt x="9647" y="6650"/>
                      <a:pt x="9876" y="6853"/>
                      <a:pt x="10257" y="6853"/>
                    </a:cubicBezTo>
                    <a:cubicBezTo>
                      <a:pt x="10637" y="6853"/>
                      <a:pt x="11021" y="6650"/>
                      <a:pt x="11112" y="6401"/>
                    </a:cubicBezTo>
                    <a:cubicBezTo>
                      <a:pt x="11204" y="6153"/>
                      <a:pt x="10973" y="5954"/>
                      <a:pt x="10597" y="5954"/>
                    </a:cubicBezTo>
                    <a:close/>
                    <a:moveTo>
                      <a:pt x="12258" y="5954"/>
                    </a:moveTo>
                    <a:cubicBezTo>
                      <a:pt x="11883" y="5954"/>
                      <a:pt x="11505" y="6153"/>
                      <a:pt x="11415" y="6401"/>
                    </a:cubicBezTo>
                    <a:cubicBezTo>
                      <a:pt x="11324" y="6650"/>
                      <a:pt x="11559" y="6853"/>
                      <a:pt x="11938" y="6853"/>
                    </a:cubicBezTo>
                    <a:cubicBezTo>
                      <a:pt x="12319" y="6853"/>
                      <a:pt x="12698" y="6650"/>
                      <a:pt x="12784" y="6401"/>
                    </a:cubicBezTo>
                    <a:cubicBezTo>
                      <a:pt x="12870" y="6153"/>
                      <a:pt x="12633" y="5954"/>
                      <a:pt x="12258" y="5954"/>
                    </a:cubicBezTo>
                    <a:close/>
                    <a:moveTo>
                      <a:pt x="13939" y="5954"/>
                    </a:moveTo>
                    <a:cubicBezTo>
                      <a:pt x="13563" y="5954"/>
                      <a:pt x="13191" y="6153"/>
                      <a:pt x="13107" y="6401"/>
                    </a:cubicBezTo>
                    <a:cubicBezTo>
                      <a:pt x="13022" y="6650"/>
                      <a:pt x="13260" y="6853"/>
                      <a:pt x="13641" y="6853"/>
                    </a:cubicBezTo>
                    <a:cubicBezTo>
                      <a:pt x="14021" y="6853"/>
                      <a:pt x="14395" y="6650"/>
                      <a:pt x="14476" y="6401"/>
                    </a:cubicBezTo>
                    <a:cubicBezTo>
                      <a:pt x="14555" y="6153"/>
                      <a:pt x="14315" y="5954"/>
                      <a:pt x="13939" y="5954"/>
                    </a:cubicBezTo>
                    <a:close/>
                    <a:moveTo>
                      <a:pt x="15600" y="5954"/>
                    </a:moveTo>
                    <a:cubicBezTo>
                      <a:pt x="15225" y="5954"/>
                      <a:pt x="14857" y="6153"/>
                      <a:pt x="14778" y="6401"/>
                    </a:cubicBezTo>
                    <a:cubicBezTo>
                      <a:pt x="14699" y="6650"/>
                      <a:pt x="14942" y="6853"/>
                      <a:pt x="15323" y="6853"/>
                    </a:cubicBezTo>
                    <a:cubicBezTo>
                      <a:pt x="15703" y="6853"/>
                      <a:pt x="16072" y="6650"/>
                      <a:pt x="16147" y="6401"/>
                    </a:cubicBezTo>
                    <a:cubicBezTo>
                      <a:pt x="16221" y="6153"/>
                      <a:pt x="15975" y="5954"/>
                      <a:pt x="15600" y="5954"/>
                    </a:cubicBezTo>
                    <a:close/>
                    <a:moveTo>
                      <a:pt x="17261" y="5954"/>
                    </a:moveTo>
                    <a:cubicBezTo>
                      <a:pt x="16886" y="5954"/>
                      <a:pt x="16522" y="6153"/>
                      <a:pt x="16449" y="6401"/>
                    </a:cubicBezTo>
                    <a:cubicBezTo>
                      <a:pt x="16375" y="6650"/>
                      <a:pt x="16625" y="6853"/>
                      <a:pt x="17005" y="6853"/>
                    </a:cubicBezTo>
                    <a:cubicBezTo>
                      <a:pt x="17385" y="6853"/>
                      <a:pt x="17749" y="6650"/>
                      <a:pt x="17817" y="6401"/>
                    </a:cubicBezTo>
                    <a:cubicBezTo>
                      <a:pt x="17886" y="6153"/>
                      <a:pt x="17636" y="5954"/>
                      <a:pt x="17261" y="5954"/>
                    </a:cubicBezTo>
                    <a:close/>
                    <a:moveTo>
                      <a:pt x="18943" y="5954"/>
                    </a:moveTo>
                    <a:cubicBezTo>
                      <a:pt x="18567" y="5954"/>
                      <a:pt x="18208" y="6153"/>
                      <a:pt x="18141" y="6401"/>
                    </a:cubicBezTo>
                    <a:cubicBezTo>
                      <a:pt x="18074" y="6650"/>
                      <a:pt x="18327" y="6853"/>
                      <a:pt x="18708" y="6853"/>
                    </a:cubicBezTo>
                    <a:cubicBezTo>
                      <a:pt x="19088" y="6853"/>
                      <a:pt x="19447" y="6650"/>
                      <a:pt x="19510" y="6401"/>
                    </a:cubicBezTo>
                    <a:cubicBezTo>
                      <a:pt x="19572" y="6153"/>
                      <a:pt x="19318" y="5954"/>
                      <a:pt x="18943" y="5954"/>
                    </a:cubicBezTo>
                    <a:close/>
                    <a:moveTo>
                      <a:pt x="6809" y="7057"/>
                    </a:moveTo>
                    <a:cubicBezTo>
                      <a:pt x="6428" y="7057"/>
                      <a:pt x="6029" y="7263"/>
                      <a:pt x="5917" y="7518"/>
                    </a:cubicBezTo>
                    <a:cubicBezTo>
                      <a:pt x="5805" y="7775"/>
                      <a:pt x="6027" y="7984"/>
                      <a:pt x="6414" y="7984"/>
                    </a:cubicBezTo>
                    <a:cubicBezTo>
                      <a:pt x="6800" y="7984"/>
                      <a:pt x="7200" y="7775"/>
                      <a:pt x="7307" y="7518"/>
                    </a:cubicBezTo>
                    <a:cubicBezTo>
                      <a:pt x="7414" y="7263"/>
                      <a:pt x="7190" y="7057"/>
                      <a:pt x="6809" y="7057"/>
                    </a:cubicBezTo>
                    <a:close/>
                    <a:moveTo>
                      <a:pt x="8489" y="7057"/>
                    </a:moveTo>
                    <a:cubicBezTo>
                      <a:pt x="8108" y="7057"/>
                      <a:pt x="7714" y="7263"/>
                      <a:pt x="7608" y="7518"/>
                    </a:cubicBezTo>
                    <a:cubicBezTo>
                      <a:pt x="7502" y="7775"/>
                      <a:pt x="7730" y="7984"/>
                      <a:pt x="8116" y="7984"/>
                    </a:cubicBezTo>
                    <a:cubicBezTo>
                      <a:pt x="8502" y="7984"/>
                      <a:pt x="8898" y="7775"/>
                      <a:pt x="8999" y="7518"/>
                    </a:cubicBezTo>
                    <a:cubicBezTo>
                      <a:pt x="9099" y="7263"/>
                      <a:pt x="8871" y="7057"/>
                      <a:pt x="8489" y="7057"/>
                    </a:cubicBezTo>
                    <a:close/>
                    <a:moveTo>
                      <a:pt x="10191" y="7057"/>
                    </a:moveTo>
                    <a:cubicBezTo>
                      <a:pt x="9810" y="7057"/>
                      <a:pt x="9421" y="7263"/>
                      <a:pt x="9321" y="7518"/>
                    </a:cubicBezTo>
                    <a:cubicBezTo>
                      <a:pt x="9221" y="7775"/>
                      <a:pt x="9453" y="7984"/>
                      <a:pt x="9840" y="7984"/>
                    </a:cubicBezTo>
                    <a:cubicBezTo>
                      <a:pt x="10226" y="7984"/>
                      <a:pt x="10616" y="7775"/>
                      <a:pt x="10711" y="7518"/>
                    </a:cubicBezTo>
                    <a:cubicBezTo>
                      <a:pt x="10806" y="7263"/>
                      <a:pt x="10573" y="7057"/>
                      <a:pt x="10191" y="7057"/>
                    </a:cubicBezTo>
                    <a:close/>
                    <a:moveTo>
                      <a:pt x="11872" y="7057"/>
                    </a:moveTo>
                    <a:cubicBezTo>
                      <a:pt x="11491" y="7057"/>
                      <a:pt x="11106" y="7263"/>
                      <a:pt x="11013" y="7518"/>
                    </a:cubicBezTo>
                    <a:cubicBezTo>
                      <a:pt x="10919" y="7775"/>
                      <a:pt x="11157" y="7984"/>
                      <a:pt x="11543" y="7984"/>
                    </a:cubicBezTo>
                    <a:cubicBezTo>
                      <a:pt x="11929" y="7984"/>
                      <a:pt x="12315" y="7775"/>
                      <a:pt x="12404" y="7518"/>
                    </a:cubicBezTo>
                    <a:cubicBezTo>
                      <a:pt x="12492" y="7263"/>
                      <a:pt x="12254" y="7057"/>
                      <a:pt x="11872" y="7057"/>
                    </a:cubicBezTo>
                    <a:close/>
                    <a:moveTo>
                      <a:pt x="13575" y="7057"/>
                    </a:moveTo>
                    <a:cubicBezTo>
                      <a:pt x="13193" y="7057"/>
                      <a:pt x="12813" y="7263"/>
                      <a:pt x="12726" y="7518"/>
                    </a:cubicBezTo>
                    <a:cubicBezTo>
                      <a:pt x="12638" y="7775"/>
                      <a:pt x="12880" y="7984"/>
                      <a:pt x="13266" y="7984"/>
                    </a:cubicBezTo>
                    <a:cubicBezTo>
                      <a:pt x="13652" y="7984"/>
                      <a:pt x="14033" y="7775"/>
                      <a:pt x="14116" y="7518"/>
                    </a:cubicBezTo>
                    <a:cubicBezTo>
                      <a:pt x="14198" y="7263"/>
                      <a:pt x="13956" y="7057"/>
                      <a:pt x="13575" y="7057"/>
                    </a:cubicBezTo>
                    <a:close/>
                    <a:moveTo>
                      <a:pt x="15256" y="7057"/>
                    </a:moveTo>
                    <a:cubicBezTo>
                      <a:pt x="14875" y="7057"/>
                      <a:pt x="14500" y="7263"/>
                      <a:pt x="14419" y="7518"/>
                    </a:cubicBezTo>
                    <a:cubicBezTo>
                      <a:pt x="14337" y="7775"/>
                      <a:pt x="14584" y="7984"/>
                      <a:pt x="14970" y="7984"/>
                    </a:cubicBezTo>
                    <a:cubicBezTo>
                      <a:pt x="15356" y="7984"/>
                      <a:pt x="15732" y="7775"/>
                      <a:pt x="15809" y="7518"/>
                    </a:cubicBezTo>
                    <a:cubicBezTo>
                      <a:pt x="15886" y="7263"/>
                      <a:pt x="15637" y="7057"/>
                      <a:pt x="15256" y="7057"/>
                    </a:cubicBezTo>
                    <a:close/>
                    <a:moveTo>
                      <a:pt x="16958" y="7057"/>
                    </a:moveTo>
                    <a:cubicBezTo>
                      <a:pt x="16577" y="7057"/>
                      <a:pt x="16207" y="7263"/>
                      <a:pt x="16132" y="7518"/>
                    </a:cubicBezTo>
                    <a:cubicBezTo>
                      <a:pt x="16056" y="7775"/>
                      <a:pt x="16308" y="7984"/>
                      <a:pt x="16694" y="7984"/>
                    </a:cubicBezTo>
                    <a:cubicBezTo>
                      <a:pt x="17081" y="7984"/>
                      <a:pt x="17451" y="7775"/>
                      <a:pt x="17522" y="7518"/>
                    </a:cubicBezTo>
                    <a:cubicBezTo>
                      <a:pt x="17592" y="7263"/>
                      <a:pt x="17340" y="7057"/>
                      <a:pt x="16958" y="7057"/>
                    </a:cubicBezTo>
                    <a:close/>
                    <a:moveTo>
                      <a:pt x="18640" y="7057"/>
                    </a:moveTo>
                    <a:cubicBezTo>
                      <a:pt x="18258" y="7057"/>
                      <a:pt x="17893" y="7263"/>
                      <a:pt x="17824" y="7518"/>
                    </a:cubicBezTo>
                    <a:cubicBezTo>
                      <a:pt x="17754" y="7775"/>
                      <a:pt x="18011" y="7984"/>
                      <a:pt x="18397" y="7984"/>
                    </a:cubicBezTo>
                    <a:cubicBezTo>
                      <a:pt x="18784" y="7984"/>
                      <a:pt x="19150" y="7775"/>
                      <a:pt x="19215" y="7518"/>
                    </a:cubicBezTo>
                    <a:cubicBezTo>
                      <a:pt x="19279" y="7263"/>
                      <a:pt x="19021" y="7057"/>
                      <a:pt x="18640" y="7057"/>
                    </a:cubicBezTo>
                    <a:close/>
                    <a:moveTo>
                      <a:pt x="8042" y="8195"/>
                    </a:moveTo>
                    <a:cubicBezTo>
                      <a:pt x="7655" y="8195"/>
                      <a:pt x="7253" y="8407"/>
                      <a:pt x="7144" y="8671"/>
                    </a:cubicBezTo>
                    <a:cubicBezTo>
                      <a:pt x="7034" y="8936"/>
                      <a:pt x="7264" y="9152"/>
                      <a:pt x="7656" y="9152"/>
                    </a:cubicBezTo>
                    <a:cubicBezTo>
                      <a:pt x="8049" y="9152"/>
                      <a:pt x="8453" y="8936"/>
                      <a:pt x="8557" y="8671"/>
                    </a:cubicBezTo>
                    <a:cubicBezTo>
                      <a:pt x="8661" y="8407"/>
                      <a:pt x="8429" y="8195"/>
                      <a:pt x="8042" y="8195"/>
                    </a:cubicBezTo>
                    <a:close/>
                    <a:moveTo>
                      <a:pt x="9743" y="8195"/>
                    </a:moveTo>
                    <a:cubicBezTo>
                      <a:pt x="9355" y="8195"/>
                      <a:pt x="8959" y="8407"/>
                      <a:pt x="8857" y="8671"/>
                    </a:cubicBezTo>
                    <a:cubicBezTo>
                      <a:pt x="8753" y="8936"/>
                      <a:pt x="8988" y="9152"/>
                      <a:pt x="9380" y="9152"/>
                    </a:cubicBezTo>
                    <a:cubicBezTo>
                      <a:pt x="9773" y="9152"/>
                      <a:pt x="10170" y="8936"/>
                      <a:pt x="10269" y="8671"/>
                    </a:cubicBezTo>
                    <a:cubicBezTo>
                      <a:pt x="10366" y="8407"/>
                      <a:pt x="10131" y="8195"/>
                      <a:pt x="9743" y="8195"/>
                    </a:cubicBezTo>
                    <a:close/>
                    <a:moveTo>
                      <a:pt x="11466" y="8195"/>
                    </a:moveTo>
                    <a:cubicBezTo>
                      <a:pt x="11079" y="8195"/>
                      <a:pt x="10687" y="8407"/>
                      <a:pt x="10591" y="8671"/>
                    </a:cubicBezTo>
                    <a:cubicBezTo>
                      <a:pt x="10494" y="8936"/>
                      <a:pt x="10734" y="9152"/>
                      <a:pt x="11126" y="9152"/>
                    </a:cubicBezTo>
                    <a:cubicBezTo>
                      <a:pt x="11518" y="9152"/>
                      <a:pt x="11912" y="8936"/>
                      <a:pt x="12003" y="8671"/>
                    </a:cubicBezTo>
                    <a:cubicBezTo>
                      <a:pt x="12095" y="8407"/>
                      <a:pt x="11853" y="8195"/>
                      <a:pt x="11466" y="8195"/>
                    </a:cubicBezTo>
                    <a:close/>
                    <a:moveTo>
                      <a:pt x="13189" y="8195"/>
                    </a:moveTo>
                    <a:cubicBezTo>
                      <a:pt x="12801" y="8195"/>
                      <a:pt x="12415" y="8407"/>
                      <a:pt x="12325" y="8671"/>
                    </a:cubicBezTo>
                    <a:cubicBezTo>
                      <a:pt x="12234" y="8936"/>
                      <a:pt x="12478" y="9152"/>
                      <a:pt x="12871" y="9152"/>
                    </a:cubicBezTo>
                    <a:cubicBezTo>
                      <a:pt x="13263" y="9152"/>
                      <a:pt x="13651" y="8936"/>
                      <a:pt x="13737" y="8671"/>
                    </a:cubicBezTo>
                    <a:cubicBezTo>
                      <a:pt x="13822" y="8407"/>
                      <a:pt x="13576" y="8195"/>
                      <a:pt x="13189" y="8195"/>
                    </a:cubicBezTo>
                    <a:close/>
                    <a:moveTo>
                      <a:pt x="14912" y="8195"/>
                    </a:moveTo>
                    <a:cubicBezTo>
                      <a:pt x="14525" y="8195"/>
                      <a:pt x="14143" y="8407"/>
                      <a:pt x="14059" y="8671"/>
                    </a:cubicBezTo>
                    <a:cubicBezTo>
                      <a:pt x="13975" y="8936"/>
                      <a:pt x="14225" y="9152"/>
                      <a:pt x="14617" y="9152"/>
                    </a:cubicBezTo>
                    <a:cubicBezTo>
                      <a:pt x="15010" y="9152"/>
                      <a:pt x="15393" y="8936"/>
                      <a:pt x="15472" y="8671"/>
                    </a:cubicBezTo>
                    <a:cubicBezTo>
                      <a:pt x="15551" y="8407"/>
                      <a:pt x="15300" y="8195"/>
                      <a:pt x="14912" y="8195"/>
                    </a:cubicBezTo>
                    <a:close/>
                    <a:moveTo>
                      <a:pt x="16635" y="8195"/>
                    </a:moveTo>
                    <a:cubicBezTo>
                      <a:pt x="16248" y="8195"/>
                      <a:pt x="15871" y="8407"/>
                      <a:pt x="15793" y="8671"/>
                    </a:cubicBezTo>
                    <a:cubicBezTo>
                      <a:pt x="15715" y="8936"/>
                      <a:pt x="15970" y="9152"/>
                      <a:pt x="16363" y="9152"/>
                    </a:cubicBezTo>
                    <a:cubicBezTo>
                      <a:pt x="16755" y="9152"/>
                      <a:pt x="17133" y="8936"/>
                      <a:pt x="17206" y="8671"/>
                    </a:cubicBezTo>
                    <a:cubicBezTo>
                      <a:pt x="17279" y="8407"/>
                      <a:pt x="17023" y="8195"/>
                      <a:pt x="16635" y="8195"/>
                    </a:cubicBezTo>
                    <a:close/>
                    <a:moveTo>
                      <a:pt x="18359" y="8195"/>
                    </a:moveTo>
                    <a:cubicBezTo>
                      <a:pt x="17971" y="8195"/>
                      <a:pt x="17600" y="8407"/>
                      <a:pt x="17528" y="8671"/>
                    </a:cubicBezTo>
                    <a:cubicBezTo>
                      <a:pt x="17456" y="8936"/>
                      <a:pt x="17716" y="9152"/>
                      <a:pt x="18109" y="9152"/>
                    </a:cubicBezTo>
                    <a:cubicBezTo>
                      <a:pt x="18501" y="9152"/>
                      <a:pt x="18874" y="8936"/>
                      <a:pt x="18941" y="8671"/>
                    </a:cubicBezTo>
                    <a:cubicBezTo>
                      <a:pt x="19007" y="8407"/>
                      <a:pt x="18747" y="8195"/>
                      <a:pt x="18359" y="8195"/>
                    </a:cubicBezTo>
                    <a:close/>
                    <a:moveTo>
                      <a:pt x="7553" y="9351"/>
                    </a:moveTo>
                    <a:cubicBezTo>
                      <a:pt x="7159" y="9351"/>
                      <a:pt x="6749" y="9570"/>
                      <a:pt x="6637" y="9842"/>
                    </a:cubicBezTo>
                    <a:cubicBezTo>
                      <a:pt x="6524" y="10116"/>
                      <a:pt x="6756" y="10339"/>
                      <a:pt x="7154" y="10339"/>
                    </a:cubicBezTo>
                    <a:cubicBezTo>
                      <a:pt x="7553" y="10339"/>
                      <a:pt x="7965" y="10116"/>
                      <a:pt x="8072" y="9842"/>
                    </a:cubicBezTo>
                    <a:cubicBezTo>
                      <a:pt x="8179" y="9570"/>
                      <a:pt x="7946" y="9351"/>
                      <a:pt x="7553" y="9351"/>
                    </a:cubicBezTo>
                    <a:close/>
                    <a:moveTo>
                      <a:pt x="9317" y="9351"/>
                    </a:moveTo>
                    <a:cubicBezTo>
                      <a:pt x="8923" y="9351"/>
                      <a:pt x="8519" y="9570"/>
                      <a:pt x="8413" y="9842"/>
                    </a:cubicBezTo>
                    <a:cubicBezTo>
                      <a:pt x="8307" y="10116"/>
                      <a:pt x="8543" y="10339"/>
                      <a:pt x="8942" y="10339"/>
                    </a:cubicBezTo>
                    <a:cubicBezTo>
                      <a:pt x="9341" y="10339"/>
                      <a:pt x="9747" y="10116"/>
                      <a:pt x="9848" y="9842"/>
                    </a:cubicBezTo>
                    <a:cubicBezTo>
                      <a:pt x="9949" y="9570"/>
                      <a:pt x="9711" y="9351"/>
                      <a:pt x="9317" y="9351"/>
                    </a:cubicBezTo>
                    <a:close/>
                    <a:moveTo>
                      <a:pt x="11061" y="9351"/>
                    </a:moveTo>
                    <a:cubicBezTo>
                      <a:pt x="10668" y="9351"/>
                      <a:pt x="10267" y="9570"/>
                      <a:pt x="10168" y="9842"/>
                    </a:cubicBezTo>
                    <a:cubicBezTo>
                      <a:pt x="10068" y="10116"/>
                      <a:pt x="10310" y="10339"/>
                      <a:pt x="10709" y="10339"/>
                    </a:cubicBezTo>
                    <a:cubicBezTo>
                      <a:pt x="11107" y="10339"/>
                      <a:pt x="11509" y="10116"/>
                      <a:pt x="11604" y="9842"/>
                    </a:cubicBezTo>
                    <a:cubicBezTo>
                      <a:pt x="11698" y="9570"/>
                      <a:pt x="11454" y="9351"/>
                      <a:pt x="11061" y="9351"/>
                    </a:cubicBezTo>
                    <a:close/>
                    <a:moveTo>
                      <a:pt x="12804" y="9351"/>
                    </a:moveTo>
                    <a:cubicBezTo>
                      <a:pt x="12410" y="9351"/>
                      <a:pt x="12016" y="9570"/>
                      <a:pt x="11923" y="9842"/>
                    </a:cubicBezTo>
                    <a:cubicBezTo>
                      <a:pt x="11830" y="10116"/>
                      <a:pt x="12076" y="10339"/>
                      <a:pt x="12476" y="10339"/>
                    </a:cubicBezTo>
                    <a:cubicBezTo>
                      <a:pt x="12875" y="10339"/>
                      <a:pt x="13270" y="10116"/>
                      <a:pt x="13358" y="9842"/>
                    </a:cubicBezTo>
                    <a:cubicBezTo>
                      <a:pt x="13446" y="9570"/>
                      <a:pt x="13198" y="9351"/>
                      <a:pt x="12804" y="9351"/>
                    </a:cubicBezTo>
                    <a:close/>
                    <a:moveTo>
                      <a:pt x="14548" y="9351"/>
                    </a:moveTo>
                    <a:cubicBezTo>
                      <a:pt x="14155" y="9351"/>
                      <a:pt x="13765" y="9570"/>
                      <a:pt x="13679" y="9842"/>
                    </a:cubicBezTo>
                    <a:cubicBezTo>
                      <a:pt x="13591" y="10116"/>
                      <a:pt x="13844" y="10339"/>
                      <a:pt x="14243" y="10339"/>
                    </a:cubicBezTo>
                    <a:cubicBezTo>
                      <a:pt x="14642" y="10339"/>
                      <a:pt x="15032" y="10116"/>
                      <a:pt x="15114" y="9842"/>
                    </a:cubicBezTo>
                    <a:cubicBezTo>
                      <a:pt x="15196" y="9570"/>
                      <a:pt x="14942" y="9351"/>
                      <a:pt x="14548" y="9351"/>
                    </a:cubicBezTo>
                    <a:close/>
                    <a:moveTo>
                      <a:pt x="16292" y="9351"/>
                    </a:moveTo>
                    <a:cubicBezTo>
                      <a:pt x="15898" y="9351"/>
                      <a:pt x="15514" y="9570"/>
                      <a:pt x="15434" y="9842"/>
                    </a:cubicBezTo>
                    <a:cubicBezTo>
                      <a:pt x="15353" y="10116"/>
                      <a:pt x="15612" y="10339"/>
                      <a:pt x="16010" y="10339"/>
                    </a:cubicBezTo>
                    <a:cubicBezTo>
                      <a:pt x="16409" y="10339"/>
                      <a:pt x="16794" y="10116"/>
                      <a:pt x="16870" y="9842"/>
                    </a:cubicBezTo>
                    <a:cubicBezTo>
                      <a:pt x="16945" y="9570"/>
                      <a:pt x="16686" y="9351"/>
                      <a:pt x="16292" y="9351"/>
                    </a:cubicBezTo>
                    <a:close/>
                    <a:moveTo>
                      <a:pt x="7064" y="10576"/>
                    </a:moveTo>
                    <a:cubicBezTo>
                      <a:pt x="6664" y="10576"/>
                      <a:pt x="6246" y="10802"/>
                      <a:pt x="6130" y="11084"/>
                    </a:cubicBezTo>
                    <a:cubicBezTo>
                      <a:pt x="6013" y="11367"/>
                      <a:pt x="6247" y="11598"/>
                      <a:pt x="6653" y="11598"/>
                    </a:cubicBezTo>
                    <a:cubicBezTo>
                      <a:pt x="7058" y="11598"/>
                      <a:pt x="7478" y="11367"/>
                      <a:pt x="7589" y="11084"/>
                    </a:cubicBezTo>
                    <a:cubicBezTo>
                      <a:pt x="7700" y="10802"/>
                      <a:pt x="7464" y="10576"/>
                      <a:pt x="7064" y="10576"/>
                    </a:cubicBezTo>
                    <a:close/>
                    <a:moveTo>
                      <a:pt x="8849" y="10576"/>
                    </a:moveTo>
                    <a:cubicBezTo>
                      <a:pt x="8449" y="10576"/>
                      <a:pt x="8037" y="10802"/>
                      <a:pt x="7927" y="11084"/>
                    </a:cubicBezTo>
                    <a:cubicBezTo>
                      <a:pt x="7817" y="11367"/>
                      <a:pt x="8055" y="11598"/>
                      <a:pt x="8461" y="11598"/>
                    </a:cubicBezTo>
                    <a:cubicBezTo>
                      <a:pt x="8867" y="11598"/>
                      <a:pt x="9281" y="11367"/>
                      <a:pt x="9386" y="11084"/>
                    </a:cubicBezTo>
                    <a:cubicBezTo>
                      <a:pt x="9490" y="10802"/>
                      <a:pt x="9249" y="10576"/>
                      <a:pt x="8849" y="10576"/>
                    </a:cubicBezTo>
                    <a:close/>
                    <a:moveTo>
                      <a:pt x="10635" y="10576"/>
                    </a:moveTo>
                    <a:cubicBezTo>
                      <a:pt x="10235" y="10576"/>
                      <a:pt x="9827" y="10802"/>
                      <a:pt x="9724" y="11084"/>
                    </a:cubicBezTo>
                    <a:cubicBezTo>
                      <a:pt x="9621" y="11367"/>
                      <a:pt x="9866" y="11598"/>
                      <a:pt x="10271" y="11598"/>
                    </a:cubicBezTo>
                    <a:cubicBezTo>
                      <a:pt x="10677" y="11598"/>
                      <a:pt x="11086" y="11367"/>
                      <a:pt x="11184" y="11084"/>
                    </a:cubicBezTo>
                    <a:cubicBezTo>
                      <a:pt x="11281" y="10802"/>
                      <a:pt x="11034" y="10576"/>
                      <a:pt x="10635" y="10576"/>
                    </a:cubicBezTo>
                    <a:close/>
                    <a:moveTo>
                      <a:pt x="12398" y="10576"/>
                    </a:moveTo>
                    <a:cubicBezTo>
                      <a:pt x="11998" y="10576"/>
                      <a:pt x="11597" y="10802"/>
                      <a:pt x="11500" y="11084"/>
                    </a:cubicBezTo>
                    <a:cubicBezTo>
                      <a:pt x="11404" y="11367"/>
                      <a:pt x="11654" y="11598"/>
                      <a:pt x="12060" y="11598"/>
                    </a:cubicBezTo>
                    <a:cubicBezTo>
                      <a:pt x="12465" y="11598"/>
                      <a:pt x="12868" y="11367"/>
                      <a:pt x="12959" y="11084"/>
                    </a:cubicBezTo>
                    <a:cubicBezTo>
                      <a:pt x="13050" y="10802"/>
                      <a:pt x="12798" y="10576"/>
                      <a:pt x="12398" y="10576"/>
                    </a:cubicBezTo>
                    <a:close/>
                    <a:moveTo>
                      <a:pt x="14184" y="10576"/>
                    </a:moveTo>
                    <a:cubicBezTo>
                      <a:pt x="13784" y="10576"/>
                      <a:pt x="13388" y="10802"/>
                      <a:pt x="13298" y="11084"/>
                    </a:cubicBezTo>
                    <a:cubicBezTo>
                      <a:pt x="13208" y="11367"/>
                      <a:pt x="13464" y="11598"/>
                      <a:pt x="13869" y="11598"/>
                    </a:cubicBezTo>
                    <a:cubicBezTo>
                      <a:pt x="14275" y="11598"/>
                      <a:pt x="14673" y="11367"/>
                      <a:pt x="14758" y="11084"/>
                    </a:cubicBezTo>
                    <a:cubicBezTo>
                      <a:pt x="14842" y="10802"/>
                      <a:pt x="14584" y="10576"/>
                      <a:pt x="14184" y="10576"/>
                    </a:cubicBezTo>
                    <a:close/>
                    <a:moveTo>
                      <a:pt x="6576" y="11820"/>
                    </a:moveTo>
                    <a:cubicBezTo>
                      <a:pt x="6170" y="11820"/>
                      <a:pt x="5743" y="12054"/>
                      <a:pt x="5623" y="12344"/>
                    </a:cubicBezTo>
                    <a:cubicBezTo>
                      <a:pt x="5503" y="12637"/>
                      <a:pt x="5739" y="12876"/>
                      <a:pt x="6151" y="12876"/>
                    </a:cubicBezTo>
                    <a:cubicBezTo>
                      <a:pt x="6563" y="12876"/>
                      <a:pt x="6992" y="12637"/>
                      <a:pt x="7107" y="12344"/>
                    </a:cubicBezTo>
                    <a:cubicBezTo>
                      <a:pt x="7222" y="12054"/>
                      <a:pt x="6983" y="11820"/>
                      <a:pt x="6576" y="11820"/>
                    </a:cubicBezTo>
                    <a:close/>
                    <a:moveTo>
                      <a:pt x="8382" y="11820"/>
                    </a:moveTo>
                    <a:cubicBezTo>
                      <a:pt x="7975" y="11820"/>
                      <a:pt x="7555" y="12054"/>
                      <a:pt x="7442" y="12344"/>
                    </a:cubicBezTo>
                    <a:cubicBezTo>
                      <a:pt x="7328" y="12637"/>
                      <a:pt x="7569" y="12876"/>
                      <a:pt x="7981" y="12876"/>
                    </a:cubicBezTo>
                    <a:cubicBezTo>
                      <a:pt x="8394" y="12876"/>
                      <a:pt x="8816" y="12637"/>
                      <a:pt x="8925" y="12344"/>
                    </a:cubicBezTo>
                    <a:cubicBezTo>
                      <a:pt x="9032" y="12054"/>
                      <a:pt x="8789" y="11820"/>
                      <a:pt x="8382" y="11820"/>
                    </a:cubicBezTo>
                    <a:close/>
                    <a:moveTo>
                      <a:pt x="10188" y="11820"/>
                    </a:moveTo>
                    <a:cubicBezTo>
                      <a:pt x="9782" y="11820"/>
                      <a:pt x="9366" y="12054"/>
                      <a:pt x="9260" y="12344"/>
                    </a:cubicBezTo>
                    <a:cubicBezTo>
                      <a:pt x="9153" y="12637"/>
                      <a:pt x="9400" y="12876"/>
                      <a:pt x="9812" y="12876"/>
                    </a:cubicBezTo>
                    <a:cubicBezTo>
                      <a:pt x="10225" y="12876"/>
                      <a:pt x="10642" y="12637"/>
                      <a:pt x="10743" y="12344"/>
                    </a:cubicBezTo>
                    <a:cubicBezTo>
                      <a:pt x="10844" y="12054"/>
                      <a:pt x="10595" y="11820"/>
                      <a:pt x="10188" y="11820"/>
                    </a:cubicBezTo>
                    <a:close/>
                    <a:moveTo>
                      <a:pt x="11994" y="11820"/>
                    </a:moveTo>
                    <a:cubicBezTo>
                      <a:pt x="11587" y="11820"/>
                      <a:pt x="11177" y="12054"/>
                      <a:pt x="11078" y="12344"/>
                    </a:cubicBezTo>
                    <a:cubicBezTo>
                      <a:pt x="10978" y="12637"/>
                      <a:pt x="11230" y="12876"/>
                      <a:pt x="11643" y="12876"/>
                    </a:cubicBezTo>
                    <a:cubicBezTo>
                      <a:pt x="12055" y="12876"/>
                      <a:pt x="12467" y="12637"/>
                      <a:pt x="12561" y="12344"/>
                    </a:cubicBezTo>
                    <a:cubicBezTo>
                      <a:pt x="12655" y="12054"/>
                      <a:pt x="12401" y="11820"/>
                      <a:pt x="11994" y="11820"/>
                    </a:cubicBezTo>
                    <a:close/>
                    <a:moveTo>
                      <a:pt x="4221" y="13116"/>
                    </a:moveTo>
                    <a:cubicBezTo>
                      <a:pt x="3807" y="13116"/>
                      <a:pt x="3366" y="13358"/>
                      <a:pt x="3235" y="13657"/>
                    </a:cubicBezTo>
                    <a:cubicBezTo>
                      <a:pt x="3103" y="13961"/>
                      <a:pt x="3335" y="14208"/>
                      <a:pt x="3754" y="14208"/>
                    </a:cubicBezTo>
                    <a:cubicBezTo>
                      <a:pt x="4174" y="14208"/>
                      <a:pt x="4617" y="13961"/>
                      <a:pt x="4744" y="13657"/>
                    </a:cubicBezTo>
                    <a:cubicBezTo>
                      <a:pt x="4869" y="13358"/>
                      <a:pt x="4634" y="13116"/>
                      <a:pt x="4221" y="13116"/>
                    </a:cubicBezTo>
                    <a:close/>
                    <a:moveTo>
                      <a:pt x="6047" y="13116"/>
                    </a:moveTo>
                    <a:cubicBezTo>
                      <a:pt x="5634" y="13116"/>
                      <a:pt x="5197" y="13358"/>
                      <a:pt x="5074" y="13657"/>
                    </a:cubicBezTo>
                    <a:cubicBezTo>
                      <a:pt x="4949" y="13961"/>
                      <a:pt x="5188" y="14208"/>
                      <a:pt x="5607" y="14208"/>
                    </a:cubicBezTo>
                    <a:cubicBezTo>
                      <a:pt x="6026" y="14208"/>
                      <a:pt x="6464" y="13961"/>
                      <a:pt x="6583" y="13657"/>
                    </a:cubicBezTo>
                    <a:cubicBezTo>
                      <a:pt x="6701" y="13358"/>
                      <a:pt x="6461" y="13116"/>
                      <a:pt x="6047" y="13116"/>
                    </a:cubicBezTo>
                    <a:close/>
                    <a:moveTo>
                      <a:pt x="7894" y="13116"/>
                    </a:moveTo>
                    <a:cubicBezTo>
                      <a:pt x="7481" y="13116"/>
                      <a:pt x="7051" y="13358"/>
                      <a:pt x="6935" y="13657"/>
                    </a:cubicBezTo>
                    <a:cubicBezTo>
                      <a:pt x="6816" y="13961"/>
                      <a:pt x="7060" y="14208"/>
                      <a:pt x="7479" y="14208"/>
                    </a:cubicBezTo>
                    <a:cubicBezTo>
                      <a:pt x="7899" y="14208"/>
                      <a:pt x="8331" y="13961"/>
                      <a:pt x="8443" y="13657"/>
                    </a:cubicBezTo>
                    <a:cubicBezTo>
                      <a:pt x="8554" y="13358"/>
                      <a:pt x="8308" y="13116"/>
                      <a:pt x="7894" y="13116"/>
                    </a:cubicBezTo>
                    <a:close/>
                    <a:moveTo>
                      <a:pt x="9721" y="13116"/>
                    </a:moveTo>
                    <a:cubicBezTo>
                      <a:pt x="9308" y="13116"/>
                      <a:pt x="8883" y="13358"/>
                      <a:pt x="8774" y="13657"/>
                    </a:cubicBezTo>
                    <a:cubicBezTo>
                      <a:pt x="8663" y="13961"/>
                      <a:pt x="8913" y="14208"/>
                      <a:pt x="9332" y="14208"/>
                    </a:cubicBezTo>
                    <a:cubicBezTo>
                      <a:pt x="9751" y="14208"/>
                      <a:pt x="10178" y="13961"/>
                      <a:pt x="10283" y="13657"/>
                    </a:cubicBezTo>
                    <a:cubicBezTo>
                      <a:pt x="10387" y="13358"/>
                      <a:pt x="10135" y="13116"/>
                      <a:pt x="9721" y="13116"/>
                    </a:cubicBezTo>
                    <a:close/>
                    <a:moveTo>
                      <a:pt x="3651" y="14446"/>
                    </a:moveTo>
                    <a:cubicBezTo>
                      <a:pt x="3230" y="14446"/>
                      <a:pt x="2780" y="14696"/>
                      <a:pt x="2644" y="15008"/>
                    </a:cubicBezTo>
                    <a:cubicBezTo>
                      <a:pt x="2507" y="15321"/>
                      <a:pt x="2742" y="15577"/>
                      <a:pt x="3168" y="15577"/>
                    </a:cubicBezTo>
                    <a:cubicBezTo>
                      <a:pt x="3595" y="15577"/>
                      <a:pt x="4048" y="15321"/>
                      <a:pt x="4178" y="15008"/>
                    </a:cubicBezTo>
                    <a:cubicBezTo>
                      <a:pt x="4308" y="14696"/>
                      <a:pt x="4072" y="14446"/>
                      <a:pt x="3651" y="14446"/>
                    </a:cubicBezTo>
                    <a:close/>
                    <a:moveTo>
                      <a:pt x="5519" y="14446"/>
                    </a:moveTo>
                    <a:cubicBezTo>
                      <a:pt x="5098" y="14446"/>
                      <a:pt x="4654" y="14696"/>
                      <a:pt x="4525" y="15008"/>
                    </a:cubicBezTo>
                    <a:cubicBezTo>
                      <a:pt x="4396" y="15321"/>
                      <a:pt x="4637" y="15577"/>
                      <a:pt x="5063" y="15577"/>
                    </a:cubicBezTo>
                    <a:cubicBezTo>
                      <a:pt x="5490" y="15577"/>
                      <a:pt x="5937" y="15321"/>
                      <a:pt x="6060" y="15008"/>
                    </a:cubicBezTo>
                    <a:cubicBezTo>
                      <a:pt x="6183" y="14696"/>
                      <a:pt x="5940" y="14446"/>
                      <a:pt x="5519" y="14446"/>
                    </a:cubicBezTo>
                    <a:close/>
                    <a:moveTo>
                      <a:pt x="7387" y="14446"/>
                    </a:moveTo>
                    <a:cubicBezTo>
                      <a:pt x="6966" y="14446"/>
                      <a:pt x="6528" y="14696"/>
                      <a:pt x="6406" y="15008"/>
                    </a:cubicBezTo>
                    <a:cubicBezTo>
                      <a:pt x="6284" y="15321"/>
                      <a:pt x="6531" y="15577"/>
                      <a:pt x="6958" y="15577"/>
                    </a:cubicBezTo>
                    <a:cubicBezTo>
                      <a:pt x="7385" y="15577"/>
                      <a:pt x="7825" y="15321"/>
                      <a:pt x="7941" y="15008"/>
                    </a:cubicBezTo>
                    <a:cubicBezTo>
                      <a:pt x="8056" y="14696"/>
                      <a:pt x="7808" y="14446"/>
                      <a:pt x="7387" y="14446"/>
                    </a:cubicBezTo>
                    <a:close/>
                    <a:moveTo>
                      <a:pt x="3060" y="15830"/>
                    </a:moveTo>
                    <a:cubicBezTo>
                      <a:pt x="2633" y="15830"/>
                      <a:pt x="2172" y="16088"/>
                      <a:pt x="2032" y="16410"/>
                    </a:cubicBezTo>
                    <a:cubicBezTo>
                      <a:pt x="1890" y="16736"/>
                      <a:pt x="2127" y="17000"/>
                      <a:pt x="2561" y="17000"/>
                    </a:cubicBezTo>
                    <a:cubicBezTo>
                      <a:pt x="2996" y="17000"/>
                      <a:pt x="3457" y="16736"/>
                      <a:pt x="3593" y="16410"/>
                    </a:cubicBezTo>
                    <a:cubicBezTo>
                      <a:pt x="3727" y="16088"/>
                      <a:pt x="3489" y="15830"/>
                      <a:pt x="3060" y="15830"/>
                    </a:cubicBezTo>
                    <a:close/>
                    <a:moveTo>
                      <a:pt x="4949" y="15830"/>
                    </a:moveTo>
                    <a:cubicBezTo>
                      <a:pt x="4521" y="15830"/>
                      <a:pt x="4067" y="16088"/>
                      <a:pt x="3934" y="16410"/>
                    </a:cubicBezTo>
                    <a:cubicBezTo>
                      <a:pt x="3800" y="16736"/>
                      <a:pt x="4044" y="17000"/>
                      <a:pt x="4478" y="17000"/>
                    </a:cubicBezTo>
                    <a:cubicBezTo>
                      <a:pt x="4912" y="17000"/>
                      <a:pt x="5368" y="16736"/>
                      <a:pt x="5496" y="16410"/>
                    </a:cubicBezTo>
                    <a:cubicBezTo>
                      <a:pt x="5623" y="16088"/>
                      <a:pt x="5377" y="15830"/>
                      <a:pt x="4949" y="15830"/>
                    </a:cubicBezTo>
                    <a:close/>
                    <a:moveTo>
                      <a:pt x="2450" y="17266"/>
                    </a:moveTo>
                    <a:cubicBezTo>
                      <a:pt x="2015" y="17266"/>
                      <a:pt x="1544" y="17534"/>
                      <a:pt x="1398" y="17867"/>
                    </a:cubicBezTo>
                    <a:cubicBezTo>
                      <a:pt x="1252" y="18204"/>
                      <a:pt x="1491" y="18479"/>
                      <a:pt x="1933" y="18479"/>
                    </a:cubicBezTo>
                    <a:cubicBezTo>
                      <a:pt x="2375" y="18479"/>
                      <a:pt x="2848" y="18204"/>
                      <a:pt x="2988" y="17867"/>
                    </a:cubicBezTo>
                    <a:cubicBezTo>
                      <a:pt x="3128" y="17534"/>
                      <a:pt x="2886" y="17266"/>
                      <a:pt x="2450" y="17266"/>
                    </a:cubicBezTo>
                    <a:close/>
                    <a:moveTo>
                      <a:pt x="4380" y="17266"/>
                    </a:moveTo>
                    <a:cubicBezTo>
                      <a:pt x="3945" y="17266"/>
                      <a:pt x="3481" y="17534"/>
                      <a:pt x="3343" y="17867"/>
                    </a:cubicBezTo>
                    <a:cubicBezTo>
                      <a:pt x="3204" y="18204"/>
                      <a:pt x="3449" y="18479"/>
                      <a:pt x="3891" y="18479"/>
                    </a:cubicBezTo>
                    <a:cubicBezTo>
                      <a:pt x="4333" y="18479"/>
                      <a:pt x="4801" y="18204"/>
                      <a:pt x="4934" y="17867"/>
                    </a:cubicBezTo>
                    <a:cubicBezTo>
                      <a:pt x="5065" y="17534"/>
                      <a:pt x="4816" y="17266"/>
                      <a:pt x="4380" y="17266"/>
                    </a:cubicBezTo>
                    <a:close/>
                    <a:moveTo>
                      <a:pt x="1799" y="18754"/>
                    </a:moveTo>
                    <a:cubicBezTo>
                      <a:pt x="1355" y="18754"/>
                      <a:pt x="874" y="19032"/>
                      <a:pt x="723" y="19378"/>
                    </a:cubicBezTo>
                    <a:cubicBezTo>
                      <a:pt x="571" y="19727"/>
                      <a:pt x="812" y="20012"/>
                      <a:pt x="1262" y="20012"/>
                    </a:cubicBezTo>
                    <a:cubicBezTo>
                      <a:pt x="1712" y="20012"/>
                      <a:pt x="2196" y="19727"/>
                      <a:pt x="2342" y="19378"/>
                    </a:cubicBezTo>
                    <a:cubicBezTo>
                      <a:pt x="2486" y="19032"/>
                      <a:pt x="2243" y="18754"/>
                      <a:pt x="1799" y="18754"/>
                    </a:cubicBezTo>
                    <a:close/>
                    <a:moveTo>
                      <a:pt x="3771" y="18754"/>
                    </a:moveTo>
                    <a:cubicBezTo>
                      <a:pt x="3327" y="18754"/>
                      <a:pt x="2852" y="19032"/>
                      <a:pt x="2710" y="19378"/>
                    </a:cubicBezTo>
                    <a:cubicBezTo>
                      <a:pt x="2566" y="19727"/>
                      <a:pt x="2813" y="20012"/>
                      <a:pt x="3263" y="20012"/>
                    </a:cubicBezTo>
                    <a:cubicBezTo>
                      <a:pt x="3713" y="20012"/>
                      <a:pt x="4192" y="19727"/>
                      <a:pt x="4329" y="19378"/>
                    </a:cubicBezTo>
                    <a:cubicBezTo>
                      <a:pt x="4465" y="19032"/>
                      <a:pt x="4214" y="18754"/>
                      <a:pt x="3771" y="18754"/>
                    </a:cubicBezTo>
                    <a:close/>
                    <a:moveTo>
                      <a:pt x="1148" y="20295"/>
                    </a:moveTo>
                    <a:cubicBezTo>
                      <a:pt x="697" y="20295"/>
                      <a:pt x="204" y="20583"/>
                      <a:pt x="48" y="20942"/>
                    </a:cubicBezTo>
                    <a:cubicBezTo>
                      <a:pt x="-110" y="21304"/>
                      <a:pt x="133" y="21600"/>
                      <a:pt x="592" y="21600"/>
                    </a:cubicBezTo>
                    <a:cubicBezTo>
                      <a:pt x="1050" y="21600"/>
                      <a:pt x="1546" y="21304"/>
                      <a:pt x="1697" y="20942"/>
                    </a:cubicBezTo>
                    <a:cubicBezTo>
                      <a:pt x="1846" y="20583"/>
                      <a:pt x="1600" y="20295"/>
                      <a:pt x="1148" y="20295"/>
                    </a:cubicBezTo>
                    <a:close/>
                    <a:moveTo>
                      <a:pt x="3162" y="20295"/>
                    </a:moveTo>
                    <a:cubicBezTo>
                      <a:pt x="2710" y="20295"/>
                      <a:pt x="2224" y="20583"/>
                      <a:pt x="2076" y="20942"/>
                    </a:cubicBezTo>
                    <a:cubicBezTo>
                      <a:pt x="1927" y="21304"/>
                      <a:pt x="2177" y="21600"/>
                      <a:pt x="2635" y="21600"/>
                    </a:cubicBezTo>
                    <a:cubicBezTo>
                      <a:pt x="3094" y="21600"/>
                      <a:pt x="3584" y="21304"/>
                      <a:pt x="3726" y="20942"/>
                    </a:cubicBezTo>
                    <a:cubicBezTo>
                      <a:pt x="3867" y="20583"/>
                      <a:pt x="3614" y="20295"/>
                      <a:pt x="3162" y="20295"/>
                    </a:cubicBezTo>
                    <a:close/>
                    <a:moveTo>
                      <a:pt x="5154" y="20295"/>
                    </a:moveTo>
                    <a:cubicBezTo>
                      <a:pt x="4702" y="20295"/>
                      <a:pt x="4223" y="20583"/>
                      <a:pt x="4084" y="20942"/>
                    </a:cubicBezTo>
                    <a:cubicBezTo>
                      <a:pt x="3943" y="21304"/>
                      <a:pt x="4199" y="21600"/>
                      <a:pt x="4658" y="21600"/>
                    </a:cubicBezTo>
                    <a:cubicBezTo>
                      <a:pt x="5117" y="21600"/>
                      <a:pt x="5599" y="21304"/>
                      <a:pt x="5733" y="20942"/>
                    </a:cubicBezTo>
                    <a:cubicBezTo>
                      <a:pt x="5865" y="20583"/>
                      <a:pt x="5606" y="20295"/>
                      <a:pt x="5154" y="20295"/>
                    </a:cubicBezTo>
                    <a:close/>
                  </a:path>
                </a:pathLst>
              </a:custGeom>
              <a:solidFill>
                <a:srgbClr val="3E7FBF"/>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54492" rtl="0" eaLnBrk="1" fontAlgn="auto" latinLnBrk="0" hangingPunct="1">
                  <a:lnSpc>
                    <a:spcPct val="100000"/>
                  </a:lnSpc>
                  <a:spcBef>
                    <a:spcPts val="0"/>
                  </a:spcBef>
                  <a:spcAft>
                    <a:spcPts val="0"/>
                  </a:spcAft>
                  <a:buClrTx/>
                  <a:buSzTx/>
                  <a:buFontTx/>
                  <a:buNone/>
                  <a:tabLst/>
                  <a:defRPr sz="1400">
                    <a:solidFill>
                      <a:srgbClr val="FFFFFF"/>
                    </a:solidFill>
                    <a:effectLst>
                      <a:outerShdw blurRad="38100" dist="12700" dir="5400000" rotWithShape="0">
                        <a:srgbClr val="000000">
                          <a:alpha val="50000"/>
                        </a:srgbClr>
                      </a:outerShdw>
                    </a:effectLst>
                  </a:defRPr>
                </a:pPr>
                <a:endParaRPr kumimoji="0" sz="637"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Calibri"/>
                  <a:ea typeface="+mn-ea"/>
                  <a:cs typeface="+mn-cs"/>
                </a:endParaRPr>
              </a:p>
            </p:txBody>
          </p:sp>
        </p:grpSp>
        <p:sp>
          <p:nvSpPr>
            <p:cNvPr id="25" name="Teardrop 24">
              <a:extLst>
                <a:ext uri="{FF2B5EF4-FFF2-40B4-BE49-F238E27FC236}">
                  <a16:creationId xmlns:a16="http://schemas.microsoft.com/office/drawing/2014/main" id="{F12D3C3D-17A1-EDCE-7FA3-BC385540179C}"/>
                </a:ext>
              </a:extLst>
            </p:cNvPr>
            <p:cNvSpPr/>
            <p:nvPr/>
          </p:nvSpPr>
          <p:spPr>
            <a:xfrm rot="8079188">
              <a:off x="5814606" y="1324127"/>
              <a:ext cx="676787" cy="679234"/>
            </a:xfrm>
            <a:prstGeom prst="teardrop">
              <a:avLst>
                <a:gd name="adj" fmla="val 200000"/>
              </a:avLst>
            </a:prstGeom>
            <a:solidFill>
              <a:srgbClr val="8EB8E1"/>
            </a:solidFill>
            <a:ln>
              <a:solidFill>
                <a:srgbClr val="8EB8E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819" b="0" i="0" u="none" strike="noStrike" kern="0" cap="none" spc="0" normalizeH="0" baseline="0" noProof="0">
                <a:ln>
                  <a:noFill/>
                </a:ln>
                <a:solidFill>
                  <a:prstClr val="white"/>
                </a:solidFill>
                <a:effectLst/>
                <a:uLnTx/>
                <a:uFillTx/>
                <a:latin typeface="Calibri"/>
                <a:ea typeface="+mn-ea"/>
                <a:cs typeface="+mn-cs"/>
              </a:endParaRPr>
            </a:p>
          </p:txBody>
        </p:sp>
        <p:sp>
          <p:nvSpPr>
            <p:cNvPr id="26" name="Oval 25">
              <a:extLst>
                <a:ext uri="{FF2B5EF4-FFF2-40B4-BE49-F238E27FC236}">
                  <a16:creationId xmlns:a16="http://schemas.microsoft.com/office/drawing/2014/main" id="{1CB12F12-8123-CFB3-2C8D-C4B0DCB73254}"/>
                </a:ext>
              </a:extLst>
            </p:cNvPr>
            <p:cNvSpPr/>
            <p:nvPr/>
          </p:nvSpPr>
          <p:spPr>
            <a:xfrm>
              <a:off x="5999907" y="8051184"/>
              <a:ext cx="306191" cy="305088"/>
            </a:xfrm>
            <a:prstGeom prst="ellipse">
              <a:avLst/>
            </a:prstGeom>
            <a:solidFill>
              <a:srgbClr val="8EB8E1"/>
            </a:solidFill>
            <a:ln>
              <a:solidFill>
                <a:srgbClr val="8EB8E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819" b="0" i="0" u="none" strike="noStrike" kern="0" cap="none" spc="0" normalizeH="0" baseline="0" noProof="0">
                <a:ln>
                  <a:noFill/>
                </a:ln>
                <a:solidFill>
                  <a:prstClr val="white"/>
                </a:solidFill>
                <a:effectLst/>
                <a:uLnTx/>
                <a:uFillTx/>
                <a:latin typeface="Calibri"/>
                <a:ea typeface="+mn-ea"/>
                <a:cs typeface="+mn-cs"/>
              </a:endParaRPr>
            </a:p>
          </p:txBody>
        </p:sp>
        <p:cxnSp>
          <p:nvCxnSpPr>
            <p:cNvPr id="27" name="Straight Connector 26">
              <a:extLst>
                <a:ext uri="{FF2B5EF4-FFF2-40B4-BE49-F238E27FC236}">
                  <a16:creationId xmlns:a16="http://schemas.microsoft.com/office/drawing/2014/main" id="{B698D336-A940-76A9-3FC2-AE6ED9E64E0F}"/>
                </a:ext>
              </a:extLst>
            </p:cNvPr>
            <p:cNvCxnSpPr>
              <a:cxnSpLocks/>
            </p:cNvCxnSpPr>
            <p:nvPr/>
          </p:nvCxnSpPr>
          <p:spPr>
            <a:xfrm flipV="1">
              <a:off x="6159345" y="2485142"/>
              <a:ext cx="0" cy="5566041"/>
            </a:xfrm>
            <a:prstGeom prst="line">
              <a:avLst/>
            </a:prstGeom>
            <a:ln w="28575">
              <a:solidFill>
                <a:srgbClr val="8EB8E1"/>
              </a:solidFill>
            </a:ln>
          </p:spPr>
          <p:style>
            <a:lnRef idx="1">
              <a:schemeClr val="accent1"/>
            </a:lnRef>
            <a:fillRef idx="0">
              <a:schemeClr val="accent1"/>
            </a:fillRef>
            <a:effectRef idx="0">
              <a:schemeClr val="accent1"/>
            </a:effectRef>
            <a:fontRef idx="minor">
              <a:schemeClr val="tx1"/>
            </a:fontRef>
          </p:style>
        </p:cxnSp>
        <p:sp>
          <p:nvSpPr>
            <p:cNvPr id="31" name="Teardrop 30">
              <a:extLst>
                <a:ext uri="{FF2B5EF4-FFF2-40B4-BE49-F238E27FC236}">
                  <a16:creationId xmlns:a16="http://schemas.microsoft.com/office/drawing/2014/main" id="{37AB8F4D-4596-43FF-C238-09E560B6CD23}"/>
                </a:ext>
              </a:extLst>
            </p:cNvPr>
            <p:cNvSpPr/>
            <p:nvPr/>
          </p:nvSpPr>
          <p:spPr>
            <a:xfrm rot="8079188">
              <a:off x="9694694" y="1711446"/>
              <a:ext cx="676787" cy="679234"/>
            </a:xfrm>
            <a:prstGeom prst="teardrop">
              <a:avLst>
                <a:gd name="adj" fmla="val 200000"/>
              </a:avLst>
            </a:prstGeom>
            <a:solidFill>
              <a:srgbClr val="2A9A85"/>
            </a:solidFill>
            <a:ln>
              <a:solidFill>
                <a:srgbClr val="2A9A8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819" b="0" i="0" u="none" strike="noStrike" kern="0" cap="none" spc="0" normalizeH="0" baseline="0" noProof="0">
                <a:ln>
                  <a:noFill/>
                </a:ln>
                <a:solidFill>
                  <a:prstClr val="white"/>
                </a:solidFill>
                <a:effectLst/>
                <a:uLnTx/>
                <a:uFillTx/>
                <a:latin typeface="Calibri"/>
                <a:ea typeface="+mn-ea"/>
                <a:cs typeface="+mn-cs"/>
              </a:endParaRPr>
            </a:p>
          </p:txBody>
        </p:sp>
        <p:sp>
          <p:nvSpPr>
            <p:cNvPr id="32" name="Oval 31">
              <a:extLst>
                <a:ext uri="{FF2B5EF4-FFF2-40B4-BE49-F238E27FC236}">
                  <a16:creationId xmlns:a16="http://schemas.microsoft.com/office/drawing/2014/main" id="{F1858FF1-5FC0-C7A8-2C95-AB20D2B511F0}"/>
                </a:ext>
              </a:extLst>
            </p:cNvPr>
            <p:cNvSpPr/>
            <p:nvPr/>
          </p:nvSpPr>
          <p:spPr>
            <a:xfrm>
              <a:off x="9890741" y="8710130"/>
              <a:ext cx="306191" cy="305088"/>
            </a:xfrm>
            <a:prstGeom prst="ellipse">
              <a:avLst/>
            </a:prstGeom>
            <a:solidFill>
              <a:srgbClr val="2A9A8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819" b="0" i="0" u="none" strike="noStrike" kern="0" cap="none" spc="0" normalizeH="0" baseline="0" noProof="0">
                <a:ln>
                  <a:noFill/>
                </a:ln>
                <a:solidFill>
                  <a:prstClr val="white"/>
                </a:solidFill>
                <a:effectLst/>
                <a:uLnTx/>
                <a:uFillTx/>
                <a:latin typeface="Calibri"/>
                <a:ea typeface="+mn-ea"/>
                <a:cs typeface="+mn-cs"/>
              </a:endParaRPr>
            </a:p>
          </p:txBody>
        </p:sp>
        <p:cxnSp>
          <p:nvCxnSpPr>
            <p:cNvPr id="33" name="Straight Connector 32">
              <a:extLst>
                <a:ext uri="{FF2B5EF4-FFF2-40B4-BE49-F238E27FC236}">
                  <a16:creationId xmlns:a16="http://schemas.microsoft.com/office/drawing/2014/main" id="{2DB273E6-9E39-3728-3CB8-BD6C75964039}"/>
                </a:ext>
              </a:extLst>
            </p:cNvPr>
            <p:cNvCxnSpPr>
              <a:cxnSpLocks/>
            </p:cNvCxnSpPr>
            <p:nvPr/>
          </p:nvCxnSpPr>
          <p:spPr>
            <a:xfrm flipH="1" flipV="1">
              <a:off x="10042808" y="1791296"/>
              <a:ext cx="2057" cy="6918832"/>
            </a:xfrm>
            <a:prstGeom prst="line">
              <a:avLst/>
            </a:prstGeom>
            <a:ln w="28575">
              <a:solidFill>
                <a:srgbClr val="2A9A85"/>
              </a:solidFill>
            </a:ln>
          </p:spPr>
          <p:style>
            <a:lnRef idx="1">
              <a:schemeClr val="accent1"/>
            </a:lnRef>
            <a:fillRef idx="0">
              <a:schemeClr val="accent1"/>
            </a:fillRef>
            <a:effectRef idx="0">
              <a:schemeClr val="accent1"/>
            </a:effectRef>
            <a:fontRef idx="minor">
              <a:schemeClr val="tx1"/>
            </a:fontRef>
          </p:style>
        </p:cxnSp>
        <p:sp>
          <p:nvSpPr>
            <p:cNvPr id="34" name="Teardrop 33">
              <a:extLst>
                <a:ext uri="{FF2B5EF4-FFF2-40B4-BE49-F238E27FC236}">
                  <a16:creationId xmlns:a16="http://schemas.microsoft.com/office/drawing/2014/main" id="{BB712C74-660A-3DD6-96AB-F1AD15059F83}"/>
                </a:ext>
              </a:extLst>
            </p:cNvPr>
            <p:cNvSpPr/>
            <p:nvPr/>
          </p:nvSpPr>
          <p:spPr>
            <a:xfrm rot="8079188">
              <a:off x="15863634" y="2768431"/>
              <a:ext cx="676787" cy="679234"/>
            </a:xfrm>
            <a:prstGeom prst="teardrop">
              <a:avLst>
                <a:gd name="adj" fmla="val 200000"/>
              </a:avLst>
            </a:prstGeom>
            <a:solidFill>
              <a:srgbClr val="407E87"/>
            </a:solidFill>
            <a:ln>
              <a:solidFill>
                <a:srgbClr val="407E8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819" b="0" i="0" u="none" strike="noStrike" kern="0" cap="none" spc="0" normalizeH="0" baseline="0" noProof="0">
                <a:ln>
                  <a:noFill/>
                </a:ln>
                <a:solidFill>
                  <a:prstClr val="white"/>
                </a:solidFill>
                <a:effectLst/>
                <a:uLnTx/>
                <a:uFillTx/>
                <a:latin typeface="Calibri"/>
                <a:ea typeface="+mn-ea"/>
                <a:cs typeface="+mn-cs"/>
              </a:endParaRPr>
            </a:p>
          </p:txBody>
        </p:sp>
        <p:sp>
          <p:nvSpPr>
            <p:cNvPr id="35" name="Oval 34">
              <a:extLst>
                <a:ext uri="{FF2B5EF4-FFF2-40B4-BE49-F238E27FC236}">
                  <a16:creationId xmlns:a16="http://schemas.microsoft.com/office/drawing/2014/main" id="{1F358B3F-6F17-55F2-67F0-A5EF9599DAC5}"/>
                </a:ext>
              </a:extLst>
            </p:cNvPr>
            <p:cNvSpPr/>
            <p:nvPr/>
          </p:nvSpPr>
          <p:spPr>
            <a:xfrm>
              <a:off x="16048933" y="8473787"/>
              <a:ext cx="306191" cy="305088"/>
            </a:xfrm>
            <a:prstGeom prst="ellipse">
              <a:avLst/>
            </a:prstGeom>
            <a:solidFill>
              <a:srgbClr val="407E87"/>
            </a:solidFill>
            <a:ln>
              <a:solidFill>
                <a:srgbClr val="407E8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819" b="0" i="0" u="none" strike="noStrike" kern="0" cap="none" spc="0" normalizeH="0" baseline="0" noProof="0">
                <a:ln>
                  <a:noFill/>
                </a:ln>
                <a:solidFill>
                  <a:prstClr val="white"/>
                </a:solidFill>
                <a:effectLst/>
                <a:uLnTx/>
                <a:uFillTx/>
                <a:latin typeface="Calibri"/>
                <a:ea typeface="+mn-ea"/>
                <a:cs typeface="+mn-cs"/>
              </a:endParaRPr>
            </a:p>
          </p:txBody>
        </p:sp>
        <p:cxnSp>
          <p:nvCxnSpPr>
            <p:cNvPr id="36" name="Straight Connector 35">
              <a:extLst>
                <a:ext uri="{FF2B5EF4-FFF2-40B4-BE49-F238E27FC236}">
                  <a16:creationId xmlns:a16="http://schemas.microsoft.com/office/drawing/2014/main" id="{9B904752-3E8D-C203-84D5-21ABB73427B1}"/>
                </a:ext>
              </a:extLst>
            </p:cNvPr>
            <p:cNvCxnSpPr>
              <a:cxnSpLocks/>
              <a:endCxn id="34" idx="7"/>
            </p:cNvCxnSpPr>
            <p:nvPr/>
          </p:nvCxnSpPr>
          <p:spPr>
            <a:xfrm flipV="1">
              <a:off x="16203057" y="4066872"/>
              <a:ext cx="6505" cy="4406913"/>
            </a:xfrm>
            <a:prstGeom prst="line">
              <a:avLst/>
            </a:prstGeom>
            <a:ln w="28575">
              <a:solidFill>
                <a:srgbClr val="407E87"/>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6BF3F48-F2C5-49E2-022E-C49BD84376E1}"/>
                </a:ext>
              </a:extLst>
            </p:cNvPr>
            <p:cNvSpPr txBox="1"/>
            <p:nvPr/>
          </p:nvSpPr>
          <p:spPr>
            <a:xfrm>
              <a:off x="2189909" y="1385455"/>
              <a:ext cx="3200953" cy="1477806"/>
            </a:xfrm>
            <a:prstGeom prst="rect">
              <a:avLst/>
            </a:prstGeom>
            <a:noFill/>
          </p:spPr>
          <p:txBody>
            <a:bodyPr wrap="square" lIns="0" rIns="0" rtlCol="0" anchor="b">
              <a:spAutoFit/>
            </a:bodyPr>
            <a:lstStyle/>
            <a:p>
              <a:pPr marL="0" marR="0" lvl="0" indent="0" algn="r" defTabSz="554492" rtl="0" eaLnBrk="1" fontAlgn="auto" latinLnBrk="0" hangingPunct="1">
                <a:lnSpc>
                  <a:spcPct val="150000"/>
                </a:lnSpc>
                <a:spcBef>
                  <a:spcPts val="0"/>
                </a:spcBef>
                <a:spcAft>
                  <a:spcPts val="0"/>
                </a:spcAft>
                <a:buClrTx/>
                <a:buSzTx/>
                <a:buFontTx/>
                <a:buNone/>
                <a:tabLst/>
                <a:defRPr/>
              </a:pPr>
              <a:r>
                <a:rPr kumimoji="0" lang="ar-EG" sz="1213" b="1" i="0" u="none" strike="noStrike" kern="0" cap="none" spc="0" normalizeH="0" baseline="0" noProof="0" dirty="0">
                  <a:ln>
                    <a:noFill/>
                  </a:ln>
                  <a:solidFill>
                    <a:srgbClr val="8EB8E1"/>
                  </a:solidFill>
                  <a:effectLst/>
                  <a:uLnTx/>
                  <a:uFillTx/>
                  <a:latin typeface="Neo Sans Arabic Bold" panose="020B0804030504040204" pitchFamily="34" charset="-78"/>
                  <a:cs typeface="Neo Sans Arabic Bold" panose="020B0804030504040204" pitchFamily="34" charset="-78"/>
                </a:rPr>
                <a:t>المحور الثالث</a:t>
              </a:r>
              <a:endParaRPr kumimoji="0" lang="en-GB" sz="1213" b="1" i="0" u="none" strike="noStrike" kern="0" cap="none" spc="0" normalizeH="0" baseline="0" noProof="0" dirty="0">
                <a:ln>
                  <a:noFill/>
                </a:ln>
                <a:solidFill>
                  <a:srgbClr val="8EB8E1"/>
                </a:solidFill>
                <a:effectLst/>
                <a:uLnTx/>
                <a:uFillTx/>
                <a:latin typeface="Neo Sans Arabic Bold" panose="020B0804030504040204" pitchFamily="34" charset="-78"/>
                <a:cs typeface="Neo Sans Arabic Bold" panose="020B0804030504040204" pitchFamily="34" charset="-78"/>
              </a:endParaRPr>
            </a:p>
            <a:p>
              <a:pPr marL="0" marR="0" lvl="0" indent="0" algn="r" defTabSz="554492" rtl="0" eaLnBrk="1" fontAlgn="auto" latinLnBrk="0" hangingPunct="1">
                <a:lnSpc>
                  <a:spcPct val="150000"/>
                </a:lnSpc>
                <a:spcBef>
                  <a:spcPts val="0"/>
                </a:spcBef>
                <a:spcAft>
                  <a:spcPts val="0"/>
                </a:spcAft>
                <a:buClrTx/>
                <a:buSzTx/>
                <a:buFontTx/>
                <a:buNone/>
                <a:tabLst/>
                <a:defRPr/>
              </a:pPr>
              <a:r>
                <a:rPr kumimoji="0" lang="ar-EG" sz="1213" b="0" i="0" u="none" strike="noStrike" kern="0" cap="none" spc="0" normalizeH="0" baseline="0" noProof="0" dirty="0">
                  <a:ln>
                    <a:noFill/>
                  </a:ln>
                  <a:solidFill>
                    <a:srgbClr val="8EB8E1"/>
                  </a:solidFill>
                  <a:effectLst/>
                  <a:uLnTx/>
                  <a:uFillTx/>
                  <a:latin typeface="Neo Sans Arabic" panose="020B0504030504040204" pitchFamily="34" charset="-78"/>
                  <a:ea typeface="+mn-ea"/>
                  <a:cs typeface="Neo Sans Arabic" panose="020B0504030504040204" pitchFamily="34" charset="-78"/>
                </a:rPr>
                <a:t>مكافحة المعلومات المضللة والتحيز الإعلامي</a:t>
              </a:r>
            </a:p>
          </p:txBody>
        </p:sp>
        <p:grpSp>
          <p:nvGrpSpPr>
            <p:cNvPr id="46" name="Group 45">
              <a:extLst>
                <a:ext uri="{FF2B5EF4-FFF2-40B4-BE49-F238E27FC236}">
                  <a16:creationId xmlns:a16="http://schemas.microsoft.com/office/drawing/2014/main" id="{77965A72-1CCF-065B-D9B2-95B83CEFA00E}"/>
                </a:ext>
              </a:extLst>
            </p:cNvPr>
            <p:cNvGrpSpPr/>
            <p:nvPr/>
          </p:nvGrpSpPr>
          <p:grpSpPr>
            <a:xfrm>
              <a:off x="6508477" y="2698772"/>
              <a:ext cx="3934349" cy="1477807"/>
              <a:chOff x="-347798" y="2742317"/>
              <a:chExt cx="3610027" cy="817039"/>
            </a:xfrm>
          </p:grpSpPr>
          <p:sp>
            <p:nvSpPr>
              <p:cNvPr id="47" name="TextBox 46">
                <a:extLst>
                  <a:ext uri="{FF2B5EF4-FFF2-40B4-BE49-F238E27FC236}">
                    <a16:creationId xmlns:a16="http://schemas.microsoft.com/office/drawing/2014/main" id="{931A4B6E-631E-AFDC-445F-2FBF489EFD56}"/>
                  </a:ext>
                </a:extLst>
              </p:cNvPr>
              <p:cNvSpPr txBox="1"/>
              <p:nvPr/>
            </p:nvSpPr>
            <p:spPr>
              <a:xfrm>
                <a:off x="-347798" y="2742317"/>
                <a:ext cx="2937087" cy="817039"/>
              </a:xfrm>
              <a:prstGeom prst="rect">
                <a:avLst/>
              </a:prstGeom>
              <a:noFill/>
            </p:spPr>
            <p:txBody>
              <a:bodyPr wrap="square" lIns="0" rIns="0" rtlCol="0" anchor="b">
                <a:spAutoFit/>
              </a:bodyPr>
              <a:lstStyle/>
              <a:p>
                <a:pPr marL="0" marR="0" lvl="0" indent="0" algn="r" defTabSz="554492" rtl="0" eaLnBrk="1" fontAlgn="auto" latinLnBrk="0" hangingPunct="1">
                  <a:lnSpc>
                    <a:spcPct val="150000"/>
                  </a:lnSpc>
                  <a:spcBef>
                    <a:spcPts val="0"/>
                  </a:spcBef>
                  <a:spcAft>
                    <a:spcPts val="0"/>
                  </a:spcAft>
                  <a:buClrTx/>
                  <a:buSzTx/>
                  <a:buFontTx/>
                  <a:buNone/>
                  <a:tabLst/>
                  <a:defRPr/>
                </a:pPr>
                <a:r>
                  <a:rPr kumimoji="0" lang="ar-EG" sz="1213" b="1" i="0" u="none" strike="noStrike" kern="0" cap="none" spc="0" normalizeH="0" baseline="0" noProof="0" dirty="0">
                    <a:ln>
                      <a:noFill/>
                    </a:ln>
                    <a:solidFill>
                      <a:srgbClr val="33B9A0"/>
                    </a:solidFill>
                    <a:effectLst/>
                    <a:uLnTx/>
                    <a:uFillTx/>
                    <a:latin typeface="Neo Sans Arabic Bold" panose="020B0804030504040204" pitchFamily="34" charset="-78"/>
                    <a:cs typeface="Neo Sans Arabic Bold" panose="020B0804030504040204" pitchFamily="34" charset="-78"/>
                  </a:rPr>
                  <a:t>المحور الثاني</a:t>
                </a:r>
                <a:endParaRPr kumimoji="0" lang="en-GB" sz="1213" b="1" i="0" u="none" strike="noStrike" kern="0" cap="none" spc="0" normalizeH="0" baseline="0" noProof="0" dirty="0">
                  <a:ln>
                    <a:noFill/>
                  </a:ln>
                  <a:solidFill>
                    <a:srgbClr val="33B9A0"/>
                  </a:solidFill>
                  <a:effectLst/>
                  <a:uLnTx/>
                  <a:uFillTx/>
                  <a:latin typeface="Neo Sans Arabic Bold" panose="020B0804030504040204" pitchFamily="34" charset="-78"/>
                  <a:cs typeface="Neo Sans Arabic Bold" panose="020B0804030504040204" pitchFamily="34" charset="-78"/>
                </a:endParaRPr>
              </a:p>
              <a:p>
                <a:pPr marL="0" marR="0" lvl="0" indent="0" algn="r" defTabSz="554492" rtl="0" eaLnBrk="1" fontAlgn="auto" latinLnBrk="0" hangingPunct="1">
                  <a:lnSpc>
                    <a:spcPct val="150000"/>
                  </a:lnSpc>
                  <a:spcBef>
                    <a:spcPts val="0"/>
                  </a:spcBef>
                  <a:spcAft>
                    <a:spcPts val="0"/>
                  </a:spcAft>
                  <a:buClrTx/>
                  <a:buSzTx/>
                  <a:buFontTx/>
                  <a:buNone/>
                  <a:tabLst/>
                  <a:defRPr/>
                </a:pPr>
                <a:r>
                  <a:rPr kumimoji="0" lang="ar-EG" sz="1213" b="0" i="0" u="none" strike="noStrike" kern="0" cap="none" spc="0" normalizeH="0" baseline="0" noProof="0" dirty="0">
                    <a:ln>
                      <a:noFill/>
                    </a:ln>
                    <a:solidFill>
                      <a:srgbClr val="33B9A0"/>
                    </a:solidFill>
                    <a:effectLst/>
                    <a:uLnTx/>
                    <a:uFillTx/>
                    <a:latin typeface="Neo Sans Arabic" panose="020B0504030504040204" pitchFamily="34" charset="-78"/>
                    <a:ea typeface="+mn-ea"/>
                    <a:cs typeface="Neo Sans Arabic" panose="020B0504030504040204" pitchFamily="34" charset="-78"/>
                  </a:rPr>
                  <a:t>توظيف وسائل التواصل الاجتماعي للتمثيل الوطني</a:t>
                </a:r>
              </a:p>
            </p:txBody>
          </p:sp>
          <p:sp>
            <p:nvSpPr>
              <p:cNvPr id="48" name="TextBox 47">
                <a:extLst>
                  <a:ext uri="{FF2B5EF4-FFF2-40B4-BE49-F238E27FC236}">
                    <a16:creationId xmlns:a16="http://schemas.microsoft.com/office/drawing/2014/main" id="{C7DB1B92-0D78-2C2E-0ACD-BD325AB9462E}"/>
                  </a:ext>
                </a:extLst>
              </p:cNvPr>
              <p:cNvSpPr txBox="1"/>
              <p:nvPr/>
            </p:nvSpPr>
            <p:spPr>
              <a:xfrm>
                <a:off x="332936" y="3086922"/>
                <a:ext cx="2929293" cy="152230"/>
              </a:xfrm>
              <a:prstGeom prst="rect">
                <a:avLst/>
              </a:prstGeom>
              <a:noFill/>
            </p:spPr>
            <p:txBody>
              <a:bodyPr wrap="square" lIns="0" rIns="0" rtlCol="0" anchor="t">
                <a:spAutoFit/>
              </a:bodyPr>
              <a:lstStyle/>
              <a:p>
                <a:pPr marL="0" marR="0" lvl="0" indent="0" algn="just" defTabSz="554492" rtl="0" eaLnBrk="1" fontAlgn="auto" latinLnBrk="0" hangingPunct="1">
                  <a:lnSpc>
                    <a:spcPct val="100000"/>
                  </a:lnSpc>
                  <a:spcBef>
                    <a:spcPts val="0"/>
                  </a:spcBef>
                  <a:spcAft>
                    <a:spcPts val="0"/>
                  </a:spcAft>
                  <a:buClrTx/>
                  <a:buSzTx/>
                  <a:buFontTx/>
                  <a:buNone/>
                  <a:tabLst/>
                  <a:defRPr/>
                </a:pPr>
                <a:endParaRPr kumimoji="0" lang="en-US" sz="485" b="0" i="0" u="none" strike="noStrike" kern="0" cap="none" spc="0" normalizeH="0" baseline="0" noProof="0" dirty="0">
                  <a:ln>
                    <a:noFill/>
                  </a:ln>
                  <a:solidFill>
                    <a:prstClr val="white">
                      <a:lumMod val="75000"/>
                    </a:prstClr>
                  </a:solidFill>
                  <a:effectLst/>
                  <a:uLnTx/>
                  <a:uFillTx/>
                  <a:latin typeface="Calibri"/>
                  <a:ea typeface="+mn-ea"/>
                  <a:cs typeface="+mn-cs"/>
                </a:endParaRPr>
              </a:p>
            </p:txBody>
          </p:sp>
        </p:grpSp>
        <p:sp>
          <p:nvSpPr>
            <p:cNvPr id="50" name="TextBox 49">
              <a:extLst>
                <a:ext uri="{FF2B5EF4-FFF2-40B4-BE49-F238E27FC236}">
                  <a16:creationId xmlns:a16="http://schemas.microsoft.com/office/drawing/2014/main" id="{858B0028-84D9-A7C4-D690-E7F1C68F1213}"/>
                </a:ext>
              </a:extLst>
            </p:cNvPr>
            <p:cNvSpPr txBox="1"/>
            <p:nvPr/>
          </p:nvSpPr>
          <p:spPr>
            <a:xfrm>
              <a:off x="12391536" y="3419666"/>
              <a:ext cx="3200953" cy="862090"/>
            </a:xfrm>
            <a:prstGeom prst="rect">
              <a:avLst/>
            </a:prstGeom>
            <a:noFill/>
          </p:spPr>
          <p:txBody>
            <a:bodyPr wrap="square" lIns="0" rIns="0" rtlCol="0" anchor="b">
              <a:spAutoFit/>
            </a:bodyPr>
            <a:lstStyle/>
            <a:p>
              <a:pPr marL="0" marR="0" lvl="0" indent="0" algn="r" defTabSz="554492" rtl="0" eaLnBrk="1" fontAlgn="auto" latinLnBrk="0" hangingPunct="1">
                <a:lnSpc>
                  <a:spcPct val="100000"/>
                </a:lnSpc>
                <a:spcBef>
                  <a:spcPts val="0"/>
                </a:spcBef>
                <a:spcAft>
                  <a:spcPts val="0"/>
                </a:spcAft>
                <a:buClrTx/>
                <a:buSzTx/>
                <a:buFontTx/>
                <a:buNone/>
                <a:tabLst/>
                <a:defRPr/>
              </a:pPr>
              <a:r>
                <a:rPr kumimoji="0" lang="ar-EG" sz="1213" b="1" i="0" u="none" strike="noStrike" kern="0" cap="none" spc="0" normalizeH="0" baseline="0" noProof="0" dirty="0">
                  <a:ln>
                    <a:noFill/>
                  </a:ln>
                  <a:solidFill>
                    <a:srgbClr val="407E87"/>
                  </a:solidFill>
                  <a:effectLst/>
                  <a:uLnTx/>
                  <a:uFillTx/>
                  <a:latin typeface="Neo Sans Arabic Bold" panose="020B0804030504040204" pitchFamily="34" charset="-78"/>
                  <a:cs typeface="Neo Sans Arabic Bold" panose="020B0804030504040204" pitchFamily="34" charset="-78"/>
                </a:rPr>
                <a:t>المحور الأول</a:t>
              </a:r>
              <a:endParaRPr kumimoji="0" lang="en-GB" sz="1213" b="1" i="0" u="none" strike="noStrike" kern="0" cap="none" spc="0" normalizeH="0" baseline="0" noProof="0" dirty="0">
                <a:ln>
                  <a:noFill/>
                </a:ln>
                <a:solidFill>
                  <a:srgbClr val="407E87"/>
                </a:solidFill>
                <a:effectLst/>
                <a:uLnTx/>
                <a:uFillTx/>
                <a:latin typeface="Neo Sans Arabic Bold" panose="020B0804030504040204" pitchFamily="34" charset="-78"/>
                <a:cs typeface="Neo Sans Arabic Bold" panose="020B0804030504040204" pitchFamily="34" charset="-78"/>
              </a:endParaRPr>
            </a:p>
            <a:p>
              <a:pPr marL="0" marR="0" lvl="0" indent="0" algn="r" defTabSz="554492" rtl="0" eaLnBrk="1" fontAlgn="auto" latinLnBrk="0" hangingPunct="1">
                <a:lnSpc>
                  <a:spcPct val="150000"/>
                </a:lnSpc>
                <a:spcBef>
                  <a:spcPts val="0"/>
                </a:spcBef>
                <a:spcAft>
                  <a:spcPts val="0"/>
                </a:spcAft>
                <a:buClrTx/>
                <a:buSzTx/>
                <a:buFontTx/>
                <a:buNone/>
                <a:tabLst/>
                <a:defRPr/>
              </a:pPr>
              <a:r>
                <a:rPr kumimoji="0" lang="ar-EG" sz="1213" b="0" i="0" u="none" strike="noStrike" kern="0" cap="none" spc="0" normalizeH="0" baseline="0" noProof="0" dirty="0">
                  <a:ln>
                    <a:noFill/>
                  </a:ln>
                  <a:solidFill>
                    <a:srgbClr val="407E87"/>
                  </a:solidFill>
                  <a:effectLst/>
                  <a:uLnTx/>
                  <a:uFillTx/>
                  <a:latin typeface="Neo Sans Arabic" panose="020B0504030504040204" pitchFamily="34" charset="-78"/>
                  <a:ea typeface="+mn-ea"/>
                  <a:cs typeface="Neo Sans Arabic" panose="020B0504030504040204" pitchFamily="34" charset="-78"/>
                </a:rPr>
                <a:t>إدارة السمعة الرقمية</a:t>
              </a:r>
            </a:p>
          </p:txBody>
        </p:sp>
      </p:grpSp>
      <p:pic>
        <p:nvPicPr>
          <p:cNvPr id="2" name="Picture 1">
            <a:extLst>
              <a:ext uri="{FF2B5EF4-FFF2-40B4-BE49-F238E27FC236}">
                <a16:creationId xmlns:a16="http://schemas.microsoft.com/office/drawing/2014/main" id="{E23E70F5-6713-B41B-B549-7A56B4DEEBB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840701" y="1747767"/>
            <a:ext cx="334502" cy="333267"/>
          </a:xfrm>
          <a:prstGeom prst="rect">
            <a:avLst/>
          </a:prstGeom>
        </p:spPr>
      </p:pic>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8E3DA38A-A897-4DF2-8F21-0CF19F2B28BC}"/>
                  </a:ext>
                </a:extLst>
              </p:cNvPr>
              <p:cNvGraphicFramePr>
                <a:graphicFrameLocks noChangeAspect="1"/>
              </p:cNvGraphicFramePr>
              <p:nvPr>
                <p:extLst>
                  <p:ext uri="{D42A27DB-BD31-4B8C-83A1-F6EECF244321}">
                    <p14:modId xmlns:p14="http://schemas.microsoft.com/office/powerpoint/2010/main" val="2856615280"/>
                  </p:ext>
                </p:extLst>
              </p:nvPr>
            </p:nvGraphicFramePr>
            <p:xfrm>
              <a:off x="6142648" y="1105195"/>
              <a:ext cx="244768" cy="302681"/>
            </p:xfrm>
            <a:graphic>
              <a:graphicData uri="http://schemas.microsoft.com/office/powerpoint/2016/slidezoom">
                <pslz:sldZm>
                  <pslz:sldZmObj sldId="3815" cId="1532180263">
                    <pslz:zmPr id="{3D8F89F4-B527-4944-8B36-5A3323BE5820}" returnToParent="0" imageType="cover" transitionDur="1000">
                      <p166:blipFill xmlns:p166="http://schemas.microsoft.com/office/powerpoint/2016/6/main">
                        <a:blip r:embed="rId3">
                          <a:extLst>
                            <a:ext uri="{28A0092B-C50C-407E-A947-70E740481C1C}">
                              <a14:useLocalDpi xmlns:a14="http://schemas.microsoft.com/office/drawing/2010/main" val="0"/>
                            </a:ext>
                          </a:extLst>
                        </a:blip>
                        <a:stretch>
                          <a:fillRect/>
                        </a:stretch>
                      </p166:blipFill>
                      <p166:spPr xmlns:p166="http://schemas.microsoft.com/office/powerpoint/2016/6/main">
                        <a:xfrm>
                          <a:off x="0" y="0"/>
                          <a:ext cx="244768" cy="302681"/>
                        </a:xfrm>
                        <a:prstGeom prst="rect">
                          <a:avLst/>
                        </a:prstGeom>
                        <a:ln w="3175">
                          <a:noFill/>
                        </a:ln>
                      </p166:spPr>
                    </pslz:zmPr>
                  </pslz:sldZmObj>
                </pslz:sldZm>
              </a:graphicData>
            </a:graphic>
          </p:graphicFrame>
        </mc:Choice>
        <mc:Fallback xmlns="">
          <p:pic>
            <p:nvPicPr>
              <p:cNvPr id="5" name="Slide Zoom 4">
                <a:hlinkClick r:id="rId4" action="ppaction://hlinksldjump"/>
                <a:extLst>
                  <a:ext uri="{FF2B5EF4-FFF2-40B4-BE49-F238E27FC236}">
                    <a16:creationId xmlns:a16="http://schemas.microsoft.com/office/drawing/2014/main" id="{8E3DA38A-A897-4DF2-8F21-0CF19F2B28BC}"/>
                  </a:ext>
                </a:extLst>
              </p:cNvPr>
              <p:cNvPicPr>
                <a:picLocks noGrp="1" noRot="1" noChangeAspect="1" noMove="1" noResize="1" noEditPoints="1" noAdjustHandles="1" noChangeArrowheads="1" noChangeShapeType="1"/>
              </p:cNvPicPr>
              <p:nvPr/>
            </p:nvPicPr>
            <p:blipFill>
              <a:blip r:embed="rId5">
                <a:extLst>
                  <a:ext uri="{28A0092B-C50C-407E-A947-70E740481C1C}">
                    <a14:useLocalDpi xmlns:a14="http://schemas.microsoft.com/office/drawing/2010/main" val="0"/>
                  </a:ext>
                </a:extLst>
              </a:blip>
              <a:stretch>
                <a:fillRect/>
              </a:stretch>
            </p:blipFill>
            <p:spPr>
              <a:xfrm>
                <a:off x="6142648" y="1105195"/>
                <a:ext cx="244768" cy="302681"/>
              </a:xfrm>
              <a:prstGeom prst="rect">
                <a:avLst/>
              </a:prstGeom>
              <a:ln w="3175">
                <a:noFill/>
              </a:ln>
            </p:spPr>
          </p:pic>
        </mc:Fallback>
      </mc:AlternateContent>
      <p:pic>
        <p:nvPicPr>
          <p:cNvPr id="10" name="Graphic 76">
            <a:extLst>
              <a:ext uri="{FF2B5EF4-FFF2-40B4-BE49-F238E27FC236}">
                <a16:creationId xmlns:a16="http://schemas.microsoft.com/office/drawing/2014/main" id="{F87ECF36-C88C-A68D-5223-DA317B88F9C2}"/>
              </a:ext>
            </a:extLst>
          </p:cNvPr>
          <p:cNvPicPr>
            <a:picLocks noChangeAspect="1"/>
          </p:cNvPicPr>
          <p:nvPr/>
        </p:nvPicPr>
        <p:blipFill>
          <a:blip r:embed="rId6">
            <a:biLevel thresh="25000"/>
            <a:extLst>
              <a:ext uri="{28A0092B-C50C-407E-A947-70E740481C1C}">
                <a14:useLocalDpi xmlns:a14="http://schemas.microsoft.com/office/drawing/2010/main" val="0"/>
              </a:ext>
            </a:extLst>
          </a:blip>
          <a:srcRect/>
          <a:stretch/>
        </p:blipFill>
        <p:spPr>
          <a:xfrm>
            <a:off x="3805924" y="875515"/>
            <a:ext cx="222526" cy="346024"/>
          </a:xfrm>
          <a:prstGeom prst="rect">
            <a:avLst/>
          </a:prstGeom>
        </p:spPr>
      </p:pic>
    </p:spTree>
    <p:extLst>
      <p:ext uri="{BB962C8B-B14F-4D97-AF65-F5344CB8AC3E}">
        <p14:creationId xmlns:p14="http://schemas.microsoft.com/office/powerpoint/2010/main" val="2495052102"/>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3E4AA-FFC7-FBD4-EBD3-A5D44EFBD424}"/>
            </a:ext>
          </a:extLst>
        </p:cNvPr>
        <p:cNvGrpSpPr/>
        <p:nvPr/>
      </p:nvGrpSpPr>
      <p:grpSpPr>
        <a:xfrm>
          <a:off x="0" y="0"/>
          <a:ext cx="0" cy="0"/>
          <a:chOff x="0" y="0"/>
          <a:chExt cx="0" cy="0"/>
        </a:xfrm>
      </p:grpSpPr>
      <p:grpSp>
        <p:nvGrpSpPr>
          <p:cNvPr id="3" name="Google Shape;171;p8">
            <a:extLst>
              <a:ext uri="{FF2B5EF4-FFF2-40B4-BE49-F238E27FC236}">
                <a16:creationId xmlns:a16="http://schemas.microsoft.com/office/drawing/2014/main" id="{A3E1CF32-EB2D-60AC-964F-ED2266A1DDAE}"/>
              </a:ext>
            </a:extLst>
          </p:cNvPr>
          <p:cNvGrpSpPr/>
          <p:nvPr/>
        </p:nvGrpSpPr>
        <p:grpSpPr>
          <a:xfrm>
            <a:off x="428" y="0"/>
            <a:ext cx="12191345" cy="6857790"/>
            <a:chOff x="0" y="0"/>
            <a:chExt cx="20104431" cy="11309004"/>
          </a:xfrm>
        </p:grpSpPr>
        <p:pic>
          <p:nvPicPr>
            <p:cNvPr id="8" name="Google Shape;172;p8">
              <a:extLst>
                <a:ext uri="{FF2B5EF4-FFF2-40B4-BE49-F238E27FC236}">
                  <a16:creationId xmlns:a16="http://schemas.microsoft.com/office/drawing/2014/main" id="{EA1F8391-A4D7-903D-96B7-4E22FAC750A4}"/>
                </a:ext>
              </a:extLst>
            </p:cNvPr>
            <p:cNvPicPr preferRelativeResize="0"/>
            <p:nvPr/>
          </p:nvPicPr>
          <p:blipFill rotWithShape="1">
            <a:blip r:embed="rId2">
              <a:alphaModFix/>
            </a:blip>
            <a:srcRect/>
            <a:stretch/>
          </p:blipFill>
          <p:spPr>
            <a:xfrm>
              <a:off x="19381" y="0"/>
              <a:ext cx="20050625" cy="11263772"/>
            </a:xfrm>
            <a:prstGeom prst="rect">
              <a:avLst/>
            </a:prstGeom>
            <a:noFill/>
            <a:ln>
              <a:noFill/>
            </a:ln>
          </p:spPr>
        </p:pic>
        <p:sp>
          <p:nvSpPr>
            <p:cNvPr id="12" name="Google Shape;173;p8">
              <a:extLst>
                <a:ext uri="{FF2B5EF4-FFF2-40B4-BE49-F238E27FC236}">
                  <a16:creationId xmlns:a16="http://schemas.microsoft.com/office/drawing/2014/main" id="{922EC276-BCEA-6913-2C2A-D354F8666EE8}"/>
                </a:ext>
              </a:extLst>
            </p:cNvPr>
            <p:cNvSpPr/>
            <p:nvPr/>
          </p:nvSpPr>
          <p:spPr>
            <a:xfrm>
              <a:off x="19381" y="0"/>
              <a:ext cx="20085050" cy="11308715"/>
            </a:xfrm>
            <a:custGeom>
              <a:avLst/>
              <a:gdLst/>
              <a:ahLst/>
              <a:cxnLst/>
              <a:rect l="l" t="t" r="r" b="b"/>
              <a:pathLst>
                <a:path w="20085050" h="11308715" extrusionOk="0">
                  <a:moveTo>
                    <a:pt x="20084718" y="0"/>
                  </a:moveTo>
                  <a:lnTo>
                    <a:pt x="0" y="0"/>
                  </a:lnTo>
                  <a:lnTo>
                    <a:pt x="0" y="11308556"/>
                  </a:lnTo>
                  <a:lnTo>
                    <a:pt x="20084718" y="11308556"/>
                  </a:lnTo>
                  <a:lnTo>
                    <a:pt x="20084718" y="0"/>
                  </a:lnTo>
                  <a:close/>
                </a:path>
              </a:pathLst>
            </a:custGeom>
            <a:solidFill>
              <a:srgbClr val="FFFFFF">
                <a:alpha val="30980"/>
              </a:srgbClr>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 name="Google Shape;174;p8">
              <a:extLst>
                <a:ext uri="{FF2B5EF4-FFF2-40B4-BE49-F238E27FC236}">
                  <a16:creationId xmlns:a16="http://schemas.microsoft.com/office/drawing/2014/main" id="{720D91E0-3CC0-DD67-DC31-6C853FEB16D7}"/>
                </a:ext>
              </a:extLst>
            </p:cNvPr>
            <p:cNvSpPr/>
            <p:nvPr/>
          </p:nvSpPr>
          <p:spPr>
            <a:xfrm>
              <a:off x="19142226" y="524067"/>
              <a:ext cx="962025" cy="10784840"/>
            </a:xfrm>
            <a:custGeom>
              <a:avLst/>
              <a:gdLst/>
              <a:ahLst/>
              <a:cxnLst/>
              <a:rect l="l" t="t" r="r" b="b"/>
              <a:pathLst>
                <a:path w="962025" h="10784840" extrusionOk="0">
                  <a:moveTo>
                    <a:pt x="961863" y="0"/>
                  </a:moveTo>
                  <a:lnTo>
                    <a:pt x="648833" y="18513"/>
                  </a:lnTo>
                  <a:lnTo>
                    <a:pt x="601798" y="22889"/>
                  </a:lnTo>
                  <a:lnTo>
                    <a:pt x="555800" y="30321"/>
                  </a:lnTo>
                  <a:lnTo>
                    <a:pt x="510934" y="40702"/>
                  </a:lnTo>
                  <a:lnTo>
                    <a:pt x="467297" y="53924"/>
                  </a:lnTo>
                  <a:lnTo>
                    <a:pt x="424985" y="69877"/>
                  </a:lnTo>
                  <a:lnTo>
                    <a:pt x="384096" y="88453"/>
                  </a:lnTo>
                  <a:lnTo>
                    <a:pt x="344725" y="109544"/>
                  </a:lnTo>
                  <a:lnTo>
                    <a:pt x="306969" y="133041"/>
                  </a:lnTo>
                  <a:lnTo>
                    <a:pt x="270925" y="158835"/>
                  </a:lnTo>
                  <a:lnTo>
                    <a:pt x="236688" y="186818"/>
                  </a:lnTo>
                  <a:lnTo>
                    <a:pt x="204355" y="216880"/>
                  </a:lnTo>
                  <a:lnTo>
                    <a:pt x="174023" y="248915"/>
                  </a:lnTo>
                  <a:lnTo>
                    <a:pt x="145788" y="282812"/>
                  </a:lnTo>
                  <a:lnTo>
                    <a:pt x="119747" y="318464"/>
                  </a:lnTo>
                  <a:lnTo>
                    <a:pt x="95996" y="355761"/>
                  </a:lnTo>
                  <a:lnTo>
                    <a:pt x="74631" y="394596"/>
                  </a:lnTo>
                  <a:lnTo>
                    <a:pt x="55749" y="434859"/>
                  </a:lnTo>
                  <a:lnTo>
                    <a:pt x="39446" y="476442"/>
                  </a:lnTo>
                  <a:lnTo>
                    <a:pt x="25820" y="519237"/>
                  </a:lnTo>
                  <a:lnTo>
                    <a:pt x="14965" y="563134"/>
                  </a:lnTo>
                  <a:lnTo>
                    <a:pt x="6979" y="608026"/>
                  </a:lnTo>
                  <a:lnTo>
                    <a:pt x="1959" y="653803"/>
                  </a:lnTo>
                  <a:lnTo>
                    <a:pt x="0" y="700358"/>
                  </a:lnTo>
                  <a:lnTo>
                    <a:pt x="1198" y="747580"/>
                  </a:lnTo>
                  <a:lnTo>
                    <a:pt x="594831" y="10784488"/>
                  </a:lnTo>
                  <a:lnTo>
                    <a:pt x="961863" y="10784488"/>
                  </a:lnTo>
                  <a:lnTo>
                    <a:pt x="961863" y="0"/>
                  </a:lnTo>
                  <a:close/>
                </a:path>
              </a:pathLst>
            </a:custGeom>
            <a:solidFill>
              <a:srgbClr val="33B9A0"/>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 name="Google Shape;175;p8">
              <a:extLst>
                <a:ext uri="{FF2B5EF4-FFF2-40B4-BE49-F238E27FC236}">
                  <a16:creationId xmlns:a16="http://schemas.microsoft.com/office/drawing/2014/main" id="{A79B3BD2-95F4-A595-63E8-4163734A3D25}"/>
                </a:ext>
              </a:extLst>
            </p:cNvPr>
            <p:cNvSpPr/>
            <p:nvPr/>
          </p:nvSpPr>
          <p:spPr>
            <a:xfrm>
              <a:off x="0" y="1320454"/>
              <a:ext cx="11541125" cy="9988550"/>
            </a:xfrm>
            <a:custGeom>
              <a:avLst/>
              <a:gdLst/>
              <a:ahLst/>
              <a:cxnLst/>
              <a:rect l="l" t="t" r="r" b="b"/>
              <a:pathLst>
                <a:path w="11541125" h="9988550" extrusionOk="0">
                  <a:moveTo>
                    <a:pt x="9533117" y="0"/>
                  </a:moveTo>
                  <a:lnTo>
                    <a:pt x="9486556" y="1802"/>
                  </a:lnTo>
                  <a:lnTo>
                    <a:pt x="9439583" y="6807"/>
                  </a:lnTo>
                  <a:lnTo>
                    <a:pt x="0" y="1335350"/>
                  </a:lnTo>
                  <a:lnTo>
                    <a:pt x="0" y="9988101"/>
                  </a:lnTo>
                  <a:lnTo>
                    <a:pt x="11540719" y="9988101"/>
                  </a:lnTo>
                  <a:lnTo>
                    <a:pt x="10218513" y="593522"/>
                  </a:lnTo>
                  <a:lnTo>
                    <a:pt x="10210357" y="546994"/>
                  </a:lnTo>
                  <a:lnTo>
                    <a:pt x="10199238" y="501745"/>
                  </a:lnTo>
                  <a:lnTo>
                    <a:pt x="10185272" y="457863"/>
                  </a:lnTo>
                  <a:lnTo>
                    <a:pt x="10168573" y="415435"/>
                  </a:lnTo>
                  <a:lnTo>
                    <a:pt x="10149259" y="374549"/>
                  </a:lnTo>
                  <a:lnTo>
                    <a:pt x="10127445" y="335291"/>
                  </a:lnTo>
                  <a:lnTo>
                    <a:pt x="10103248" y="297750"/>
                  </a:lnTo>
                  <a:lnTo>
                    <a:pt x="10076782" y="262012"/>
                  </a:lnTo>
                  <a:lnTo>
                    <a:pt x="10048165" y="228165"/>
                  </a:lnTo>
                  <a:lnTo>
                    <a:pt x="10017513" y="196297"/>
                  </a:lnTo>
                  <a:lnTo>
                    <a:pt x="9984940" y="166494"/>
                  </a:lnTo>
                  <a:lnTo>
                    <a:pt x="9950564" y="138845"/>
                  </a:lnTo>
                  <a:lnTo>
                    <a:pt x="9914500" y="113436"/>
                  </a:lnTo>
                  <a:lnTo>
                    <a:pt x="9876864" y="90355"/>
                  </a:lnTo>
                  <a:lnTo>
                    <a:pt x="9837773" y="69689"/>
                  </a:lnTo>
                  <a:lnTo>
                    <a:pt x="9797342" y="51527"/>
                  </a:lnTo>
                  <a:lnTo>
                    <a:pt x="9755687" y="35954"/>
                  </a:lnTo>
                  <a:lnTo>
                    <a:pt x="9712924" y="23058"/>
                  </a:lnTo>
                  <a:lnTo>
                    <a:pt x="9669170" y="12928"/>
                  </a:lnTo>
                  <a:lnTo>
                    <a:pt x="9624540" y="5650"/>
                  </a:lnTo>
                  <a:lnTo>
                    <a:pt x="9579150" y="1311"/>
                  </a:lnTo>
                  <a:lnTo>
                    <a:pt x="9533117" y="0"/>
                  </a:lnTo>
                  <a:close/>
                </a:path>
              </a:pathLst>
            </a:custGeom>
            <a:solidFill>
              <a:srgbClr val="065363"/>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2" name="Google Shape;176;p8">
              <a:extLst>
                <a:ext uri="{FF2B5EF4-FFF2-40B4-BE49-F238E27FC236}">
                  <a16:creationId xmlns:a16="http://schemas.microsoft.com/office/drawing/2014/main" id="{E16EBB4F-B62F-DB9D-D8F4-01830459F207}"/>
                </a:ext>
              </a:extLst>
            </p:cNvPr>
            <p:cNvSpPr/>
            <p:nvPr/>
          </p:nvSpPr>
          <p:spPr>
            <a:xfrm>
              <a:off x="0" y="1001648"/>
              <a:ext cx="11817350" cy="10307320"/>
            </a:xfrm>
            <a:custGeom>
              <a:avLst/>
              <a:gdLst/>
              <a:ahLst/>
              <a:cxnLst/>
              <a:rect l="l" t="t" r="r" b="b"/>
              <a:pathLst>
                <a:path w="11817350" h="10307320" extrusionOk="0">
                  <a:moveTo>
                    <a:pt x="11816958" y="10306908"/>
                  </a:moveTo>
                  <a:lnTo>
                    <a:pt x="10449885" y="593530"/>
                  </a:lnTo>
                  <a:lnTo>
                    <a:pt x="10441729" y="547002"/>
                  </a:lnTo>
                  <a:lnTo>
                    <a:pt x="10430610" y="501753"/>
                  </a:lnTo>
                  <a:lnTo>
                    <a:pt x="10416643" y="457871"/>
                  </a:lnTo>
                  <a:lnTo>
                    <a:pt x="10399945" y="415443"/>
                  </a:lnTo>
                  <a:lnTo>
                    <a:pt x="10380630" y="374557"/>
                  </a:lnTo>
                  <a:lnTo>
                    <a:pt x="10358816" y="335299"/>
                  </a:lnTo>
                  <a:lnTo>
                    <a:pt x="10334618" y="297757"/>
                  </a:lnTo>
                  <a:lnTo>
                    <a:pt x="10308152" y="262020"/>
                  </a:lnTo>
                  <a:lnTo>
                    <a:pt x="10279535" y="228173"/>
                  </a:lnTo>
                  <a:lnTo>
                    <a:pt x="10248881" y="196304"/>
                  </a:lnTo>
                  <a:lnTo>
                    <a:pt x="10216309" y="166501"/>
                  </a:lnTo>
                  <a:lnTo>
                    <a:pt x="10181932" y="138852"/>
                  </a:lnTo>
                  <a:lnTo>
                    <a:pt x="10145868" y="113442"/>
                  </a:lnTo>
                  <a:lnTo>
                    <a:pt x="10108232" y="90361"/>
                  </a:lnTo>
                  <a:lnTo>
                    <a:pt x="10069140" y="69695"/>
                  </a:lnTo>
                  <a:lnTo>
                    <a:pt x="10028709" y="51531"/>
                  </a:lnTo>
                  <a:lnTo>
                    <a:pt x="9987054" y="35958"/>
                  </a:lnTo>
                  <a:lnTo>
                    <a:pt x="9944292" y="23062"/>
                  </a:lnTo>
                  <a:lnTo>
                    <a:pt x="9900538" y="12931"/>
                  </a:lnTo>
                  <a:lnTo>
                    <a:pt x="9855909" y="5652"/>
                  </a:lnTo>
                  <a:lnTo>
                    <a:pt x="9810519" y="1312"/>
                  </a:lnTo>
                  <a:lnTo>
                    <a:pt x="9764487" y="0"/>
                  </a:lnTo>
                  <a:lnTo>
                    <a:pt x="9717927" y="1801"/>
                  </a:lnTo>
                  <a:lnTo>
                    <a:pt x="9670955" y="6805"/>
                  </a:lnTo>
                  <a:lnTo>
                    <a:pt x="0" y="1367911"/>
                  </a:lnTo>
                </a:path>
              </a:pathLst>
            </a:custGeom>
            <a:noFill/>
            <a:ln w="31400" cap="flat" cmpd="sng">
              <a:solidFill>
                <a:srgbClr val="77A3AC"/>
              </a:solidFill>
              <a:prstDash val="solid"/>
              <a:round/>
              <a:headEnd type="none" w="sm" len="sm"/>
              <a:tailEnd type="none" w="sm" len="sm"/>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3" name="Google Shape;177;p8">
              <a:extLst>
                <a:ext uri="{FF2B5EF4-FFF2-40B4-BE49-F238E27FC236}">
                  <a16:creationId xmlns:a16="http://schemas.microsoft.com/office/drawing/2014/main" id="{6133FB58-D3D9-6F04-5857-A91E576BE882}"/>
                </a:ext>
              </a:extLst>
            </p:cNvPr>
            <p:cNvSpPr/>
            <p:nvPr/>
          </p:nvSpPr>
          <p:spPr>
            <a:xfrm>
              <a:off x="0" y="1320454"/>
              <a:ext cx="11541125" cy="9988550"/>
            </a:xfrm>
            <a:custGeom>
              <a:avLst/>
              <a:gdLst/>
              <a:ahLst/>
              <a:cxnLst/>
              <a:rect l="l" t="t" r="r" b="b"/>
              <a:pathLst>
                <a:path w="11541125" h="9988550" extrusionOk="0">
                  <a:moveTo>
                    <a:pt x="9533117" y="0"/>
                  </a:moveTo>
                  <a:lnTo>
                    <a:pt x="9486556" y="1802"/>
                  </a:lnTo>
                  <a:lnTo>
                    <a:pt x="9439583" y="6807"/>
                  </a:lnTo>
                  <a:lnTo>
                    <a:pt x="0" y="1335350"/>
                  </a:lnTo>
                  <a:lnTo>
                    <a:pt x="0" y="9988101"/>
                  </a:lnTo>
                  <a:lnTo>
                    <a:pt x="11540719" y="9988101"/>
                  </a:lnTo>
                  <a:lnTo>
                    <a:pt x="10218513" y="593522"/>
                  </a:lnTo>
                  <a:lnTo>
                    <a:pt x="10210357" y="546994"/>
                  </a:lnTo>
                  <a:lnTo>
                    <a:pt x="10199238" y="501745"/>
                  </a:lnTo>
                  <a:lnTo>
                    <a:pt x="10185272" y="457863"/>
                  </a:lnTo>
                  <a:lnTo>
                    <a:pt x="10168573" y="415435"/>
                  </a:lnTo>
                  <a:lnTo>
                    <a:pt x="10149259" y="374549"/>
                  </a:lnTo>
                  <a:lnTo>
                    <a:pt x="10127445" y="335291"/>
                  </a:lnTo>
                  <a:lnTo>
                    <a:pt x="10103248" y="297750"/>
                  </a:lnTo>
                  <a:lnTo>
                    <a:pt x="10076782" y="262012"/>
                  </a:lnTo>
                  <a:lnTo>
                    <a:pt x="10048165" y="228165"/>
                  </a:lnTo>
                  <a:lnTo>
                    <a:pt x="10017513" y="196297"/>
                  </a:lnTo>
                  <a:lnTo>
                    <a:pt x="9984940" y="166494"/>
                  </a:lnTo>
                  <a:lnTo>
                    <a:pt x="9950564" y="138845"/>
                  </a:lnTo>
                  <a:lnTo>
                    <a:pt x="9914500" y="113436"/>
                  </a:lnTo>
                  <a:lnTo>
                    <a:pt x="9876864" y="90355"/>
                  </a:lnTo>
                  <a:lnTo>
                    <a:pt x="9837773" y="69689"/>
                  </a:lnTo>
                  <a:lnTo>
                    <a:pt x="9797342" y="51527"/>
                  </a:lnTo>
                  <a:lnTo>
                    <a:pt x="9755687" y="35954"/>
                  </a:lnTo>
                  <a:lnTo>
                    <a:pt x="9712924" y="23058"/>
                  </a:lnTo>
                  <a:lnTo>
                    <a:pt x="9669170" y="12928"/>
                  </a:lnTo>
                  <a:lnTo>
                    <a:pt x="9624540" y="5650"/>
                  </a:lnTo>
                  <a:lnTo>
                    <a:pt x="9579150" y="1311"/>
                  </a:lnTo>
                  <a:lnTo>
                    <a:pt x="9533117" y="0"/>
                  </a:lnTo>
                  <a:close/>
                </a:path>
              </a:pathLst>
            </a:custGeom>
            <a:solidFill>
              <a:srgbClr val="065363"/>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7" name="object 7">
            <a:extLst>
              <a:ext uri="{FF2B5EF4-FFF2-40B4-BE49-F238E27FC236}">
                <a16:creationId xmlns:a16="http://schemas.microsoft.com/office/drawing/2014/main" id="{82D58DAC-78A5-76BC-89FC-A5B588AC9DD7}"/>
              </a:ext>
            </a:extLst>
          </p:cNvPr>
          <p:cNvSpPr txBox="1">
            <a:spLocks noGrp="1"/>
          </p:cNvSpPr>
          <p:nvPr>
            <p:ph type="body" idx="1"/>
          </p:nvPr>
        </p:nvSpPr>
        <p:spPr>
          <a:xfrm>
            <a:off x="-3356186" y="3000112"/>
            <a:ext cx="9269280" cy="1685949"/>
          </a:xfrm>
          <a:prstGeom prst="rect">
            <a:avLst/>
          </a:prstGeom>
        </p:spPr>
        <p:txBody>
          <a:bodyPr vert="horz" wrap="square" lIns="0" tIns="9627" rIns="0" bIns="0" rtlCol="0">
            <a:spAutoFit/>
          </a:bodyPr>
          <a:lstStyle/>
          <a:p>
            <a:pPr marL="3537701" marR="41973" algn="r" rtl="0">
              <a:lnSpc>
                <a:spcPct val="300000"/>
              </a:lnSpc>
              <a:spcBef>
                <a:spcPts val="364"/>
              </a:spcBef>
            </a:pPr>
            <a:r>
              <a:rPr lang="ar-EG" sz="1213" dirty="0">
                <a:solidFill>
                  <a:schemeClr val="bg1"/>
                </a:solidFill>
                <a:latin typeface="Neo Sans Arabic" panose="020B0504030504040204" pitchFamily="34" charset="-78"/>
                <a:cs typeface="Neo Sans Arabic" panose="020B0504030504040204" pitchFamily="34" charset="-78"/>
              </a:rPr>
              <a:t>تحديد دور وسائل التواصل الاجتماعي في تمثيل الهُوية الوطنية والدبلوماسية الرَّقْمية وتأثيرها.</a:t>
            </a:r>
          </a:p>
          <a:p>
            <a:pPr marL="3537701" marR="41973" algn="r" rtl="0">
              <a:lnSpc>
                <a:spcPct val="300000"/>
              </a:lnSpc>
              <a:spcBef>
                <a:spcPts val="364"/>
              </a:spcBef>
            </a:pPr>
            <a:r>
              <a:rPr lang="ar-EG" sz="1213" dirty="0">
                <a:solidFill>
                  <a:schemeClr val="bg1"/>
                </a:solidFill>
                <a:latin typeface="Neo Sans Arabic" panose="020B0504030504040204" pitchFamily="34" charset="-78"/>
                <a:cs typeface="Neo Sans Arabic" panose="020B0504030504040204" pitchFamily="34" charset="-78"/>
              </a:rPr>
              <a:t>شرح استراتيجيات الترويج للهُوية الوطنية عبر المنصات الرَّقْمية.</a:t>
            </a:r>
          </a:p>
          <a:p>
            <a:pPr marL="3537701" marR="41973" algn="r" rtl="0">
              <a:lnSpc>
                <a:spcPct val="300000"/>
              </a:lnSpc>
              <a:spcBef>
                <a:spcPts val="364"/>
              </a:spcBef>
            </a:pPr>
            <a:r>
              <a:rPr lang="ar-EG" sz="1213" dirty="0">
                <a:solidFill>
                  <a:schemeClr val="bg1"/>
                </a:solidFill>
                <a:latin typeface="Neo Sans Arabic" panose="020B0504030504040204" pitchFamily="34" charset="-78"/>
                <a:cs typeface="Neo Sans Arabic" panose="020B0504030504040204" pitchFamily="34" charset="-78"/>
              </a:rPr>
              <a:t>تعداد أمثلة على حملات وطنية ناجحة عبر وسائل التواصل الاجتماعي.</a:t>
            </a:r>
          </a:p>
        </p:txBody>
      </p:sp>
      <p:sp>
        <p:nvSpPr>
          <p:cNvPr id="11" name="TextBox 10">
            <a:extLst>
              <a:ext uri="{FF2B5EF4-FFF2-40B4-BE49-F238E27FC236}">
                <a16:creationId xmlns:a16="http://schemas.microsoft.com/office/drawing/2014/main" id="{3CBEE428-3B28-BA30-4334-86D6FFD46CE6}"/>
              </a:ext>
            </a:extLst>
          </p:cNvPr>
          <p:cNvSpPr txBox="1"/>
          <p:nvPr/>
        </p:nvSpPr>
        <p:spPr>
          <a:xfrm>
            <a:off x="1035404" y="2514187"/>
            <a:ext cx="4928596" cy="531492"/>
          </a:xfrm>
          <a:prstGeom prst="rect">
            <a:avLst/>
          </a:prstGeom>
          <a:noFill/>
        </p:spPr>
        <p:txBody>
          <a:bodyPr wrap="square" lIns="0" rIns="0" rtlCol="0" anchor="b">
            <a:spAutoFit/>
          </a:bodyPr>
          <a:lstStyle/>
          <a:p>
            <a:pPr marL="0" marR="0" lvl="0" indent="0" algn="r" defTabSz="554492" rtl="0" eaLnBrk="1" fontAlgn="auto" latinLnBrk="0" hangingPunct="1">
              <a:lnSpc>
                <a:spcPct val="200000"/>
              </a:lnSpc>
              <a:spcBef>
                <a:spcPts val="0"/>
              </a:spcBef>
              <a:spcAft>
                <a:spcPts val="0"/>
              </a:spcAft>
              <a:buClrTx/>
              <a:buSzTx/>
              <a:buFontTx/>
              <a:buNone/>
              <a:tabLst/>
              <a:defRPr/>
            </a:pPr>
            <a:r>
              <a:rPr kumimoji="0" lang="ar-EG" sz="1698" b="0" i="0" u="none" strike="noStrike" kern="0" cap="none" spc="0" normalizeH="0" baseline="0" noProof="0" dirty="0">
                <a:ln>
                  <a:noFill/>
                </a:ln>
                <a:solidFill>
                  <a:srgbClr val="33B9A0"/>
                </a:solidFill>
                <a:effectLst/>
                <a:uLnTx/>
                <a:uFillTx/>
                <a:latin typeface="Neo Sans Arabic" panose="020B0504030504040204" pitchFamily="34" charset="-78"/>
                <a:ea typeface="+mn-ea"/>
                <a:cs typeface="Neo Sans Arabic" panose="020B0504030504040204" pitchFamily="34" charset="-78"/>
              </a:rPr>
              <a:t>توظيف وسائل التواصل الاجتماعي للتمثيل الوطني</a:t>
            </a:r>
          </a:p>
        </p:txBody>
      </p:sp>
      <p:pic>
        <p:nvPicPr>
          <p:cNvPr id="14" name="Picture 13">
            <a:extLst>
              <a:ext uri="{FF2B5EF4-FFF2-40B4-BE49-F238E27FC236}">
                <a16:creationId xmlns:a16="http://schemas.microsoft.com/office/drawing/2014/main" id="{0A442D91-7D70-40D1-8441-C79B7E95BC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8416" y="3260503"/>
            <a:ext cx="138623" cy="175814"/>
          </a:xfrm>
          <a:prstGeom prst="rect">
            <a:avLst/>
          </a:prstGeom>
        </p:spPr>
      </p:pic>
      <p:pic>
        <p:nvPicPr>
          <p:cNvPr id="15" name="Picture 14">
            <a:extLst>
              <a:ext uri="{FF2B5EF4-FFF2-40B4-BE49-F238E27FC236}">
                <a16:creationId xmlns:a16="http://schemas.microsoft.com/office/drawing/2014/main" id="{48EC1403-A23E-CB97-F28F-09F6891E3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8416" y="3898105"/>
            <a:ext cx="138623" cy="175814"/>
          </a:xfrm>
          <a:prstGeom prst="rect">
            <a:avLst/>
          </a:prstGeom>
        </p:spPr>
      </p:pic>
      <p:pic>
        <p:nvPicPr>
          <p:cNvPr id="16" name="Picture 15">
            <a:extLst>
              <a:ext uri="{FF2B5EF4-FFF2-40B4-BE49-F238E27FC236}">
                <a16:creationId xmlns:a16="http://schemas.microsoft.com/office/drawing/2014/main" id="{756C134C-230B-02FA-494C-788C7B8115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8416" y="4482985"/>
            <a:ext cx="138623" cy="175814"/>
          </a:xfrm>
          <a:prstGeom prst="rect">
            <a:avLst/>
          </a:prstGeom>
        </p:spPr>
      </p:pic>
      <p:sp>
        <p:nvSpPr>
          <p:cNvPr id="25" name="TextBox 24">
            <a:extLst>
              <a:ext uri="{FF2B5EF4-FFF2-40B4-BE49-F238E27FC236}">
                <a16:creationId xmlns:a16="http://schemas.microsoft.com/office/drawing/2014/main" id="{7766EC37-82E3-DFB2-9B73-112B396F4551}"/>
              </a:ext>
            </a:extLst>
          </p:cNvPr>
          <p:cNvSpPr txBox="1"/>
          <p:nvPr/>
        </p:nvSpPr>
        <p:spPr>
          <a:xfrm>
            <a:off x="-1092368" y="1542163"/>
            <a:ext cx="6099423" cy="719684"/>
          </a:xfrm>
          <a:prstGeom prst="rect">
            <a:avLst/>
          </a:prstGeom>
          <a:noFill/>
        </p:spPr>
        <p:txBody>
          <a:bodyPr wrap="square">
            <a:spAutoFit/>
          </a:bodyPr>
          <a:lstStyle/>
          <a:p>
            <a:pPr marL="0" marR="0" lvl="0" indent="0" algn="r" defTabSz="554492" rtl="0" eaLnBrk="1" fontAlgn="auto" latinLnBrk="0" hangingPunct="1">
              <a:lnSpc>
                <a:spcPct val="200000"/>
              </a:lnSpc>
              <a:spcBef>
                <a:spcPts val="0"/>
              </a:spcBef>
              <a:spcAft>
                <a:spcPts val="0"/>
              </a:spcAft>
              <a:buClrTx/>
              <a:buSzTx/>
              <a:buFontTx/>
              <a:buNone/>
              <a:tabLst/>
              <a:defRPr/>
            </a:pPr>
            <a:r>
              <a:rPr kumimoji="0" lang="ar-EG" sz="2426" b="1" i="0" u="none" strike="noStrike" kern="0" cap="none" spc="0" normalizeH="0" baseline="0" noProof="0" dirty="0">
                <a:ln>
                  <a:noFill/>
                </a:ln>
                <a:solidFill>
                  <a:prstClr val="white"/>
                </a:solidFill>
                <a:effectLst/>
                <a:uLnTx/>
                <a:uFillTx/>
                <a:latin typeface="Neo Sans Arabic Bold" panose="020B0804030504040204" pitchFamily="34" charset="-78"/>
                <a:cs typeface="Neo Sans Arabic Bold" panose="020B0804030504040204" pitchFamily="34" charset="-78"/>
              </a:rPr>
              <a:t>المحور الثاني</a:t>
            </a:r>
            <a:endParaRPr kumimoji="0" lang="en-GB" sz="2426" b="1" i="0" u="none" strike="noStrike" kern="0" cap="none" spc="0" normalizeH="0" baseline="0" noProof="0" dirty="0">
              <a:ln>
                <a:noFill/>
              </a:ln>
              <a:solidFill>
                <a:prstClr val="white"/>
              </a:solidFill>
              <a:effectLst/>
              <a:uLnTx/>
              <a:uFillTx/>
              <a:latin typeface="Neo Sans Arabic Bold" panose="020B0804030504040204" pitchFamily="34" charset="-78"/>
              <a:cs typeface="Neo Sans Arabic Bold" panose="020B0804030504040204" pitchFamily="34" charset="-78"/>
            </a:endParaRPr>
          </a:p>
        </p:txBody>
      </p:sp>
      <p:grpSp>
        <p:nvGrpSpPr>
          <p:cNvPr id="26" name="Group 25">
            <a:extLst>
              <a:ext uri="{FF2B5EF4-FFF2-40B4-BE49-F238E27FC236}">
                <a16:creationId xmlns:a16="http://schemas.microsoft.com/office/drawing/2014/main" id="{42D03FE5-6798-28A9-77AA-B82572B29427}"/>
              </a:ext>
            </a:extLst>
          </p:cNvPr>
          <p:cNvGrpSpPr/>
          <p:nvPr/>
        </p:nvGrpSpPr>
        <p:grpSpPr>
          <a:xfrm>
            <a:off x="5207959" y="1652696"/>
            <a:ext cx="587035" cy="824982"/>
            <a:chOff x="8587604" y="2725417"/>
            <a:chExt cx="968064" cy="1360457"/>
          </a:xfrm>
        </p:grpSpPr>
        <p:sp>
          <p:nvSpPr>
            <p:cNvPr id="27" name="Google Shape;180;p8">
              <a:extLst>
                <a:ext uri="{FF2B5EF4-FFF2-40B4-BE49-F238E27FC236}">
                  <a16:creationId xmlns:a16="http://schemas.microsoft.com/office/drawing/2014/main" id="{B8A4BD92-7772-615A-D93B-B84CC6A83FEA}"/>
                </a:ext>
              </a:extLst>
            </p:cNvPr>
            <p:cNvSpPr/>
            <p:nvPr/>
          </p:nvSpPr>
          <p:spPr>
            <a:xfrm>
              <a:off x="9074893" y="3381024"/>
              <a:ext cx="462915" cy="704850"/>
            </a:xfrm>
            <a:custGeom>
              <a:avLst/>
              <a:gdLst/>
              <a:ahLst/>
              <a:cxnLst/>
              <a:rect l="l" t="t" r="r" b="b"/>
              <a:pathLst>
                <a:path w="462915" h="704850" extrusionOk="0">
                  <a:moveTo>
                    <a:pt x="62959" y="0"/>
                  </a:moveTo>
                  <a:lnTo>
                    <a:pt x="32212" y="8931"/>
                  </a:lnTo>
                  <a:lnTo>
                    <a:pt x="9984" y="31899"/>
                  </a:lnTo>
                  <a:lnTo>
                    <a:pt x="251" y="66502"/>
                  </a:lnTo>
                  <a:lnTo>
                    <a:pt x="0" y="71151"/>
                  </a:lnTo>
                  <a:lnTo>
                    <a:pt x="178" y="75821"/>
                  </a:lnTo>
                  <a:lnTo>
                    <a:pt x="753" y="657458"/>
                  </a:lnTo>
                  <a:lnTo>
                    <a:pt x="4361" y="676412"/>
                  </a:lnTo>
                  <a:lnTo>
                    <a:pt x="13313" y="691114"/>
                  </a:lnTo>
                  <a:lnTo>
                    <a:pt x="26922" y="700825"/>
                  </a:lnTo>
                  <a:lnTo>
                    <a:pt x="44501" y="704807"/>
                  </a:lnTo>
                  <a:lnTo>
                    <a:pt x="62302" y="702402"/>
                  </a:lnTo>
                  <a:lnTo>
                    <a:pt x="91871" y="661343"/>
                  </a:lnTo>
                  <a:lnTo>
                    <a:pt x="131482" y="254224"/>
                  </a:lnTo>
                  <a:lnTo>
                    <a:pt x="137985" y="191776"/>
                  </a:lnTo>
                  <a:lnTo>
                    <a:pt x="147231" y="190833"/>
                  </a:lnTo>
                  <a:lnTo>
                    <a:pt x="153052" y="194687"/>
                  </a:lnTo>
                  <a:lnTo>
                    <a:pt x="400029" y="290904"/>
                  </a:lnTo>
                  <a:lnTo>
                    <a:pt x="406448" y="292422"/>
                  </a:lnTo>
                  <a:lnTo>
                    <a:pt x="422182" y="293429"/>
                  </a:lnTo>
                  <a:lnTo>
                    <a:pt x="436799" y="289321"/>
                  </a:lnTo>
                  <a:lnTo>
                    <a:pt x="449157" y="280688"/>
                  </a:lnTo>
                  <a:lnTo>
                    <a:pt x="458111" y="268119"/>
                  </a:lnTo>
                  <a:lnTo>
                    <a:pt x="462447" y="253128"/>
                  </a:lnTo>
                  <a:lnTo>
                    <a:pt x="461586" y="238112"/>
                  </a:lnTo>
                  <a:lnTo>
                    <a:pt x="455745" y="224183"/>
                  </a:lnTo>
                  <a:lnTo>
                    <a:pt x="445138" y="212456"/>
                  </a:lnTo>
                  <a:lnTo>
                    <a:pt x="440489" y="208760"/>
                  </a:lnTo>
                  <a:lnTo>
                    <a:pt x="435159" y="205880"/>
                  </a:lnTo>
                  <a:lnTo>
                    <a:pt x="103672" y="9980"/>
                  </a:lnTo>
                  <a:lnTo>
                    <a:pt x="98248" y="7509"/>
                  </a:lnTo>
                  <a:lnTo>
                    <a:pt x="62959" y="0"/>
                  </a:lnTo>
                  <a:close/>
                </a:path>
              </a:pathLst>
            </a:custGeom>
            <a:solidFill>
              <a:srgbClr val="33B9A0"/>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 name="Google Shape;181;p8">
              <a:extLst>
                <a:ext uri="{FF2B5EF4-FFF2-40B4-BE49-F238E27FC236}">
                  <a16:creationId xmlns:a16="http://schemas.microsoft.com/office/drawing/2014/main" id="{AC506C3A-2F81-EB82-81AE-4E71F7DD010F}"/>
                </a:ext>
              </a:extLst>
            </p:cNvPr>
            <p:cNvSpPr/>
            <p:nvPr/>
          </p:nvSpPr>
          <p:spPr>
            <a:xfrm>
              <a:off x="9075609" y="2725417"/>
              <a:ext cx="480059" cy="546735"/>
            </a:xfrm>
            <a:custGeom>
              <a:avLst/>
              <a:gdLst/>
              <a:ahLst/>
              <a:cxnLst/>
              <a:rect l="l" t="t" r="r" b="b"/>
              <a:pathLst>
                <a:path w="480059" h="546735" extrusionOk="0">
                  <a:moveTo>
                    <a:pt x="48260" y="0"/>
                  </a:moveTo>
                  <a:lnTo>
                    <a:pt x="8696" y="18688"/>
                  </a:lnTo>
                  <a:lnTo>
                    <a:pt x="0" y="40962"/>
                  </a:lnTo>
                  <a:lnTo>
                    <a:pt x="198" y="107707"/>
                  </a:lnTo>
                  <a:lnTo>
                    <a:pt x="660" y="158039"/>
                  </a:lnTo>
                  <a:lnTo>
                    <a:pt x="834" y="207417"/>
                  </a:lnTo>
                  <a:lnTo>
                    <a:pt x="94" y="255363"/>
                  </a:lnTo>
                  <a:lnTo>
                    <a:pt x="94" y="462059"/>
                  </a:lnTo>
                  <a:lnTo>
                    <a:pt x="7343" y="507388"/>
                  </a:lnTo>
                  <a:lnTo>
                    <a:pt x="50040" y="543177"/>
                  </a:lnTo>
                  <a:lnTo>
                    <a:pt x="64470" y="546206"/>
                  </a:lnTo>
                  <a:lnTo>
                    <a:pt x="78510" y="545779"/>
                  </a:lnTo>
                  <a:lnTo>
                    <a:pt x="427714" y="389398"/>
                  </a:lnTo>
                  <a:lnTo>
                    <a:pt x="466822" y="367398"/>
                  </a:lnTo>
                  <a:lnTo>
                    <a:pt x="479564" y="338121"/>
                  </a:lnTo>
                  <a:lnTo>
                    <a:pt x="477053" y="321183"/>
                  </a:lnTo>
                  <a:lnTo>
                    <a:pt x="441997" y="292074"/>
                  </a:lnTo>
                  <a:lnTo>
                    <a:pt x="415254" y="294221"/>
                  </a:lnTo>
                  <a:lnTo>
                    <a:pt x="155178" y="365884"/>
                  </a:lnTo>
                  <a:lnTo>
                    <a:pt x="144009" y="368632"/>
                  </a:lnTo>
                  <a:lnTo>
                    <a:pt x="137841" y="368109"/>
                  </a:lnTo>
                  <a:lnTo>
                    <a:pt x="134755" y="362992"/>
                  </a:lnTo>
                  <a:lnTo>
                    <a:pt x="132833" y="351957"/>
                  </a:lnTo>
                  <a:lnTo>
                    <a:pt x="126655" y="306528"/>
                  </a:lnTo>
                  <a:lnTo>
                    <a:pt x="93573" y="58039"/>
                  </a:lnTo>
                  <a:lnTo>
                    <a:pt x="90217" y="35873"/>
                  </a:lnTo>
                  <a:lnTo>
                    <a:pt x="85151" y="21595"/>
                  </a:lnTo>
                  <a:lnTo>
                    <a:pt x="75741" y="10405"/>
                  </a:lnTo>
                  <a:lnTo>
                    <a:pt x="63079" y="2981"/>
                  </a:lnTo>
                  <a:lnTo>
                    <a:pt x="48260" y="0"/>
                  </a:lnTo>
                  <a:close/>
                </a:path>
              </a:pathLst>
            </a:custGeom>
            <a:solidFill>
              <a:srgbClr val="33B9A0"/>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 name="Google Shape;182;p8">
              <a:extLst>
                <a:ext uri="{FF2B5EF4-FFF2-40B4-BE49-F238E27FC236}">
                  <a16:creationId xmlns:a16="http://schemas.microsoft.com/office/drawing/2014/main" id="{019D0DAA-BEFC-C37A-E7AA-45219F6F14E6}"/>
                </a:ext>
              </a:extLst>
            </p:cNvPr>
            <p:cNvSpPr/>
            <p:nvPr/>
          </p:nvSpPr>
          <p:spPr>
            <a:xfrm>
              <a:off x="8587604" y="3027208"/>
              <a:ext cx="436880" cy="562610"/>
            </a:xfrm>
            <a:custGeom>
              <a:avLst/>
              <a:gdLst/>
              <a:ahLst/>
              <a:cxnLst/>
              <a:rect l="l" t="t" r="r" b="b"/>
              <a:pathLst>
                <a:path w="436880" h="562609" extrusionOk="0">
                  <a:moveTo>
                    <a:pt x="48172" y="0"/>
                  </a:moveTo>
                  <a:lnTo>
                    <a:pt x="33702" y="4943"/>
                  </a:lnTo>
                  <a:lnTo>
                    <a:pt x="21202" y="15178"/>
                  </a:lnTo>
                  <a:lnTo>
                    <a:pt x="12969" y="28783"/>
                  </a:lnTo>
                  <a:lnTo>
                    <a:pt x="10092" y="43901"/>
                  </a:lnTo>
                  <a:lnTo>
                    <a:pt x="12626" y="59304"/>
                  </a:lnTo>
                  <a:lnTo>
                    <a:pt x="20626" y="73763"/>
                  </a:lnTo>
                  <a:lnTo>
                    <a:pt x="24741" y="78957"/>
                  </a:lnTo>
                  <a:lnTo>
                    <a:pt x="29631" y="83564"/>
                  </a:lnTo>
                  <a:lnTo>
                    <a:pt x="225845" y="278029"/>
                  </a:lnTo>
                  <a:lnTo>
                    <a:pt x="241153" y="293704"/>
                  </a:lnTo>
                  <a:lnTo>
                    <a:pt x="240462" y="297630"/>
                  </a:lnTo>
                  <a:lnTo>
                    <a:pt x="229290" y="307588"/>
                  </a:lnTo>
                  <a:lnTo>
                    <a:pt x="56315" y="450347"/>
                  </a:lnTo>
                  <a:lnTo>
                    <a:pt x="34892" y="468296"/>
                  </a:lnTo>
                  <a:lnTo>
                    <a:pt x="13799" y="486619"/>
                  </a:lnTo>
                  <a:lnTo>
                    <a:pt x="4096" y="499263"/>
                  </a:lnTo>
                  <a:lnTo>
                    <a:pt x="0" y="513849"/>
                  </a:lnTo>
                  <a:lnTo>
                    <a:pt x="1331" y="528906"/>
                  </a:lnTo>
                  <a:lnTo>
                    <a:pt x="7914" y="542963"/>
                  </a:lnTo>
                  <a:lnTo>
                    <a:pt x="18900" y="554220"/>
                  </a:lnTo>
                  <a:lnTo>
                    <a:pt x="32366" y="560874"/>
                  </a:lnTo>
                  <a:lnTo>
                    <a:pt x="47273" y="562541"/>
                  </a:lnTo>
                  <a:lnTo>
                    <a:pt x="62583" y="558837"/>
                  </a:lnTo>
                  <a:lnTo>
                    <a:pt x="396080" y="365974"/>
                  </a:lnTo>
                  <a:lnTo>
                    <a:pt x="425010" y="339061"/>
                  </a:lnTo>
                  <a:lnTo>
                    <a:pt x="436278" y="301295"/>
                  </a:lnTo>
                  <a:lnTo>
                    <a:pt x="433457" y="283755"/>
                  </a:lnTo>
                  <a:lnTo>
                    <a:pt x="404646" y="241821"/>
                  </a:lnTo>
                  <a:lnTo>
                    <a:pt x="112520" y="30788"/>
                  </a:lnTo>
                  <a:lnTo>
                    <a:pt x="78928" y="7430"/>
                  </a:lnTo>
                  <a:lnTo>
                    <a:pt x="63588" y="708"/>
                  </a:lnTo>
                  <a:lnTo>
                    <a:pt x="48172" y="0"/>
                  </a:lnTo>
                  <a:close/>
                </a:path>
              </a:pathLst>
            </a:custGeom>
            <a:solidFill>
              <a:srgbClr val="33B9A0"/>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grpSp>
    </p:spTree>
    <p:extLst>
      <p:ext uri="{BB962C8B-B14F-4D97-AF65-F5344CB8AC3E}">
        <p14:creationId xmlns:p14="http://schemas.microsoft.com/office/powerpoint/2010/main" val="1532180263"/>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5637A-05F8-7F36-22F1-9F82F3976F61}"/>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D467AF83-3EF9-1EE4-1EEF-4ECFE0AFCE31}"/>
              </a:ext>
            </a:extLst>
          </p:cNvPr>
          <p:cNvGrpSpPr/>
          <p:nvPr/>
        </p:nvGrpSpPr>
        <p:grpSpPr>
          <a:xfrm flipH="1">
            <a:off x="-2149823" y="5047844"/>
            <a:ext cx="4012757" cy="2806736"/>
            <a:chOff x="13503008" y="6696033"/>
            <a:chExt cx="6617334" cy="4628515"/>
          </a:xfrm>
        </p:grpSpPr>
        <p:sp>
          <p:nvSpPr>
            <p:cNvPr id="4" name="object 4">
              <a:extLst>
                <a:ext uri="{FF2B5EF4-FFF2-40B4-BE49-F238E27FC236}">
                  <a16:creationId xmlns:a16="http://schemas.microsoft.com/office/drawing/2014/main" id="{29D7EBEB-D596-8CCD-19DA-3CEE56B00E76}"/>
                </a:ext>
              </a:extLst>
            </p:cNvPr>
            <p:cNvSpPr/>
            <p:nvPr/>
          </p:nvSpPr>
          <p:spPr>
            <a:xfrm>
              <a:off x="14546481" y="8567806"/>
              <a:ext cx="5294630" cy="2741295"/>
            </a:xfrm>
            <a:custGeom>
              <a:avLst/>
              <a:gdLst/>
              <a:ahLst/>
              <a:cxnLst/>
              <a:rect l="l" t="t" r="r" b="b"/>
              <a:pathLst>
                <a:path w="5294630" h="2741295">
                  <a:moveTo>
                    <a:pt x="1607" y="2740750"/>
                  </a:moveTo>
                  <a:lnTo>
                    <a:pt x="1578" y="2693255"/>
                  </a:lnTo>
                  <a:lnTo>
                    <a:pt x="1546" y="2642667"/>
                  </a:lnTo>
                  <a:lnTo>
                    <a:pt x="1515" y="2592078"/>
                  </a:lnTo>
                  <a:lnTo>
                    <a:pt x="1484" y="2541490"/>
                  </a:lnTo>
                  <a:lnTo>
                    <a:pt x="1453" y="2490902"/>
                  </a:lnTo>
                  <a:lnTo>
                    <a:pt x="1422" y="2440314"/>
                  </a:lnTo>
                  <a:lnTo>
                    <a:pt x="1391" y="2389725"/>
                  </a:lnTo>
                  <a:lnTo>
                    <a:pt x="1360" y="2339137"/>
                  </a:lnTo>
                  <a:lnTo>
                    <a:pt x="1329" y="2288549"/>
                  </a:lnTo>
                  <a:lnTo>
                    <a:pt x="1298" y="2237961"/>
                  </a:lnTo>
                  <a:lnTo>
                    <a:pt x="1267" y="2187373"/>
                  </a:lnTo>
                  <a:lnTo>
                    <a:pt x="1236" y="2136784"/>
                  </a:lnTo>
                  <a:lnTo>
                    <a:pt x="1205" y="2086196"/>
                  </a:lnTo>
                  <a:lnTo>
                    <a:pt x="1174" y="2035608"/>
                  </a:lnTo>
                  <a:lnTo>
                    <a:pt x="1143" y="1985020"/>
                  </a:lnTo>
                  <a:lnTo>
                    <a:pt x="1112" y="1934431"/>
                  </a:lnTo>
                  <a:lnTo>
                    <a:pt x="1081" y="1883843"/>
                  </a:lnTo>
                  <a:lnTo>
                    <a:pt x="1050" y="1833255"/>
                  </a:lnTo>
                  <a:lnTo>
                    <a:pt x="1019" y="1782667"/>
                  </a:lnTo>
                  <a:lnTo>
                    <a:pt x="989" y="1732078"/>
                  </a:lnTo>
                  <a:lnTo>
                    <a:pt x="958" y="1681490"/>
                  </a:lnTo>
                  <a:lnTo>
                    <a:pt x="927" y="1630902"/>
                  </a:lnTo>
                  <a:lnTo>
                    <a:pt x="896" y="1580314"/>
                  </a:lnTo>
                  <a:lnTo>
                    <a:pt x="865" y="1529725"/>
                  </a:lnTo>
                  <a:lnTo>
                    <a:pt x="834" y="1479137"/>
                  </a:lnTo>
                  <a:lnTo>
                    <a:pt x="803" y="1428549"/>
                  </a:lnTo>
                  <a:lnTo>
                    <a:pt x="772" y="1377961"/>
                  </a:lnTo>
                  <a:lnTo>
                    <a:pt x="741" y="1327372"/>
                  </a:lnTo>
                  <a:lnTo>
                    <a:pt x="711" y="1276784"/>
                  </a:lnTo>
                  <a:lnTo>
                    <a:pt x="680" y="1226196"/>
                  </a:lnTo>
                  <a:lnTo>
                    <a:pt x="649" y="1175608"/>
                  </a:lnTo>
                  <a:lnTo>
                    <a:pt x="618" y="1125019"/>
                  </a:lnTo>
                  <a:lnTo>
                    <a:pt x="587" y="1074431"/>
                  </a:lnTo>
                  <a:lnTo>
                    <a:pt x="557" y="1023843"/>
                  </a:lnTo>
                  <a:lnTo>
                    <a:pt x="526" y="973255"/>
                  </a:ln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7"/>
                  </a:lnTo>
                  <a:lnTo>
                    <a:pt x="819942" y="62471"/>
                  </a:lnTo>
                  <a:lnTo>
                    <a:pt x="865232" y="84829"/>
                  </a:lnTo>
                  <a:lnTo>
                    <a:pt x="909518" y="109679"/>
                  </a:lnTo>
                  <a:lnTo>
                    <a:pt x="951803" y="134689"/>
                  </a:lnTo>
                  <a:lnTo>
                    <a:pt x="998084" y="162110"/>
                  </a:lnTo>
                  <a:lnTo>
                    <a:pt x="1048239" y="191871"/>
                  </a:lnTo>
                  <a:lnTo>
                    <a:pt x="1102147" y="223898"/>
                  </a:lnTo>
                  <a:lnTo>
                    <a:pt x="1159688" y="258119"/>
                  </a:lnTo>
                  <a:lnTo>
                    <a:pt x="1220738" y="294461"/>
                  </a:lnTo>
                  <a:lnTo>
                    <a:pt x="1285178" y="332852"/>
                  </a:lnTo>
                  <a:lnTo>
                    <a:pt x="1318631" y="352792"/>
                  </a:lnTo>
                  <a:lnTo>
                    <a:pt x="1352885" y="373218"/>
                  </a:lnTo>
                  <a:lnTo>
                    <a:pt x="1387927" y="394119"/>
                  </a:lnTo>
                  <a:lnTo>
                    <a:pt x="1423739" y="415487"/>
                  </a:lnTo>
                  <a:lnTo>
                    <a:pt x="1460308" y="437312"/>
                  </a:lnTo>
                  <a:lnTo>
                    <a:pt x="1497618" y="459586"/>
                  </a:lnTo>
                  <a:lnTo>
                    <a:pt x="1535655" y="482299"/>
                  </a:lnTo>
                  <a:lnTo>
                    <a:pt x="1574402" y="505443"/>
                  </a:lnTo>
                  <a:lnTo>
                    <a:pt x="1613844" y="529007"/>
                  </a:lnTo>
                  <a:lnTo>
                    <a:pt x="1653967" y="552984"/>
                  </a:lnTo>
                  <a:lnTo>
                    <a:pt x="1694756" y="577364"/>
                  </a:lnTo>
                  <a:lnTo>
                    <a:pt x="1736194" y="602138"/>
                  </a:lnTo>
                  <a:lnTo>
                    <a:pt x="1778268" y="627296"/>
                  </a:lnTo>
                  <a:lnTo>
                    <a:pt x="1820961" y="652831"/>
                  </a:lnTo>
                  <a:lnTo>
                    <a:pt x="1864259" y="678732"/>
                  </a:lnTo>
                  <a:lnTo>
                    <a:pt x="1908147" y="704990"/>
                  </a:lnTo>
                  <a:lnTo>
                    <a:pt x="1952609" y="731597"/>
                  </a:lnTo>
                  <a:lnTo>
                    <a:pt x="1997630" y="758544"/>
                  </a:lnTo>
                  <a:lnTo>
                    <a:pt x="2043195" y="785821"/>
                  </a:lnTo>
                  <a:lnTo>
                    <a:pt x="2089289" y="813419"/>
                  </a:lnTo>
                  <a:lnTo>
                    <a:pt x="2135897" y="841329"/>
                  </a:lnTo>
                  <a:lnTo>
                    <a:pt x="2183003" y="869542"/>
                  </a:lnTo>
                  <a:lnTo>
                    <a:pt x="2230593" y="898049"/>
                  </a:lnTo>
                  <a:lnTo>
                    <a:pt x="2278650" y="926841"/>
                  </a:lnTo>
                  <a:lnTo>
                    <a:pt x="2327161" y="955908"/>
                  </a:lnTo>
                  <a:lnTo>
                    <a:pt x="2376110" y="985243"/>
                  </a:lnTo>
                  <a:lnTo>
                    <a:pt x="2425481" y="1014835"/>
                  </a:lnTo>
                  <a:lnTo>
                    <a:pt x="2475260" y="1044675"/>
                  </a:lnTo>
                  <a:lnTo>
                    <a:pt x="2525431" y="1074755"/>
                  </a:lnTo>
                  <a:lnTo>
                    <a:pt x="2575980" y="1105065"/>
                  </a:lnTo>
                  <a:lnTo>
                    <a:pt x="2626890" y="1135597"/>
                  </a:lnTo>
                  <a:lnTo>
                    <a:pt x="2678148" y="1166340"/>
                  </a:lnTo>
                  <a:lnTo>
                    <a:pt x="2729737" y="1197287"/>
                  </a:lnTo>
                  <a:lnTo>
                    <a:pt x="2781643" y="1228427"/>
                  </a:lnTo>
                  <a:lnTo>
                    <a:pt x="2833850" y="1259753"/>
                  </a:lnTo>
                  <a:lnTo>
                    <a:pt x="2886343" y="1291254"/>
                  </a:lnTo>
                  <a:lnTo>
                    <a:pt x="2939108" y="1322922"/>
                  </a:lnTo>
                  <a:lnTo>
                    <a:pt x="2992128" y="1354747"/>
                  </a:lnTo>
                  <a:lnTo>
                    <a:pt x="3045389" y="1386722"/>
                  </a:lnTo>
                  <a:lnTo>
                    <a:pt x="3098876" y="1418835"/>
                  </a:lnTo>
                  <a:lnTo>
                    <a:pt x="3152573" y="1451079"/>
                  </a:lnTo>
                  <a:lnTo>
                    <a:pt x="3206465" y="1483444"/>
                  </a:lnTo>
                  <a:lnTo>
                    <a:pt x="3260538" y="1515921"/>
                  </a:lnTo>
                  <a:lnTo>
                    <a:pt x="3314775" y="1548501"/>
                  </a:lnTo>
                  <a:lnTo>
                    <a:pt x="3369162" y="1581176"/>
                  </a:lnTo>
                  <a:lnTo>
                    <a:pt x="3423684" y="1613935"/>
                  </a:lnTo>
                  <a:lnTo>
                    <a:pt x="3478325" y="1646770"/>
                  </a:lnTo>
                  <a:lnTo>
                    <a:pt x="3533071" y="1679671"/>
                  </a:lnTo>
                  <a:lnTo>
                    <a:pt x="3587905" y="1712631"/>
                  </a:lnTo>
                  <a:lnTo>
                    <a:pt x="3642814" y="1745639"/>
                  </a:lnTo>
                  <a:lnTo>
                    <a:pt x="3697781" y="1778686"/>
                  </a:lnTo>
                  <a:lnTo>
                    <a:pt x="3752792" y="1811764"/>
                  </a:lnTo>
                  <a:lnTo>
                    <a:pt x="3807832" y="1844862"/>
                  </a:lnTo>
                  <a:lnTo>
                    <a:pt x="3862884" y="1877973"/>
                  </a:lnTo>
                  <a:lnTo>
                    <a:pt x="3917935" y="1911088"/>
                  </a:lnTo>
                  <a:lnTo>
                    <a:pt x="3972969" y="1944196"/>
                  </a:lnTo>
                  <a:lnTo>
                    <a:pt x="4027971" y="1977289"/>
                  </a:lnTo>
                  <a:lnTo>
                    <a:pt x="4082925" y="2010358"/>
                  </a:lnTo>
                  <a:lnTo>
                    <a:pt x="4137817" y="2043393"/>
                  </a:lnTo>
                  <a:lnTo>
                    <a:pt x="4192631" y="2076387"/>
                  </a:lnTo>
                  <a:lnTo>
                    <a:pt x="4247352" y="2109328"/>
                  </a:lnTo>
                  <a:lnTo>
                    <a:pt x="4301965" y="2142210"/>
                  </a:lnTo>
                  <a:lnTo>
                    <a:pt x="4356455" y="2175021"/>
                  </a:lnTo>
                  <a:lnTo>
                    <a:pt x="4410807" y="2207754"/>
                  </a:lnTo>
                  <a:lnTo>
                    <a:pt x="4465005" y="2240399"/>
                  </a:lnTo>
                  <a:lnTo>
                    <a:pt x="4519035" y="2272948"/>
                  </a:lnTo>
                  <a:lnTo>
                    <a:pt x="4572881" y="2305390"/>
                  </a:lnTo>
                  <a:lnTo>
                    <a:pt x="4626527" y="2337717"/>
                  </a:lnTo>
                  <a:lnTo>
                    <a:pt x="4679960" y="2369920"/>
                  </a:lnTo>
                  <a:lnTo>
                    <a:pt x="4733163" y="2401990"/>
                  </a:lnTo>
                  <a:lnTo>
                    <a:pt x="4786122" y="2433917"/>
                  </a:lnTo>
                  <a:lnTo>
                    <a:pt x="4838821" y="2465693"/>
                  </a:lnTo>
                  <a:lnTo>
                    <a:pt x="4891245" y="2497309"/>
                  </a:lnTo>
                  <a:lnTo>
                    <a:pt x="4943380" y="2528755"/>
                  </a:lnTo>
                  <a:lnTo>
                    <a:pt x="4995209" y="2560022"/>
                  </a:lnTo>
                  <a:lnTo>
                    <a:pt x="5046718" y="2591101"/>
                  </a:lnTo>
                  <a:lnTo>
                    <a:pt x="5097891" y="2621984"/>
                  </a:lnTo>
                  <a:lnTo>
                    <a:pt x="5148714" y="2652660"/>
                  </a:lnTo>
                  <a:lnTo>
                    <a:pt x="5199171" y="2683122"/>
                  </a:lnTo>
                  <a:lnTo>
                    <a:pt x="5249247" y="2713359"/>
                  </a:lnTo>
                  <a:lnTo>
                    <a:pt x="5294600" y="2740750"/>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 name="object 5">
              <a:extLst>
                <a:ext uri="{FF2B5EF4-FFF2-40B4-BE49-F238E27FC236}">
                  <a16:creationId xmlns:a16="http://schemas.microsoft.com/office/drawing/2014/main" id="{E4163E75-EFA1-EC75-782C-6FA394F380B0}"/>
                </a:ext>
              </a:extLst>
            </p:cNvPr>
            <p:cNvSpPr/>
            <p:nvPr/>
          </p:nvSpPr>
          <p:spPr>
            <a:xfrm>
              <a:off x="15400194" y="10328593"/>
              <a:ext cx="2305050" cy="980440"/>
            </a:xfrm>
            <a:custGeom>
              <a:avLst/>
              <a:gdLst/>
              <a:ahLst/>
              <a:cxnLst/>
              <a:rect l="l" t="t" r="r" b="b"/>
              <a:pathLst>
                <a:path w="2305050" h="980440">
                  <a:moveTo>
                    <a:pt x="530" y="979963"/>
                  </a:move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6"/>
                  </a:lnTo>
                  <a:lnTo>
                    <a:pt x="819942" y="62467"/>
                  </a:lnTo>
                  <a:lnTo>
                    <a:pt x="865232" y="84825"/>
                  </a:lnTo>
                  <a:lnTo>
                    <a:pt x="909518" y="109679"/>
                  </a:lnTo>
                  <a:lnTo>
                    <a:pt x="974681" y="148396"/>
                  </a:lnTo>
                  <a:lnTo>
                    <a:pt x="1008373" y="168569"/>
                  </a:lnTo>
                  <a:lnTo>
                    <a:pt x="1042782" y="189267"/>
                  </a:lnTo>
                  <a:lnTo>
                    <a:pt x="1077889" y="210478"/>
                  </a:lnTo>
                  <a:lnTo>
                    <a:pt x="1113677" y="232187"/>
                  </a:lnTo>
                  <a:lnTo>
                    <a:pt x="1150128" y="254383"/>
                  </a:lnTo>
                  <a:lnTo>
                    <a:pt x="1187224" y="277051"/>
                  </a:lnTo>
                  <a:lnTo>
                    <a:pt x="1224948" y="300179"/>
                  </a:lnTo>
                  <a:lnTo>
                    <a:pt x="1263280" y="323754"/>
                  </a:lnTo>
                  <a:lnTo>
                    <a:pt x="1302203" y="347762"/>
                  </a:lnTo>
                  <a:lnTo>
                    <a:pt x="1341700" y="372190"/>
                  </a:lnTo>
                  <a:lnTo>
                    <a:pt x="1381752" y="397025"/>
                  </a:lnTo>
                  <a:lnTo>
                    <a:pt x="1422342" y="422255"/>
                  </a:lnTo>
                  <a:lnTo>
                    <a:pt x="1463451" y="447864"/>
                  </a:lnTo>
                  <a:lnTo>
                    <a:pt x="1505062" y="473842"/>
                  </a:lnTo>
                  <a:lnTo>
                    <a:pt x="1547157" y="500174"/>
                  </a:lnTo>
                  <a:lnTo>
                    <a:pt x="1589718" y="526847"/>
                  </a:lnTo>
                  <a:lnTo>
                    <a:pt x="1632726" y="553848"/>
                  </a:lnTo>
                  <a:lnTo>
                    <a:pt x="1676165" y="581165"/>
                  </a:lnTo>
                  <a:lnTo>
                    <a:pt x="1720016" y="608783"/>
                  </a:lnTo>
                  <a:lnTo>
                    <a:pt x="1764262" y="636690"/>
                  </a:lnTo>
                  <a:lnTo>
                    <a:pt x="1808883" y="664872"/>
                  </a:lnTo>
                  <a:lnTo>
                    <a:pt x="1853863" y="693317"/>
                  </a:lnTo>
                  <a:lnTo>
                    <a:pt x="1899184" y="722011"/>
                  </a:lnTo>
                  <a:lnTo>
                    <a:pt x="1944828" y="750941"/>
                  </a:lnTo>
                  <a:lnTo>
                    <a:pt x="1990776" y="780094"/>
                  </a:lnTo>
                  <a:lnTo>
                    <a:pt x="2037011" y="809457"/>
                  </a:lnTo>
                  <a:lnTo>
                    <a:pt x="2083515" y="839017"/>
                  </a:lnTo>
                  <a:lnTo>
                    <a:pt x="2130270" y="868760"/>
                  </a:lnTo>
                  <a:lnTo>
                    <a:pt x="2177258" y="898673"/>
                  </a:lnTo>
                  <a:lnTo>
                    <a:pt x="2224461" y="928744"/>
                  </a:lnTo>
                  <a:lnTo>
                    <a:pt x="2271862" y="958958"/>
                  </a:lnTo>
                  <a:lnTo>
                    <a:pt x="2304796" y="979963"/>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object 6">
              <a:extLst>
                <a:ext uri="{FF2B5EF4-FFF2-40B4-BE49-F238E27FC236}">
                  <a16:creationId xmlns:a16="http://schemas.microsoft.com/office/drawing/2014/main" id="{4C425F52-70B4-C8D0-7397-ED8144283FC4}"/>
                </a:ext>
              </a:extLst>
            </p:cNvPr>
            <p:cNvSpPr/>
            <p:nvPr/>
          </p:nvSpPr>
          <p:spPr>
            <a:xfrm>
              <a:off x="13518714" y="6711740"/>
              <a:ext cx="6585584" cy="4597400"/>
            </a:xfrm>
            <a:custGeom>
              <a:avLst/>
              <a:gdLst/>
              <a:ahLst/>
              <a:cxnLst/>
              <a:rect l="l" t="t" r="r" b="b"/>
              <a:pathLst>
                <a:path w="6585584" h="4597400">
                  <a:moveTo>
                    <a:pt x="2738" y="4596816"/>
                  </a:moveTo>
                  <a:lnTo>
                    <a:pt x="2688" y="4516366"/>
                  </a:lnTo>
                  <a:lnTo>
                    <a:pt x="2657" y="4465724"/>
                  </a:lnTo>
                  <a:lnTo>
                    <a:pt x="2625" y="4415083"/>
                  </a:lnTo>
                  <a:lnTo>
                    <a:pt x="2594" y="4364441"/>
                  </a:lnTo>
                  <a:lnTo>
                    <a:pt x="2562" y="4313800"/>
                  </a:lnTo>
                  <a:lnTo>
                    <a:pt x="2531" y="4263158"/>
                  </a:lnTo>
                  <a:lnTo>
                    <a:pt x="2500" y="4212517"/>
                  </a:lnTo>
                  <a:lnTo>
                    <a:pt x="2469" y="4161875"/>
                  </a:lnTo>
                  <a:lnTo>
                    <a:pt x="2437" y="4111234"/>
                  </a:lnTo>
                  <a:lnTo>
                    <a:pt x="2406" y="4060592"/>
                  </a:lnTo>
                  <a:lnTo>
                    <a:pt x="2375" y="4009951"/>
                  </a:lnTo>
                  <a:lnTo>
                    <a:pt x="2343" y="3959309"/>
                  </a:lnTo>
                  <a:lnTo>
                    <a:pt x="2312" y="3908668"/>
                  </a:lnTo>
                  <a:lnTo>
                    <a:pt x="2281" y="3858027"/>
                  </a:lnTo>
                  <a:lnTo>
                    <a:pt x="2250" y="3807385"/>
                  </a:lnTo>
                  <a:lnTo>
                    <a:pt x="2218" y="3756744"/>
                  </a:lnTo>
                  <a:lnTo>
                    <a:pt x="2187" y="3706102"/>
                  </a:lnTo>
                  <a:lnTo>
                    <a:pt x="2156" y="3655461"/>
                  </a:lnTo>
                  <a:lnTo>
                    <a:pt x="2125" y="3604819"/>
                  </a:lnTo>
                  <a:lnTo>
                    <a:pt x="2094" y="3554178"/>
                  </a:lnTo>
                  <a:lnTo>
                    <a:pt x="2062" y="3503536"/>
                  </a:lnTo>
                  <a:lnTo>
                    <a:pt x="2031" y="3452895"/>
                  </a:lnTo>
                  <a:lnTo>
                    <a:pt x="2000" y="3402253"/>
                  </a:lnTo>
                  <a:lnTo>
                    <a:pt x="1969" y="3351612"/>
                  </a:lnTo>
                  <a:lnTo>
                    <a:pt x="1938" y="3300970"/>
                  </a:lnTo>
                  <a:lnTo>
                    <a:pt x="1907" y="3250329"/>
                  </a:lnTo>
                  <a:lnTo>
                    <a:pt x="1875" y="3199688"/>
                  </a:lnTo>
                  <a:lnTo>
                    <a:pt x="1844" y="3149046"/>
                  </a:lnTo>
                  <a:lnTo>
                    <a:pt x="1813" y="3098405"/>
                  </a:lnTo>
                  <a:lnTo>
                    <a:pt x="1782" y="3047763"/>
                  </a:lnTo>
                  <a:lnTo>
                    <a:pt x="1751" y="2997122"/>
                  </a:lnTo>
                  <a:lnTo>
                    <a:pt x="1720" y="2946480"/>
                  </a:lnTo>
                  <a:lnTo>
                    <a:pt x="1689" y="2895839"/>
                  </a:lnTo>
                  <a:lnTo>
                    <a:pt x="1658" y="2845198"/>
                  </a:lnTo>
                  <a:lnTo>
                    <a:pt x="1626" y="2794556"/>
                  </a:lnTo>
                  <a:lnTo>
                    <a:pt x="1595" y="2743915"/>
                  </a:lnTo>
                  <a:lnTo>
                    <a:pt x="1564" y="2693273"/>
                  </a:lnTo>
                  <a:lnTo>
                    <a:pt x="1533" y="2642632"/>
                  </a:lnTo>
                  <a:lnTo>
                    <a:pt x="1502" y="2591991"/>
                  </a:lnTo>
                  <a:lnTo>
                    <a:pt x="1471" y="2541349"/>
                  </a:lnTo>
                  <a:lnTo>
                    <a:pt x="1440" y="2490708"/>
                  </a:lnTo>
                  <a:lnTo>
                    <a:pt x="1409" y="2440066"/>
                  </a:lnTo>
                  <a:lnTo>
                    <a:pt x="1378" y="2389425"/>
                  </a:lnTo>
                  <a:lnTo>
                    <a:pt x="1347" y="2338784"/>
                  </a:lnTo>
                  <a:lnTo>
                    <a:pt x="1316" y="2288142"/>
                  </a:lnTo>
                  <a:lnTo>
                    <a:pt x="1285" y="2237501"/>
                  </a:lnTo>
                  <a:lnTo>
                    <a:pt x="1254" y="2186860"/>
                  </a:lnTo>
                  <a:lnTo>
                    <a:pt x="1223" y="2136218"/>
                  </a:lnTo>
                  <a:lnTo>
                    <a:pt x="1192" y="2085577"/>
                  </a:lnTo>
                  <a:lnTo>
                    <a:pt x="1161" y="2034936"/>
                  </a:lnTo>
                  <a:lnTo>
                    <a:pt x="1130" y="1984294"/>
                  </a:lnTo>
                  <a:lnTo>
                    <a:pt x="1099" y="1933653"/>
                  </a:lnTo>
                  <a:lnTo>
                    <a:pt x="1068" y="1883011"/>
                  </a:lnTo>
                  <a:lnTo>
                    <a:pt x="1037" y="1832370"/>
                  </a:lnTo>
                  <a:lnTo>
                    <a:pt x="1006" y="1781729"/>
                  </a:lnTo>
                  <a:lnTo>
                    <a:pt x="975" y="1731087"/>
                  </a:lnTo>
                  <a:lnTo>
                    <a:pt x="944" y="1680446"/>
                  </a:lnTo>
                  <a:lnTo>
                    <a:pt x="913" y="1629805"/>
                  </a:lnTo>
                  <a:lnTo>
                    <a:pt x="882" y="1579164"/>
                  </a:lnTo>
                  <a:lnTo>
                    <a:pt x="851" y="1528522"/>
                  </a:lnTo>
                  <a:lnTo>
                    <a:pt x="820" y="1477881"/>
                  </a:lnTo>
                  <a:lnTo>
                    <a:pt x="790" y="1427240"/>
                  </a:lnTo>
                  <a:lnTo>
                    <a:pt x="759" y="1376598"/>
                  </a:lnTo>
                  <a:lnTo>
                    <a:pt x="728" y="1325957"/>
                  </a:lnTo>
                  <a:lnTo>
                    <a:pt x="697" y="1275316"/>
                  </a:lnTo>
                  <a:lnTo>
                    <a:pt x="666" y="1224674"/>
                  </a:lnTo>
                  <a:lnTo>
                    <a:pt x="635" y="1174033"/>
                  </a:lnTo>
                  <a:lnTo>
                    <a:pt x="604" y="1123392"/>
                  </a:lnTo>
                  <a:lnTo>
                    <a:pt x="573" y="1072751"/>
                  </a:lnTo>
                  <a:lnTo>
                    <a:pt x="542" y="1022109"/>
                  </a:lnTo>
                  <a:lnTo>
                    <a:pt x="512" y="971468"/>
                  </a:lnTo>
                  <a:lnTo>
                    <a:pt x="481" y="920827"/>
                  </a:lnTo>
                  <a:lnTo>
                    <a:pt x="450" y="870186"/>
                  </a:lnTo>
                  <a:lnTo>
                    <a:pt x="419" y="819544"/>
                  </a:lnTo>
                  <a:lnTo>
                    <a:pt x="388" y="768903"/>
                  </a:lnTo>
                  <a:lnTo>
                    <a:pt x="223" y="734879"/>
                  </a:lnTo>
                  <a:lnTo>
                    <a:pt x="0" y="700855"/>
                  </a:lnTo>
                  <a:lnTo>
                    <a:pt x="80" y="666843"/>
                  </a:lnTo>
                  <a:lnTo>
                    <a:pt x="828" y="632855"/>
                  </a:lnTo>
                  <a:lnTo>
                    <a:pt x="4076" y="582472"/>
                  </a:lnTo>
                  <a:lnTo>
                    <a:pt x="10153" y="533741"/>
                  </a:lnTo>
                  <a:lnTo>
                    <a:pt x="18976" y="486722"/>
                  </a:lnTo>
                  <a:lnTo>
                    <a:pt x="30457" y="441476"/>
                  </a:lnTo>
                  <a:lnTo>
                    <a:pt x="44513" y="398065"/>
                  </a:lnTo>
                  <a:lnTo>
                    <a:pt x="61058" y="356549"/>
                  </a:lnTo>
                  <a:lnTo>
                    <a:pt x="80007" y="316990"/>
                  </a:lnTo>
                  <a:lnTo>
                    <a:pt x="101275" y="279448"/>
                  </a:lnTo>
                  <a:lnTo>
                    <a:pt x="124777" y="243986"/>
                  </a:lnTo>
                  <a:lnTo>
                    <a:pt x="150426" y="210665"/>
                  </a:lnTo>
                  <a:lnTo>
                    <a:pt x="178140" y="179544"/>
                  </a:lnTo>
                  <a:lnTo>
                    <a:pt x="207831" y="150686"/>
                  </a:lnTo>
                  <a:lnTo>
                    <a:pt x="239415" y="124152"/>
                  </a:lnTo>
                  <a:lnTo>
                    <a:pt x="272808" y="100002"/>
                  </a:lnTo>
                  <a:lnTo>
                    <a:pt x="307922" y="78299"/>
                  </a:lnTo>
                  <a:lnTo>
                    <a:pt x="344675" y="59103"/>
                  </a:lnTo>
                  <a:lnTo>
                    <a:pt x="382979" y="42475"/>
                  </a:lnTo>
                  <a:lnTo>
                    <a:pt x="422751" y="28476"/>
                  </a:lnTo>
                  <a:lnTo>
                    <a:pt x="463905" y="17168"/>
                  </a:lnTo>
                  <a:lnTo>
                    <a:pt x="506355" y="8612"/>
                  </a:lnTo>
                  <a:lnTo>
                    <a:pt x="550018" y="2869"/>
                  </a:lnTo>
                  <a:lnTo>
                    <a:pt x="594806" y="0"/>
                  </a:lnTo>
                  <a:lnTo>
                    <a:pt x="640636" y="65"/>
                  </a:lnTo>
                  <a:lnTo>
                    <a:pt x="687423" y="3128"/>
                  </a:lnTo>
                  <a:lnTo>
                    <a:pt x="735080" y="9248"/>
                  </a:lnTo>
                  <a:lnTo>
                    <a:pt x="783523" y="18486"/>
                  </a:lnTo>
                  <a:lnTo>
                    <a:pt x="832667" y="30905"/>
                  </a:lnTo>
                  <a:lnTo>
                    <a:pt x="877258" y="45170"/>
                  </a:lnTo>
                  <a:lnTo>
                    <a:pt x="920547" y="62066"/>
                  </a:lnTo>
                  <a:lnTo>
                    <a:pt x="962740" y="81302"/>
                  </a:lnTo>
                  <a:lnTo>
                    <a:pt x="1004039" y="102588"/>
                  </a:lnTo>
                  <a:lnTo>
                    <a:pt x="1044650" y="125635"/>
                  </a:lnTo>
                  <a:lnTo>
                    <a:pt x="1082528" y="148044"/>
                  </a:lnTo>
                  <a:lnTo>
                    <a:pt x="1123845" y="172544"/>
                  </a:lnTo>
                  <a:lnTo>
                    <a:pt x="1168521" y="199084"/>
                  </a:lnTo>
                  <a:lnTo>
                    <a:pt x="1216474" y="227617"/>
                  </a:lnTo>
                  <a:lnTo>
                    <a:pt x="1267624" y="258093"/>
                  </a:lnTo>
                  <a:lnTo>
                    <a:pt x="1321890" y="290462"/>
                  </a:lnTo>
                  <a:lnTo>
                    <a:pt x="1379190" y="324676"/>
                  </a:lnTo>
                  <a:lnTo>
                    <a:pt x="1439445" y="360685"/>
                  </a:lnTo>
                  <a:lnTo>
                    <a:pt x="1502572" y="398440"/>
                  </a:lnTo>
                  <a:lnTo>
                    <a:pt x="1568491" y="437892"/>
                  </a:lnTo>
                  <a:lnTo>
                    <a:pt x="1602473" y="458238"/>
                  </a:lnTo>
                  <a:lnTo>
                    <a:pt x="1637122" y="478991"/>
                  </a:lnTo>
                  <a:lnTo>
                    <a:pt x="1672428" y="500143"/>
                  </a:lnTo>
                  <a:lnTo>
                    <a:pt x="1708382" y="521689"/>
                  </a:lnTo>
                  <a:lnTo>
                    <a:pt x="1744973" y="543622"/>
                  </a:lnTo>
                  <a:lnTo>
                    <a:pt x="1782192" y="565936"/>
                  </a:lnTo>
                  <a:lnTo>
                    <a:pt x="1820028" y="588625"/>
                  </a:lnTo>
                  <a:lnTo>
                    <a:pt x="1858470" y="611683"/>
                  </a:lnTo>
                  <a:lnTo>
                    <a:pt x="1897510" y="635103"/>
                  </a:lnTo>
                  <a:lnTo>
                    <a:pt x="1937136" y="658880"/>
                  </a:lnTo>
                  <a:lnTo>
                    <a:pt x="1977339" y="683008"/>
                  </a:lnTo>
                  <a:lnTo>
                    <a:pt x="2018108" y="707479"/>
                  </a:lnTo>
                  <a:lnTo>
                    <a:pt x="2059434" y="732289"/>
                  </a:lnTo>
                  <a:lnTo>
                    <a:pt x="2101306" y="757431"/>
                  </a:lnTo>
                  <a:lnTo>
                    <a:pt x="2143714" y="782899"/>
                  </a:lnTo>
                  <a:lnTo>
                    <a:pt x="2186648" y="808686"/>
                  </a:lnTo>
                  <a:lnTo>
                    <a:pt x="2230098" y="834787"/>
                  </a:lnTo>
                  <a:lnTo>
                    <a:pt x="2274054" y="861195"/>
                  </a:lnTo>
                  <a:lnTo>
                    <a:pt x="2318506" y="887904"/>
                  </a:lnTo>
                  <a:lnTo>
                    <a:pt x="2363444" y="914908"/>
                  </a:lnTo>
                  <a:lnTo>
                    <a:pt x="2408856" y="942201"/>
                  </a:lnTo>
                  <a:lnTo>
                    <a:pt x="2454735" y="969777"/>
                  </a:lnTo>
                  <a:lnTo>
                    <a:pt x="2501068" y="997630"/>
                  </a:lnTo>
                  <a:lnTo>
                    <a:pt x="2547847" y="1025753"/>
                  </a:lnTo>
                  <a:lnTo>
                    <a:pt x="2595060" y="1054140"/>
                  </a:lnTo>
                  <a:lnTo>
                    <a:pt x="2642699" y="1082785"/>
                  </a:lnTo>
                  <a:lnTo>
                    <a:pt x="2690752" y="1111683"/>
                  </a:lnTo>
                  <a:lnTo>
                    <a:pt x="2739210" y="1140826"/>
                  </a:lnTo>
                  <a:lnTo>
                    <a:pt x="2788063" y="1170209"/>
                  </a:lnTo>
                  <a:lnTo>
                    <a:pt x="2837300" y="1199825"/>
                  </a:lnTo>
                  <a:lnTo>
                    <a:pt x="2886911" y="1229669"/>
                  </a:lnTo>
                  <a:lnTo>
                    <a:pt x="2936887" y="1259734"/>
                  </a:lnTo>
                  <a:lnTo>
                    <a:pt x="2987217" y="1290014"/>
                  </a:lnTo>
                  <a:lnTo>
                    <a:pt x="3037891" y="1320503"/>
                  </a:lnTo>
                  <a:lnTo>
                    <a:pt x="3088898" y="1351195"/>
                  </a:lnTo>
                  <a:lnTo>
                    <a:pt x="3140230" y="1382083"/>
                  </a:lnTo>
                  <a:lnTo>
                    <a:pt x="3191875" y="1413162"/>
                  </a:lnTo>
                  <a:lnTo>
                    <a:pt x="3243823" y="1444426"/>
                  </a:lnTo>
                  <a:lnTo>
                    <a:pt x="3296065" y="1475867"/>
                  </a:lnTo>
                  <a:lnTo>
                    <a:pt x="3348591" y="1507481"/>
                  </a:lnTo>
                  <a:lnTo>
                    <a:pt x="3401389" y="1539260"/>
                  </a:lnTo>
                  <a:lnTo>
                    <a:pt x="3454451" y="1571199"/>
                  </a:lnTo>
                  <a:lnTo>
                    <a:pt x="3507765" y="1603292"/>
                  </a:lnTo>
                  <a:lnTo>
                    <a:pt x="3561323" y="1635532"/>
                  </a:lnTo>
                  <a:lnTo>
                    <a:pt x="3615113" y="1667913"/>
                  </a:lnTo>
                  <a:lnTo>
                    <a:pt x="3669126" y="1700430"/>
                  </a:lnTo>
                  <a:lnTo>
                    <a:pt x="3723351" y="1733075"/>
                  </a:lnTo>
                  <a:lnTo>
                    <a:pt x="3777779" y="1765844"/>
                  </a:lnTo>
                  <a:lnTo>
                    <a:pt x="3832399" y="1798729"/>
                  </a:lnTo>
                  <a:lnTo>
                    <a:pt x="3887201" y="1831724"/>
                  </a:lnTo>
                  <a:lnTo>
                    <a:pt x="3942175" y="1864824"/>
                  </a:lnTo>
                  <a:lnTo>
                    <a:pt x="3997311" y="1898022"/>
                  </a:lnTo>
                  <a:lnTo>
                    <a:pt x="4052599" y="1931313"/>
                  </a:lnTo>
                  <a:lnTo>
                    <a:pt x="4108029" y="1964689"/>
                  </a:lnTo>
                  <a:lnTo>
                    <a:pt x="4163590" y="1998145"/>
                  </a:lnTo>
                  <a:lnTo>
                    <a:pt x="4219273" y="2031674"/>
                  </a:lnTo>
                  <a:lnTo>
                    <a:pt x="4275067" y="2065271"/>
                  </a:lnTo>
                  <a:lnTo>
                    <a:pt x="4330963" y="2098930"/>
                  </a:lnTo>
                  <a:lnTo>
                    <a:pt x="4386949" y="2132643"/>
                  </a:lnTo>
                  <a:lnTo>
                    <a:pt x="4443017" y="2166406"/>
                  </a:lnTo>
                  <a:lnTo>
                    <a:pt x="4499155" y="2200211"/>
                  </a:lnTo>
                  <a:lnTo>
                    <a:pt x="4555354" y="2234053"/>
                  </a:lnTo>
                  <a:lnTo>
                    <a:pt x="4611604" y="2267926"/>
                  </a:lnTo>
                  <a:lnTo>
                    <a:pt x="4667895" y="2301823"/>
                  </a:lnTo>
                  <a:lnTo>
                    <a:pt x="4724216" y="2335738"/>
                  </a:lnTo>
                  <a:lnTo>
                    <a:pt x="4780557" y="2369666"/>
                  </a:lnTo>
                  <a:lnTo>
                    <a:pt x="4836909" y="2403599"/>
                  </a:lnTo>
                  <a:lnTo>
                    <a:pt x="4893260" y="2437533"/>
                  </a:lnTo>
                  <a:lnTo>
                    <a:pt x="4949602" y="2471460"/>
                  </a:lnTo>
                  <a:lnTo>
                    <a:pt x="5005923" y="2505374"/>
                  </a:lnTo>
                  <a:lnTo>
                    <a:pt x="5062214" y="2539270"/>
                  </a:lnTo>
                  <a:lnTo>
                    <a:pt x="5118465" y="2573141"/>
                  </a:lnTo>
                  <a:lnTo>
                    <a:pt x="5174666" y="2606981"/>
                  </a:lnTo>
                  <a:lnTo>
                    <a:pt x="5230805" y="2640784"/>
                  </a:lnTo>
                  <a:lnTo>
                    <a:pt x="5286875" y="2674544"/>
                  </a:lnTo>
                  <a:lnTo>
                    <a:pt x="5342863" y="2708255"/>
                  </a:lnTo>
                  <a:lnTo>
                    <a:pt x="5398760" y="2741910"/>
                  </a:lnTo>
                  <a:lnTo>
                    <a:pt x="5454557" y="2775503"/>
                  </a:lnTo>
                  <a:lnTo>
                    <a:pt x="5510242" y="2809028"/>
                  </a:lnTo>
                  <a:lnTo>
                    <a:pt x="5565806" y="2842480"/>
                  </a:lnTo>
                  <a:lnTo>
                    <a:pt x="5621238" y="2875851"/>
                  </a:lnTo>
                  <a:lnTo>
                    <a:pt x="5676529" y="2909136"/>
                  </a:lnTo>
                  <a:lnTo>
                    <a:pt x="5731669" y="2942328"/>
                  </a:lnTo>
                  <a:lnTo>
                    <a:pt x="5786646" y="2975422"/>
                  </a:lnTo>
                  <a:lnTo>
                    <a:pt x="5841452" y="3008412"/>
                  </a:lnTo>
                  <a:lnTo>
                    <a:pt x="5896076" y="3041290"/>
                  </a:lnTo>
                  <a:lnTo>
                    <a:pt x="5950508" y="3074051"/>
                  </a:lnTo>
                  <a:lnTo>
                    <a:pt x="6004738" y="3106689"/>
                  </a:lnTo>
                  <a:lnTo>
                    <a:pt x="6058755" y="3139198"/>
                  </a:lnTo>
                  <a:lnTo>
                    <a:pt x="6112550" y="3171571"/>
                  </a:lnTo>
                  <a:lnTo>
                    <a:pt x="6166113" y="3203803"/>
                  </a:lnTo>
                  <a:lnTo>
                    <a:pt x="6219432" y="3235887"/>
                  </a:lnTo>
                  <a:lnTo>
                    <a:pt x="6272499" y="3267817"/>
                  </a:lnTo>
                  <a:lnTo>
                    <a:pt x="6325303" y="3299587"/>
                  </a:lnTo>
                  <a:lnTo>
                    <a:pt x="6377835" y="3331190"/>
                  </a:lnTo>
                  <a:lnTo>
                    <a:pt x="6430083" y="3362621"/>
                  </a:lnTo>
                  <a:lnTo>
                    <a:pt x="6482038" y="3393874"/>
                  </a:lnTo>
                  <a:lnTo>
                    <a:pt x="6533689" y="3424942"/>
                  </a:lnTo>
                  <a:lnTo>
                    <a:pt x="6585027" y="3455819"/>
                  </a:lnTo>
                  <a:lnTo>
                    <a:pt x="6585385" y="3456034"/>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22" name="Group 21">
            <a:extLst>
              <a:ext uri="{FF2B5EF4-FFF2-40B4-BE49-F238E27FC236}">
                <a16:creationId xmlns:a16="http://schemas.microsoft.com/office/drawing/2014/main" id="{56122155-373D-D32B-D0F3-6B2E338E214E}"/>
              </a:ext>
            </a:extLst>
          </p:cNvPr>
          <p:cNvGrpSpPr/>
          <p:nvPr/>
        </p:nvGrpSpPr>
        <p:grpSpPr>
          <a:xfrm flipH="1">
            <a:off x="-9198" y="0"/>
            <a:ext cx="12210398" cy="2337727"/>
            <a:chOff x="-15874" y="0"/>
            <a:chExt cx="20135850" cy="3855085"/>
          </a:xfrm>
        </p:grpSpPr>
        <p:grpSp>
          <p:nvGrpSpPr>
            <p:cNvPr id="15" name="object 2">
              <a:extLst>
                <a:ext uri="{FF2B5EF4-FFF2-40B4-BE49-F238E27FC236}">
                  <a16:creationId xmlns:a16="http://schemas.microsoft.com/office/drawing/2014/main" id="{8A502397-0401-BE63-7F51-C991DF1CB54B}"/>
                </a:ext>
              </a:extLst>
            </p:cNvPr>
            <p:cNvGrpSpPr/>
            <p:nvPr/>
          </p:nvGrpSpPr>
          <p:grpSpPr>
            <a:xfrm>
              <a:off x="-15874" y="0"/>
              <a:ext cx="20135850" cy="3855085"/>
              <a:chOff x="-15874" y="0"/>
              <a:chExt cx="20135850" cy="3855085"/>
            </a:xfrm>
          </p:grpSpPr>
          <p:sp>
            <p:nvSpPr>
              <p:cNvPr id="16" name="object 3">
                <a:extLst>
                  <a:ext uri="{FF2B5EF4-FFF2-40B4-BE49-F238E27FC236}">
                    <a16:creationId xmlns:a16="http://schemas.microsoft.com/office/drawing/2014/main" id="{87854350-829F-20C0-74AE-367410234356}"/>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chemeClr val="bg1"/>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7" name="object 4">
                <a:extLst>
                  <a:ext uri="{FF2B5EF4-FFF2-40B4-BE49-F238E27FC236}">
                    <a16:creationId xmlns:a16="http://schemas.microsoft.com/office/drawing/2014/main" id="{41693904-2B83-0BA8-69EE-034635C4AE1B}"/>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1" name="object 4">
              <a:extLst>
                <a:ext uri="{FF2B5EF4-FFF2-40B4-BE49-F238E27FC236}">
                  <a16:creationId xmlns:a16="http://schemas.microsoft.com/office/drawing/2014/main" id="{62500B04-9BB7-387B-6D50-2842ED7D2100}"/>
                </a:ext>
              </a:extLst>
            </p:cNvPr>
            <p:cNvSpPr/>
            <p:nvPr/>
          </p:nvSpPr>
          <p:spPr>
            <a:xfrm>
              <a:off x="603250" y="0"/>
              <a:ext cx="19500850" cy="2828304"/>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4" name="object 6">
            <a:extLst>
              <a:ext uri="{FF2B5EF4-FFF2-40B4-BE49-F238E27FC236}">
                <a16:creationId xmlns:a16="http://schemas.microsoft.com/office/drawing/2014/main" id="{C2319752-7EB1-32FD-FC1F-78FFD3BBEB22}"/>
              </a:ext>
            </a:extLst>
          </p:cNvPr>
          <p:cNvSpPr/>
          <p:nvPr/>
        </p:nvSpPr>
        <p:spPr>
          <a:xfrm>
            <a:off x="11041470" y="470934"/>
            <a:ext cx="327305" cy="462848"/>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2" name="Picture 1">
            <a:extLst>
              <a:ext uri="{FF2B5EF4-FFF2-40B4-BE49-F238E27FC236}">
                <a16:creationId xmlns:a16="http://schemas.microsoft.com/office/drawing/2014/main" id="{A6DA00BB-344F-5303-2221-C545E4B2F815}"/>
              </a:ext>
            </a:extLst>
          </p:cNvPr>
          <p:cNvPicPr>
            <a:picLocks noChangeAspect="1"/>
          </p:cNvPicPr>
          <p:nvPr/>
        </p:nvPicPr>
        <p:blipFill>
          <a:blip r:embed="rId2">
            <a:extLst>
              <a:ext uri="{28A0092B-C50C-407E-A947-70E740481C1C}">
                <a14:useLocalDpi xmlns:a14="http://schemas.microsoft.com/office/drawing/2010/main" val="0"/>
              </a:ext>
            </a:extLst>
          </a:blip>
          <a:srcRect l="11076" t="13235" r="-11076" b="34933"/>
          <a:stretch/>
        </p:blipFill>
        <p:spPr>
          <a:xfrm flipH="1">
            <a:off x="5685129" y="2476575"/>
            <a:ext cx="6517563" cy="4343345"/>
          </a:xfrm>
          <a:prstGeom prst="homePlate">
            <a:avLst/>
          </a:prstGeom>
        </p:spPr>
      </p:pic>
      <p:sp>
        <p:nvSpPr>
          <p:cNvPr id="10" name="object 6">
            <a:extLst>
              <a:ext uri="{FF2B5EF4-FFF2-40B4-BE49-F238E27FC236}">
                <a16:creationId xmlns:a16="http://schemas.microsoft.com/office/drawing/2014/main" id="{71D8884D-E69F-F3B3-B4C5-FFD3110E9839}"/>
              </a:ext>
            </a:extLst>
          </p:cNvPr>
          <p:cNvSpPr/>
          <p:nvPr/>
        </p:nvSpPr>
        <p:spPr>
          <a:xfrm flipH="1">
            <a:off x="10219317" y="2505029"/>
            <a:ext cx="1983375" cy="4343345"/>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 name="object 6">
            <a:extLst>
              <a:ext uri="{FF2B5EF4-FFF2-40B4-BE49-F238E27FC236}">
                <a16:creationId xmlns:a16="http://schemas.microsoft.com/office/drawing/2014/main" id="{810D9122-003F-1F0F-0C2E-247BC8D69882}"/>
              </a:ext>
            </a:extLst>
          </p:cNvPr>
          <p:cNvSpPr/>
          <p:nvPr/>
        </p:nvSpPr>
        <p:spPr>
          <a:xfrm flipH="1">
            <a:off x="4533078" y="3567624"/>
            <a:ext cx="3016095" cy="3017506"/>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7" name="TextBox 6">
            <a:extLst>
              <a:ext uri="{FF2B5EF4-FFF2-40B4-BE49-F238E27FC236}">
                <a16:creationId xmlns:a16="http://schemas.microsoft.com/office/drawing/2014/main" id="{53175D23-9EFC-5175-EADD-1C55EF5BBF07}"/>
              </a:ext>
            </a:extLst>
          </p:cNvPr>
          <p:cNvSpPr txBox="1"/>
          <p:nvPr/>
        </p:nvSpPr>
        <p:spPr>
          <a:xfrm>
            <a:off x="1879563" y="3008464"/>
            <a:ext cx="2558471" cy="369332"/>
          </a:xfrm>
          <a:prstGeom prst="rect">
            <a:avLst/>
          </a:prstGeom>
          <a:noFill/>
        </p:spPr>
        <p:txBody>
          <a:bodyPr wrap="square" rtlCol="0">
            <a:spAutoFit/>
          </a:bodyPr>
          <a:lstStyle/>
          <a:p>
            <a:pPr algn="r"/>
            <a:r>
              <a:rPr kumimoji="0" lang="ar-EG" sz="18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نشاط جماعي</a:t>
            </a:r>
          </a:p>
        </p:txBody>
      </p:sp>
      <p:sp>
        <p:nvSpPr>
          <p:cNvPr id="8" name="TextBox 7">
            <a:extLst>
              <a:ext uri="{FF2B5EF4-FFF2-40B4-BE49-F238E27FC236}">
                <a16:creationId xmlns:a16="http://schemas.microsoft.com/office/drawing/2014/main" id="{022ECDC7-262E-C20E-1C13-9991FD304046}"/>
              </a:ext>
            </a:extLst>
          </p:cNvPr>
          <p:cNvSpPr txBox="1"/>
          <p:nvPr/>
        </p:nvSpPr>
        <p:spPr>
          <a:xfrm>
            <a:off x="178130" y="3453780"/>
            <a:ext cx="4259905" cy="1198598"/>
          </a:xfrm>
          <a:prstGeom prst="rect">
            <a:avLst/>
          </a:prstGeom>
          <a:noFill/>
        </p:spPr>
        <p:txBody>
          <a:bodyPr wrap="square" rtlCol="0">
            <a:spAutoFit/>
          </a:bodyPr>
          <a:lstStyle/>
          <a:p>
            <a:pPr algn="r">
              <a:lnSpc>
                <a:spcPct val="150000"/>
              </a:lnSpc>
            </a:pPr>
            <a:r>
              <a:rPr lang="ar-EG" b="1" kern="0" dirty="0">
                <a:solidFill>
                  <a:schemeClr val="bg1"/>
                </a:solidFill>
                <a:latin typeface="Neo Sans Arabic Bold" panose="020B0804030504040204" pitchFamily="34" charset="-78"/>
                <a:cs typeface="Neo Sans Arabic Bold" panose="020B0804030504040204" pitchFamily="34" charset="-78"/>
                <a:sym typeface="Arial"/>
              </a:rPr>
              <a:t>المطلوب:</a:t>
            </a:r>
          </a:p>
          <a:p>
            <a:pPr marL="285750" indent="-285750" algn="r" rtl="1">
              <a:lnSpc>
                <a:spcPct val="150000"/>
              </a:lnSpc>
              <a:buFont typeface="Arial" panose="020B0604020202020204" pitchFamily="34" charset="0"/>
              <a:buChar char="•"/>
            </a:pPr>
            <a:r>
              <a:rPr kumimoji="0" lang="ar-EG"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كل ثنائي يتقمص دور "مراسلين رقميين" مسؤولين عن تمثيل المملكة في أحد المجالات</a:t>
            </a:r>
            <a:r>
              <a:rPr kumimoji="0" lang="en-US"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a:t>
            </a:r>
            <a:endParaRPr kumimoji="0" lang="ar-EG"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endParaRPr>
          </a:p>
        </p:txBody>
      </p:sp>
      <p:sp>
        <p:nvSpPr>
          <p:cNvPr id="9" name="object 5">
            <a:extLst>
              <a:ext uri="{FF2B5EF4-FFF2-40B4-BE49-F238E27FC236}">
                <a16:creationId xmlns:a16="http://schemas.microsoft.com/office/drawing/2014/main" id="{939C0DC6-EA47-E3C2-7965-768F55F0EFE0}"/>
              </a:ext>
            </a:extLst>
          </p:cNvPr>
          <p:cNvSpPr txBox="1"/>
          <p:nvPr/>
        </p:nvSpPr>
        <p:spPr>
          <a:xfrm>
            <a:off x="823226" y="492019"/>
            <a:ext cx="10029092" cy="378664"/>
          </a:xfrm>
          <a:prstGeom prst="rect">
            <a:avLst/>
          </a:prstGeom>
        </p:spPr>
        <p:txBody>
          <a:bodyPr vert="horz" wrap="square" lIns="0" tIns="9242" rIns="0" bIns="0" rtlCol="0">
            <a:spAutoFit/>
          </a:bodyPr>
          <a:lstStyle/>
          <a:p>
            <a:pPr marL="4087069" marR="3081" lvl="0" indent="0" algn="r" defTabSz="554492" rtl="0" eaLnBrk="1" fontAlgn="auto" latinLnBrk="0" hangingPunct="1">
              <a:lnSpc>
                <a:spcPct val="100000"/>
              </a:lnSpc>
              <a:spcBef>
                <a:spcPts val="73"/>
              </a:spcBef>
              <a:spcAft>
                <a:spcPts val="0"/>
              </a:spcAft>
              <a:buClr>
                <a:srgbClr val="000000"/>
              </a:buClr>
              <a:buSzTx/>
              <a:buFontTx/>
              <a:buNone/>
              <a:tabLst/>
              <a:defRPr/>
            </a:pPr>
            <a:r>
              <a:rPr kumimoji="0" lang="ar-EG" sz="2400" b="1" i="0" u="none" strike="noStrike" kern="0" cap="none" spc="0" normalizeH="0" baseline="0" noProof="0" dirty="0">
                <a:ln>
                  <a:noFill/>
                </a:ln>
                <a:solidFill>
                  <a:srgbClr val="4BACC6">
                    <a:lumMod val="50000"/>
                  </a:srgbClr>
                </a:solidFill>
                <a:effectLst/>
                <a:uLnTx/>
                <a:uFillTx/>
                <a:latin typeface="Neo Sans Arabic Bold" panose="020B0804030504040204" pitchFamily="34" charset="-78"/>
                <a:cs typeface="Neo Sans Arabic Bold" panose="020B0804030504040204" pitchFamily="34" charset="-78"/>
                <a:sym typeface="Arial"/>
              </a:rPr>
              <a:t>نشاط "</a:t>
            </a:r>
            <a:r>
              <a:rPr lang="ar-EG" sz="2400" b="1" kern="0" dirty="0">
                <a:solidFill>
                  <a:srgbClr val="4BACC6">
                    <a:lumMod val="50000"/>
                  </a:srgbClr>
                </a:solidFill>
                <a:latin typeface="Neo Sans Arabic Bold" panose="020B0804030504040204" pitchFamily="34" charset="-78"/>
                <a:cs typeface="Neo Sans Arabic Bold" panose="020B0804030504040204" pitchFamily="34" charset="-78"/>
                <a:sym typeface="Arial"/>
              </a:rPr>
              <a:t>مراسلين رقميين</a:t>
            </a:r>
            <a:r>
              <a:rPr kumimoji="0" lang="ar-EG" sz="2400" b="1" i="0" u="none" strike="noStrike" kern="0" cap="none" spc="0" normalizeH="0" baseline="0" noProof="0" dirty="0">
                <a:ln>
                  <a:noFill/>
                </a:ln>
                <a:solidFill>
                  <a:srgbClr val="4BACC6">
                    <a:lumMod val="50000"/>
                  </a:srgbClr>
                </a:solidFill>
                <a:effectLst/>
                <a:uLnTx/>
                <a:uFillTx/>
                <a:latin typeface="Neo Sans Arabic Bold" panose="020B0804030504040204" pitchFamily="34" charset="-78"/>
                <a:cs typeface="Neo Sans Arabic Bold" panose="020B0804030504040204" pitchFamily="34" charset="-78"/>
                <a:sym typeface="Arial"/>
              </a:rPr>
              <a:t>"</a:t>
            </a:r>
          </a:p>
        </p:txBody>
      </p:sp>
    </p:spTree>
    <p:extLst>
      <p:ext uri="{BB962C8B-B14F-4D97-AF65-F5344CB8AC3E}">
        <p14:creationId xmlns:p14="http://schemas.microsoft.com/office/powerpoint/2010/main" val="3952310483"/>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29" y="3"/>
            <a:ext cx="12191145" cy="68576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165363"/>
          </a:solidFill>
        </p:spPr>
        <p:txBody>
          <a:bodyPr wrap="square" lIns="0" tIns="0" rIns="0" bIns="0" rtlCol="0"/>
          <a:lstStyle/>
          <a:p>
            <a:pPr defTabSz="554492"/>
            <a:endParaRPr sz="1092" kern="0">
              <a:solidFill>
                <a:sysClr val="windowText" lastClr="000000"/>
              </a:solidFill>
            </a:endParaRPr>
          </a:p>
        </p:txBody>
      </p:sp>
      <p:pic>
        <p:nvPicPr>
          <p:cNvPr id="6" name="Picture 5" descr="A black background with blue dots&#10;&#10;AI-generated content may be incorrect.">
            <a:extLst>
              <a:ext uri="{FF2B5EF4-FFF2-40B4-BE49-F238E27FC236}">
                <a16:creationId xmlns:a16="http://schemas.microsoft.com/office/drawing/2014/main" id="{49A7A9F3-551D-B623-A189-B4BE0BB03F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7145" y="1759390"/>
            <a:ext cx="4748937" cy="3339220"/>
          </a:xfrm>
          <a:prstGeom prst="rect">
            <a:avLst/>
          </a:prstGeom>
        </p:spPr>
      </p:pic>
      <p:pic>
        <p:nvPicPr>
          <p:cNvPr id="2" name="object 2"/>
          <p:cNvPicPr/>
          <p:nvPr/>
        </p:nvPicPr>
        <p:blipFill>
          <a:blip r:embed="rId3" cstate="print"/>
          <a:stretch>
            <a:fillRect/>
          </a:stretch>
        </p:blipFill>
        <p:spPr>
          <a:xfrm>
            <a:off x="9229" y="0"/>
            <a:ext cx="12173543" cy="6857519"/>
          </a:xfrm>
          <a:prstGeom prst="rect">
            <a:avLst/>
          </a:prstGeom>
        </p:spPr>
      </p:pic>
      <p:grpSp>
        <p:nvGrpSpPr>
          <p:cNvPr id="8" name="object 8"/>
          <p:cNvGrpSpPr/>
          <p:nvPr/>
        </p:nvGrpSpPr>
        <p:grpSpPr>
          <a:xfrm>
            <a:off x="-9096" y="-9524"/>
            <a:ext cx="5295793" cy="6867242"/>
            <a:chOff x="-15706" y="-15706"/>
            <a:chExt cx="8733155" cy="11324590"/>
          </a:xfrm>
        </p:grpSpPr>
        <p:sp>
          <p:nvSpPr>
            <p:cNvPr id="9" name="object 9"/>
            <p:cNvSpPr/>
            <p:nvPr/>
          </p:nvSpPr>
          <p:spPr>
            <a:xfrm>
              <a:off x="0" y="3705691"/>
              <a:ext cx="2591435" cy="7603490"/>
            </a:xfrm>
            <a:custGeom>
              <a:avLst/>
              <a:gdLst/>
              <a:ahLst/>
              <a:cxnLst/>
              <a:rect l="l" t="t" r="r" b="b"/>
              <a:pathLst>
                <a:path w="2591435" h="7603490">
                  <a:moveTo>
                    <a:pt x="1845339" y="0"/>
                  </a:moveTo>
                  <a:lnTo>
                    <a:pt x="1798931" y="2161"/>
                  </a:lnTo>
                  <a:lnTo>
                    <a:pt x="1751763" y="6878"/>
                  </a:lnTo>
                  <a:lnTo>
                    <a:pt x="1703895" y="14192"/>
                  </a:lnTo>
                  <a:lnTo>
                    <a:pt x="1655387" y="24148"/>
                  </a:lnTo>
                  <a:lnTo>
                    <a:pt x="1606301" y="36790"/>
                  </a:lnTo>
                  <a:lnTo>
                    <a:pt x="1553568" y="53657"/>
                  </a:lnTo>
                  <a:lnTo>
                    <a:pt x="1502375" y="73634"/>
                  </a:lnTo>
                  <a:lnTo>
                    <a:pt x="1452480" y="96380"/>
                  </a:lnTo>
                  <a:lnTo>
                    <a:pt x="1403642" y="121552"/>
                  </a:lnTo>
                  <a:lnTo>
                    <a:pt x="1355618" y="148807"/>
                  </a:lnTo>
                  <a:lnTo>
                    <a:pt x="0" y="959637"/>
                  </a:lnTo>
                  <a:lnTo>
                    <a:pt x="0" y="7602864"/>
                  </a:lnTo>
                  <a:lnTo>
                    <a:pt x="2587090" y="7602864"/>
                  </a:lnTo>
                  <a:lnTo>
                    <a:pt x="2587206" y="7386102"/>
                  </a:lnTo>
                  <a:lnTo>
                    <a:pt x="2587313" y="7184444"/>
                  </a:lnTo>
                  <a:lnTo>
                    <a:pt x="2587419" y="6979794"/>
                  </a:lnTo>
                  <a:lnTo>
                    <a:pt x="2587525" y="6772420"/>
                  </a:lnTo>
                  <a:lnTo>
                    <a:pt x="2587631" y="6562592"/>
                  </a:lnTo>
                  <a:lnTo>
                    <a:pt x="2587737" y="6350579"/>
                  </a:lnTo>
                  <a:lnTo>
                    <a:pt x="2587843" y="6136649"/>
                  </a:lnTo>
                  <a:lnTo>
                    <a:pt x="2587949" y="5921072"/>
                  </a:lnTo>
                  <a:lnTo>
                    <a:pt x="2588055" y="5704117"/>
                  </a:lnTo>
                  <a:lnTo>
                    <a:pt x="2588161" y="5486052"/>
                  </a:lnTo>
                  <a:lnTo>
                    <a:pt x="2588267" y="5267146"/>
                  </a:lnTo>
                  <a:lnTo>
                    <a:pt x="2588373" y="5047669"/>
                  </a:lnTo>
                  <a:lnTo>
                    <a:pt x="2588478" y="4827889"/>
                  </a:lnTo>
                  <a:lnTo>
                    <a:pt x="2588584" y="4608076"/>
                  </a:lnTo>
                  <a:lnTo>
                    <a:pt x="2588689" y="4388498"/>
                  </a:lnTo>
                  <a:lnTo>
                    <a:pt x="2588794" y="4169424"/>
                  </a:lnTo>
                  <a:lnTo>
                    <a:pt x="2588900" y="3951124"/>
                  </a:lnTo>
                  <a:lnTo>
                    <a:pt x="2589005" y="3733866"/>
                  </a:lnTo>
                  <a:lnTo>
                    <a:pt x="2589110" y="3517919"/>
                  </a:lnTo>
                  <a:lnTo>
                    <a:pt x="2589215" y="3303552"/>
                  </a:lnTo>
                  <a:lnTo>
                    <a:pt x="2589320" y="3091035"/>
                  </a:lnTo>
                  <a:lnTo>
                    <a:pt x="2589424" y="2880635"/>
                  </a:lnTo>
                  <a:lnTo>
                    <a:pt x="2589529" y="2672623"/>
                  </a:lnTo>
                  <a:lnTo>
                    <a:pt x="2589633" y="2467267"/>
                  </a:lnTo>
                  <a:lnTo>
                    <a:pt x="2589738" y="2264835"/>
                  </a:lnTo>
                  <a:lnTo>
                    <a:pt x="2589842" y="2065598"/>
                  </a:lnTo>
                  <a:lnTo>
                    <a:pt x="2589946" y="1869823"/>
                  </a:lnTo>
                  <a:lnTo>
                    <a:pt x="2590050" y="1677781"/>
                  </a:lnTo>
                  <a:lnTo>
                    <a:pt x="2590154" y="1489739"/>
                  </a:lnTo>
                  <a:lnTo>
                    <a:pt x="2590258" y="1305967"/>
                  </a:lnTo>
                  <a:lnTo>
                    <a:pt x="2590362" y="1126734"/>
                  </a:lnTo>
                  <a:lnTo>
                    <a:pt x="2590465" y="952309"/>
                  </a:lnTo>
                  <a:lnTo>
                    <a:pt x="2590491" y="909486"/>
                  </a:lnTo>
                  <a:lnTo>
                    <a:pt x="2590691" y="869255"/>
                  </a:lnTo>
                  <a:lnTo>
                    <a:pt x="2590957" y="829021"/>
                  </a:lnTo>
                  <a:lnTo>
                    <a:pt x="2590862" y="788801"/>
                  </a:lnTo>
                  <a:lnTo>
                    <a:pt x="2589978" y="748611"/>
                  </a:lnTo>
                  <a:lnTo>
                    <a:pt x="2586960" y="698213"/>
                  </a:lnTo>
                  <a:lnTo>
                    <a:pt x="2581549" y="649198"/>
                  </a:lnTo>
                  <a:lnTo>
                    <a:pt x="2573804" y="601608"/>
                  </a:lnTo>
                  <a:lnTo>
                    <a:pt x="2563787" y="555486"/>
                  </a:lnTo>
                  <a:lnTo>
                    <a:pt x="2551558" y="510877"/>
                  </a:lnTo>
                  <a:lnTo>
                    <a:pt x="2537178" y="467824"/>
                  </a:lnTo>
                  <a:lnTo>
                    <a:pt x="2520707" y="426370"/>
                  </a:lnTo>
                  <a:lnTo>
                    <a:pt x="2502206" y="386558"/>
                  </a:lnTo>
                  <a:lnTo>
                    <a:pt x="2481734" y="348433"/>
                  </a:lnTo>
                  <a:lnTo>
                    <a:pt x="2459353" y="312037"/>
                  </a:lnTo>
                  <a:lnTo>
                    <a:pt x="2435123" y="277413"/>
                  </a:lnTo>
                  <a:lnTo>
                    <a:pt x="2409104" y="244607"/>
                  </a:lnTo>
                  <a:lnTo>
                    <a:pt x="2381358" y="213659"/>
                  </a:lnTo>
                  <a:lnTo>
                    <a:pt x="2351944" y="184616"/>
                  </a:lnTo>
                  <a:lnTo>
                    <a:pt x="2320923" y="157518"/>
                  </a:lnTo>
                  <a:lnTo>
                    <a:pt x="2288355" y="132411"/>
                  </a:lnTo>
                  <a:lnTo>
                    <a:pt x="2254302" y="109337"/>
                  </a:lnTo>
                  <a:lnTo>
                    <a:pt x="2218822" y="88341"/>
                  </a:lnTo>
                  <a:lnTo>
                    <a:pt x="2181978" y="69464"/>
                  </a:lnTo>
                  <a:lnTo>
                    <a:pt x="2143829" y="52752"/>
                  </a:lnTo>
                  <a:lnTo>
                    <a:pt x="2104436" y="38247"/>
                  </a:lnTo>
                  <a:lnTo>
                    <a:pt x="2063859" y="25992"/>
                  </a:lnTo>
                  <a:lnTo>
                    <a:pt x="2022160" y="16031"/>
                  </a:lnTo>
                  <a:lnTo>
                    <a:pt x="1979397" y="8409"/>
                  </a:lnTo>
                  <a:lnTo>
                    <a:pt x="1935633" y="3167"/>
                  </a:lnTo>
                  <a:lnTo>
                    <a:pt x="1890926" y="349"/>
                  </a:lnTo>
                  <a:lnTo>
                    <a:pt x="1845339" y="0"/>
                  </a:lnTo>
                  <a:close/>
                </a:path>
              </a:pathLst>
            </a:custGeom>
            <a:solidFill>
              <a:srgbClr val="33B9A0"/>
            </a:solidFill>
          </p:spPr>
          <p:txBody>
            <a:bodyPr wrap="square" lIns="0" tIns="0" rIns="0" bIns="0" rtlCol="0"/>
            <a:lstStyle/>
            <a:p>
              <a:pPr defTabSz="554492"/>
              <a:endParaRPr sz="1092" kern="0">
                <a:solidFill>
                  <a:sysClr val="windowText" lastClr="000000"/>
                </a:solidFill>
              </a:endParaRPr>
            </a:p>
          </p:txBody>
        </p:sp>
        <p:sp>
          <p:nvSpPr>
            <p:cNvPr id="10" name="object 10"/>
            <p:cNvSpPr/>
            <p:nvPr/>
          </p:nvSpPr>
          <p:spPr>
            <a:xfrm>
              <a:off x="0" y="0"/>
              <a:ext cx="6506209" cy="5866765"/>
            </a:xfrm>
            <a:custGeom>
              <a:avLst/>
              <a:gdLst/>
              <a:ahLst/>
              <a:cxnLst/>
              <a:rect l="l" t="t" r="r" b="b"/>
              <a:pathLst>
                <a:path w="6506209" h="5866765">
                  <a:moveTo>
                    <a:pt x="0" y="5862801"/>
                  </a:moveTo>
                  <a:lnTo>
                    <a:pt x="868" y="5862792"/>
                  </a:lnTo>
                  <a:lnTo>
                    <a:pt x="30900" y="5862574"/>
                  </a:lnTo>
                  <a:lnTo>
                    <a:pt x="81643" y="5862606"/>
                  </a:lnTo>
                  <a:lnTo>
                    <a:pt x="132385" y="5862637"/>
                  </a:lnTo>
                  <a:lnTo>
                    <a:pt x="183127" y="5862669"/>
                  </a:lnTo>
                  <a:lnTo>
                    <a:pt x="233870" y="5862701"/>
                  </a:lnTo>
                  <a:lnTo>
                    <a:pt x="284612" y="5862732"/>
                  </a:lnTo>
                  <a:lnTo>
                    <a:pt x="335354" y="5862764"/>
                  </a:lnTo>
                  <a:lnTo>
                    <a:pt x="386097" y="5862796"/>
                  </a:lnTo>
                  <a:lnTo>
                    <a:pt x="436839" y="5862827"/>
                  </a:lnTo>
                  <a:lnTo>
                    <a:pt x="487581" y="5862859"/>
                  </a:lnTo>
                  <a:lnTo>
                    <a:pt x="538324" y="5862891"/>
                  </a:lnTo>
                  <a:lnTo>
                    <a:pt x="589066" y="5862922"/>
                  </a:lnTo>
                  <a:lnTo>
                    <a:pt x="639808" y="5862954"/>
                  </a:lnTo>
                  <a:lnTo>
                    <a:pt x="690551" y="5862985"/>
                  </a:lnTo>
                  <a:lnTo>
                    <a:pt x="741293" y="5863017"/>
                  </a:lnTo>
                  <a:lnTo>
                    <a:pt x="792035" y="5863049"/>
                  </a:lnTo>
                  <a:lnTo>
                    <a:pt x="842778" y="5863080"/>
                  </a:lnTo>
                  <a:lnTo>
                    <a:pt x="893520" y="5863112"/>
                  </a:lnTo>
                  <a:lnTo>
                    <a:pt x="944262" y="5863143"/>
                  </a:lnTo>
                  <a:lnTo>
                    <a:pt x="995005" y="5863175"/>
                  </a:lnTo>
                  <a:lnTo>
                    <a:pt x="1045747" y="5863207"/>
                  </a:lnTo>
                  <a:lnTo>
                    <a:pt x="1096489" y="5863238"/>
                  </a:lnTo>
                  <a:lnTo>
                    <a:pt x="1147231" y="5863270"/>
                  </a:lnTo>
                  <a:lnTo>
                    <a:pt x="1197974" y="5863301"/>
                  </a:lnTo>
                  <a:lnTo>
                    <a:pt x="1248716" y="5863333"/>
                  </a:lnTo>
                  <a:lnTo>
                    <a:pt x="1299458" y="5863364"/>
                  </a:lnTo>
                  <a:lnTo>
                    <a:pt x="1350201" y="5863396"/>
                  </a:lnTo>
                  <a:lnTo>
                    <a:pt x="1400943" y="5863428"/>
                  </a:lnTo>
                  <a:lnTo>
                    <a:pt x="1451685" y="5863459"/>
                  </a:lnTo>
                  <a:lnTo>
                    <a:pt x="1502427" y="5863491"/>
                  </a:lnTo>
                  <a:lnTo>
                    <a:pt x="1553170" y="5863522"/>
                  </a:lnTo>
                  <a:lnTo>
                    <a:pt x="1603912" y="5863554"/>
                  </a:lnTo>
                  <a:lnTo>
                    <a:pt x="1654654" y="5863585"/>
                  </a:lnTo>
                  <a:lnTo>
                    <a:pt x="1705396" y="5863617"/>
                  </a:lnTo>
                  <a:lnTo>
                    <a:pt x="1756139" y="5863648"/>
                  </a:lnTo>
                  <a:lnTo>
                    <a:pt x="1806881" y="5863680"/>
                  </a:lnTo>
                  <a:lnTo>
                    <a:pt x="1857623" y="5863711"/>
                  </a:lnTo>
                  <a:lnTo>
                    <a:pt x="1908365" y="5863743"/>
                  </a:lnTo>
                  <a:lnTo>
                    <a:pt x="1959108" y="5863774"/>
                  </a:lnTo>
                  <a:lnTo>
                    <a:pt x="2009850" y="5863806"/>
                  </a:lnTo>
                  <a:lnTo>
                    <a:pt x="2060592" y="5863837"/>
                  </a:lnTo>
                  <a:lnTo>
                    <a:pt x="2111334" y="5863869"/>
                  </a:lnTo>
                  <a:lnTo>
                    <a:pt x="2162077" y="5863900"/>
                  </a:lnTo>
                  <a:lnTo>
                    <a:pt x="2212819" y="5863931"/>
                  </a:lnTo>
                  <a:lnTo>
                    <a:pt x="2263561" y="5863963"/>
                  </a:lnTo>
                  <a:lnTo>
                    <a:pt x="2314303" y="5863994"/>
                  </a:lnTo>
                  <a:lnTo>
                    <a:pt x="2365046" y="5864026"/>
                  </a:lnTo>
                  <a:lnTo>
                    <a:pt x="2415788" y="5864057"/>
                  </a:lnTo>
                  <a:lnTo>
                    <a:pt x="2466530" y="5864089"/>
                  </a:lnTo>
                  <a:lnTo>
                    <a:pt x="2517272" y="5864120"/>
                  </a:lnTo>
                  <a:lnTo>
                    <a:pt x="2568015" y="5864151"/>
                  </a:lnTo>
                  <a:lnTo>
                    <a:pt x="2618757" y="5864183"/>
                  </a:lnTo>
                  <a:lnTo>
                    <a:pt x="2669499" y="5864214"/>
                  </a:lnTo>
                  <a:lnTo>
                    <a:pt x="2720241" y="5864245"/>
                  </a:lnTo>
                  <a:lnTo>
                    <a:pt x="2770984" y="5864277"/>
                  </a:lnTo>
                  <a:lnTo>
                    <a:pt x="2821726" y="5864308"/>
                  </a:lnTo>
                  <a:lnTo>
                    <a:pt x="2872468" y="5864340"/>
                  </a:lnTo>
                  <a:lnTo>
                    <a:pt x="2923210" y="5864371"/>
                  </a:lnTo>
                  <a:lnTo>
                    <a:pt x="2973953" y="5864402"/>
                  </a:lnTo>
                  <a:lnTo>
                    <a:pt x="3024695" y="5864433"/>
                  </a:lnTo>
                  <a:lnTo>
                    <a:pt x="3075437" y="5864465"/>
                  </a:lnTo>
                  <a:lnTo>
                    <a:pt x="3126179" y="5864496"/>
                  </a:lnTo>
                  <a:lnTo>
                    <a:pt x="3176921" y="5864527"/>
                  </a:lnTo>
                  <a:lnTo>
                    <a:pt x="3227664" y="5864559"/>
                  </a:lnTo>
                  <a:lnTo>
                    <a:pt x="3278406" y="5864590"/>
                  </a:lnTo>
                  <a:lnTo>
                    <a:pt x="3329148" y="5864621"/>
                  </a:lnTo>
                  <a:lnTo>
                    <a:pt x="3379890" y="5864653"/>
                  </a:lnTo>
                  <a:lnTo>
                    <a:pt x="3430633" y="5864684"/>
                  </a:lnTo>
                  <a:lnTo>
                    <a:pt x="3481375" y="5864715"/>
                  </a:lnTo>
                  <a:lnTo>
                    <a:pt x="3532117" y="5864746"/>
                  </a:lnTo>
                  <a:lnTo>
                    <a:pt x="3582859" y="5864778"/>
                  </a:lnTo>
                  <a:lnTo>
                    <a:pt x="3633602" y="5864809"/>
                  </a:lnTo>
                  <a:lnTo>
                    <a:pt x="3684344" y="5864840"/>
                  </a:lnTo>
                  <a:lnTo>
                    <a:pt x="3735086" y="5864871"/>
                  </a:lnTo>
                  <a:lnTo>
                    <a:pt x="3785828" y="5864902"/>
                  </a:lnTo>
                  <a:lnTo>
                    <a:pt x="3836571" y="5864934"/>
                  </a:lnTo>
                  <a:lnTo>
                    <a:pt x="3887313" y="5864965"/>
                  </a:lnTo>
                  <a:lnTo>
                    <a:pt x="3938055" y="5864996"/>
                  </a:lnTo>
                  <a:lnTo>
                    <a:pt x="3988797" y="5865027"/>
                  </a:lnTo>
                  <a:lnTo>
                    <a:pt x="4039540" y="5865058"/>
                  </a:lnTo>
                  <a:lnTo>
                    <a:pt x="4090282" y="5865089"/>
                  </a:lnTo>
                  <a:lnTo>
                    <a:pt x="4141024" y="5865121"/>
                  </a:lnTo>
                  <a:lnTo>
                    <a:pt x="4191767" y="5865152"/>
                  </a:lnTo>
                  <a:lnTo>
                    <a:pt x="4242509" y="5865183"/>
                  </a:lnTo>
                  <a:lnTo>
                    <a:pt x="4293251" y="5865214"/>
                  </a:lnTo>
                  <a:lnTo>
                    <a:pt x="4343993" y="5865245"/>
                  </a:lnTo>
                  <a:lnTo>
                    <a:pt x="4394736" y="5865276"/>
                  </a:lnTo>
                  <a:lnTo>
                    <a:pt x="4445478" y="5865307"/>
                  </a:lnTo>
                  <a:lnTo>
                    <a:pt x="4496220" y="5865338"/>
                  </a:lnTo>
                  <a:lnTo>
                    <a:pt x="4546962" y="5865369"/>
                  </a:lnTo>
                  <a:lnTo>
                    <a:pt x="4597705" y="5865401"/>
                  </a:lnTo>
                  <a:lnTo>
                    <a:pt x="4648447" y="5865432"/>
                  </a:lnTo>
                  <a:lnTo>
                    <a:pt x="4699189" y="5865463"/>
                  </a:lnTo>
                  <a:lnTo>
                    <a:pt x="4749932" y="5865494"/>
                  </a:lnTo>
                  <a:lnTo>
                    <a:pt x="4800674" y="5865525"/>
                  </a:lnTo>
                  <a:lnTo>
                    <a:pt x="4851416" y="5865556"/>
                  </a:lnTo>
                  <a:lnTo>
                    <a:pt x="4902159" y="5865587"/>
                  </a:lnTo>
                  <a:lnTo>
                    <a:pt x="4952901" y="5865618"/>
                  </a:lnTo>
                  <a:lnTo>
                    <a:pt x="5003643" y="5865649"/>
                  </a:lnTo>
                  <a:lnTo>
                    <a:pt x="5054385" y="5865680"/>
                  </a:lnTo>
                  <a:lnTo>
                    <a:pt x="5105128" y="5865711"/>
                  </a:lnTo>
                  <a:lnTo>
                    <a:pt x="5155870" y="5865742"/>
                  </a:lnTo>
                  <a:lnTo>
                    <a:pt x="5206612" y="5865773"/>
                  </a:lnTo>
                  <a:lnTo>
                    <a:pt x="5257355" y="5865804"/>
                  </a:lnTo>
                  <a:lnTo>
                    <a:pt x="5308097" y="5865834"/>
                  </a:lnTo>
                  <a:lnTo>
                    <a:pt x="5358839" y="5865865"/>
                  </a:lnTo>
                  <a:lnTo>
                    <a:pt x="5409582" y="5865896"/>
                  </a:lnTo>
                  <a:lnTo>
                    <a:pt x="5460324" y="5865927"/>
                  </a:lnTo>
                  <a:lnTo>
                    <a:pt x="5511067" y="5865958"/>
                  </a:lnTo>
                  <a:lnTo>
                    <a:pt x="5561809" y="5865989"/>
                  </a:lnTo>
                  <a:lnTo>
                    <a:pt x="5612551" y="5866020"/>
                  </a:lnTo>
                  <a:lnTo>
                    <a:pt x="5663294" y="5866051"/>
                  </a:lnTo>
                  <a:lnTo>
                    <a:pt x="5714036" y="5866082"/>
                  </a:lnTo>
                  <a:lnTo>
                    <a:pt x="5749061" y="5866251"/>
                  </a:lnTo>
                  <a:lnTo>
                    <a:pt x="5784090" y="5866481"/>
                  </a:lnTo>
                  <a:lnTo>
                    <a:pt x="5819110" y="5866398"/>
                  </a:lnTo>
                  <a:lnTo>
                    <a:pt x="5854105" y="5865631"/>
                  </a:lnTo>
                  <a:lnTo>
                    <a:pt x="5904153" y="5862458"/>
                  </a:lnTo>
                  <a:lnTo>
                    <a:pt x="5952623" y="5856572"/>
                  </a:lnTo>
                  <a:lnTo>
                    <a:pt x="5999458" y="5848053"/>
                  </a:lnTo>
                  <a:lnTo>
                    <a:pt x="6044602" y="5836979"/>
                  </a:lnTo>
                  <a:lnTo>
                    <a:pt x="6087997" y="5823429"/>
                  </a:lnTo>
                  <a:lnTo>
                    <a:pt x="6129588" y="5807481"/>
                  </a:lnTo>
                  <a:lnTo>
                    <a:pt x="6169318" y="5789215"/>
                  </a:lnTo>
                  <a:lnTo>
                    <a:pt x="6207131" y="5768708"/>
                  </a:lnTo>
                  <a:lnTo>
                    <a:pt x="6242971" y="5746040"/>
                  </a:lnTo>
                  <a:lnTo>
                    <a:pt x="6276780" y="5721288"/>
                  </a:lnTo>
                  <a:lnTo>
                    <a:pt x="6308502" y="5694533"/>
                  </a:lnTo>
                  <a:lnTo>
                    <a:pt x="6338082" y="5665851"/>
                  </a:lnTo>
                  <a:lnTo>
                    <a:pt x="6365462" y="5635323"/>
                  </a:lnTo>
                  <a:lnTo>
                    <a:pt x="6390586" y="5603025"/>
                  </a:lnTo>
                  <a:lnTo>
                    <a:pt x="6413398" y="5569038"/>
                  </a:lnTo>
                  <a:lnTo>
                    <a:pt x="6433841" y="5533440"/>
                  </a:lnTo>
                  <a:lnTo>
                    <a:pt x="6451859" y="5496309"/>
                  </a:lnTo>
                  <a:lnTo>
                    <a:pt x="6467395" y="5457724"/>
                  </a:lnTo>
                  <a:lnTo>
                    <a:pt x="6480393" y="5417763"/>
                  </a:lnTo>
                  <a:lnTo>
                    <a:pt x="6490796" y="5376506"/>
                  </a:lnTo>
                  <a:lnTo>
                    <a:pt x="6498548" y="5334031"/>
                  </a:lnTo>
                  <a:lnTo>
                    <a:pt x="6503593" y="5290415"/>
                  </a:lnTo>
                  <a:lnTo>
                    <a:pt x="6505874" y="5245739"/>
                  </a:lnTo>
                  <a:lnTo>
                    <a:pt x="6505335" y="5200081"/>
                  </a:lnTo>
                  <a:lnTo>
                    <a:pt x="6501919" y="5153519"/>
                  </a:lnTo>
                  <a:lnTo>
                    <a:pt x="6495570" y="5106132"/>
                  </a:lnTo>
                  <a:lnTo>
                    <a:pt x="6486230" y="5057998"/>
                  </a:lnTo>
                  <a:lnTo>
                    <a:pt x="6473845" y="5009197"/>
                  </a:lnTo>
                  <a:lnTo>
                    <a:pt x="6459160" y="4963284"/>
                  </a:lnTo>
                  <a:lnTo>
                    <a:pt x="6441765" y="4918713"/>
                  </a:lnTo>
                  <a:lnTo>
                    <a:pt x="6421959" y="4875273"/>
                  </a:lnTo>
                  <a:lnTo>
                    <a:pt x="6400041" y="4832753"/>
                  </a:lnTo>
                  <a:lnTo>
                    <a:pt x="6376309" y="4790942"/>
                  </a:lnTo>
                  <a:lnTo>
                    <a:pt x="6351355" y="4748743"/>
                  </a:lnTo>
                  <a:lnTo>
                    <a:pt x="6324330" y="4703114"/>
                  </a:lnTo>
                  <a:lnTo>
                    <a:pt x="6295288" y="4654145"/>
                  </a:lnTo>
                  <a:lnTo>
                    <a:pt x="6264282" y="4601922"/>
                  </a:lnTo>
                  <a:lnTo>
                    <a:pt x="6231364" y="4546535"/>
                  </a:lnTo>
                  <a:lnTo>
                    <a:pt x="6196588" y="4488070"/>
                  </a:lnTo>
                  <a:lnTo>
                    <a:pt x="6160005" y="4426616"/>
                  </a:lnTo>
                  <a:lnTo>
                    <a:pt x="6121669" y="4362262"/>
                  </a:lnTo>
                  <a:lnTo>
                    <a:pt x="6101860" y="4329024"/>
                  </a:lnTo>
                  <a:lnTo>
                    <a:pt x="6081633" y="4295095"/>
                  </a:lnTo>
                  <a:lnTo>
                    <a:pt x="6060994" y="4260484"/>
                  </a:lnTo>
                  <a:lnTo>
                    <a:pt x="6039949" y="4225203"/>
                  </a:lnTo>
                  <a:lnTo>
                    <a:pt x="6018506" y="4189263"/>
                  </a:lnTo>
                  <a:lnTo>
                    <a:pt x="5996671" y="4152675"/>
                  </a:lnTo>
                  <a:lnTo>
                    <a:pt x="5974450" y="4115449"/>
                  </a:lnTo>
                  <a:lnTo>
                    <a:pt x="5951850" y="4077598"/>
                  </a:lnTo>
                  <a:lnTo>
                    <a:pt x="5928879" y="4039131"/>
                  </a:lnTo>
                  <a:lnTo>
                    <a:pt x="5905541" y="4000061"/>
                  </a:lnTo>
                  <a:lnTo>
                    <a:pt x="5881844" y="3960397"/>
                  </a:lnTo>
                  <a:lnTo>
                    <a:pt x="5857795" y="3920152"/>
                  </a:lnTo>
                  <a:lnTo>
                    <a:pt x="5833400" y="3879335"/>
                  </a:lnTo>
                  <a:lnTo>
                    <a:pt x="5808665" y="3837958"/>
                  </a:lnTo>
                  <a:lnTo>
                    <a:pt x="5783598" y="3796033"/>
                  </a:lnTo>
                  <a:lnTo>
                    <a:pt x="5758205" y="3753569"/>
                  </a:lnTo>
                  <a:lnTo>
                    <a:pt x="5732493" y="3710578"/>
                  </a:lnTo>
                  <a:lnTo>
                    <a:pt x="5706467" y="3667072"/>
                  </a:lnTo>
                  <a:lnTo>
                    <a:pt x="5680135" y="3623060"/>
                  </a:lnTo>
                  <a:lnTo>
                    <a:pt x="5653504" y="3578555"/>
                  </a:lnTo>
                  <a:lnTo>
                    <a:pt x="5626579" y="3533566"/>
                  </a:lnTo>
                  <a:lnTo>
                    <a:pt x="5599368" y="3488106"/>
                  </a:lnTo>
                  <a:lnTo>
                    <a:pt x="5571877" y="3442185"/>
                  </a:lnTo>
                  <a:lnTo>
                    <a:pt x="5544113" y="3395813"/>
                  </a:lnTo>
                  <a:lnTo>
                    <a:pt x="5516082" y="3349003"/>
                  </a:lnTo>
                  <a:lnTo>
                    <a:pt x="5487791" y="3301765"/>
                  </a:lnTo>
                  <a:lnTo>
                    <a:pt x="5459247" y="3254111"/>
                  </a:lnTo>
                  <a:lnTo>
                    <a:pt x="5430456" y="3206050"/>
                  </a:lnTo>
                  <a:lnTo>
                    <a:pt x="5401424" y="3157594"/>
                  </a:lnTo>
                  <a:lnTo>
                    <a:pt x="5372159" y="3108755"/>
                  </a:lnTo>
                  <a:lnTo>
                    <a:pt x="5342667" y="3059543"/>
                  </a:lnTo>
                  <a:lnTo>
                    <a:pt x="5312954" y="3009969"/>
                  </a:lnTo>
                  <a:lnTo>
                    <a:pt x="5283027" y="2960044"/>
                  </a:lnTo>
                  <a:lnTo>
                    <a:pt x="5252894" y="2909780"/>
                  </a:lnTo>
                  <a:lnTo>
                    <a:pt x="5222559" y="2859187"/>
                  </a:lnTo>
                  <a:lnTo>
                    <a:pt x="5192030" y="2808275"/>
                  </a:lnTo>
                  <a:lnTo>
                    <a:pt x="5161314" y="2757058"/>
                  </a:lnTo>
                  <a:lnTo>
                    <a:pt x="5130417" y="2705544"/>
                  </a:lnTo>
                  <a:lnTo>
                    <a:pt x="5099346" y="2653746"/>
                  </a:lnTo>
                  <a:lnTo>
                    <a:pt x="5068107" y="2601674"/>
                  </a:lnTo>
                  <a:lnTo>
                    <a:pt x="5036707" y="2549340"/>
                  </a:lnTo>
                  <a:lnTo>
                    <a:pt x="5005153" y="2496753"/>
                  </a:lnTo>
                  <a:lnTo>
                    <a:pt x="4973451" y="2443926"/>
                  </a:lnTo>
                  <a:lnTo>
                    <a:pt x="4941607" y="2390870"/>
                  </a:lnTo>
                  <a:lnTo>
                    <a:pt x="4909629" y="2337594"/>
                  </a:lnTo>
                  <a:lnTo>
                    <a:pt x="4877523" y="2284112"/>
                  </a:lnTo>
                  <a:lnTo>
                    <a:pt x="4845295" y="2230432"/>
                  </a:lnTo>
                  <a:lnTo>
                    <a:pt x="4812953" y="2176567"/>
                  </a:lnTo>
                  <a:lnTo>
                    <a:pt x="4780502" y="2122527"/>
                  </a:lnTo>
                  <a:lnTo>
                    <a:pt x="4747950" y="2068324"/>
                  </a:lnTo>
                  <a:lnTo>
                    <a:pt x="4715302" y="2013968"/>
                  </a:lnTo>
                  <a:lnTo>
                    <a:pt x="4682566" y="1959471"/>
                  </a:lnTo>
                  <a:lnTo>
                    <a:pt x="4649749" y="1904843"/>
                  </a:lnTo>
                  <a:lnTo>
                    <a:pt x="4616856" y="1850095"/>
                  </a:lnTo>
                  <a:lnTo>
                    <a:pt x="4583894" y="1795239"/>
                  </a:lnTo>
                  <a:lnTo>
                    <a:pt x="4550870" y="1740285"/>
                  </a:lnTo>
                  <a:lnTo>
                    <a:pt x="4517791" y="1685245"/>
                  </a:lnTo>
                  <a:lnTo>
                    <a:pt x="4484663" y="1630130"/>
                  </a:lnTo>
                  <a:lnTo>
                    <a:pt x="4451493" y="1574950"/>
                  </a:lnTo>
                  <a:lnTo>
                    <a:pt x="4418287" y="1519716"/>
                  </a:lnTo>
                  <a:lnTo>
                    <a:pt x="4385052" y="1464440"/>
                  </a:lnTo>
                  <a:lnTo>
                    <a:pt x="4351795" y="1409133"/>
                  </a:lnTo>
                  <a:lnTo>
                    <a:pt x="4318522" y="1353805"/>
                  </a:lnTo>
                  <a:lnTo>
                    <a:pt x="4285239" y="1298468"/>
                  </a:lnTo>
                  <a:lnTo>
                    <a:pt x="4251954" y="1243132"/>
                  </a:lnTo>
                  <a:lnTo>
                    <a:pt x="4218673" y="1187809"/>
                  </a:lnTo>
                  <a:lnTo>
                    <a:pt x="4185402" y="1132510"/>
                  </a:lnTo>
                  <a:lnTo>
                    <a:pt x="4152149" y="1077245"/>
                  </a:lnTo>
                  <a:lnTo>
                    <a:pt x="4118919" y="1022026"/>
                  </a:lnTo>
                  <a:lnTo>
                    <a:pt x="4085720" y="966864"/>
                  </a:lnTo>
                  <a:lnTo>
                    <a:pt x="4052558" y="911769"/>
                  </a:lnTo>
                  <a:lnTo>
                    <a:pt x="4019439" y="856753"/>
                  </a:lnTo>
                  <a:lnTo>
                    <a:pt x="3986371" y="801826"/>
                  </a:lnTo>
                  <a:lnTo>
                    <a:pt x="3953359" y="747001"/>
                  </a:lnTo>
                  <a:lnTo>
                    <a:pt x="3920411" y="692287"/>
                  </a:lnTo>
                  <a:lnTo>
                    <a:pt x="3887532" y="637695"/>
                  </a:lnTo>
                  <a:lnTo>
                    <a:pt x="3854730" y="583238"/>
                  </a:lnTo>
                  <a:lnTo>
                    <a:pt x="3822012" y="528925"/>
                  </a:lnTo>
                  <a:lnTo>
                    <a:pt x="3789383" y="474768"/>
                  </a:lnTo>
                  <a:lnTo>
                    <a:pt x="3756850" y="420778"/>
                  </a:lnTo>
                  <a:lnTo>
                    <a:pt x="3724421" y="366965"/>
                  </a:lnTo>
                  <a:lnTo>
                    <a:pt x="3692101" y="313342"/>
                  </a:lnTo>
                  <a:lnTo>
                    <a:pt x="3659897" y="259918"/>
                  </a:lnTo>
                  <a:lnTo>
                    <a:pt x="3627816" y="206705"/>
                  </a:lnTo>
                  <a:lnTo>
                    <a:pt x="3595864" y="153714"/>
                  </a:lnTo>
                  <a:lnTo>
                    <a:pt x="3564048" y="100956"/>
                  </a:lnTo>
                  <a:lnTo>
                    <a:pt x="3532375" y="48441"/>
                  </a:lnTo>
                  <a:lnTo>
                    <a:pt x="3503155" y="0"/>
                  </a:lnTo>
                </a:path>
              </a:pathLst>
            </a:custGeom>
            <a:ln w="31412">
              <a:solidFill>
                <a:srgbClr val="FFFFFF"/>
              </a:solidFill>
            </a:ln>
          </p:spPr>
          <p:txBody>
            <a:bodyPr wrap="square" lIns="0" tIns="0" rIns="0" bIns="0" rtlCol="0"/>
            <a:lstStyle/>
            <a:p>
              <a:pPr defTabSz="554492"/>
              <a:endParaRPr sz="1092" kern="0">
                <a:solidFill>
                  <a:sysClr val="windowText" lastClr="000000"/>
                </a:solidFill>
              </a:endParaRPr>
            </a:p>
          </p:txBody>
        </p:sp>
        <p:sp>
          <p:nvSpPr>
            <p:cNvPr id="11" name="object 11"/>
            <p:cNvSpPr/>
            <p:nvPr/>
          </p:nvSpPr>
          <p:spPr>
            <a:xfrm>
              <a:off x="0" y="0"/>
              <a:ext cx="4424045" cy="4857115"/>
            </a:xfrm>
            <a:custGeom>
              <a:avLst/>
              <a:gdLst/>
              <a:ahLst/>
              <a:cxnLst/>
              <a:rect l="l" t="t" r="r" b="b"/>
              <a:pathLst>
                <a:path w="4424045" h="4857115">
                  <a:moveTo>
                    <a:pt x="0" y="4854300"/>
                  </a:moveTo>
                  <a:lnTo>
                    <a:pt x="79877" y="4854350"/>
                  </a:lnTo>
                  <a:lnTo>
                    <a:pt x="130619" y="4854381"/>
                  </a:lnTo>
                  <a:lnTo>
                    <a:pt x="181362" y="4854412"/>
                  </a:lnTo>
                  <a:lnTo>
                    <a:pt x="232104" y="4854444"/>
                  </a:lnTo>
                  <a:lnTo>
                    <a:pt x="282846" y="4854475"/>
                  </a:lnTo>
                  <a:lnTo>
                    <a:pt x="333588" y="4854507"/>
                  </a:lnTo>
                  <a:lnTo>
                    <a:pt x="384331" y="4854538"/>
                  </a:lnTo>
                  <a:lnTo>
                    <a:pt x="435073" y="4854570"/>
                  </a:lnTo>
                  <a:lnTo>
                    <a:pt x="485815" y="4854601"/>
                  </a:lnTo>
                  <a:lnTo>
                    <a:pt x="536557" y="4854632"/>
                  </a:lnTo>
                  <a:lnTo>
                    <a:pt x="587300" y="4854664"/>
                  </a:lnTo>
                  <a:lnTo>
                    <a:pt x="638042" y="4854695"/>
                  </a:lnTo>
                  <a:lnTo>
                    <a:pt x="688784" y="4854726"/>
                  </a:lnTo>
                  <a:lnTo>
                    <a:pt x="739526" y="4854758"/>
                  </a:lnTo>
                  <a:lnTo>
                    <a:pt x="790269" y="4854789"/>
                  </a:lnTo>
                  <a:lnTo>
                    <a:pt x="841011" y="4854820"/>
                  </a:lnTo>
                  <a:lnTo>
                    <a:pt x="891753" y="4854852"/>
                  </a:lnTo>
                  <a:lnTo>
                    <a:pt x="942495" y="4854883"/>
                  </a:lnTo>
                  <a:lnTo>
                    <a:pt x="993238" y="4854914"/>
                  </a:lnTo>
                  <a:lnTo>
                    <a:pt x="1043980" y="4854946"/>
                  </a:lnTo>
                  <a:lnTo>
                    <a:pt x="1094722" y="4854977"/>
                  </a:lnTo>
                  <a:lnTo>
                    <a:pt x="1145464" y="4855008"/>
                  </a:lnTo>
                  <a:lnTo>
                    <a:pt x="1196207" y="4855040"/>
                  </a:lnTo>
                  <a:lnTo>
                    <a:pt x="1246949" y="4855071"/>
                  </a:lnTo>
                  <a:lnTo>
                    <a:pt x="1297691" y="4855102"/>
                  </a:lnTo>
                  <a:lnTo>
                    <a:pt x="1348433" y="4855133"/>
                  </a:lnTo>
                  <a:lnTo>
                    <a:pt x="1399175" y="4855165"/>
                  </a:lnTo>
                  <a:lnTo>
                    <a:pt x="1449918" y="4855196"/>
                  </a:lnTo>
                  <a:lnTo>
                    <a:pt x="1500660" y="4855227"/>
                  </a:lnTo>
                  <a:lnTo>
                    <a:pt x="1551402" y="4855258"/>
                  </a:lnTo>
                  <a:lnTo>
                    <a:pt x="1602144" y="4855290"/>
                  </a:lnTo>
                  <a:lnTo>
                    <a:pt x="1652887" y="4855321"/>
                  </a:lnTo>
                  <a:lnTo>
                    <a:pt x="1703629" y="4855352"/>
                  </a:lnTo>
                  <a:lnTo>
                    <a:pt x="1754371" y="4855383"/>
                  </a:lnTo>
                  <a:lnTo>
                    <a:pt x="1805113" y="4855414"/>
                  </a:lnTo>
                  <a:lnTo>
                    <a:pt x="1855856" y="4855446"/>
                  </a:lnTo>
                  <a:lnTo>
                    <a:pt x="1906598" y="4855477"/>
                  </a:lnTo>
                  <a:lnTo>
                    <a:pt x="1957340" y="4855508"/>
                  </a:lnTo>
                  <a:lnTo>
                    <a:pt x="2008083" y="4855539"/>
                  </a:lnTo>
                  <a:lnTo>
                    <a:pt x="2058825" y="4855570"/>
                  </a:lnTo>
                  <a:lnTo>
                    <a:pt x="2109567" y="4855601"/>
                  </a:lnTo>
                  <a:lnTo>
                    <a:pt x="2160309" y="4855632"/>
                  </a:lnTo>
                  <a:lnTo>
                    <a:pt x="2211052" y="4855664"/>
                  </a:lnTo>
                  <a:lnTo>
                    <a:pt x="2261794" y="4855695"/>
                  </a:lnTo>
                  <a:lnTo>
                    <a:pt x="2312536" y="4855726"/>
                  </a:lnTo>
                  <a:lnTo>
                    <a:pt x="2363278" y="4855757"/>
                  </a:lnTo>
                  <a:lnTo>
                    <a:pt x="2414021" y="4855788"/>
                  </a:lnTo>
                  <a:lnTo>
                    <a:pt x="2464763" y="4855819"/>
                  </a:lnTo>
                  <a:lnTo>
                    <a:pt x="2515505" y="4855850"/>
                  </a:lnTo>
                  <a:lnTo>
                    <a:pt x="2566248" y="4855881"/>
                  </a:lnTo>
                  <a:lnTo>
                    <a:pt x="2616990" y="4855912"/>
                  </a:lnTo>
                  <a:lnTo>
                    <a:pt x="2667732" y="4855943"/>
                  </a:lnTo>
                  <a:lnTo>
                    <a:pt x="2718474" y="4855974"/>
                  </a:lnTo>
                  <a:lnTo>
                    <a:pt x="2769217" y="4856005"/>
                  </a:lnTo>
                  <a:lnTo>
                    <a:pt x="2819959" y="4856036"/>
                  </a:lnTo>
                  <a:lnTo>
                    <a:pt x="2870701" y="4856067"/>
                  </a:lnTo>
                  <a:lnTo>
                    <a:pt x="2921444" y="4856098"/>
                  </a:lnTo>
                  <a:lnTo>
                    <a:pt x="2972186" y="4856129"/>
                  </a:lnTo>
                  <a:lnTo>
                    <a:pt x="3022928" y="4856160"/>
                  </a:lnTo>
                  <a:lnTo>
                    <a:pt x="3073671" y="4856191"/>
                  </a:lnTo>
                  <a:lnTo>
                    <a:pt x="3124413" y="4856222"/>
                  </a:lnTo>
                  <a:lnTo>
                    <a:pt x="3175155" y="4856253"/>
                  </a:lnTo>
                  <a:lnTo>
                    <a:pt x="3225898" y="4856284"/>
                  </a:lnTo>
                  <a:lnTo>
                    <a:pt x="3276640" y="4856315"/>
                  </a:lnTo>
                  <a:lnTo>
                    <a:pt x="3327382" y="4856346"/>
                  </a:lnTo>
                  <a:lnTo>
                    <a:pt x="3378125" y="4856377"/>
                  </a:lnTo>
                  <a:lnTo>
                    <a:pt x="3428867" y="4856408"/>
                  </a:lnTo>
                  <a:lnTo>
                    <a:pt x="3479609" y="4856439"/>
                  </a:lnTo>
                  <a:lnTo>
                    <a:pt x="3530352" y="4856469"/>
                  </a:lnTo>
                  <a:lnTo>
                    <a:pt x="3581094" y="4856500"/>
                  </a:lnTo>
                  <a:lnTo>
                    <a:pt x="3631837" y="4856531"/>
                  </a:lnTo>
                  <a:lnTo>
                    <a:pt x="3666861" y="4856701"/>
                  </a:lnTo>
                  <a:lnTo>
                    <a:pt x="3701891" y="4856930"/>
                  </a:lnTo>
                  <a:lnTo>
                    <a:pt x="3736910" y="4856848"/>
                  </a:lnTo>
                  <a:lnTo>
                    <a:pt x="3771906" y="4856081"/>
                  </a:lnTo>
                  <a:lnTo>
                    <a:pt x="3821954" y="4852907"/>
                  </a:lnTo>
                  <a:lnTo>
                    <a:pt x="3870424" y="4847021"/>
                  </a:lnTo>
                  <a:lnTo>
                    <a:pt x="3917259" y="4838502"/>
                  </a:lnTo>
                  <a:lnTo>
                    <a:pt x="3962402" y="4827428"/>
                  </a:lnTo>
                  <a:lnTo>
                    <a:pt x="4005798" y="4813878"/>
                  </a:lnTo>
                  <a:lnTo>
                    <a:pt x="4047389" y="4797931"/>
                  </a:lnTo>
                  <a:lnTo>
                    <a:pt x="4087119" y="4779664"/>
                  </a:lnTo>
                  <a:lnTo>
                    <a:pt x="4124932" y="4759158"/>
                  </a:lnTo>
                  <a:lnTo>
                    <a:pt x="4160771" y="4736489"/>
                  </a:lnTo>
                  <a:lnTo>
                    <a:pt x="4194580" y="4711738"/>
                  </a:lnTo>
                  <a:lnTo>
                    <a:pt x="4226303" y="4684982"/>
                  </a:lnTo>
                  <a:lnTo>
                    <a:pt x="4255882" y="4656301"/>
                  </a:lnTo>
                  <a:lnTo>
                    <a:pt x="4283262" y="4625772"/>
                  </a:lnTo>
                  <a:lnTo>
                    <a:pt x="4308387" y="4593475"/>
                  </a:lnTo>
                  <a:lnTo>
                    <a:pt x="4331198" y="4559488"/>
                  </a:lnTo>
                  <a:lnTo>
                    <a:pt x="4351641" y="4523890"/>
                  </a:lnTo>
                  <a:lnTo>
                    <a:pt x="4369659" y="4486759"/>
                  </a:lnTo>
                  <a:lnTo>
                    <a:pt x="4385195" y="4448173"/>
                  </a:lnTo>
                  <a:lnTo>
                    <a:pt x="4398193" y="4408213"/>
                  </a:lnTo>
                  <a:lnTo>
                    <a:pt x="4408597" y="4366956"/>
                  </a:lnTo>
                  <a:lnTo>
                    <a:pt x="4416349" y="4324480"/>
                  </a:lnTo>
                  <a:lnTo>
                    <a:pt x="4421394" y="4280865"/>
                  </a:lnTo>
                  <a:lnTo>
                    <a:pt x="4423675" y="4236189"/>
                  </a:lnTo>
                  <a:lnTo>
                    <a:pt x="4423136" y="4190531"/>
                  </a:lnTo>
                  <a:lnTo>
                    <a:pt x="4419719" y="4143969"/>
                  </a:lnTo>
                  <a:lnTo>
                    <a:pt x="4413370" y="4096581"/>
                  </a:lnTo>
                  <a:lnTo>
                    <a:pt x="4404031" y="4048448"/>
                  </a:lnTo>
                  <a:lnTo>
                    <a:pt x="4391646" y="3999646"/>
                  </a:lnTo>
                  <a:lnTo>
                    <a:pt x="4376961" y="3953734"/>
                  </a:lnTo>
                  <a:lnTo>
                    <a:pt x="4359566" y="3909163"/>
                  </a:lnTo>
                  <a:lnTo>
                    <a:pt x="4339760" y="3865723"/>
                  </a:lnTo>
                  <a:lnTo>
                    <a:pt x="4317842" y="3823203"/>
                  </a:lnTo>
                  <a:lnTo>
                    <a:pt x="4294110" y="3781391"/>
                  </a:lnTo>
                  <a:lnTo>
                    <a:pt x="4255289" y="3716001"/>
                  </a:lnTo>
                  <a:lnTo>
                    <a:pt x="4235177" y="3682348"/>
                  </a:lnTo>
                  <a:lnTo>
                    <a:pt x="4214609" y="3648074"/>
                  </a:lnTo>
                  <a:lnTo>
                    <a:pt x="4193595" y="3613191"/>
                  </a:lnTo>
                  <a:lnTo>
                    <a:pt x="4172145" y="3577714"/>
                  </a:lnTo>
                  <a:lnTo>
                    <a:pt x="4150268" y="3541654"/>
                  </a:lnTo>
                  <a:lnTo>
                    <a:pt x="4127974" y="3505026"/>
                  </a:lnTo>
                  <a:lnTo>
                    <a:pt x="4105272" y="3467842"/>
                  </a:lnTo>
                  <a:lnTo>
                    <a:pt x="4082173" y="3430115"/>
                  </a:lnTo>
                  <a:lnTo>
                    <a:pt x="4058685" y="3391858"/>
                  </a:lnTo>
                  <a:lnTo>
                    <a:pt x="4034818" y="3353085"/>
                  </a:lnTo>
                  <a:lnTo>
                    <a:pt x="4010583" y="3313808"/>
                  </a:lnTo>
                  <a:lnTo>
                    <a:pt x="3985988" y="3274041"/>
                  </a:lnTo>
                  <a:lnTo>
                    <a:pt x="3961043" y="3233796"/>
                  </a:lnTo>
                  <a:lnTo>
                    <a:pt x="3935758" y="3193087"/>
                  </a:lnTo>
                  <a:lnTo>
                    <a:pt x="3910142" y="3151927"/>
                  </a:lnTo>
                  <a:lnTo>
                    <a:pt x="3884205" y="3110328"/>
                  </a:lnTo>
                  <a:lnTo>
                    <a:pt x="3857957" y="3068304"/>
                  </a:lnTo>
                  <a:lnTo>
                    <a:pt x="3831406" y="3025868"/>
                  </a:lnTo>
                  <a:lnTo>
                    <a:pt x="3804564" y="2983034"/>
                  </a:lnTo>
                  <a:lnTo>
                    <a:pt x="3777438" y="2939813"/>
                  </a:lnTo>
                  <a:lnTo>
                    <a:pt x="3750040" y="2896219"/>
                  </a:lnTo>
                  <a:lnTo>
                    <a:pt x="3722378" y="2852266"/>
                  </a:lnTo>
                  <a:lnTo>
                    <a:pt x="3694462" y="2807966"/>
                  </a:lnTo>
                  <a:lnTo>
                    <a:pt x="3666302" y="2763332"/>
                  </a:lnTo>
                  <a:lnTo>
                    <a:pt x="3637908" y="2718378"/>
                  </a:lnTo>
                  <a:lnTo>
                    <a:pt x="3609288" y="2673116"/>
                  </a:lnTo>
                  <a:lnTo>
                    <a:pt x="3580453" y="2627560"/>
                  </a:lnTo>
                  <a:lnTo>
                    <a:pt x="3551411" y="2581723"/>
                  </a:lnTo>
                  <a:lnTo>
                    <a:pt x="3522174" y="2535617"/>
                  </a:lnTo>
                  <a:lnTo>
                    <a:pt x="3492750" y="2489256"/>
                  </a:lnTo>
                  <a:lnTo>
                    <a:pt x="3463149" y="2442653"/>
                  </a:lnTo>
                  <a:lnTo>
                    <a:pt x="3433380" y="2395820"/>
                  </a:lnTo>
                  <a:lnTo>
                    <a:pt x="3403454" y="2348772"/>
                  </a:lnTo>
                  <a:lnTo>
                    <a:pt x="3373379" y="2301521"/>
                  </a:lnTo>
                  <a:lnTo>
                    <a:pt x="3343166" y="2254080"/>
                  </a:lnTo>
                  <a:lnTo>
                    <a:pt x="3312823" y="2206462"/>
                  </a:lnTo>
                  <a:lnTo>
                    <a:pt x="3282361" y="2158681"/>
                  </a:lnTo>
                  <a:lnTo>
                    <a:pt x="3251789" y="2110748"/>
                  </a:lnTo>
                  <a:lnTo>
                    <a:pt x="3221117" y="2062679"/>
                  </a:lnTo>
                  <a:lnTo>
                    <a:pt x="3190354" y="2014484"/>
                  </a:lnTo>
                  <a:lnTo>
                    <a:pt x="3159511" y="1966179"/>
                  </a:lnTo>
                  <a:lnTo>
                    <a:pt x="3128595" y="1917775"/>
                  </a:lnTo>
                  <a:lnTo>
                    <a:pt x="3097618" y="1869285"/>
                  </a:lnTo>
                  <a:lnTo>
                    <a:pt x="3066589" y="1820724"/>
                  </a:lnTo>
                  <a:lnTo>
                    <a:pt x="3035517" y="1772103"/>
                  </a:lnTo>
                  <a:lnTo>
                    <a:pt x="3004412" y="1723437"/>
                  </a:lnTo>
                  <a:lnTo>
                    <a:pt x="2973283" y="1674737"/>
                  </a:lnTo>
                  <a:lnTo>
                    <a:pt x="2942141" y="1626017"/>
                  </a:lnTo>
                  <a:lnTo>
                    <a:pt x="2910994" y="1577291"/>
                  </a:lnTo>
                  <a:lnTo>
                    <a:pt x="2879853" y="1528570"/>
                  </a:lnTo>
                  <a:lnTo>
                    <a:pt x="2848727" y="1479869"/>
                  </a:lnTo>
                  <a:lnTo>
                    <a:pt x="2817625" y="1431200"/>
                  </a:lnTo>
                  <a:lnTo>
                    <a:pt x="2786557" y="1382577"/>
                  </a:lnTo>
                  <a:lnTo>
                    <a:pt x="2755533" y="1334012"/>
                  </a:lnTo>
                  <a:lnTo>
                    <a:pt x="2724563" y="1285519"/>
                  </a:lnTo>
                  <a:lnTo>
                    <a:pt x="2693655" y="1237111"/>
                  </a:lnTo>
                  <a:lnTo>
                    <a:pt x="2662820" y="1188800"/>
                  </a:lnTo>
                  <a:lnTo>
                    <a:pt x="2632067" y="1140600"/>
                  </a:lnTo>
                  <a:lnTo>
                    <a:pt x="2601406" y="1092523"/>
                  </a:lnTo>
                  <a:lnTo>
                    <a:pt x="2570846" y="1044584"/>
                  </a:lnTo>
                  <a:lnTo>
                    <a:pt x="2540398" y="996795"/>
                  </a:lnTo>
                  <a:lnTo>
                    <a:pt x="2510069" y="949168"/>
                  </a:lnTo>
                  <a:lnTo>
                    <a:pt x="2479871" y="901718"/>
                  </a:lnTo>
                  <a:lnTo>
                    <a:pt x="2449813" y="854457"/>
                  </a:lnTo>
                  <a:lnTo>
                    <a:pt x="2419904" y="807398"/>
                  </a:lnTo>
                  <a:lnTo>
                    <a:pt x="2390154" y="760555"/>
                  </a:lnTo>
                  <a:lnTo>
                    <a:pt x="2360573" y="713940"/>
                  </a:lnTo>
                  <a:lnTo>
                    <a:pt x="2331169" y="667567"/>
                  </a:lnTo>
                  <a:lnTo>
                    <a:pt x="2301954" y="621448"/>
                  </a:lnTo>
                  <a:lnTo>
                    <a:pt x="2272936" y="575597"/>
                  </a:lnTo>
                  <a:lnTo>
                    <a:pt x="2244125" y="530026"/>
                  </a:lnTo>
                  <a:lnTo>
                    <a:pt x="2215530" y="484749"/>
                  </a:lnTo>
                  <a:lnTo>
                    <a:pt x="2187162" y="439779"/>
                  </a:lnTo>
                  <a:lnTo>
                    <a:pt x="2159029" y="395129"/>
                  </a:lnTo>
                  <a:lnTo>
                    <a:pt x="2131142" y="350812"/>
                  </a:lnTo>
                  <a:lnTo>
                    <a:pt x="2103510" y="306841"/>
                  </a:lnTo>
                  <a:lnTo>
                    <a:pt x="2076142" y="263230"/>
                  </a:lnTo>
                  <a:lnTo>
                    <a:pt x="2049048" y="219990"/>
                  </a:lnTo>
                  <a:lnTo>
                    <a:pt x="2022239" y="177136"/>
                  </a:lnTo>
                  <a:lnTo>
                    <a:pt x="1995722" y="134680"/>
                  </a:lnTo>
                  <a:lnTo>
                    <a:pt x="1969509" y="92635"/>
                  </a:lnTo>
                  <a:lnTo>
                    <a:pt x="1943608" y="51015"/>
                  </a:lnTo>
                  <a:lnTo>
                    <a:pt x="1918029" y="9832"/>
                  </a:lnTo>
                  <a:lnTo>
                    <a:pt x="1911935" y="0"/>
                  </a:lnTo>
                </a:path>
              </a:pathLst>
            </a:custGeom>
            <a:ln w="31412">
              <a:solidFill>
                <a:srgbClr val="FFFFFF"/>
              </a:solidFill>
            </a:ln>
          </p:spPr>
          <p:txBody>
            <a:bodyPr wrap="square" lIns="0" tIns="0" rIns="0" bIns="0" rtlCol="0"/>
            <a:lstStyle/>
            <a:p>
              <a:pPr defTabSz="554492"/>
              <a:endParaRPr sz="1092" kern="0">
                <a:solidFill>
                  <a:sysClr val="windowText" lastClr="000000"/>
                </a:solidFill>
              </a:endParaRPr>
            </a:p>
          </p:txBody>
        </p:sp>
        <p:sp>
          <p:nvSpPr>
            <p:cNvPr id="12" name="object 12"/>
            <p:cNvSpPr/>
            <p:nvPr/>
          </p:nvSpPr>
          <p:spPr>
            <a:xfrm>
              <a:off x="9787" y="0"/>
              <a:ext cx="8691880" cy="7082155"/>
            </a:xfrm>
            <a:custGeom>
              <a:avLst/>
              <a:gdLst/>
              <a:ahLst/>
              <a:cxnLst/>
              <a:rect l="l" t="t" r="r" b="b"/>
              <a:pathLst>
                <a:path w="8691880" h="7082155">
                  <a:moveTo>
                    <a:pt x="0" y="7077369"/>
                  </a:moveTo>
                  <a:lnTo>
                    <a:pt x="42823" y="7077396"/>
                  </a:lnTo>
                  <a:lnTo>
                    <a:pt x="85964" y="7077423"/>
                  </a:lnTo>
                  <a:lnTo>
                    <a:pt x="129418" y="7077449"/>
                  </a:lnTo>
                  <a:lnTo>
                    <a:pt x="173181" y="7077476"/>
                  </a:lnTo>
                  <a:lnTo>
                    <a:pt x="217248" y="7077503"/>
                  </a:lnTo>
                  <a:lnTo>
                    <a:pt x="261616" y="7077529"/>
                  </a:lnTo>
                  <a:lnTo>
                    <a:pt x="306281" y="7077556"/>
                  </a:lnTo>
                  <a:lnTo>
                    <a:pt x="351237" y="7077583"/>
                  </a:lnTo>
                  <a:lnTo>
                    <a:pt x="396481" y="7077609"/>
                  </a:lnTo>
                  <a:lnTo>
                    <a:pt x="442009" y="7077636"/>
                  </a:lnTo>
                  <a:lnTo>
                    <a:pt x="487817" y="7077663"/>
                  </a:lnTo>
                  <a:lnTo>
                    <a:pt x="533899" y="7077689"/>
                  </a:lnTo>
                  <a:lnTo>
                    <a:pt x="580253" y="7077716"/>
                  </a:lnTo>
                  <a:lnTo>
                    <a:pt x="626874" y="7077742"/>
                  </a:lnTo>
                  <a:lnTo>
                    <a:pt x="673757" y="7077769"/>
                  </a:lnTo>
                  <a:lnTo>
                    <a:pt x="720899" y="7077796"/>
                  </a:lnTo>
                  <a:lnTo>
                    <a:pt x="768295" y="7077822"/>
                  </a:lnTo>
                  <a:lnTo>
                    <a:pt x="815941" y="7077849"/>
                  </a:lnTo>
                  <a:lnTo>
                    <a:pt x="863833" y="7077875"/>
                  </a:lnTo>
                  <a:lnTo>
                    <a:pt x="911966" y="7077902"/>
                  </a:lnTo>
                  <a:lnTo>
                    <a:pt x="960337" y="7077929"/>
                  </a:lnTo>
                  <a:lnTo>
                    <a:pt x="1008941" y="7077955"/>
                  </a:lnTo>
                  <a:lnTo>
                    <a:pt x="1057775" y="7077982"/>
                  </a:lnTo>
                  <a:lnTo>
                    <a:pt x="1106833" y="7078008"/>
                  </a:lnTo>
                  <a:lnTo>
                    <a:pt x="1156112" y="7078035"/>
                  </a:lnTo>
                  <a:lnTo>
                    <a:pt x="1205607" y="7078061"/>
                  </a:lnTo>
                  <a:lnTo>
                    <a:pt x="1255314" y="7078088"/>
                  </a:lnTo>
                  <a:lnTo>
                    <a:pt x="1305230" y="7078115"/>
                  </a:lnTo>
                  <a:lnTo>
                    <a:pt x="1355349" y="7078141"/>
                  </a:lnTo>
                  <a:lnTo>
                    <a:pt x="1405668" y="7078168"/>
                  </a:lnTo>
                  <a:lnTo>
                    <a:pt x="1456182" y="7078194"/>
                  </a:lnTo>
                  <a:lnTo>
                    <a:pt x="1506888" y="7078221"/>
                  </a:lnTo>
                  <a:lnTo>
                    <a:pt x="1557780" y="7078247"/>
                  </a:lnTo>
                  <a:lnTo>
                    <a:pt x="1608856" y="7078274"/>
                  </a:lnTo>
                  <a:lnTo>
                    <a:pt x="1660110" y="7078300"/>
                  </a:lnTo>
                  <a:lnTo>
                    <a:pt x="1711538" y="7078327"/>
                  </a:lnTo>
                  <a:lnTo>
                    <a:pt x="1763137" y="7078353"/>
                  </a:lnTo>
                  <a:lnTo>
                    <a:pt x="1814901" y="7078380"/>
                  </a:lnTo>
                  <a:lnTo>
                    <a:pt x="1866828" y="7078406"/>
                  </a:lnTo>
                  <a:lnTo>
                    <a:pt x="1918912" y="7078433"/>
                  </a:lnTo>
                  <a:lnTo>
                    <a:pt x="1971149" y="7078459"/>
                  </a:lnTo>
                  <a:lnTo>
                    <a:pt x="2023536" y="7078486"/>
                  </a:lnTo>
                  <a:lnTo>
                    <a:pt x="2076067" y="7078512"/>
                  </a:lnTo>
                  <a:lnTo>
                    <a:pt x="2128740" y="7078539"/>
                  </a:lnTo>
                  <a:lnTo>
                    <a:pt x="2181549" y="7078565"/>
                  </a:lnTo>
                  <a:lnTo>
                    <a:pt x="2234490" y="7078591"/>
                  </a:lnTo>
                  <a:lnTo>
                    <a:pt x="2287559" y="7078618"/>
                  </a:lnTo>
                  <a:lnTo>
                    <a:pt x="2340753" y="7078644"/>
                  </a:lnTo>
                  <a:lnTo>
                    <a:pt x="2394066" y="7078671"/>
                  </a:lnTo>
                  <a:lnTo>
                    <a:pt x="2447495" y="7078697"/>
                  </a:lnTo>
                  <a:lnTo>
                    <a:pt x="2501035" y="7078724"/>
                  </a:lnTo>
                  <a:lnTo>
                    <a:pt x="2554683" y="7078750"/>
                  </a:lnTo>
                  <a:lnTo>
                    <a:pt x="2608433" y="7078776"/>
                  </a:lnTo>
                  <a:lnTo>
                    <a:pt x="2662282" y="7078803"/>
                  </a:lnTo>
                  <a:lnTo>
                    <a:pt x="2716226" y="7078829"/>
                  </a:lnTo>
                  <a:lnTo>
                    <a:pt x="2770260" y="7078856"/>
                  </a:lnTo>
                  <a:lnTo>
                    <a:pt x="2824380" y="7078882"/>
                  </a:lnTo>
                  <a:lnTo>
                    <a:pt x="2878582" y="7078908"/>
                  </a:lnTo>
                  <a:lnTo>
                    <a:pt x="2932862" y="7078935"/>
                  </a:lnTo>
                  <a:lnTo>
                    <a:pt x="2987215" y="7078961"/>
                  </a:lnTo>
                  <a:lnTo>
                    <a:pt x="3041638" y="7078987"/>
                  </a:lnTo>
                  <a:lnTo>
                    <a:pt x="3096126" y="7079014"/>
                  </a:lnTo>
                  <a:lnTo>
                    <a:pt x="3150675" y="7079040"/>
                  </a:lnTo>
                  <a:lnTo>
                    <a:pt x="3205280" y="7079067"/>
                  </a:lnTo>
                  <a:lnTo>
                    <a:pt x="3259938" y="7079093"/>
                  </a:lnTo>
                  <a:lnTo>
                    <a:pt x="3314645" y="7079119"/>
                  </a:lnTo>
                  <a:lnTo>
                    <a:pt x="3369395" y="7079146"/>
                  </a:lnTo>
                  <a:lnTo>
                    <a:pt x="3424186" y="7079172"/>
                  </a:lnTo>
                  <a:lnTo>
                    <a:pt x="3479012" y="7079198"/>
                  </a:lnTo>
                  <a:lnTo>
                    <a:pt x="3533870" y="7079225"/>
                  </a:lnTo>
                  <a:lnTo>
                    <a:pt x="3588755" y="7079251"/>
                  </a:lnTo>
                  <a:lnTo>
                    <a:pt x="3643663" y="7079277"/>
                  </a:lnTo>
                  <a:lnTo>
                    <a:pt x="3698590" y="7079303"/>
                  </a:lnTo>
                  <a:lnTo>
                    <a:pt x="3753532" y="7079330"/>
                  </a:lnTo>
                  <a:lnTo>
                    <a:pt x="3808484" y="7079356"/>
                  </a:lnTo>
                  <a:lnTo>
                    <a:pt x="3863443" y="7079382"/>
                  </a:lnTo>
                  <a:lnTo>
                    <a:pt x="3918403" y="7079409"/>
                  </a:lnTo>
                  <a:lnTo>
                    <a:pt x="3973362" y="7079435"/>
                  </a:lnTo>
                  <a:lnTo>
                    <a:pt x="4028314" y="7079461"/>
                  </a:lnTo>
                  <a:lnTo>
                    <a:pt x="4083256" y="7079487"/>
                  </a:lnTo>
                  <a:lnTo>
                    <a:pt x="4138183" y="7079514"/>
                  </a:lnTo>
                  <a:lnTo>
                    <a:pt x="4193091" y="7079540"/>
                  </a:lnTo>
                  <a:lnTo>
                    <a:pt x="4247976" y="7079566"/>
                  </a:lnTo>
                  <a:lnTo>
                    <a:pt x="4302834" y="7079592"/>
                  </a:lnTo>
                  <a:lnTo>
                    <a:pt x="4357660" y="7079619"/>
                  </a:lnTo>
                  <a:lnTo>
                    <a:pt x="4412451" y="7079645"/>
                  </a:lnTo>
                  <a:lnTo>
                    <a:pt x="4467201" y="7079671"/>
                  </a:lnTo>
                  <a:lnTo>
                    <a:pt x="4521907" y="7079697"/>
                  </a:lnTo>
                  <a:lnTo>
                    <a:pt x="4576566" y="7079724"/>
                  </a:lnTo>
                  <a:lnTo>
                    <a:pt x="4631171" y="7079750"/>
                  </a:lnTo>
                  <a:lnTo>
                    <a:pt x="4685720" y="7079776"/>
                  </a:lnTo>
                  <a:lnTo>
                    <a:pt x="4740208" y="7079802"/>
                  </a:lnTo>
                  <a:lnTo>
                    <a:pt x="4794631" y="7079828"/>
                  </a:lnTo>
                  <a:lnTo>
                    <a:pt x="4848984" y="7079855"/>
                  </a:lnTo>
                  <a:lnTo>
                    <a:pt x="4903264" y="7079881"/>
                  </a:lnTo>
                  <a:lnTo>
                    <a:pt x="4957466" y="7079907"/>
                  </a:lnTo>
                  <a:lnTo>
                    <a:pt x="5011586" y="7079933"/>
                  </a:lnTo>
                  <a:lnTo>
                    <a:pt x="5065620" y="7079959"/>
                  </a:lnTo>
                  <a:lnTo>
                    <a:pt x="5119564" y="7079985"/>
                  </a:lnTo>
                  <a:lnTo>
                    <a:pt x="5173413" y="7080012"/>
                  </a:lnTo>
                  <a:lnTo>
                    <a:pt x="5227163" y="7080038"/>
                  </a:lnTo>
                  <a:lnTo>
                    <a:pt x="5280811" y="7080064"/>
                  </a:lnTo>
                  <a:lnTo>
                    <a:pt x="5334351" y="7080090"/>
                  </a:lnTo>
                  <a:lnTo>
                    <a:pt x="5387780" y="7080116"/>
                  </a:lnTo>
                  <a:lnTo>
                    <a:pt x="5441093" y="7080142"/>
                  </a:lnTo>
                  <a:lnTo>
                    <a:pt x="5494286" y="7080168"/>
                  </a:lnTo>
                  <a:lnTo>
                    <a:pt x="5547356" y="7080194"/>
                  </a:lnTo>
                  <a:lnTo>
                    <a:pt x="5600297" y="7080221"/>
                  </a:lnTo>
                  <a:lnTo>
                    <a:pt x="5653106" y="7080247"/>
                  </a:lnTo>
                  <a:lnTo>
                    <a:pt x="5705779" y="7080273"/>
                  </a:lnTo>
                  <a:lnTo>
                    <a:pt x="5758310" y="7080299"/>
                  </a:lnTo>
                  <a:lnTo>
                    <a:pt x="5810697" y="7080325"/>
                  </a:lnTo>
                  <a:lnTo>
                    <a:pt x="5862934" y="7080351"/>
                  </a:lnTo>
                  <a:lnTo>
                    <a:pt x="5915018" y="7080377"/>
                  </a:lnTo>
                  <a:lnTo>
                    <a:pt x="5966944" y="7080403"/>
                  </a:lnTo>
                  <a:lnTo>
                    <a:pt x="6018709" y="7080429"/>
                  </a:lnTo>
                  <a:lnTo>
                    <a:pt x="6070308" y="7080455"/>
                  </a:lnTo>
                  <a:lnTo>
                    <a:pt x="6121736" y="7080481"/>
                  </a:lnTo>
                  <a:lnTo>
                    <a:pt x="6172990" y="7080507"/>
                  </a:lnTo>
                  <a:lnTo>
                    <a:pt x="6224065" y="7080534"/>
                  </a:lnTo>
                  <a:lnTo>
                    <a:pt x="6274958" y="7080560"/>
                  </a:lnTo>
                  <a:lnTo>
                    <a:pt x="6325664" y="7080586"/>
                  </a:lnTo>
                  <a:lnTo>
                    <a:pt x="6376178" y="7080612"/>
                  </a:lnTo>
                  <a:lnTo>
                    <a:pt x="6426497" y="7080638"/>
                  </a:lnTo>
                  <a:lnTo>
                    <a:pt x="6476616" y="7080664"/>
                  </a:lnTo>
                  <a:lnTo>
                    <a:pt x="6526532" y="7080690"/>
                  </a:lnTo>
                  <a:lnTo>
                    <a:pt x="6576239" y="7080716"/>
                  </a:lnTo>
                  <a:lnTo>
                    <a:pt x="6625734" y="7080742"/>
                  </a:lnTo>
                  <a:lnTo>
                    <a:pt x="6675013" y="7080768"/>
                  </a:lnTo>
                  <a:lnTo>
                    <a:pt x="6724071" y="7080794"/>
                  </a:lnTo>
                  <a:lnTo>
                    <a:pt x="6772904" y="7080820"/>
                  </a:lnTo>
                  <a:lnTo>
                    <a:pt x="6821509" y="7080846"/>
                  </a:lnTo>
                  <a:lnTo>
                    <a:pt x="6869880" y="7080872"/>
                  </a:lnTo>
                  <a:lnTo>
                    <a:pt x="6918013" y="7080898"/>
                  </a:lnTo>
                  <a:lnTo>
                    <a:pt x="6965905" y="7080924"/>
                  </a:lnTo>
                  <a:lnTo>
                    <a:pt x="7013551" y="7080950"/>
                  </a:lnTo>
                  <a:lnTo>
                    <a:pt x="7060947" y="7080976"/>
                  </a:lnTo>
                  <a:lnTo>
                    <a:pt x="7108089" y="7081002"/>
                  </a:lnTo>
                  <a:lnTo>
                    <a:pt x="7154972" y="7081027"/>
                  </a:lnTo>
                  <a:lnTo>
                    <a:pt x="7201593" y="7081053"/>
                  </a:lnTo>
                  <a:lnTo>
                    <a:pt x="7247947" y="7081079"/>
                  </a:lnTo>
                  <a:lnTo>
                    <a:pt x="7294029" y="7081105"/>
                  </a:lnTo>
                  <a:lnTo>
                    <a:pt x="7339837" y="7081131"/>
                  </a:lnTo>
                  <a:lnTo>
                    <a:pt x="7385365" y="7081157"/>
                  </a:lnTo>
                  <a:lnTo>
                    <a:pt x="7430609" y="7081183"/>
                  </a:lnTo>
                  <a:lnTo>
                    <a:pt x="7475565" y="7081209"/>
                  </a:lnTo>
                  <a:lnTo>
                    <a:pt x="7520230" y="7081235"/>
                  </a:lnTo>
                  <a:lnTo>
                    <a:pt x="7564598" y="7081261"/>
                  </a:lnTo>
                  <a:lnTo>
                    <a:pt x="7608665" y="7081287"/>
                  </a:lnTo>
                  <a:lnTo>
                    <a:pt x="7652428" y="7081313"/>
                  </a:lnTo>
                  <a:lnTo>
                    <a:pt x="7695882" y="7081338"/>
                  </a:lnTo>
                  <a:lnTo>
                    <a:pt x="7739023" y="7081364"/>
                  </a:lnTo>
                  <a:lnTo>
                    <a:pt x="7781846" y="7081390"/>
                  </a:lnTo>
                  <a:lnTo>
                    <a:pt x="7822077" y="7081590"/>
                  </a:lnTo>
                  <a:lnTo>
                    <a:pt x="7862311" y="7081856"/>
                  </a:lnTo>
                  <a:lnTo>
                    <a:pt x="7902531" y="7081761"/>
                  </a:lnTo>
                  <a:lnTo>
                    <a:pt x="7942721" y="7080877"/>
                  </a:lnTo>
                  <a:lnTo>
                    <a:pt x="7993119" y="7077859"/>
                  </a:lnTo>
                  <a:lnTo>
                    <a:pt x="8042134" y="7072447"/>
                  </a:lnTo>
                  <a:lnTo>
                    <a:pt x="8089724" y="7064703"/>
                  </a:lnTo>
                  <a:lnTo>
                    <a:pt x="8135845" y="7054686"/>
                  </a:lnTo>
                  <a:lnTo>
                    <a:pt x="8180454" y="7042457"/>
                  </a:lnTo>
                  <a:lnTo>
                    <a:pt x="8223507" y="7028077"/>
                  </a:lnTo>
                  <a:lnTo>
                    <a:pt x="8264961" y="7011606"/>
                  </a:lnTo>
                  <a:lnTo>
                    <a:pt x="8304772" y="6993104"/>
                  </a:lnTo>
                  <a:lnTo>
                    <a:pt x="8342897" y="6972633"/>
                  </a:lnTo>
                  <a:lnTo>
                    <a:pt x="8379293" y="6950252"/>
                  </a:lnTo>
                  <a:lnTo>
                    <a:pt x="8413916" y="6926022"/>
                  </a:lnTo>
                  <a:lnTo>
                    <a:pt x="8446723" y="6900003"/>
                  </a:lnTo>
                  <a:lnTo>
                    <a:pt x="8477669" y="6872257"/>
                  </a:lnTo>
                  <a:lnTo>
                    <a:pt x="8506713" y="6842843"/>
                  </a:lnTo>
                  <a:lnTo>
                    <a:pt x="8533810" y="6811822"/>
                  </a:lnTo>
                  <a:lnTo>
                    <a:pt x="8558917" y="6779254"/>
                  </a:lnTo>
                  <a:lnTo>
                    <a:pt x="8581990" y="6745200"/>
                  </a:lnTo>
                  <a:lnTo>
                    <a:pt x="8602987" y="6709721"/>
                  </a:lnTo>
                  <a:lnTo>
                    <a:pt x="8621863" y="6672877"/>
                  </a:lnTo>
                  <a:lnTo>
                    <a:pt x="8638576" y="6634728"/>
                  </a:lnTo>
                  <a:lnTo>
                    <a:pt x="8653081" y="6595335"/>
                  </a:lnTo>
                  <a:lnTo>
                    <a:pt x="8665335" y="6554758"/>
                  </a:lnTo>
                  <a:lnTo>
                    <a:pt x="8675296" y="6513058"/>
                  </a:lnTo>
                  <a:lnTo>
                    <a:pt x="8682919" y="6470296"/>
                  </a:lnTo>
                  <a:lnTo>
                    <a:pt x="8688161" y="6426531"/>
                  </a:lnTo>
                  <a:lnTo>
                    <a:pt x="8690979" y="6381825"/>
                  </a:lnTo>
                  <a:lnTo>
                    <a:pt x="8691329" y="6336238"/>
                  </a:lnTo>
                  <a:lnTo>
                    <a:pt x="8689168" y="6289830"/>
                  </a:lnTo>
                  <a:lnTo>
                    <a:pt x="8684452" y="6242661"/>
                  </a:lnTo>
                  <a:lnTo>
                    <a:pt x="8677138" y="6194793"/>
                  </a:lnTo>
                  <a:lnTo>
                    <a:pt x="8667183" y="6146286"/>
                  </a:lnTo>
                  <a:lnTo>
                    <a:pt x="8654542" y="6097200"/>
                  </a:lnTo>
                  <a:lnTo>
                    <a:pt x="8637675" y="6044467"/>
                  </a:lnTo>
                  <a:lnTo>
                    <a:pt x="8617698" y="5993274"/>
                  </a:lnTo>
                  <a:lnTo>
                    <a:pt x="8594952" y="5943379"/>
                  </a:lnTo>
                  <a:lnTo>
                    <a:pt x="8569780" y="5894541"/>
                  </a:lnTo>
                  <a:lnTo>
                    <a:pt x="8542525" y="5846517"/>
                  </a:lnTo>
                  <a:lnTo>
                    <a:pt x="8519611" y="5807779"/>
                  </a:lnTo>
                  <a:lnTo>
                    <a:pt x="8494820" y="5765954"/>
                  </a:lnTo>
                  <a:lnTo>
                    <a:pt x="8468191" y="5721104"/>
                  </a:lnTo>
                  <a:lnTo>
                    <a:pt x="8439762" y="5673292"/>
                  </a:lnTo>
                  <a:lnTo>
                    <a:pt x="8409570" y="5622581"/>
                  </a:lnTo>
                  <a:lnTo>
                    <a:pt x="8377656" y="5569035"/>
                  </a:lnTo>
                  <a:lnTo>
                    <a:pt x="8344056" y="5512716"/>
                  </a:lnTo>
                  <a:lnTo>
                    <a:pt x="8308809" y="5453686"/>
                  </a:lnTo>
                  <a:lnTo>
                    <a:pt x="8271954" y="5392011"/>
                  </a:lnTo>
                  <a:lnTo>
                    <a:pt x="8233528" y="5327751"/>
                  </a:lnTo>
                  <a:lnTo>
                    <a:pt x="8213738" y="5294672"/>
                  </a:lnTo>
                  <a:lnTo>
                    <a:pt x="8193571" y="5260970"/>
                  </a:lnTo>
                  <a:lnTo>
                    <a:pt x="8173029" y="5226655"/>
                  </a:lnTo>
                  <a:lnTo>
                    <a:pt x="8152119" y="5191732"/>
                  </a:lnTo>
                  <a:lnTo>
                    <a:pt x="8130846" y="5156211"/>
                  </a:lnTo>
                  <a:lnTo>
                    <a:pt x="8109213" y="5120099"/>
                  </a:lnTo>
                  <a:lnTo>
                    <a:pt x="8087226" y="5083405"/>
                  </a:lnTo>
                  <a:lnTo>
                    <a:pt x="8064889" y="5046135"/>
                  </a:lnTo>
                  <a:lnTo>
                    <a:pt x="8042208" y="5008298"/>
                  </a:lnTo>
                  <a:lnTo>
                    <a:pt x="8019187" y="4969901"/>
                  </a:lnTo>
                  <a:lnTo>
                    <a:pt x="7995831" y="4930954"/>
                  </a:lnTo>
                  <a:lnTo>
                    <a:pt x="7972145" y="4891462"/>
                  </a:lnTo>
                  <a:lnTo>
                    <a:pt x="7948133" y="4851435"/>
                  </a:lnTo>
                  <a:lnTo>
                    <a:pt x="7923800" y="4810881"/>
                  </a:lnTo>
                  <a:lnTo>
                    <a:pt x="7899151" y="4769806"/>
                  </a:lnTo>
                  <a:lnTo>
                    <a:pt x="7874192" y="4728219"/>
                  </a:lnTo>
                  <a:lnTo>
                    <a:pt x="7848926" y="4686128"/>
                  </a:lnTo>
                  <a:lnTo>
                    <a:pt x="7823358" y="4643541"/>
                  </a:lnTo>
                  <a:lnTo>
                    <a:pt x="7797494" y="4600465"/>
                  </a:lnTo>
                  <a:lnTo>
                    <a:pt x="7771337" y="4556909"/>
                  </a:lnTo>
                  <a:lnTo>
                    <a:pt x="7744893" y="4512880"/>
                  </a:lnTo>
                  <a:lnTo>
                    <a:pt x="7718167" y="4468387"/>
                  </a:lnTo>
                  <a:lnTo>
                    <a:pt x="7691164" y="4423436"/>
                  </a:lnTo>
                  <a:lnTo>
                    <a:pt x="7663887" y="4378037"/>
                  </a:lnTo>
                  <a:lnTo>
                    <a:pt x="7636343" y="4332196"/>
                  </a:lnTo>
                  <a:lnTo>
                    <a:pt x="7608535" y="4285922"/>
                  </a:lnTo>
                  <a:lnTo>
                    <a:pt x="7580469" y="4239222"/>
                  </a:lnTo>
                  <a:lnTo>
                    <a:pt x="7552149" y="4192105"/>
                  </a:lnTo>
                  <a:lnTo>
                    <a:pt x="7523580" y="4144579"/>
                  </a:lnTo>
                  <a:lnTo>
                    <a:pt x="7494767" y="4096650"/>
                  </a:lnTo>
                  <a:lnTo>
                    <a:pt x="7465715" y="4048328"/>
                  </a:lnTo>
                  <a:lnTo>
                    <a:pt x="7436428" y="3999620"/>
                  </a:lnTo>
                  <a:lnTo>
                    <a:pt x="7406912" y="3950533"/>
                  </a:lnTo>
                  <a:lnTo>
                    <a:pt x="7377170" y="3901076"/>
                  </a:lnTo>
                  <a:lnTo>
                    <a:pt x="7347209" y="3851257"/>
                  </a:lnTo>
                  <a:lnTo>
                    <a:pt x="7317032" y="3801084"/>
                  </a:lnTo>
                  <a:lnTo>
                    <a:pt x="7286644" y="3750563"/>
                  </a:lnTo>
                  <a:lnTo>
                    <a:pt x="7256051" y="3699704"/>
                  </a:lnTo>
                  <a:lnTo>
                    <a:pt x="7225257" y="3648514"/>
                  </a:lnTo>
                  <a:lnTo>
                    <a:pt x="7194266" y="3597001"/>
                  </a:lnTo>
                  <a:lnTo>
                    <a:pt x="7163085" y="3545173"/>
                  </a:lnTo>
                  <a:lnTo>
                    <a:pt x="7131716" y="3493038"/>
                  </a:lnTo>
                  <a:lnTo>
                    <a:pt x="7100166" y="3440603"/>
                  </a:lnTo>
                  <a:lnTo>
                    <a:pt x="7068438" y="3387876"/>
                  </a:lnTo>
                  <a:lnTo>
                    <a:pt x="7036539" y="3334866"/>
                  </a:lnTo>
                  <a:lnTo>
                    <a:pt x="7004472" y="3281581"/>
                  </a:lnTo>
                  <a:lnTo>
                    <a:pt x="6972242" y="3228027"/>
                  </a:lnTo>
                  <a:lnTo>
                    <a:pt x="6939854" y="3174213"/>
                  </a:lnTo>
                  <a:lnTo>
                    <a:pt x="6907314" y="3120148"/>
                  </a:lnTo>
                  <a:lnTo>
                    <a:pt x="6874625" y="3065838"/>
                  </a:lnTo>
                  <a:lnTo>
                    <a:pt x="6841792" y="3011291"/>
                  </a:lnTo>
                  <a:lnTo>
                    <a:pt x="6808821" y="2956516"/>
                  </a:lnTo>
                  <a:lnTo>
                    <a:pt x="6775716" y="2901521"/>
                  </a:lnTo>
                  <a:lnTo>
                    <a:pt x="6742481" y="2846313"/>
                  </a:lnTo>
                  <a:lnTo>
                    <a:pt x="6709122" y="2790899"/>
                  </a:lnTo>
                  <a:lnTo>
                    <a:pt x="6675644" y="2735289"/>
                  </a:lnTo>
                  <a:lnTo>
                    <a:pt x="6642051" y="2679490"/>
                  </a:lnTo>
                  <a:lnTo>
                    <a:pt x="6608348" y="2623509"/>
                  </a:lnTo>
                  <a:lnTo>
                    <a:pt x="6574540" y="2567356"/>
                  </a:lnTo>
                  <a:lnTo>
                    <a:pt x="6540631" y="2511036"/>
                  </a:lnTo>
                  <a:lnTo>
                    <a:pt x="6506627" y="2454559"/>
                  </a:lnTo>
                  <a:lnTo>
                    <a:pt x="6472532" y="2397932"/>
                  </a:lnTo>
                  <a:lnTo>
                    <a:pt x="6438350" y="2341164"/>
                  </a:lnTo>
                  <a:lnTo>
                    <a:pt x="6404088" y="2284261"/>
                  </a:lnTo>
                  <a:lnTo>
                    <a:pt x="6369749" y="2227232"/>
                  </a:lnTo>
                  <a:lnTo>
                    <a:pt x="6335338" y="2170085"/>
                  </a:lnTo>
                  <a:lnTo>
                    <a:pt x="6300861" y="2112828"/>
                  </a:lnTo>
                  <a:lnTo>
                    <a:pt x="6266321" y="2055468"/>
                  </a:lnTo>
                  <a:lnTo>
                    <a:pt x="6231724" y="1998014"/>
                  </a:lnTo>
                  <a:lnTo>
                    <a:pt x="6197075" y="1940473"/>
                  </a:lnTo>
                  <a:lnTo>
                    <a:pt x="6162378" y="1882853"/>
                  </a:lnTo>
                  <a:lnTo>
                    <a:pt x="6127638" y="1825162"/>
                  </a:lnTo>
                  <a:lnTo>
                    <a:pt x="6092859" y="1767408"/>
                  </a:lnTo>
                  <a:lnTo>
                    <a:pt x="6058048" y="1709598"/>
                  </a:lnTo>
                  <a:lnTo>
                    <a:pt x="6023207" y="1651742"/>
                  </a:lnTo>
                  <a:lnTo>
                    <a:pt x="5988343" y="1593846"/>
                  </a:lnTo>
                  <a:lnTo>
                    <a:pt x="5953461" y="1535918"/>
                  </a:lnTo>
                  <a:lnTo>
                    <a:pt x="5918563" y="1477966"/>
                  </a:lnTo>
                  <a:lnTo>
                    <a:pt x="5883657" y="1419999"/>
                  </a:lnTo>
                  <a:lnTo>
                    <a:pt x="5848745" y="1362024"/>
                  </a:lnTo>
                  <a:lnTo>
                    <a:pt x="5813834" y="1304048"/>
                  </a:lnTo>
                  <a:lnTo>
                    <a:pt x="5778928" y="1246081"/>
                  </a:lnTo>
                  <a:lnTo>
                    <a:pt x="5744032" y="1188129"/>
                  </a:lnTo>
                  <a:lnTo>
                    <a:pt x="5709150" y="1130200"/>
                  </a:lnTo>
                  <a:lnTo>
                    <a:pt x="5674288" y="1072303"/>
                  </a:lnTo>
                  <a:lnTo>
                    <a:pt x="5639449" y="1014446"/>
                  </a:lnTo>
                  <a:lnTo>
                    <a:pt x="5604640" y="956635"/>
                  </a:lnTo>
                  <a:lnTo>
                    <a:pt x="5569864" y="898880"/>
                  </a:lnTo>
                  <a:lnTo>
                    <a:pt x="5535126" y="841187"/>
                  </a:lnTo>
                  <a:lnTo>
                    <a:pt x="5500432" y="783565"/>
                  </a:lnTo>
                  <a:lnTo>
                    <a:pt x="5465786" y="726022"/>
                  </a:lnTo>
                  <a:lnTo>
                    <a:pt x="5431193" y="668565"/>
                  </a:lnTo>
                  <a:lnTo>
                    <a:pt x="5396658" y="611203"/>
                  </a:lnTo>
                  <a:lnTo>
                    <a:pt x="5362184" y="553943"/>
                  </a:lnTo>
                  <a:lnTo>
                    <a:pt x="5327778" y="496794"/>
                  </a:lnTo>
                  <a:lnTo>
                    <a:pt x="5293445" y="439762"/>
                  </a:lnTo>
                  <a:lnTo>
                    <a:pt x="5259187" y="382856"/>
                  </a:lnTo>
                  <a:lnTo>
                    <a:pt x="5225012" y="326084"/>
                  </a:lnTo>
                  <a:lnTo>
                    <a:pt x="5190923" y="269454"/>
                  </a:lnTo>
                  <a:lnTo>
                    <a:pt x="5156925" y="212973"/>
                  </a:lnTo>
                  <a:lnTo>
                    <a:pt x="5123023" y="156650"/>
                  </a:lnTo>
                  <a:lnTo>
                    <a:pt x="5089221" y="100492"/>
                  </a:lnTo>
                  <a:lnTo>
                    <a:pt x="5055525" y="44507"/>
                  </a:lnTo>
                  <a:lnTo>
                    <a:pt x="5028739" y="0"/>
                  </a:lnTo>
                </a:path>
              </a:pathLst>
            </a:custGeom>
            <a:ln w="31412">
              <a:solidFill>
                <a:srgbClr val="FFFFFF"/>
              </a:solidFill>
            </a:ln>
          </p:spPr>
          <p:txBody>
            <a:bodyPr wrap="square" lIns="0" tIns="0" rIns="0" bIns="0" rtlCol="0"/>
            <a:lstStyle/>
            <a:p>
              <a:pPr defTabSz="554492"/>
              <a:endParaRPr sz="1092" kern="0">
                <a:solidFill>
                  <a:sysClr val="windowText" lastClr="000000"/>
                </a:solidFill>
              </a:endParaRPr>
            </a:p>
          </p:txBody>
        </p:sp>
      </p:grpSp>
      <p:sp>
        <p:nvSpPr>
          <p:cNvPr id="4" name="object 5">
            <a:extLst>
              <a:ext uri="{FF2B5EF4-FFF2-40B4-BE49-F238E27FC236}">
                <a16:creationId xmlns:a16="http://schemas.microsoft.com/office/drawing/2014/main" id="{62778E0B-DB34-6894-6DB9-46E4D3994FED}"/>
              </a:ext>
            </a:extLst>
          </p:cNvPr>
          <p:cNvSpPr txBox="1"/>
          <p:nvPr/>
        </p:nvSpPr>
        <p:spPr>
          <a:xfrm>
            <a:off x="2881895" y="2264818"/>
            <a:ext cx="7990859" cy="2328365"/>
          </a:xfrm>
          <a:prstGeom prst="rect">
            <a:avLst/>
          </a:prstGeom>
        </p:spPr>
        <p:txBody>
          <a:bodyPr vert="horz" wrap="square" lIns="0" tIns="9242" rIns="0" bIns="0" rtlCol="0">
            <a:spAutoFit/>
          </a:bodyPr>
          <a:lstStyle/>
          <a:p>
            <a:pPr marL="4087069" marR="3081" lvl="0" indent="0" algn="ctr" defTabSz="554492" rtl="0" eaLnBrk="1" fontAlgn="auto" latinLnBrk="0" hangingPunct="1">
              <a:lnSpc>
                <a:spcPct val="150000"/>
              </a:lnSpc>
              <a:spcBef>
                <a:spcPts val="73"/>
              </a:spcBef>
              <a:spcAft>
                <a:spcPts val="0"/>
              </a:spcAft>
              <a:buClr>
                <a:srgbClr val="000000"/>
              </a:buClr>
              <a:buSzTx/>
              <a:buFontTx/>
              <a:buNone/>
              <a:tabLst/>
              <a:defRPr/>
            </a:pPr>
            <a:r>
              <a:rPr kumimoji="0" lang="ar-EG" sz="35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أهمية التمثيل الوطني عبر وسائل التواصل الاجتماعي </a:t>
            </a:r>
          </a:p>
        </p:txBody>
      </p:sp>
      <p:pic>
        <p:nvPicPr>
          <p:cNvPr id="5" name="object 6">
            <a:extLst>
              <a:ext uri="{FF2B5EF4-FFF2-40B4-BE49-F238E27FC236}">
                <a16:creationId xmlns:a16="http://schemas.microsoft.com/office/drawing/2014/main" id="{FCCCD952-77B6-EBD7-8963-4B06573EE998}"/>
              </a:ext>
            </a:extLst>
          </p:cNvPr>
          <p:cNvPicPr/>
          <p:nvPr/>
        </p:nvPicPr>
        <p:blipFill>
          <a:blip r:embed="rId4" cstate="print"/>
          <a:stretch>
            <a:fillRect/>
          </a:stretch>
        </p:blipFill>
        <p:spPr>
          <a:xfrm>
            <a:off x="10289897" y="154911"/>
            <a:ext cx="1633614" cy="944684"/>
          </a:xfrm>
          <a:prstGeom prst="rect">
            <a:avLst/>
          </a:prstGeom>
        </p:spPr>
      </p:pic>
    </p:spTree>
    <p:extLst>
      <p:ext uri="{BB962C8B-B14F-4D97-AF65-F5344CB8AC3E}">
        <p14:creationId xmlns:p14="http://schemas.microsoft.com/office/powerpoint/2010/main" val="2213004619"/>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38BA6-15B6-499F-2206-6BE098E8EE15}"/>
            </a:ext>
          </a:extLst>
        </p:cNvPr>
        <p:cNvGrpSpPr/>
        <p:nvPr/>
      </p:nvGrpSpPr>
      <p:grpSpPr>
        <a:xfrm>
          <a:off x="0" y="0"/>
          <a:ext cx="0" cy="0"/>
          <a:chOff x="0" y="0"/>
          <a:chExt cx="0" cy="0"/>
        </a:xfrm>
      </p:grpSpPr>
      <p:sp>
        <p:nvSpPr>
          <p:cNvPr id="29" name="Rectangle 39">
            <a:extLst>
              <a:ext uri="{FF2B5EF4-FFF2-40B4-BE49-F238E27FC236}">
                <a16:creationId xmlns:a16="http://schemas.microsoft.com/office/drawing/2014/main" id="{136C5F26-7DAE-FDA4-87A9-C8BAD776875A}"/>
              </a:ext>
            </a:extLst>
          </p:cNvPr>
          <p:cNvSpPr>
            <a:spLocks noChangeArrowheads="1"/>
          </p:cNvSpPr>
          <p:nvPr/>
        </p:nvSpPr>
        <p:spPr bwMode="auto">
          <a:xfrm>
            <a:off x="428" y="165221"/>
            <a:ext cx="112046" cy="224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5449" tIns="27725" rIns="55449" bIns="27725" numCol="1" anchor="ctr" anchorCtr="0" compatLnSpc="1">
            <a:prstTxWarp prst="textNoShape">
              <a:avLst/>
            </a:prstTxWarp>
            <a:spAutoFit/>
          </a:bodyPr>
          <a:lstStyle/>
          <a:p>
            <a:pPr defTabSz="554492"/>
            <a:endParaRPr lang="en-GB" sz="1092" kern="0">
              <a:solidFill>
                <a:sysClr val="windowText" lastClr="000000"/>
              </a:solidFill>
            </a:endParaRPr>
          </a:p>
        </p:txBody>
      </p:sp>
      <p:sp>
        <p:nvSpPr>
          <p:cNvPr id="4" name="Text Box 25">
            <a:extLst>
              <a:ext uri="{FF2B5EF4-FFF2-40B4-BE49-F238E27FC236}">
                <a16:creationId xmlns:a16="http://schemas.microsoft.com/office/drawing/2014/main" id="{8CC0CF4C-E679-D68C-EA20-BF4CF284D3DA}"/>
              </a:ext>
            </a:extLst>
          </p:cNvPr>
          <p:cNvSpPr txBox="1">
            <a:spLocks noChangeArrowheads="1"/>
          </p:cNvSpPr>
          <p:nvPr/>
        </p:nvSpPr>
        <p:spPr bwMode="auto">
          <a:xfrm>
            <a:off x="2403169" y="2337695"/>
            <a:ext cx="2317605" cy="749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5449" tIns="27725" rIns="55449" bIns="27725" numCol="1" anchor="t" anchorCtr="0" compatLnSpc="1">
            <a:prstTxWarp prst="textNoShape">
              <a:avLst/>
            </a:prstTxWarp>
          </a:bodyPr>
          <a:lstStyle/>
          <a:p>
            <a:pPr algn="ctr" defTabSz="554492" rtl="1" eaLnBrk="0" fontAlgn="base" hangingPunct="0">
              <a:spcBef>
                <a:spcPct val="0"/>
              </a:spcBef>
              <a:spcAft>
                <a:spcPct val="0"/>
              </a:spcAft>
            </a:pPr>
            <a:r>
              <a:rPr lang="ar-SA" altLang="en-US" sz="2000" kern="0" dirty="0">
                <a:solidFill>
                  <a:srgbClr val="185564"/>
                </a:solidFill>
                <a:latin typeface="Neo Sans Arabic" panose="020B0504030504040204" pitchFamily="34" charset="-78"/>
                <a:ea typeface="Neo Sans Arabic" panose="020B0504030504040204" pitchFamily="34" charset="-78"/>
                <a:cs typeface="Neo Sans Arabic" panose="020B0504030504040204" pitchFamily="34" charset="-78"/>
              </a:rPr>
              <a:t>التعامل مع القضايا الدولية بوعي ومسؤولية</a:t>
            </a:r>
            <a:endParaRPr lang="ar-SA" altLang="en-US" sz="2000" kern="0" dirty="0">
              <a:solidFill>
                <a:prstClr val="black"/>
              </a:solidFill>
              <a:latin typeface="Neo Sans Arabic" panose="020B0504030504040204" pitchFamily="34" charset="-78"/>
              <a:cs typeface="Neo Sans Arabic" panose="020B0504030504040204" pitchFamily="34" charset="-78"/>
            </a:endParaRPr>
          </a:p>
        </p:txBody>
      </p:sp>
      <p:sp>
        <p:nvSpPr>
          <p:cNvPr id="7" name="Text Box 2">
            <a:extLst>
              <a:ext uri="{FF2B5EF4-FFF2-40B4-BE49-F238E27FC236}">
                <a16:creationId xmlns:a16="http://schemas.microsoft.com/office/drawing/2014/main" id="{605AB9EC-B0D6-8C27-05AE-8A05CF4E6A83}"/>
              </a:ext>
            </a:extLst>
          </p:cNvPr>
          <p:cNvSpPr txBox="1">
            <a:spLocks noChangeArrowheads="1"/>
          </p:cNvSpPr>
          <p:nvPr/>
        </p:nvSpPr>
        <p:spPr bwMode="auto">
          <a:xfrm>
            <a:off x="9237303" y="2528233"/>
            <a:ext cx="1520356" cy="67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5449" tIns="27725" rIns="55449" bIns="27725" numCol="1" anchor="t" anchorCtr="0" compatLnSpc="1">
            <a:prstTxWarp prst="textNoShape">
              <a:avLst/>
            </a:prstTxWarp>
            <a:spAutoFit/>
          </a:bodyPr>
          <a:lstStyle/>
          <a:p>
            <a:pPr algn="ctr" defTabSz="554492" rtl="1" eaLnBrk="0" fontAlgn="base" hangingPunct="0">
              <a:spcBef>
                <a:spcPct val="0"/>
              </a:spcBef>
              <a:spcAft>
                <a:spcPct val="0"/>
              </a:spcAft>
            </a:pPr>
            <a:r>
              <a:rPr lang="ar-SA" altLang="en-US" sz="2000" kern="0" dirty="0">
                <a:solidFill>
                  <a:srgbClr val="185564"/>
                </a:solidFill>
                <a:latin typeface="Neo Sans Arabic" panose="020B0504030504040204" pitchFamily="34" charset="-78"/>
                <a:ea typeface="Neo Sans Arabic" panose="020B0504030504040204" pitchFamily="34" charset="-78"/>
                <a:cs typeface="Neo Sans Arabic" panose="020B0504030504040204" pitchFamily="34" charset="-78"/>
              </a:rPr>
              <a:t>    إبراز الهوية الوطنية</a:t>
            </a:r>
            <a:endParaRPr lang="ar-SA" altLang="en-US" sz="2000" kern="0" dirty="0">
              <a:solidFill>
                <a:prstClr val="black"/>
              </a:solidFill>
              <a:latin typeface="Neo Sans Arabic" panose="020B0504030504040204" pitchFamily="34" charset="-78"/>
              <a:cs typeface="Neo Sans Arabic" panose="020B0504030504040204" pitchFamily="34" charset="-78"/>
            </a:endParaRPr>
          </a:p>
        </p:txBody>
      </p:sp>
      <p:sp>
        <p:nvSpPr>
          <p:cNvPr id="11" name="Text Box 24">
            <a:extLst>
              <a:ext uri="{FF2B5EF4-FFF2-40B4-BE49-F238E27FC236}">
                <a16:creationId xmlns:a16="http://schemas.microsoft.com/office/drawing/2014/main" id="{C9C8D6FD-BC83-2D3B-1042-A93716B7A583}"/>
              </a:ext>
            </a:extLst>
          </p:cNvPr>
          <p:cNvSpPr txBox="1">
            <a:spLocks noChangeArrowheads="1"/>
          </p:cNvSpPr>
          <p:nvPr/>
        </p:nvSpPr>
        <p:spPr bwMode="auto">
          <a:xfrm>
            <a:off x="5904923" y="2624890"/>
            <a:ext cx="1756980" cy="67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5449" tIns="27725" rIns="55449" bIns="27725" numCol="1" anchor="t" anchorCtr="0" compatLnSpc="1">
            <a:prstTxWarp prst="textNoShape">
              <a:avLst/>
            </a:prstTxWarp>
            <a:spAutoFit/>
          </a:bodyPr>
          <a:lstStyle/>
          <a:p>
            <a:pPr algn="ctr" defTabSz="554492" rtl="1" eaLnBrk="0" fontAlgn="base" hangingPunct="0">
              <a:spcBef>
                <a:spcPct val="0"/>
              </a:spcBef>
              <a:spcAft>
                <a:spcPct val="0"/>
              </a:spcAft>
            </a:pPr>
            <a:r>
              <a:rPr lang="ar-SA" altLang="en-US" sz="2000" kern="0" dirty="0">
                <a:solidFill>
                  <a:srgbClr val="185564"/>
                </a:solidFill>
                <a:latin typeface="Neo Sans Arabic" panose="020B0504030504040204" pitchFamily="34" charset="-78"/>
                <a:ea typeface="Neo Sans Arabic" panose="020B0504030504040204" pitchFamily="34" charset="-78"/>
                <a:cs typeface="Neo Sans Arabic" panose="020B0504030504040204" pitchFamily="34" charset="-78"/>
              </a:rPr>
              <a:t>بناء صورة إيجابية للمملكة دوليًا</a:t>
            </a:r>
            <a:endParaRPr lang="ar-SA" altLang="en-US" sz="2000" kern="0" dirty="0">
              <a:solidFill>
                <a:prstClr val="black"/>
              </a:solidFill>
              <a:latin typeface="Neo Sans Arabic" panose="020B0504030504040204" pitchFamily="34" charset="-78"/>
              <a:cs typeface="Neo Sans Arabic" panose="020B0504030504040204" pitchFamily="34" charset="-78"/>
            </a:endParaRPr>
          </a:p>
        </p:txBody>
      </p:sp>
      <p:sp>
        <p:nvSpPr>
          <p:cNvPr id="23" name="Text Box 20">
            <a:extLst>
              <a:ext uri="{FF2B5EF4-FFF2-40B4-BE49-F238E27FC236}">
                <a16:creationId xmlns:a16="http://schemas.microsoft.com/office/drawing/2014/main" id="{F492FE59-27C2-6476-03C7-7139460F8311}"/>
              </a:ext>
            </a:extLst>
          </p:cNvPr>
          <p:cNvSpPr txBox="1">
            <a:spLocks noChangeArrowheads="1"/>
          </p:cNvSpPr>
          <p:nvPr/>
        </p:nvSpPr>
        <p:spPr bwMode="auto">
          <a:xfrm>
            <a:off x="7594483" y="4481369"/>
            <a:ext cx="1609973" cy="67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5449" tIns="27725" rIns="55449" bIns="27725" numCol="1" anchor="t" anchorCtr="0" compatLnSpc="1">
            <a:prstTxWarp prst="textNoShape">
              <a:avLst/>
            </a:prstTxWarp>
            <a:spAutoFit/>
          </a:bodyPr>
          <a:lstStyle/>
          <a:p>
            <a:pPr algn="ctr" defTabSz="554492" rtl="1" eaLnBrk="0" fontAlgn="base" hangingPunct="0">
              <a:spcBef>
                <a:spcPct val="0"/>
              </a:spcBef>
              <a:spcAft>
                <a:spcPct val="0"/>
              </a:spcAft>
            </a:pPr>
            <a:r>
              <a:rPr lang="ar-SA" altLang="en-US" sz="2000" kern="0" dirty="0">
                <a:solidFill>
                  <a:srgbClr val="185564"/>
                </a:solidFill>
                <a:latin typeface="Neo Sans Arabic" panose="020B0504030504040204" pitchFamily="34" charset="-78"/>
                <a:ea typeface="Neo Sans Arabic" panose="020B0504030504040204" pitchFamily="34" charset="-78"/>
                <a:cs typeface="Neo Sans Arabic" panose="020B0504030504040204" pitchFamily="34" charset="-78"/>
              </a:rPr>
              <a:t>تعزيز الانتماء والفخر الوطني</a:t>
            </a:r>
            <a:endParaRPr lang="ar-SA" altLang="en-US" sz="2000" kern="0" dirty="0">
              <a:solidFill>
                <a:prstClr val="black"/>
              </a:solidFill>
              <a:latin typeface="Neo Sans Arabic" panose="020B0504030504040204" pitchFamily="34" charset="-78"/>
              <a:cs typeface="Neo Sans Arabic" panose="020B0504030504040204" pitchFamily="34" charset="-78"/>
            </a:endParaRPr>
          </a:p>
        </p:txBody>
      </p:sp>
      <p:sp>
        <p:nvSpPr>
          <p:cNvPr id="31" name="Text Box 22">
            <a:extLst>
              <a:ext uri="{FF2B5EF4-FFF2-40B4-BE49-F238E27FC236}">
                <a16:creationId xmlns:a16="http://schemas.microsoft.com/office/drawing/2014/main" id="{25FC6B2A-B302-6C4B-C4F9-EBA77B207D06}"/>
              </a:ext>
            </a:extLst>
          </p:cNvPr>
          <p:cNvSpPr txBox="1">
            <a:spLocks noChangeArrowheads="1"/>
          </p:cNvSpPr>
          <p:nvPr/>
        </p:nvSpPr>
        <p:spPr bwMode="auto">
          <a:xfrm>
            <a:off x="4275510" y="4561121"/>
            <a:ext cx="1774894" cy="67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5449" tIns="27725" rIns="55449" bIns="27725" numCol="1" anchor="t" anchorCtr="0" compatLnSpc="1">
            <a:prstTxWarp prst="textNoShape">
              <a:avLst/>
            </a:prstTxWarp>
            <a:spAutoFit/>
          </a:bodyPr>
          <a:lstStyle/>
          <a:p>
            <a:pPr algn="ctr" defTabSz="554492" rtl="1" eaLnBrk="0" fontAlgn="base" hangingPunct="0">
              <a:spcBef>
                <a:spcPct val="0"/>
              </a:spcBef>
              <a:spcAft>
                <a:spcPct val="0"/>
              </a:spcAft>
            </a:pPr>
            <a:r>
              <a:rPr lang="ar-SA" altLang="en-US" sz="2000" kern="0" dirty="0">
                <a:solidFill>
                  <a:srgbClr val="185564"/>
                </a:solidFill>
                <a:latin typeface="Neo Sans Arabic" panose="020B0504030504040204" pitchFamily="34" charset="-78"/>
                <a:ea typeface="Neo Sans Arabic" panose="020B0504030504040204" pitchFamily="34" charset="-78"/>
                <a:cs typeface="Neo Sans Arabic" panose="020B0504030504040204" pitchFamily="34" charset="-78"/>
              </a:rPr>
              <a:t>تعزيز التواصل مع العالم</a:t>
            </a:r>
            <a:endParaRPr lang="ar-SA" altLang="en-US" sz="2000" kern="0" dirty="0">
              <a:solidFill>
                <a:prstClr val="black"/>
              </a:solidFill>
              <a:latin typeface="Neo Sans Arabic" panose="020B0504030504040204" pitchFamily="34" charset="-78"/>
              <a:cs typeface="Neo Sans Arabic" panose="020B0504030504040204" pitchFamily="34" charset="-78"/>
            </a:endParaRPr>
          </a:p>
        </p:txBody>
      </p:sp>
      <p:sp>
        <p:nvSpPr>
          <p:cNvPr id="32" name="Text Box 21">
            <a:extLst>
              <a:ext uri="{FF2B5EF4-FFF2-40B4-BE49-F238E27FC236}">
                <a16:creationId xmlns:a16="http://schemas.microsoft.com/office/drawing/2014/main" id="{A2B60722-8948-E0DA-B6CB-A0ED1368597D}"/>
              </a:ext>
            </a:extLst>
          </p:cNvPr>
          <p:cNvSpPr txBox="1">
            <a:spLocks noChangeArrowheads="1"/>
          </p:cNvSpPr>
          <p:nvPr/>
        </p:nvSpPr>
        <p:spPr bwMode="auto">
          <a:xfrm>
            <a:off x="1225828" y="4561121"/>
            <a:ext cx="1440641" cy="159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5449" tIns="27725" rIns="55449" bIns="27725" numCol="1" anchor="t" anchorCtr="0" compatLnSpc="1">
            <a:prstTxWarp prst="textNoShape">
              <a:avLst/>
            </a:prstTxWarp>
            <a:spAutoFit/>
          </a:bodyPr>
          <a:lstStyle/>
          <a:p>
            <a:pPr algn="ctr" defTabSz="554492" rtl="1" eaLnBrk="0" fontAlgn="base" hangingPunct="0">
              <a:spcBef>
                <a:spcPct val="0"/>
              </a:spcBef>
              <a:spcAft>
                <a:spcPct val="0"/>
              </a:spcAft>
            </a:pPr>
            <a:r>
              <a:rPr lang="ar-SA" altLang="en-US" sz="2000" kern="0" dirty="0">
                <a:solidFill>
                  <a:srgbClr val="185564"/>
                </a:solidFill>
                <a:latin typeface="Neo Sans Arabic" panose="020B0504030504040204" pitchFamily="34" charset="-78"/>
                <a:ea typeface="Neo Sans Arabic" panose="020B0504030504040204" pitchFamily="34" charset="-78"/>
                <a:cs typeface="Neo Sans Arabic" panose="020B0504030504040204" pitchFamily="34" charset="-78"/>
              </a:rPr>
              <a:t>مكافحة الصورة النمطية والتضليل الإعلامي</a:t>
            </a:r>
            <a:endParaRPr lang="ar-SA" altLang="en-US" sz="2000" kern="0" dirty="0">
              <a:solidFill>
                <a:prstClr val="black"/>
              </a:solidFill>
              <a:latin typeface="Neo Sans Arabic" panose="020B0504030504040204" pitchFamily="34" charset="-78"/>
              <a:cs typeface="Neo Sans Arabic" panose="020B0504030504040204" pitchFamily="34" charset="-78"/>
            </a:endParaRPr>
          </a:p>
        </p:txBody>
      </p:sp>
      <p:grpSp>
        <p:nvGrpSpPr>
          <p:cNvPr id="95" name="Group 94">
            <a:extLst>
              <a:ext uri="{FF2B5EF4-FFF2-40B4-BE49-F238E27FC236}">
                <a16:creationId xmlns:a16="http://schemas.microsoft.com/office/drawing/2014/main" id="{6C10D6C4-DD45-EA59-961B-11E75E7CAFEF}"/>
              </a:ext>
            </a:extLst>
          </p:cNvPr>
          <p:cNvGrpSpPr/>
          <p:nvPr/>
        </p:nvGrpSpPr>
        <p:grpSpPr>
          <a:xfrm>
            <a:off x="309401" y="284483"/>
            <a:ext cx="11573197" cy="763603"/>
            <a:chOff x="545739" y="284483"/>
            <a:chExt cx="11573197" cy="763603"/>
          </a:xfrm>
        </p:grpSpPr>
        <p:pic>
          <p:nvPicPr>
            <p:cNvPr id="25" name="Picture 24">
              <a:extLst>
                <a:ext uri="{FF2B5EF4-FFF2-40B4-BE49-F238E27FC236}">
                  <a16:creationId xmlns:a16="http://schemas.microsoft.com/office/drawing/2014/main" id="{E9E0B781-ABFF-A36D-883F-08E284EDA1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541" y="284483"/>
              <a:ext cx="7735824" cy="557434"/>
            </a:xfrm>
            <a:prstGeom prst="rect">
              <a:avLst/>
            </a:prstGeom>
          </p:spPr>
        </p:pic>
        <p:sp>
          <p:nvSpPr>
            <p:cNvPr id="26" name="Text Placeholder 1">
              <a:extLst>
                <a:ext uri="{FF2B5EF4-FFF2-40B4-BE49-F238E27FC236}">
                  <a16:creationId xmlns:a16="http://schemas.microsoft.com/office/drawing/2014/main" id="{EA7C2B86-2A5A-B2D3-54D6-6F6183A51E48}"/>
                </a:ext>
              </a:extLst>
            </p:cNvPr>
            <p:cNvSpPr txBox="1">
              <a:spLocks/>
            </p:cNvSpPr>
            <p:nvPr/>
          </p:nvSpPr>
          <p:spPr>
            <a:xfrm>
              <a:off x="545739" y="323839"/>
              <a:ext cx="11573197" cy="724247"/>
            </a:xfrm>
            <a:prstGeom prst="rect">
              <a:avLst/>
            </a:prstGeom>
          </p:spPr>
          <p:txBody>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algn="ctr" rtl="1"/>
              <a:r>
                <a:rPr lang="ar-EG" sz="2400" kern="0" dirty="0">
                  <a:solidFill>
                    <a:schemeClr val="bg1"/>
                  </a:solidFill>
                  <a:latin typeface="Neo Sans Arabic Bold" panose="020B0804030504040204" pitchFamily="34" charset="-78"/>
                  <a:cs typeface="Neo Sans Arabic Bold" panose="020B0804030504040204" pitchFamily="34" charset="-78"/>
                </a:rPr>
                <a:t>نحو تمثيل مشرف وتأثير عالمي للمملكة</a:t>
              </a:r>
            </a:p>
          </p:txBody>
        </p:sp>
      </p:grpSp>
      <p:grpSp>
        <p:nvGrpSpPr>
          <p:cNvPr id="27" name="Group 26">
            <a:extLst>
              <a:ext uri="{FF2B5EF4-FFF2-40B4-BE49-F238E27FC236}">
                <a16:creationId xmlns:a16="http://schemas.microsoft.com/office/drawing/2014/main" id="{7294C434-DA5B-C880-C64C-2414330AC245}"/>
              </a:ext>
            </a:extLst>
          </p:cNvPr>
          <p:cNvGrpSpPr/>
          <p:nvPr/>
        </p:nvGrpSpPr>
        <p:grpSpPr>
          <a:xfrm>
            <a:off x="1031421" y="2013626"/>
            <a:ext cx="11129260" cy="4844374"/>
            <a:chOff x="626799" y="1189365"/>
            <a:chExt cx="9728271" cy="4048650"/>
          </a:xfrm>
          <a:solidFill>
            <a:schemeClr val="bg1">
              <a:lumMod val="85000"/>
            </a:schemeClr>
          </a:solidFill>
        </p:grpSpPr>
        <p:sp>
          <p:nvSpPr>
            <p:cNvPr id="28" name="Block Arc 27">
              <a:extLst>
                <a:ext uri="{FF2B5EF4-FFF2-40B4-BE49-F238E27FC236}">
                  <a16:creationId xmlns:a16="http://schemas.microsoft.com/office/drawing/2014/main" id="{CE6E765F-EBB8-FF9A-F4A3-E77CEF76B6D5}"/>
                </a:ext>
              </a:extLst>
            </p:cNvPr>
            <p:cNvSpPr/>
            <p:nvPr/>
          </p:nvSpPr>
          <p:spPr>
            <a:xfrm>
              <a:off x="626799" y="1964398"/>
              <a:ext cx="1611302" cy="1611302"/>
            </a:xfrm>
            <a:prstGeom prst="blockArc">
              <a:avLst>
                <a:gd name="adj1" fmla="val 10800000"/>
                <a:gd name="adj2" fmla="val 21559414"/>
                <a:gd name="adj3" fmla="val 1265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33" name="Block Arc 32">
              <a:extLst>
                <a:ext uri="{FF2B5EF4-FFF2-40B4-BE49-F238E27FC236}">
                  <a16:creationId xmlns:a16="http://schemas.microsoft.com/office/drawing/2014/main" id="{2334536D-4FB2-F6F6-65D6-FA1CE83BC265}"/>
                </a:ext>
              </a:extLst>
            </p:cNvPr>
            <p:cNvSpPr/>
            <p:nvPr/>
          </p:nvSpPr>
          <p:spPr>
            <a:xfrm rot="10800000">
              <a:off x="2031008" y="1943795"/>
              <a:ext cx="1611302" cy="1611302"/>
            </a:xfrm>
            <a:prstGeom prst="blockArc">
              <a:avLst>
                <a:gd name="adj1" fmla="val 10800000"/>
                <a:gd name="adj2" fmla="val 21559414"/>
                <a:gd name="adj3" fmla="val 1265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34" name="Block Arc 33">
              <a:extLst>
                <a:ext uri="{FF2B5EF4-FFF2-40B4-BE49-F238E27FC236}">
                  <a16:creationId xmlns:a16="http://schemas.microsoft.com/office/drawing/2014/main" id="{CEDD46EA-4E46-A3BC-96CE-0F8EB0541AFC}"/>
                </a:ext>
              </a:extLst>
            </p:cNvPr>
            <p:cNvSpPr/>
            <p:nvPr/>
          </p:nvSpPr>
          <p:spPr>
            <a:xfrm>
              <a:off x="3439492" y="1957369"/>
              <a:ext cx="1611302" cy="1611302"/>
            </a:xfrm>
            <a:prstGeom prst="blockArc">
              <a:avLst>
                <a:gd name="adj1" fmla="val 10800000"/>
                <a:gd name="adj2" fmla="val 21559414"/>
                <a:gd name="adj3" fmla="val 1265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35" name="Block Arc 34">
              <a:extLst>
                <a:ext uri="{FF2B5EF4-FFF2-40B4-BE49-F238E27FC236}">
                  <a16:creationId xmlns:a16="http://schemas.microsoft.com/office/drawing/2014/main" id="{613D2C57-F192-D87A-BD72-BF4F77CF61AB}"/>
                </a:ext>
              </a:extLst>
            </p:cNvPr>
            <p:cNvSpPr/>
            <p:nvPr/>
          </p:nvSpPr>
          <p:spPr>
            <a:xfrm rot="10800000">
              <a:off x="4843701" y="1928554"/>
              <a:ext cx="1611302" cy="1611302"/>
            </a:xfrm>
            <a:prstGeom prst="blockArc">
              <a:avLst>
                <a:gd name="adj1" fmla="val 10800000"/>
                <a:gd name="adj2" fmla="val 21559414"/>
                <a:gd name="adj3" fmla="val 1265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36" name="Block Arc 35">
              <a:extLst>
                <a:ext uri="{FF2B5EF4-FFF2-40B4-BE49-F238E27FC236}">
                  <a16:creationId xmlns:a16="http://schemas.microsoft.com/office/drawing/2014/main" id="{1D8A6959-08E2-08D7-8AB4-19EF2E287843}"/>
                </a:ext>
              </a:extLst>
            </p:cNvPr>
            <p:cNvSpPr/>
            <p:nvPr/>
          </p:nvSpPr>
          <p:spPr>
            <a:xfrm>
              <a:off x="6252184" y="1942917"/>
              <a:ext cx="1611302" cy="1611302"/>
            </a:xfrm>
            <a:prstGeom prst="blockArc">
              <a:avLst>
                <a:gd name="adj1" fmla="val 10800000"/>
                <a:gd name="adj2" fmla="val 21559414"/>
                <a:gd name="adj3" fmla="val 1265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37" name="Block Arc 36">
              <a:extLst>
                <a:ext uri="{FF2B5EF4-FFF2-40B4-BE49-F238E27FC236}">
                  <a16:creationId xmlns:a16="http://schemas.microsoft.com/office/drawing/2014/main" id="{D4454996-9DF3-C7BF-F7EF-75940099E3FB}"/>
                </a:ext>
              </a:extLst>
            </p:cNvPr>
            <p:cNvSpPr/>
            <p:nvPr/>
          </p:nvSpPr>
          <p:spPr>
            <a:xfrm rot="10800000">
              <a:off x="7656393" y="1900065"/>
              <a:ext cx="1611302" cy="1611302"/>
            </a:xfrm>
            <a:prstGeom prst="blockArc">
              <a:avLst>
                <a:gd name="adj1" fmla="val 10800000"/>
                <a:gd name="adj2" fmla="val 21559414"/>
                <a:gd name="adj3" fmla="val 1265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38" name="Rectangle 37">
              <a:extLst>
                <a:ext uri="{FF2B5EF4-FFF2-40B4-BE49-F238E27FC236}">
                  <a16:creationId xmlns:a16="http://schemas.microsoft.com/office/drawing/2014/main" id="{976E30BB-0D2A-674D-811B-8F9C039ECD9B}"/>
                </a:ext>
              </a:extLst>
            </p:cNvPr>
            <p:cNvSpPr/>
            <p:nvPr/>
          </p:nvSpPr>
          <p:spPr>
            <a:xfrm>
              <a:off x="626800" y="2752732"/>
              <a:ext cx="199411" cy="248528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39" name="Rectangle 18">
              <a:extLst>
                <a:ext uri="{FF2B5EF4-FFF2-40B4-BE49-F238E27FC236}">
                  <a16:creationId xmlns:a16="http://schemas.microsoft.com/office/drawing/2014/main" id="{13499989-97DF-DED9-B230-CBD787606DB0}"/>
                </a:ext>
              </a:extLst>
            </p:cNvPr>
            <p:cNvSpPr/>
            <p:nvPr/>
          </p:nvSpPr>
          <p:spPr>
            <a:xfrm>
              <a:off x="9064875" y="1275606"/>
              <a:ext cx="202820" cy="1528170"/>
            </a:xfrm>
            <a:custGeom>
              <a:avLst/>
              <a:gdLst/>
              <a:ahLst/>
              <a:cxnLst/>
              <a:rect l="l" t="t" r="r" b="b"/>
              <a:pathLst>
                <a:path w="180000" h="1528170">
                  <a:moveTo>
                    <a:pt x="0" y="0"/>
                  </a:moveTo>
                  <a:lnTo>
                    <a:pt x="180000" y="0"/>
                  </a:lnTo>
                  <a:lnTo>
                    <a:pt x="180000" y="1528170"/>
                  </a:lnTo>
                  <a:lnTo>
                    <a:pt x="0" y="152817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40" name="Rectangle 18">
              <a:extLst>
                <a:ext uri="{FF2B5EF4-FFF2-40B4-BE49-F238E27FC236}">
                  <a16:creationId xmlns:a16="http://schemas.microsoft.com/office/drawing/2014/main" id="{0E3E5E25-5EC0-5F8A-1A8D-0CF25F9023DF}"/>
                </a:ext>
              </a:extLst>
            </p:cNvPr>
            <p:cNvSpPr/>
            <p:nvPr/>
          </p:nvSpPr>
          <p:spPr>
            <a:xfrm rot="16200000">
              <a:off x="9630616" y="623623"/>
              <a:ext cx="158712" cy="1290196"/>
            </a:xfrm>
            <a:custGeom>
              <a:avLst/>
              <a:gdLst/>
              <a:ahLst/>
              <a:cxnLst/>
              <a:rect l="l" t="t" r="r" b="b"/>
              <a:pathLst>
                <a:path w="180000" h="579556">
                  <a:moveTo>
                    <a:pt x="0" y="579556"/>
                  </a:moveTo>
                  <a:lnTo>
                    <a:pt x="0" y="0"/>
                  </a:lnTo>
                  <a:lnTo>
                    <a:pt x="180000" y="0"/>
                  </a:lnTo>
                  <a:lnTo>
                    <a:pt x="180000" y="57955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grpSp>
        <p:nvGrpSpPr>
          <p:cNvPr id="73" name="object 8">
            <a:extLst>
              <a:ext uri="{FF2B5EF4-FFF2-40B4-BE49-F238E27FC236}">
                <a16:creationId xmlns:a16="http://schemas.microsoft.com/office/drawing/2014/main" id="{1213A7AA-33A2-B758-CD83-82487E4FC6D6}"/>
              </a:ext>
            </a:extLst>
          </p:cNvPr>
          <p:cNvGrpSpPr/>
          <p:nvPr/>
        </p:nvGrpSpPr>
        <p:grpSpPr>
          <a:xfrm rot="836155">
            <a:off x="-2314820" y="-2116582"/>
            <a:ext cx="5276699" cy="4294625"/>
            <a:chOff x="0" y="0"/>
            <a:chExt cx="8701667" cy="7082154"/>
          </a:xfrm>
        </p:grpSpPr>
        <p:sp>
          <p:nvSpPr>
            <p:cNvPr id="74" name="object 10">
              <a:extLst>
                <a:ext uri="{FF2B5EF4-FFF2-40B4-BE49-F238E27FC236}">
                  <a16:creationId xmlns:a16="http://schemas.microsoft.com/office/drawing/2014/main" id="{2F284696-B836-1021-77DD-FE80AA9012EE}"/>
                </a:ext>
              </a:extLst>
            </p:cNvPr>
            <p:cNvSpPr/>
            <p:nvPr/>
          </p:nvSpPr>
          <p:spPr>
            <a:xfrm>
              <a:off x="0" y="0"/>
              <a:ext cx="6506209" cy="5866765"/>
            </a:xfrm>
            <a:custGeom>
              <a:avLst/>
              <a:gdLst/>
              <a:ahLst/>
              <a:cxnLst/>
              <a:rect l="l" t="t" r="r" b="b"/>
              <a:pathLst>
                <a:path w="6506209" h="5866765">
                  <a:moveTo>
                    <a:pt x="0" y="5862801"/>
                  </a:moveTo>
                  <a:lnTo>
                    <a:pt x="868" y="5862792"/>
                  </a:lnTo>
                  <a:lnTo>
                    <a:pt x="30900" y="5862574"/>
                  </a:lnTo>
                  <a:lnTo>
                    <a:pt x="81643" y="5862606"/>
                  </a:lnTo>
                  <a:lnTo>
                    <a:pt x="132385" y="5862637"/>
                  </a:lnTo>
                  <a:lnTo>
                    <a:pt x="183127" y="5862669"/>
                  </a:lnTo>
                  <a:lnTo>
                    <a:pt x="233870" y="5862701"/>
                  </a:lnTo>
                  <a:lnTo>
                    <a:pt x="284612" y="5862732"/>
                  </a:lnTo>
                  <a:lnTo>
                    <a:pt x="335354" y="5862764"/>
                  </a:lnTo>
                  <a:lnTo>
                    <a:pt x="386097" y="5862796"/>
                  </a:lnTo>
                  <a:lnTo>
                    <a:pt x="436839" y="5862827"/>
                  </a:lnTo>
                  <a:lnTo>
                    <a:pt x="487581" y="5862859"/>
                  </a:lnTo>
                  <a:lnTo>
                    <a:pt x="538324" y="5862891"/>
                  </a:lnTo>
                  <a:lnTo>
                    <a:pt x="589066" y="5862922"/>
                  </a:lnTo>
                  <a:lnTo>
                    <a:pt x="639808" y="5862954"/>
                  </a:lnTo>
                  <a:lnTo>
                    <a:pt x="690551" y="5862985"/>
                  </a:lnTo>
                  <a:lnTo>
                    <a:pt x="741293" y="5863017"/>
                  </a:lnTo>
                  <a:lnTo>
                    <a:pt x="792035" y="5863049"/>
                  </a:lnTo>
                  <a:lnTo>
                    <a:pt x="842778" y="5863080"/>
                  </a:lnTo>
                  <a:lnTo>
                    <a:pt x="893520" y="5863112"/>
                  </a:lnTo>
                  <a:lnTo>
                    <a:pt x="944262" y="5863143"/>
                  </a:lnTo>
                  <a:lnTo>
                    <a:pt x="995005" y="5863175"/>
                  </a:lnTo>
                  <a:lnTo>
                    <a:pt x="1045747" y="5863207"/>
                  </a:lnTo>
                  <a:lnTo>
                    <a:pt x="1096489" y="5863238"/>
                  </a:lnTo>
                  <a:lnTo>
                    <a:pt x="1147231" y="5863270"/>
                  </a:lnTo>
                  <a:lnTo>
                    <a:pt x="1197974" y="5863301"/>
                  </a:lnTo>
                  <a:lnTo>
                    <a:pt x="1248716" y="5863333"/>
                  </a:lnTo>
                  <a:lnTo>
                    <a:pt x="1299458" y="5863364"/>
                  </a:lnTo>
                  <a:lnTo>
                    <a:pt x="1350201" y="5863396"/>
                  </a:lnTo>
                  <a:lnTo>
                    <a:pt x="1400943" y="5863428"/>
                  </a:lnTo>
                  <a:lnTo>
                    <a:pt x="1451685" y="5863459"/>
                  </a:lnTo>
                  <a:lnTo>
                    <a:pt x="1502427" y="5863491"/>
                  </a:lnTo>
                  <a:lnTo>
                    <a:pt x="1553170" y="5863522"/>
                  </a:lnTo>
                  <a:lnTo>
                    <a:pt x="1603912" y="5863554"/>
                  </a:lnTo>
                  <a:lnTo>
                    <a:pt x="1654654" y="5863585"/>
                  </a:lnTo>
                  <a:lnTo>
                    <a:pt x="1705396" y="5863617"/>
                  </a:lnTo>
                  <a:lnTo>
                    <a:pt x="1756139" y="5863648"/>
                  </a:lnTo>
                  <a:lnTo>
                    <a:pt x="1806881" y="5863680"/>
                  </a:lnTo>
                  <a:lnTo>
                    <a:pt x="1857623" y="5863711"/>
                  </a:lnTo>
                  <a:lnTo>
                    <a:pt x="1908365" y="5863743"/>
                  </a:lnTo>
                  <a:lnTo>
                    <a:pt x="1959108" y="5863774"/>
                  </a:lnTo>
                  <a:lnTo>
                    <a:pt x="2009850" y="5863806"/>
                  </a:lnTo>
                  <a:lnTo>
                    <a:pt x="2060592" y="5863837"/>
                  </a:lnTo>
                  <a:lnTo>
                    <a:pt x="2111334" y="5863869"/>
                  </a:lnTo>
                  <a:lnTo>
                    <a:pt x="2162077" y="5863900"/>
                  </a:lnTo>
                  <a:lnTo>
                    <a:pt x="2212819" y="5863931"/>
                  </a:lnTo>
                  <a:lnTo>
                    <a:pt x="2263561" y="5863963"/>
                  </a:lnTo>
                  <a:lnTo>
                    <a:pt x="2314303" y="5863994"/>
                  </a:lnTo>
                  <a:lnTo>
                    <a:pt x="2365046" y="5864026"/>
                  </a:lnTo>
                  <a:lnTo>
                    <a:pt x="2415788" y="5864057"/>
                  </a:lnTo>
                  <a:lnTo>
                    <a:pt x="2466530" y="5864089"/>
                  </a:lnTo>
                  <a:lnTo>
                    <a:pt x="2517272" y="5864120"/>
                  </a:lnTo>
                  <a:lnTo>
                    <a:pt x="2568015" y="5864151"/>
                  </a:lnTo>
                  <a:lnTo>
                    <a:pt x="2618757" y="5864183"/>
                  </a:lnTo>
                  <a:lnTo>
                    <a:pt x="2669499" y="5864214"/>
                  </a:lnTo>
                  <a:lnTo>
                    <a:pt x="2720241" y="5864245"/>
                  </a:lnTo>
                  <a:lnTo>
                    <a:pt x="2770984" y="5864277"/>
                  </a:lnTo>
                  <a:lnTo>
                    <a:pt x="2821726" y="5864308"/>
                  </a:lnTo>
                  <a:lnTo>
                    <a:pt x="2872468" y="5864340"/>
                  </a:lnTo>
                  <a:lnTo>
                    <a:pt x="2923210" y="5864371"/>
                  </a:lnTo>
                  <a:lnTo>
                    <a:pt x="2973953" y="5864402"/>
                  </a:lnTo>
                  <a:lnTo>
                    <a:pt x="3024695" y="5864433"/>
                  </a:lnTo>
                  <a:lnTo>
                    <a:pt x="3075437" y="5864465"/>
                  </a:lnTo>
                  <a:lnTo>
                    <a:pt x="3126179" y="5864496"/>
                  </a:lnTo>
                  <a:lnTo>
                    <a:pt x="3176921" y="5864527"/>
                  </a:lnTo>
                  <a:lnTo>
                    <a:pt x="3227664" y="5864559"/>
                  </a:lnTo>
                  <a:lnTo>
                    <a:pt x="3278406" y="5864590"/>
                  </a:lnTo>
                  <a:lnTo>
                    <a:pt x="3329148" y="5864621"/>
                  </a:lnTo>
                  <a:lnTo>
                    <a:pt x="3379890" y="5864653"/>
                  </a:lnTo>
                  <a:lnTo>
                    <a:pt x="3430633" y="5864684"/>
                  </a:lnTo>
                  <a:lnTo>
                    <a:pt x="3481375" y="5864715"/>
                  </a:lnTo>
                  <a:lnTo>
                    <a:pt x="3532117" y="5864746"/>
                  </a:lnTo>
                  <a:lnTo>
                    <a:pt x="3582859" y="5864778"/>
                  </a:lnTo>
                  <a:lnTo>
                    <a:pt x="3633602" y="5864809"/>
                  </a:lnTo>
                  <a:lnTo>
                    <a:pt x="3684344" y="5864840"/>
                  </a:lnTo>
                  <a:lnTo>
                    <a:pt x="3735086" y="5864871"/>
                  </a:lnTo>
                  <a:lnTo>
                    <a:pt x="3785828" y="5864902"/>
                  </a:lnTo>
                  <a:lnTo>
                    <a:pt x="3836571" y="5864934"/>
                  </a:lnTo>
                  <a:lnTo>
                    <a:pt x="3887313" y="5864965"/>
                  </a:lnTo>
                  <a:lnTo>
                    <a:pt x="3938055" y="5864996"/>
                  </a:lnTo>
                  <a:lnTo>
                    <a:pt x="3988797" y="5865027"/>
                  </a:lnTo>
                  <a:lnTo>
                    <a:pt x="4039540" y="5865058"/>
                  </a:lnTo>
                  <a:lnTo>
                    <a:pt x="4090282" y="5865089"/>
                  </a:lnTo>
                  <a:lnTo>
                    <a:pt x="4141024" y="5865121"/>
                  </a:lnTo>
                  <a:lnTo>
                    <a:pt x="4191767" y="5865152"/>
                  </a:lnTo>
                  <a:lnTo>
                    <a:pt x="4242509" y="5865183"/>
                  </a:lnTo>
                  <a:lnTo>
                    <a:pt x="4293251" y="5865214"/>
                  </a:lnTo>
                  <a:lnTo>
                    <a:pt x="4343993" y="5865245"/>
                  </a:lnTo>
                  <a:lnTo>
                    <a:pt x="4394736" y="5865276"/>
                  </a:lnTo>
                  <a:lnTo>
                    <a:pt x="4445478" y="5865307"/>
                  </a:lnTo>
                  <a:lnTo>
                    <a:pt x="4496220" y="5865338"/>
                  </a:lnTo>
                  <a:lnTo>
                    <a:pt x="4546962" y="5865369"/>
                  </a:lnTo>
                  <a:lnTo>
                    <a:pt x="4597705" y="5865401"/>
                  </a:lnTo>
                  <a:lnTo>
                    <a:pt x="4648447" y="5865432"/>
                  </a:lnTo>
                  <a:lnTo>
                    <a:pt x="4699189" y="5865463"/>
                  </a:lnTo>
                  <a:lnTo>
                    <a:pt x="4749932" y="5865494"/>
                  </a:lnTo>
                  <a:lnTo>
                    <a:pt x="4800674" y="5865525"/>
                  </a:lnTo>
                  <a:lnTo>
                    <a:pt x="4851416" y="5865556"/>
                  </a:lnTo>
                  <a:lnTo>
                    <a:pt x="4902159" y="5865587"/>
                  </a:lnTo>
                  <a:lnTo>
                    <a:pt x="4952901" y="5865618"/>
                  </a:lnTo>
                  <a:lnTo>
                    <a:pt x="5003643" y="5865649"/>
                  </a:lnTo>
                  <a:lnTo>
                    <a:pt x="5054385" y="5865680"/>
                  </a:lnTo>
                  <a:lnTo>
                    <a:pt x="5105128" y="5865711"/>
                  </a:lnTo>
                  <a:lnTo>
                    <a:pt x="5155870" y="5865742"/>
                  </a:lnTo>
                  <a:lnTo>
                    <a:pt x="5206612" y="5865773"/>
                  </a:lnTo>
                  <a:lnTo>
                    <a:pt x="5257355" y="5865804"/>
                  </a:lnTo>
                  <a:lnTo>
                    <a:pt x="5308097" y="5865834"/>
                  </a:lnTo>
                  <a:lnTo>
                    <a:pt x="5358839" y="5865865"/>
                  </a:lnTo>
                  <a:lnTo>
                    <a:pt x="5409582" y="5865896"/>
                  </a:lnTo>
                  <a:lnTo>
                    <a:pt x="5460324" y="5865927"/>
                  </a:lnTo>
                  <a:lnTo>
                    <a:pt x="5511067" y="5865958"/>
                  </a:lnTo>
                  <a:lnTo>
                    <a:pt x="5561809" y="5865989"/>
                  </a:lnTo>
                  <a:lnTo>
                    <a:pt x="5612551" y="5866020"/>
                  </a:lnTo>
                  <a:lnTo>
                    <a:pt x="5663294" y="5866051"/>
                  </a:lnTo>
                  <a:lnTo>
                    <a:pt x="5714036" y="5866082"/>
                  </a:lnTo>
                  <a:lnTo>
                    <a:pt x="5749061" y="5866251"/>
                  </a:lnTo>
                  <a:lnTo>
                    <a:pt x="5784090" y="5866481"/>
                  </a:lnTo>
                  <a:lnTo>
                    <a:pt x="5819110" y="5866398"/>
                  </a:lnTo>
                  <a:lnTo>
                    <a:pt x="5854105" y="5865631"/>
                  </a:lnTo>
                  <a:lnTo>
                    <a:pt x="5904153" y="5862458"/>
                  </a:lnTo>
                  <a:lnTo>
                    <a:pt x="5952623" y="5856572"/>
                  </a:lnTo>
                  <a:lnTo>
                    <a:pt x="5999458" y="5848053"/>
                  </a:lnTo>
                  <a:lnTo>
                    <a:pt x="6044602" y="5836979"/>
                  </a:lnTo>
                  <a:lnTo>
                    <a:pt x="6087997" y="5823429"/>
                  </a:lnTo>
                  <a:lnTo>
                    <a:pt x="6129588" y="5807481"/>
                  </a:lnTo>
                  <a:lnTo>
                    <a:pt x="6169318" y="5789215"/>
                  </a:lnTo>
                  <a:lnTo>
                    <a:pt x="6207131" y="5768708"/>
                  </a:lnTo>
                  <a:lnTo>
                    <a:pt x="6242971" y="5746040"/>
                  </a:lnTo>
                  <a:lnTo>
                    <a:pt x="6276780" y="5721288"/>
                  </a:lnTo>
                  <a:lnTo>
                    <a:pt x="6308502" y="5694533"/>
                  </a:lnTo>
                  <a:lnTo>
                    <a:pt x="6338082" y="5665851"/>
                  </a:lnTo>
                  <a:lnTo>
                    <a:pt x="6365462" y="5635323"/>
                  </a:lnTo>
                  <a:lnTo>
                    <a:pt x="6390586" y="5603025"/>
                  </a:lnTo>
                  <a:lnTo>
                    <a:pt x="6413398" y="5569038"/>
                  </a:lnTo>
                  <a:lnTo>
                    <a:pt x="6433841" y="5533440"/>
                  </a:lnTo>
                  <a:lnTo>
                    <a:pt x="6451859" y="5496309"/>
                  </a:lnTo>
                  <a:lnTo>
                    <a:pt x="6467395" y="5457724"/>
                  </a:lnTo>
                  <a:lnTo>
                    <a:pt x="6480393" y="5417763"/>
                  </a:lnTo>
                  <a:lnTo>
                    <a:pt x="6490796" y="5376506"/>
                  </a:lnTo>
                  <a:lnTo>
                    <a:pt x="6498548" y="5334031"/>
                  </a:lnTo>
                  <a:lnTo>
                    <a:pt x="6503593" y="5290415"/>
                  </a:lnTo>
                  <a:lnTo>
                    <a:pt x="6505874" y="5245739"/>
                  </a:lnTo>
                  <a:lnTo>
                    <a:pt x="6505335" y="5200081"/>
                  </a:lnTo>
                  <a:lnTo>
                    <a:pt x="6501919" y="5153519"/>
                  </a:lnTo>
                  <a:lnTo>
                    <a:pt x="6495570" y="5106132"/>
                  </a:lnTo>
                  <a:lnTo>
                    <a:pt x="6486230" y="5057998"/>
                  </a:lnTo>
                  <a:lnTo>
                    <a:pt x="6473845" y="5009197"/>
                  </a:lnTo>
                  <a:lnTo>
                    <a:pt x="6459160" y="4963284"/>
                  </a:lnTo>
                  <a:lnTo>
                    <a:pt x="6441765" y="4918713"/>
                  </a:lnTo>
                  <a:lnTo>
                    <a:pt x="6421959" y="4875273"/>
                  </a:lnTo>
                  <a:lnTo>
                    <a:pt x="6400041" y="4832753"/>
                  </a:lnTo>
                  <a:lnTo>
                    <a:pt x="6376309" y="4790942"/>
                  </a:lnTo>
                  <a:lnTo>
                    <a:pt x="6351355" y="4748743"/>
                  </a:lnTo>
                  <a:lnTo>
                    <a:pt x="6324330" y="4703114"/>
                  </a:lnTo>
                  <a:lnTo>
                    <a:pt x="6295288" y="4654145"/>
                  </a:lnTo>
                  <a:lnTo>
                    <a:pt x="6264282" y="4601922"/>
                  </a:lnTo>
                  <a:lnTo>
                    <a:pt x="6231364" y="4546535"/>
                  </a:lnTo>
                  <a:lnTo>
                    <a:pt x="6196588" y="4488070"/>
                  </a:lnTo>
                  <a:lnTo>
                    <a:pt x="6160005" y="4426616"/>
                  </a:lnTo>
                  <a:lnTo>
                    <a:pt x="6121669" y="4362262"/>
                  </a:lnTo>
                  <a:lnTo>
                    <a:pt x="6101860" y="4329024"/>
                  </a:lnTo>
                  <a:lnTo>
                    <a:pt x="6081633" y="4295095"/>
                  </a:lnTo>
                  <a:lnTo>
                    <a:pt x="6060994" y="4260484"/>
                  </a:lnTo>
                  <a:lnTo>
                    <a:pt x="6039949" y="4225203"/>
                  </a:lnTo>
                  <a:lnTo>
                    <a:pt x="6018506" y="4189263"/>
                  </a:lnTo>
                  <a:lnTo>
                    <a:pt x="5996671" y="4152675"/>
                  </a:lnTo>
                  <a:lnTo>
                    <a:pt x="5974450" y="4115449"/>
                  </a:lnTo>
                  <a:lnTo>
                    <a:pt x="5951850" y="4077598"/>
                  </a:lnTo>
                  <a:lnTo>
                    <a:pt x="5928879" y="4039131"/>
                  </a:lnTo>
                  <a:lnTo>
                    <a:pt x="5905541" y="4000061"/>
                  </a:lnTo>
                  <a:lnTo>
                    <a:pt x="5881844" y="3960397"/>
                  </a:lnTo>
                  <a:lnTo>
                    <a:pt x="5857795" y="3920152"/>
                  </a:lnTo>
                  <a:lnTo>
                    <a:pt x="5833400" y="3879335"/>
                  </a:lnTo>
                  <a:lnTo>
                    <a:pt x="5808665" y="3837958"/>
                  </a:lnTo>
                  <a:lnTo>
                    <a:pt x="5783598" y="3796033"/>
                  </a:lnTo>
                  <a:lnTo>
                    <a:pt x="5758205" y="3753569"/>
                  </a:lnTo>
                  <a:lnTo>
                    <a:pt x="5732493" y="3710578"/>
                  </a:lnTo>
                  <a:lnTo>
                    <a:pt x="5706467" y="3667072"/>
                  </a:lnTo>
                  <a:lnTo>
                    <a:pt x="5680135" y="3623060"/>
                  </a:lnTo>
                  <a:lnTo>
                    <a:pt x="5653504" y="3578555"/>
                  </a:lnTo>
                  <a:lnTo>
                    <a:pt x="5626579" y="3533566"/>
                  </a:lnTo>
                  <a:lnTo>
                    <a:pt x="5599368" y="3488106"/>
                  </a:lnTo>
                  <a:lnTo>
                    <a:pt x="5571877" y="3442185"/>
                  </a:lnTo>
                  <a:lnTo>
                    <a:pt x="5544113" y="3395813"/>
                  </a:lnTo>
                  <a:lnTo>
                    <a:pt x="5516082" y="3349003"/>
                  </a:lnTo>
                  <a:lnTo>
                    <a:pt x="5487791" y="3301765"/>
                  </a:lnTo>
                  <a:lnTo>
                    <a:pt x="5459247" y="3254111"/>
                  </a:lnTo>
                  <a:lnTo>
                    <a:pt x="5430456" y="3206050"/>
                  </a:lnTo>
                  <a:lnTo>
                    <a:pt x="5401424" y="3157594"/>
                  </a:lnTo>
                  <a:lnTo>
                    <a:pt x="5372159" y="3108755"/>
                  </a:lnTo>
                  <a:lnTo>
                    <a:pt x="5342667" y="3059543"/>
                  </a:lnTo>
                  <a:lnTo>
                    <a:pt x="5312954" y="3009969"/>
                  </a:lnTo>
                  <a:lnTo>
                    <a:pt x="5283027" y="2960044"/>
                  </a:lnTo>
                  <a:lnTo>
                    <a:pt x="5252894" y="2909780"/>
                  </a:lnTo>
                  <a:lnTo>
                    <a:pt x="5222559" y="2859187"/>
                  </a:lnTo>
                  <a:lnTo>
                    <a:pt x="5192030" y="2808275"/>
                  </a:lnTo>
                  <a:lnTo>
                    <a:pt x="5161314" y="2757058"/>
                  </a:lnTo>
                  <a:lnTo>
                    <a:pt x="5130417" y="2705544"/>
                  </a:lnTo>
                  <a:lnTo>
                    <a:pt x="5099346" y="2653746"/>
                  </a:lnTo>
                  <a:lnTo>
                    <a:pt x="5068107" y="2601674"/>
                  </a:lnTo>
                  <a:lnTo>
                    <a:pt x="5036707" y="2549340"/>
                  </a:lnTo>
                  <a:lnTo>
                    <a:pt x="5005153" y="2496753"/>
                  </a:lnTo>
                  <a:lnTo>
                    <a:pt x="4973451" y="2443926"/>
                  </a:lnTo>
                  <a:lnTo>
                    <a:pt x="4941607" y="2390870"/>
                  </a:lnTo>
                  <a:lnTo>
                    <a:pt x="4909629" y="2337594"/>
                  </a:lnTo>
                  <a:lnTo>
                    <a:pt x="4877523" y="2284112"/>
                  </a:lnTo>
                  <a:lnTo>
                    <a:pt x="4845295" y="2230432"/>
                  </a:lnTo>
                  <a:lnTo>
                    <a:pt x="4812953" y="2176567"/>
                  </a:lnTo>
                  <a:lnTo>
                    <a:pt x="4780502" y="2122527"/>
                  </a:lnTo>
                  <a:lnTo>
                    <a:pt x="4747950" y="2068324"/>
                  </a:lnTo>
                  <a:lnTo>
                    <a:pt x="4715302" y="2013968"/>
                  </a:lnTo>
                  <a:lnTo>
                    <a:pt x="4682566" y="1959471"/>
                  </a:lnTo>
                  <a:lnTo>
                    <a:pt x="4649749" y="1904843"/>
                  </a:lnTo>
                  <a:lnTo>
                    <a:pt x="4616856" y="1850095"/>
                  </a:lnTo>
                  <a:lnTo>
                    <a:pt x="4583894" y="1795239"/>
                  </a:lnTo>
                  <a:lnTo>
                    <a:pt x="4550870" y="1740285"/>
                  </a:lnTo>
                  <a:lnTo>
                    <a:pt x="4517791" y="1685245"/>
                  </a:lnTo>
                  <a:lnTo>
                    <a:pt x="4484663" y="1630130"/>
                  </a:lnTo>
                  <a:lnTo>
                    <a:pt x="4451493" y="1574950"/>
                  </a:lnTo>
                  <a:lnTo>
                    <a:pt x="4418287" y="1519716"/>
                  </a:lnTo>
                  <a:lnTo>
                    <a:pt x="4385052" y="1464440"/>
                  </a:lnTo>
                  <a:lnTo>
                    <a:pt x="4351795" y="1409133"/>
                  </a:lnTo>
                  <a:lnTo>
                    <a:pt x="4318522" y="1353805"/>
                  </a:lnTo>
                  <a:lnTo>
                    <a:pt x="4285239" y="1298468"/>
                  </a:lnTo>
                  <a:lnTo>
                    <a:pt x="4251954" y="1243132"/>
                  </a:lnTo>
                  <a:lnTo>
                    <a:pt x="4218673" y="1187809"/>
                  </a:lnTo>
                  <a:lnTo>
                    <a:pt x="4185402" y="1132510"/>
                  </a:lnTo>
                  <a:lnTo>
                    <a:pt x="4152149" y="1077245"/>
                  </a:lnTo>
                  <a:lnTo>
                    <a:pt x="4118919" y="1022026"/>
                  </a:lnTo>
                  <a:lnTo>
                    <a:pt x="4085720" y="966864"/>
                  </a:lnTo>
                  <a:lnTo>
                    <a:pt x="4052558" y="911769"/>
                  </a:lnTo>
                  <a:lnTo>
                    <a:pt x="4019439" y="856753"/>
                  </a:lnTo>
                  <a:lnTo>
                    <a:pt x="3986371" y="801826"/>
                  </a:lnTo>
                  <a:lnTo>
                    <a:pt x="3953359" y="747001"/>
                  </a:lnTo>
                  <a:lnTo>
                    <a:pt x="3920411" y="692287"/>
                  </a:lnTo>
                  <a:lnTo>
                    <a:pt x="3887532" y="637695"/>
                  </a:lnTo>
                  <a:lnTo>
                    <a:pt x="3854730" y="583238"/>
                  </a:lnTo>
                  <a:lnTo>
                    <a:pt x="3822012" y="528925"/>
                  </a:lnTo>
                  <a:lnTo>
                    <a:pt x="3789383" y="474768"/>
                  </a:lnTo>
                  <a:lnTo>
                    <a:pt x="3756850" y="420778"/>
                  </a:lnTo>
                  <a:lnTo>
                    <a:pt x="3724421" y="366965"/>
                  </a:lnTo>
                  <a:lnTo>
                    <a:pt x="3692101" y="313342"/>
                  </a:lnTo>
                  <a:lnTo>
                    <a:pt x="3659897" y="259918"/>
                  </a:lnTo>
                  <a:lnTo>
                    <a:pt x="3627816" y="206705"/>
                  </a:lnTo>
                  <a:lnTo>
                    <a:pt x="3595864" y="153714"/>
                  </a:lnTo>
                  <a:lnTo>
                    <a:pt x="3564048" y="100956"/>
                  </a:lnTo>
                  <a:lnTo>
                    <a:pt x="3532375" y="48441"/>
                  </a:lnTo>
                  <a:lnTo>
                    <a:pt x="350315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75" name="object 11">
              <a:extLst>
                <a:ext uri="{FF2B5EF4-FFF2-40B4-BE49-F238E27FC236}">
                  <a16:creationId xmlns:a16="http://schemas.microsoft.com/office/drawing/2014/main" id="{81797588-48C6-EB08-3735-3CDA82C43D42}"/>
                </a:ext>
              </a:extLst>
            </p:cNvPr>
            <p:cNvSpPr/>
            <p:nvPr/>
          </p:nvSpPr>
          <p:spPr>
            <a:xfrm>
              <a:off x="0" y="0"/>
              <a:ext cx="4424045" cy="4857115"/>
            </a:xfrm>
            <a:custGeom>
              <a:avLst/>
              <a:gdLst/>
              <a:ahLst/>
              <a:cxnLst/>
              <a:rect l="l" t="t" r="r" b="b"/>
              <a:pathLst>
                <a:path w="4424045" h="4857115">
                  <a:moveTo>
                    <a:pt x="0" y="4854300"/>
                  </a:moveTo>
                  <a:lnTo>
                    <a:pt x="79877" y="4854350"/>
                  </a:lnTo>
                  <a:lnTo>
                    <a:pt x="130619" y="4854381"/>
                  </a:lnTo>
                  <a:lnTo>
                    <a:pt x="181362" y="4854412"/>
                  </a:lnTo>
                  <a:lnTo>
                    <a:pt x="232104" y="4854444"/>
                  </a:lnTo>
                  <a:lnTo>
                    <a:pt x="282846" y="4854475"/>
                  </a:lnTo>
                  <a:lnTo>
                    <a:pt x="333588" y="4854507"/>
                  </a:lnTo>
                  <a:lnTo>
                    <a:pt x="384331" y="4854538"/>
                  </a:lnTo>
                  <a:lnTo>
                    <a:pt x="435073" y="4854570"/>
                  </a:lnTo>
                  <a:lnTo>
                    <a:pt x="485815" y="4854601"/>
                  </a:lnTo>
                  <a:lnTo>
                    <a:pt x="536557" y="4854632"/>
                  </a:lnTo>
                  <a:lnTo>
                    <a:pt x="587300" y="4854664"/>
                  </a:lnTo>
                  <a:lnTo>
                    <a:pt x="638042" y="4854695"/>
                  </a:lnTo>
                  <a:lnTo>
                    <a:pt x="688784" y="4854726"/>
                  </a:lnTo>
                  <a:lnTo>
                    <a:pt x="739526" y="4854758"/>
                  </a:lnTo>
                  <a:lnTo>
                    <a:pt x="790269" y="4854789"/>
                  </a:lnTo>
                  <a:lnTo>
                    <a:pt x="841011" y="4854820"/>
                  </a:lnTo>
                  <a:lnTo>
                    <a:pt x="891753" y="4854852"/>
                  </a:lnTo>
                  <a:lnTo>
                    <a:pt x="942495" y="4854883"/>
                  </a:lnTo>
                  <a:lnTo>
                    <a:pt x="993238" y="4854914"/>
                  </a:lnTo>
                  <a:lnTo>
                    <a:pt x="1043980" y="4854946"/>
                  </a:lnTo>
                  <a:lnTo>
                    <a:pt x="1094722" y="4854977"/>
                  </a:lnTo>
                  <a:lnTo>
                    <a:pt x="1145464" y="4855008"/>
                  </a:lnTo>
                  <a:lnTo>
                    <a:pt x="1196207" y="4855040"/>
                  </a:lnTo>
                  <a:lnTo>
                    <a:pt x="1246949" y="4855071"/>
                  </a:lnTo>
                  <a:lnTo>
                    <a:pt x="1297691" y="4855102"/>
                  </a:lnTo>
                  <a:lnTo>
                    <a:pt x="1348433" y="4855133"/>
                  </a:lnTo>
                  <a:lnTo>
                    <a:pt x="1399175" y="4855165"/>
                  </a:lnTo>
                  <a:lnTo>
                    <a:pt x="1449918" y="4855196"/>
                  </a:lnTo>
                  <a:lnTo>
                    <a:pt x="1500660" y="4855227"/>
                  </a:lnTo>
                  <a:lnTo>
                    <a:pt x="1551402" y="4855258"/>
                  </a:lnTo>
                  <a:lnTo>
                    <a:pt x="1602144" y="4855290"/>
                  </a:lnTo>
                  <a:lnTo>
                    <a:pt x="1652887" y="4855321"/>
                  </a:lnTo>
                  <a:lnTo>
                    <a:pt x="1703629" y="4855352"/>
                  </a:lnTo>
                  <a:lnTo>
                    <a:pt x="1754371" y="4855383"/>
                  </a:lnTo>
                  <a:lnTo>
                    <a:pt x="1805113" y="4855414"/>
                  </a:lnTo>
                  <a:lnTo>
                    <a:pt x="1855856" y="4855446"/>
                  </a:lnTo>
                  <a:lnTo>
                    <a:pt x="1906598" y="4855477"/>
                  </a:lnTo>
                  <a:lnTo>
                    <a:pt x="1957340" y="4855508"/>
                  </a:lnTo>
                  <a:lnTo>
                    <a:pt x="2008083" y="4855539"/>
                  </a:lnTo>
                  <a:lnTo>
                    <a:pt x="2058825" y="4855570"/>
                  </a:lnTo>
                  <a:lnTo>
                    <a:pt x="2109567" y="4855601"/>
                  </a:lnTo>
                  <a:lnTo>
                    <a:pt x="2160309" y="4855632"/>
                  </a:lnTo>
                  <a:lnTo>
                    <a:pt x="2211052" y="4855664"/>
                  </a:lnTo>
                  <a:lnTo>
                    <a:pt x="2261794" y="4855695"/>
                  </a:lnTo>
                  <a:lnTo>
                    <a:pt x="2312536" y="4855726"/>
                  </a:lnTo>
                  <a:lnTo>
                    <a:pt x="2363278" y="4855757"/>
                  </a:lnTo>
                  <a:lnTo>
                    <a:pt x="2414021" y="4855788"/>
                  </a:lnTo>
                  <a:lnTo>
                    <a:pt x="2464763" y="4855819"/>
                  </a:lnTo>
                  <a:lnTo>
                    <a:pt x="2515505" y="4855850"/>
                  </a:lnTo>
                  <a:lnTo>
                    <a:pt x="2566248" y="4855881"/>
                  </a:lnTo>
                  <a:lnTo>
                    <a:pt x="2616990" y="4855912"/>
                  </a:lnTo>
                  <a:lnTo>
                    <a:pt x="2667732" y="4855943"/>
                  </a:lnTo>
                  <a:lnTo>
                    <a:pt x="2718474" y="4855974"/>
                  </a:lnTo>
                  <a:lnTo>
                    <a:pt x="2769217" y="4856005"/>
                  </a:lnTo>
                  <a:lnTo>
                    <a:pt x="2819959" y="4856036"/>
                  </a:lnTo>
                  <a:lnTo>
                    <a:pt x="2870701" y="4856067"/>
                  </a:lnTo>
                  <a:lnTo>
                    <a:pt x="2921444" y="4856098"/>
                  </a:lnTo>
                  <a:lnTo>
                    <a:pt x="2972186" y="4856129"/>
                  </a:lnTo>
                  <a:lnTo>
                    <a:pt x="3022928" y="4856160"/>
                  </a:lnTo>
                  <a:lnTo>
                    <a:pt x="3073671" y="4856191"/>
                  </a:lnTo>
                  <a:lnTo>
                    <a:pt x="3124413" y="4856222"/>
                  </a:lnTo>
                  <a:lnTo>
                    <a:pt x="3175155" y="4856253"/>
                  </a:lnTo>
                  <a:lnTo>
                    <a:pt x="3225898" y="4856284"/>
                  </a:lnTo>
                  <a:lnTo>
                    <a:pt x="3276640" y="4856315"/>
                  </a:lnTo>
                  <a:lnTo>
                    <a:pt x="3327382" y="4856346"/>
                  </a:lnTo>
                  <a:lnTo>
                    <a:pt x="3378125" y="4856377"/>
                  </a:lnTo>
                  <a:lnTo>
                    <a:pt x="3428867" y="4856408"/>
                  </a:lnTo>
                  <a:lnTo>
                    <a:pt x="3479609" y="4856439"/>
                  </a:lnTo>
                  <a:lnTo>
                    <a:pt x="3530352" y="4856469"/>
                  </a:lnTo>
                  <a:lnTo>
                    <a:pt x="3581094" y="4856500"/>
                  </a:lnTo>
                  <a:lnTo>
                    <a:pt x="3631837" y="4856531"/>
                  </a:lnTo>
                  <a:lnTo>
                    <a:pt x="3666861" y="4856701"/>
                  </a:lnTo>
                  <a:lnTo>
                    <a:pt x="3701891" y="4856930"/>
                  </a:lnTo>
                  <a:lnTo>
                    <a:pt x="3736910" y="4856848"/>
                  </a:lnTo>
                  <a:lnTo>
                    <a:pt x="3771906" y="4856081"/>
                  </a:lnTo>
                  <a:lnTo>
                    <a:pt x="3821954" y="4852907"/>
                  </a:lnTo>
                  <a:lnTo>
                    <a:pt x="3870424" y="4847021"/>
                  </a:lnTo>
                  <a:lnTo>
                    <a:pt x="3917259" y="4838502"/>
                  </a:lnTo>
                  <a:lnTo>
                    <a:pt x="3962402" y="4827428"/>
                  </a:lnTo>
                  <a:lnTo>
                    <a:pt x="4005798" y="4813878"/>
                  </a:lnTo>
                  <a:lnTo>
                    <a:pt x="4047389" y="4797931"/>
                  </a:lnTo>
                  <a:lnTo>
                    <a:pt x="4087119" y="4779664"/>
                  </a:lnTo>
                  <a:lnTo>
                    <a:pt x="4124932" y="4759158"/>
                  </a:lnTo>
                  <a:lnTo>
                    <a:pt x="4160771" y="4736489"/>
                  </a:lnTo>
                  <a:lnTo>
                    <a:pt x="4194580" y="4711738"/>
                  </a:lnTo>
                  <a:lnTo>
                    <a:pt x="4226303" y="4684982"/>
                  </a:lnTo>
                  <a:lnTo>
                    <a:pt x="4255882" y="4656301"/>
                  </a:lnTo>
                  <a:lnTo>
                    <a:pt x="4283262" y="4625772"/>
                  </a:lnTo>
                  <a:lnTo>
                    <a:pt x="4308387" y="4593475"/>
                  </a:lnTo>
                  <a:lnTo>
                    <a:pt x="4331198" y="4559488"/>
                  </a:lnTo>
                  <a:lnTo>
                    <a:pt x="4351641" y="4523890"/>
                  </a:lnTo>
                  <a:lnTo>
                    <a:pt x="4369659" y="4486759"/>
                  </a:lnTo>
                  <a:lnTo>
                    <a:pt x="4385195" y="4448173"/>
                  </a:lnTo>
                  <a:lnTo>
                    <a:pt x="4398193" y="4408213"/>
                  </a:lnTo>
                  <a:lnTo>
                    <a:pt x="4408597" y="4366956"/>
                  </a:lnTo>
                  <a:lnTo>
                    <a:pt x="4416349" y="4324480"/>
                  </a:lnTo>
                  <a:lnTo>
                    <a:pt x="4421394" y="4280865"/>
                  </a:lnTo>
                  <a:lnTo>
                    <a:pt x="4423675" y="4236189"/>
                  </a:lnTo>
                  <a:lnTo>
                    <a:pt x="4423136" y="4190531"/>
                  </a:lnTo>
                  <a:lnTo>
                    <a:pt x="4419719" y="4143969"/>
                  </a:lnTo>
                  <a:lnTo>
                    <a:pt x="4413370" y="4096581"/>
                  </a:lnTo>
                  <a:lnTo>
                    <a:pt x="4404031" y="4048448"/>
                  </a:lnTo>
                  <a:lnTo>
                    <a:pt x="4391646" y="3999646"/>
                  </a:lnTo>
                  <a:lnTo>
                    <a:pt x="4376961" y="3953734"/>
                  </a:lnTo>
                  <a:lnTo>
                    <a:pt x="4359566" y="3909163"/>
                  </a:lnTo>
                  <a:lnTo>
                    <a:pt x="4339760" y="3865723"/>
                  </a:lnTo>
                  <a:lnTo>
                    <a:pt x="4317842" y="3823203"/>
                  </a:lnTo>
                  <a:lnTo>
                    <a:pt x="4294110" y="3781391"/>
                  </a:lnTo>
                  <a:lnTo>
                    <a:pt x="4255289" y="3716001"/>
                  </a:lnTo>
                  <a:lnTo>
                    <a:pt x="4235177" y="3682348"/>
                  </a:lnTo>
                  <a:lnTo>
                    <a:pt x="4214609" y="3648074"/>
                  </a:lnTo>
                  <a:lnTo>
                    <a:pt x="4193595" y="3613191"/>
                  </a:lnTo>
                  <a:lnTo>
                    <a:pt x="4172145" y="3577714"/>
                  </a:lnTo>
                  <a:lnTo>
                    <a:pt x="4150268" y="3541654"/>
                  </a:lnTo>
                  <a:lnTo>
                    <a:pt x="4127974" y="3505026"/>
                  </a:lnTo>
                  <a:lnTo>
                    <a:pt x="4105272" y="3467842"/>
                  </a:lnTo>
                  <a:lnTo>
                    <a:pt x="4082173" y="3430115"/>
                  </a:lnTo>
                  <a:lnTo>
                    <a:pt x="4058685" y="3391858"/>
                  </a:lnTo>
                  <a:lnTo>
                    <a:pt x="4034818" y="3353085"/>
                  </a:lnTo>
                  <a:lnTo>
                    <a:pt x="4010583" y="3313808"/>
                  </a:lnTo>
                  <a:lnTo>
                    <a:pt x="3985988" y="3274041"/>
                  </a:lnTo>
                  <a:lnTo>
                    <a:pt x="3961043" y="3233796"/>
                  </a:lnTo>
                  <a:lnTo>
                    <a:pt x="3935758" y="3193087"/>
                  </a:lnTo>
                  <a:lnTo>
                    <a:pt x="3910142" y="3151927"/>
                  </a:lnTo>
                  <a:lnTo>
                    <a:pt x="3884205" y="3110328"/>
                  </a:lnTo>
                  <a:lnTo>
                    <a:pt x="3857957" y="3068304"/>
                  </a:lnTo>
                  <a:lnTo>
                    <a:pt x="3831406" y="3025868"/>
                  </a:lnTo>
                  <a:lnTo>
                    <a:pt x="3804564" y="2983034"/>
                  </a:lnTo>
                  <a:lnTo>
                    <a:pt x="3777438" y="2939813"/>
                  </a:lnTo>
                  <a:lnTo>
                    <a:pt x="3750040" y="2896219"/>
                  </a:lnTo>
                  <a:lnTo>
                    <a:pt x="3722378" y="2852266"/>
                  </a:lnTo>
                  <a:lnTo>
                    <a:pt x="3694462" y="2807966"/>
                  </a:lnTo>
                  <a:lnTo>
                    <a:pt x="3666302" y="2763332"/>
                  </a:lnTo>
                  <a:lnTo>
                    <a:pt x="3637908" y="2718378"/>
                  </a:lnTo>
                  <a:lnTo>
                    <a:pt x="3609288" y="2673116"/>
                  </a:lnTo>
                  <a:lnTo>
                    <a:pt x="3580453" y="2627560"/>
                  </a:lnTo>
                  <a:lnTo>
                    <a:pt x="3551411" y="2581723"/>
                  </a:lnTo>
                  <a:lnTo>
                    <a:pt x="3522174" y="2535617"/>
                  </a:lnTo>
                  <a:lnTo>
                    <a:pt x="3492750" y="2489256"/>
                  </a:lnTo>
                  <a:lnTo>
                    <a:pt x="3463149" y="2442653"/>
                  </a:lnTo>
                  <a:lnTo>
                    <a:pt x="3433380" y="2395820"/>
                  </a:lnTo>
                  <a:lnTo>
                    <a:pt x="3403454" y="2348772"/>
                  </a:lnTo>
                  <a:lnTo>
                    <a:pt x="3373379" y="2301521"/>
                  </a:lnTo>
                  <a:lnTo>
                    <a:pt x="3343166" y="2254080"/>
                  </a:lnTo>
                  <a:lnTo>
                    <a:pt x="3312823" y="2206462"/>
                  </a:lnTo>
                  <a:lnTo>
                    <a:pt x="3282361" y="2158681"/>
                  </a:lnTo>
                  <a:lnTo>
                    <a:pt x="3251789" y="2110748"/>
                  </a:lnTo>
                  <a:lnTo>
                    <a:pt x="3221117" y="2062679"/>
                  </a:lnTo>
                  <a:lnTo>
                    <a:pt x="3190354" y="2014484"/>
                  </a:lnTo>
                  <a:lnTo>
                    <a:pt x="3159511" y="1966179"/>
                  </a:lnTo>
                  <a:lnTo>
                    <a:pt x="3128595" y="1917775"/>
                  </a:lnTo>
                  <a:lnTo>
                    <a:pt x="3097618" y="1869285"/>
                  </a:lnTo>
                  <a:lnTo>
                    <a:pt x="3066589" y="1820724"/>
                  </a:lnTo>
                  <a:lnTo>
                    <a:pt x="3035517" y="1772103"/>
                  </a:lnTo>
                  <a:lnTo>
                    <a:pt x="3004412" y="1723437"/>
                  </a:lnTo>
                  <a:lnTo>
                    <a:pt x="2973283" y="1674737"/>
                  </a:lnTo>
                  <a:lnTo>
                    <a:pt x="2942141" y="1626017"/>
                  </a:lnTo>
                  <a:lnTo>
                    <a:pt x="2910994" y="1577291"/>
                  </a:lnTo>
                  <a:lnTo>
                    <a:pt x="2879853" y="1528570"/>
                  </a:lnTo>
                  <a:lnTo>
                    <a:pt x="2848727" y="1479869"/>
                  </a:lnTo>
                  <a:lnTo>
                    <a:pt x="2817625" y="1431200"/>
                  </a:lnTo>
                  <a:lnTo>
                    <a:pt x="2786557" y="1382577"/>
                  </a:lnTo>
                  <a:lnTo>
                    <a:pt x="2755533" y="1334012"/>
                  </a:lnTo>
                  <a:lnTo>
                    <a:pt x="2724563" y="1285519"/>
                  </a:lnTo>
                  <a:lnTo>
                    <a:pt x="2693655" y="1237111"/>
                  </a:lnTo>
                  <a:lnTo>
                    <a:pt x="2662820" y="1188800"/>
                  </a:lnTo>
                  <a:lnTo>
                    <a:pt x="2632067" y="1140600"/>
                  </a:lnTo>
                  <a:lnTo>
                    <a:pt x="2601406" y="1092523"/>
                  </a:lnTo>
                  <a:lnTo>
                    <a:pt x="2570846" y="1044584"/>
                  </a:lnTo>
                  <a:lnTo>
                    <a:pt x="2540398" y="996795"/>
                  </a:lnTo>
                  <a:lnTo>
                    <a:pt x="2510069" y="949168"/>
                  </a:lnTo>
                  <a:lnTo>
                    <a:pt x="2479871" y="901718"/>
                  </a:lnTo>
                  <a:lnTo>
                    <a:pt x="2449813" y="854457"/>
                  </a:lnTo>
                  <a:lnTo>
                    <a:pt x="2419904" y="807398"/>
                  </a:lnTo>
                  <a:lnTo>
                    <a:pt x="2390154" y="760555"/>
                  </a:lnTo>
                  <a:lnTo>
                    <a:pt x="2360573" y="713940"/>
                  </a:lnTo>
                  <a:lnTo>
                    <a:pt x="2331169" y="667567"/>
                  </a:lnTo>
                  <a:lnTo>
                    <a:pt x="2301954" y="621448"/>
                  </a:lnTo>
                  <a:lnTo>
                    <a:pt x="2272936" y="575597"/>
                  </a:lnTo>
                  <a:lnTo>
                    <a:pt x="2244125" y="530026"/>
                  </a:lnTo>
                  <a:lnTo>
                    <a:pt x="2215530" y="484749"/>
                  </a:lnTo>
                  <a:lnTo>
                    <a:pt x="2187162" y="439779"/>
                  </a:lnTo>
                  <a:lnTo>
                    <a:pt x="2159029" y="395129"/>
                  </a:lnTo>
                  <a:lnTo>
                    <a:pt x="2131142" y="350812"/>
                  </a:lnTo>
                  <a:lnTo>
                    <a:pt x="2103510" y="306841"/>
                  </a:lnTo>
                  <a:lnTo>
                    <a:pt x="2076142" y="263230"/>
                  </a:lnTo>
                  <a:lnTo>
                    <a:pt x="2049048" y="219990"/>
                  </a:lnTo>
                  <a:lnTo>
                    <a:pt x="2022239" y="177136"/>
                  </a:lnTo>
                  <a:lnTo>
                    <a:pt x="1995722" y="134680"/>
                  </a:lnTo>
                  <a:lnTo>
                    <a:pt x="1969509" y="92635"/>
                  </a:lnTo>
                  <a:lnTo>
                    <a:pt x="1943608" y="51015"/>
                  </a:lnTo>
                  <a:lnTo>
                    <a:pt x="1918029" y="9832"/>
                  </a:lnTo>
                  <a:lnTo>
                    <a:pt x="191193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76" name="object 12">
              <a:extLst>
                <a:ext uri="{FF2B5EF4-FFF2-40B4-BE49-F238E27FC236}">
                  <a16:creationId xmlns:a16="http://schemas.microsoft.com/office/drawing/2014/main" id="{5672A01C-D18D-0D0E-DABD-4093CA44CE0A}"/>
                </a:ext>
              </a:extLst>
            </p:cNvPr>
            <p:cNvSpPr/>
            <p:nvPr/>
          </p:nvSpPr>
          <p:spPr>
            <a:xfrm>
              <a:off x="9787" y="0"/>
              <a:ext cx="8691880" cy="7082154"/>
            </a:xfrm>
            <a:custGeom>
              <a:avLst/>
              <a:gdLst/>
              <a:ahLst/>
              <a:cxnLst/>
              <a:rect l="l" t="t" r="r" b="b"/>
              <a:pathLst>
                <a:path w="8691880" h="7082155">
                  <a:moveTo>
                    <a:pt x="0" y="7077369"/>
                  </a:moveTo>
                  <a:lnTo>
                    <a:pt x="42823" y="7077396"/>
                  </a:lnTo>
                  <a:lnTo>
                    <a:pt x="85964" y="7077423"/>
                  </a:lnTo>
                  <a:lnTo>
                    <a:pt x="129418" y="7077449"/>
                  </a:lnTo>
                  <a:lnTo>
                    <a:pt x="173181" y="7077476"/>
                  </a:lnTo>
                  <a:lnTo>
                    <a:pt x="217248" y="7077503"/>
                  </a:lnTo>
                  <a:lnTo>
                    <a:pt x="261616" y="7077529"/>
                  </a:lnTo>
                  <a:lnTo>
                    <a:pt x="306281" y="7077556"/>
                  </a:lnTo>
                  <a:lnTo>
                    <a:pt x="351237" y="7077583"/>
                  </a:lnTo>
                  <a:lnTo>
                    <a:pt x="396481" y="7077609"/>
                  </a:lnTo>
                  <a:lnTo>
                    <a:pt x="442009" y="7077636"/>
                  </a:lnTo>
                  <a:lnTo>
                    <a:pt x="487817" y="7077663"/>
                  </a:lnTo>
                  <a:lnTo>
                    <a:pt x="533899" y="7077689"/>
                  </a:lnTo>
                  <a:lnTo>
                    <a:pt x="580253" y="7077716"/>
                  </a:lnTo>
                  <a:lnTo>
                    <a:pt x="626874" y="7077742"/>
                  </a:lnTo>
                  <a:lnTo>
                    <a:pt x="673757" y="7077769"/>
                  </a:lnTo>
                  <a:lnTo>
                    <a:pt x="720899" y="7077796"/>
                  </a:lnTo>
                  <a:lnTo>
                    <a:pt x="768295" y="7077822"/>
                  </a:lnTo>
                  <a:lnTo>
                    <a:pt x="815941" y="7077849"/>
                  </a:lnTo>
                  <a:lnTo>
                    <a:pt x="863833" y="7077875"/>
                  </a:lnTo>
                  <a:lnTo>
                    <a:pt x="911966" y="7077902"/>
                  </a:lnTo>
                  <a:lnTo>
                    <a:pt x="960337" y="7077929"/>
                  </a:lnTo>
                  <a:lnTo>
                    <a:pt x="1008941" y="7077955"/>
                  </a:lnTo>
                  <a:lnTo>
                    <a:pt x="1057775" y="7077982"/>
                  </a:lnTo>
                  <a:lnTo>
                    <a:pt x="1106833" y="7078008"/>
                  </a:lnTo>
                  <a:lnTo>
                    <a:pt x="1156112" y="7078035"/>
                  </a:lnTo>
                  <a:lnTo>
                    <a:pt x="1205607" y="7078061"/>
                  </a:lnTo>
                  <a:lnTo>
                    <a:pt x="1255314" y="7078088"/>
                  </a:lnTo>
                  <a:lnTo>
                    <a:pt x="1305230" y="7078115"/>
                  </a:lnTo>
                  <a:lnTo>
                    <a:pt x="1355349" y="7078141"/>
                  </a:lnTo>
                  <a:lnTo>
                    <a:pt x="1405668" y="7078168"/>
                  </a:lnTo>
                  <a:lnTo>
                    <a:pt x="1456182" y="7078194"/>
                  </a:lnTo>
                  <a:lnTo>
                    <a:pt x="1506888" y="7078221"/>
                  </a:lnTo>
                  <a:lnTo>
                    <a:pt x="1557780" y="7078247"/>
                  </a:lnTo>
                  <a:lnTo>
                    <a:pt x="1608856" y="7078274"/>
                  </a:lnTo>
                  <a:lnTo>
                    <a:pt x="1660110" y="7078300"/>
                  </a:lnTo>
                  <a:lnTo>
                    <a:pt x="1711538" y="7078327"/>
                  </a:lnTo>
                  <a:lnTo>
                    <a:pt x="1763137" y="7078353"/>
                  </a:lnTo>
                  <a:lnTo>
                    <a:pt x="1814901" y="7078380"/>
                  </a:lnTo>
                  <a:lnTo>
                    <a:pt x="1866828" y="7078406"/>
                  </a:lnTo>
                  <a:lnTo>
                    <a:pt x="1918912" y="7078433"/>
                  </a:lnTo>
                  <a:lnTo>
                    <a:pt x="1971149" y="7078459"/>
                  </a:lnTo>
                  <a:lnTo>
                    <a:pt x="2023536" y="7078486"/>
                  </a:lnTo>
                  <a:lnTo>
                    <a:pt x="2076067" y="7078512"/>
                  </a:lnTo>
                  <a:lnTo>
                    <a:pt x="2128740" y="7078539"/>
                  </a:lnTo>
                  <a:lnTo>
                    <a:pt x="2181549" y="7078565"/>
                  </a:lnTo>
                  <a:lnTo>
                    <a:pt x="2234490" y="7078591"/>
                  </a:lnTo>
                  <a:lnTo>
                    <a:pt x="2287559" y="7078618"/>
                  </a:lnTo>
                  <a:lnTo>
                    <a:pt x="2340753" y="7078644"/>
                  </a:lnTo>
                  <a:lnTo>
                    <a:pt x="2394066" y="7078671"/>
                  </a:lnTo>
                  <a:lnTo>
                    <a:pt x="2447495" y="7078697"/>
                  </a:lnTo>
                  <a:lnTo>
                    <a:pt x="2501035" y="7078724"/>
                  </a:lnTo>
                  <a:lnTo>
                    <a:pt x="2554683" y="7078750"/>
                  </a:lnTo>
                  <a:lnTo>
                    <a:pt x="2608433" y="7078776"/>
                  </a:lnTo>
                  <a:lnTo>
                    <a:pt x="2662282" y="7078803"/>
                  </a:lnTo>
                  <a:lnTo>
                    <a:pt x="2716226" y="7078829"/>
                  </a:lnTo>
                  <a:lnTo>
                    <a:pt x="2770260" y="7078856"/>
                  </a:lnTo>
                  <a:lnTo>
                    <a:pt x="2824380" y="7078882"/>
                  </a:lnTo>
                  <a:lnTo>
                    <a:pt x="2878582" y="7078908"/>
                  </a:lnTo>
                  <a:lnTo>
                    <a:pt x="2932862" y="7078935"/>
                  </a:lnTo>
                  <a:lnTo>
                    <a:pt x="2987215" y="7078961"/>
                  </a:lnTo>
                  <a:lnTo>
                    <a:pt x="3041638" y="7078987"/>
                  </a:lnTo>
                  <a:lnTo>
                    <a:pt x="3096126" y="7079014"/>
                  </a:lnTo>
                  <a:lnTo>
                    <a:pt x="3150675" y="7079040"/>
                  </a:lnTo>
                  <a:lnTo>
                    <a:pt x="3205280" y="7079067"/>
                  </a:lnTo>
                  <a:lnTo>
                    <a:pt x="3259938" y="7079093"/>
                  </a:lnTo>
                  <a:lnTo>
                    <a:pt x="3314645" y="7079119"/>
                  </a:lnTo>
                  <a:lnTo>
                    <a:pt x="3369395" y="7079146"/>
                  </a:lnTo>
                  <a:lnTo>
                    <a:pt x="3424186" y="7079172"/>
                  </a:lnTo>
                  <a:lnTo>
                    <a:pt x="3479012" y="7079198"/>
                  </a:lnTo>
                  <a:lnTo>
                    <a:pt x="3533870" y="7079225"/>
                  </a:lnTo>
                  <a:lnTo>
                    <a:pt x="3588755" y="7079251"/>
                  </a:lnTo>
                  <a:lnTo>
                    <a:pt x="3643663" y="7079277"/>
                  </a:lnTo>
                  <a:lnTo>
                    <a:pt x="3698590" y="7079303"/>
                  </a:lnTo>
                  <a:lnTo>
                    <a:pt x="3753532" y="7079330"/>
                  </a:lnTo>
                  <a:lnTo>
                    <a:pt x="3808484" y="7079356"/>
                  </a:lnTo>
                  <a:lnTo>
                    <a:pt x="3863443" y="7079382"/>
                  </a:lnTo>
                  <a:lnTo>
                    <a:pt x="3918403" y="7079409"/>
                  </a:lnTo>
                  <a:lnTo>
                    <a:pt x="3973362" y="7079435"/>
                  </a:lnTo>
                  <a:lnTo>
                    <a:pt x="4028314" y="7079461"/>
                  </a:lnTo>
                  <a:lnTo>
                    <a:pt x="4083256" y="7079487"/>
                  </a:lnTo>
                  <a:lnTo>
                    <a:pt x="4138183" y="7079514"/>
                  </a:lnTo>
                  <a:lnTo>
                    <a:pt x="4193091" y="7079540"/>
                  </a:lnTo>
                  <a:lnTo>
                    <a:pt x="4247976" y="7079566"/>
                  </a:lnTo>
                  <a:lnTo>
                    <a:pt x="4302834" y="7079592"/>
                  </a:lnTo>
                  <a:lnTo>
                    <a:pt x="4357660" y="7079619"/>
                  </a:lnTo>
                  <a:lnTo>
                    <a:pt x="4412451" y="7079645"/>
                  </a:lnTo>
                  <a:lnTo>
                    <a:pt x="4467201" y="7079671"/>
                  </a:lnTo>
                  <a:lnTo>
                    <a:pt x="4521907" y="7079697"/>
                  </a:lnTo>
                  <a:lnTo>
                    <a:pt x="4576566" y="7079724"/>
                  </a:lnTo>
                  <a:lnTo>
                    <a:pt x="4631171" y="7079750"/>
                  </a:lnTo>
                  <a:lnTo>
                    <a:pt x="4685720" y="7079776"/>
                  </a:lnTo>
                  <a:lnTo>
                    <a:pt x="4740208" y="7079802"/>
                  </a:lnTo>
                  <a:lnTo>
                    <a:pt x="4794631" y="7079828"/>
                  </a:lnTo>
                  <a:lnTo>
                    <a:pt x="4848984" y="7079855"/>
                  </a:lnTo>
                  <a:lnTo>
                    <a:pt x="4903264" y="7079881"/>
                  </a:lnTo>
                  <a:lnTo>
                    <a:pt x="4957466" y="7079907"/>
                  </a:lnTo>
                  <a:lnTo>
                    <a:pt x="5011586" y="7079933"/>
                  </a:lnTo>
                  <a:lnTo>
                    <a:pt x="5065620" y="7079959"/>
                  </a:lnTo>
                  <a:lnTo>
                    <a:pt x="5119564" y="7079985"/>
                  </a:lnTo>
                  <a:lnTo>
                    <a:pt x="5173413" y="7080012"/>
                  </a:lnTo>
                  <a:lnTo>
                    <a:pt x="5227163" y="7080038"/>
                  </a:lnTo>
                  <a:lnTo>
                    <a:pt x="5280811" y="7080064"/>
                  </a:lnTo>
                  <a:lnTo>
                    <a:pt x="5334351" y="7080090"/>
                  </a:lnTo>
                  <a:lnTo>
                    <a:pt x="5387780" y="7080116"/>
                  </a:lnTo>
                  <a:lnTo>
                    <a:pt x="5441093" y="7080142"/>
                  </a:lnTo>
                  <a:lnTo>
                    <a:pt x="5494286" y="7080168"/>
                  </a:lnTo>
                  <a:lnTo>
                    <a:pt x="5547356" y="7080194"/>
                  </a:lnTo>
                  <a:lnTo>
                    <a:pt x="5600297" y="7080221"/>
                  </a:lnTo>
                  <a:lnTo>
                    <a:pt x="5653106" y="7080247"/>
                  </a:lnTo>
                  <a:lnTo>
                    <a:pt x="5705779" y="7080273"/>
                  </a:lnTo>
                  <a:lnTo>
                    <a:pt x="5758310" y="7080299"/>
                  </a:lnTo>
                  <a:lnTo>
                    <a:pt x="5810697" y="7080325"/>
                  </a:lnTo>
                  <a:lnTo>
                    <a:pt x="5862934" y="7080351"/>
                  </a:lnTo>
                  <a:lnTo>
                    <a:pt x="5915018" y="7080377"/>
                  </a:lnTo>
                  <a:lnTo>
                    <a:pt x="5966944" y="7080403"/>
                  </a:lnTo>
                  <a:lnTo>
                    <a:pt x="6018709" y="7080429"/>
                  </a:lnTo>
                  <a:lnTo>
                    <a:pt x="6070308" y="7080455"/>
                  </a:lnTo>
                  <a:lnTo>
                    <a:pt x="6121736" y="7080481"/>
                  </a:lnTo>
                  <a:lnTo>
                    <a:pt x="6172990" y="7080507"/>
                  </a:lnTo>
                  <a:lnTo>
                    <a:pt x="6224065" y="7080534"/>
                  </a:lnTo>
                  <a:lnTo>
                    <a:pt x="6274958" y="7080560"/>
                  </a:lnTo>
                  <a:lnTo>
                    <a:pt x="6325664" y="7080586"/>
                  </a:lnTo>
                  <a:lnTo>
                    <a:pt x="6376178" y="7080612"/>
                  </a:lnTo>
                  <a:lnTo>
                    <a:pt x="6426497" y="7080638"/>
                  </a:lnTo>
                  <a:lnTo>
                    <a:pt x="6476616" y="7080664"/>
                  </a:lnTo>
                  <a:lnTo>
                    <a:pt x="6526532" y="7080690"/>
                  </a:lnTo>
                  <a:lnTo>
                    <a:pt x="6576239" y="7080716"/>
                  </a:lnTo>
                  <a:lnTo>
                    <a:pt x="6625734" y="7080742"/>
                  </a:lnTo>
                  <a:lnTo>
                    <a:pt x="6675013" y="7080768"/>
                  </a:lnTo>
                  <a:lnTo>
                    <a:pt x="6724071" y="7080794"/>
                  </a:lnTo>
                  <a:lnTo>
                    <a:pt x="6772904" y="7080820"/>
                  </a:lnTo>
                  <a:lnTo>
                    <a:pt x="6821509" y="7080846"/>
                  </a:lnTo>
                  <a:lnTo>
                    <a:pt x="6869880" y="7080872"/>
                  </a:lnTo>
                  <a:lnTo>
                    <a:pt x="6918013" y="7080898"/>
                  </a:lnTo>
                  <a:lnTo>
                    <a:pt x="6965905" y="7080924"/>
                  </a:lnTo>
                  <a:lnTo>
                    <a:pt x="7013551" y="7080950"/>
                  </a:lnTo>
                  <a:lnTo>
                    <a:pt x="7060947" y="7080976"/>
                  </a:lnTo>
                  <a:lnTo>
                    <a:pt x="7108089" y="7081002"/>
                  </a:lnTo>
                  <a:lnTo>
                    <a:pt x="7154972" y="7081027"/>
                  </a:lnTo>
                  <a:lnTo>
                    <a:pt x="7201593" y="7081053"/>
                  </a:lnTo>
                  <a:lnTo>
                    <a:pt x="7247947" y="7081079"/>
                  </a:lnTo>
                  <a:lnTo>
                    <a:pt x="7294029" y="7081105"/>
                  </a:lnTo>
                  <a:lnTo>
                    <a:pt x="7339837" y="7081131"/>
                  </a:lnTo>
                  <a:lnTo>
                    <a:pt x="7385365" y="7081157"/>
                  </a:lnTo>
                  <a:lnTo>
                    <a:pt x="7430609" y="7081183"/>
                  </a:lnTo>
                  <a:lnTo>
                    <a:pt x="7475565" y="7081209"/>
                  </a:lnTo>
                  <a:lnTo>
                    <a:pt x="7520230" y="7081235"/>
                  </a:lnTo>
                  <a:lnTo>
                    <a:pt x="7564598" y="7081261"/>
                  </a:lnTo>
                  <a:lnTo>
                    <a:pt x="7608665" y="7081287"/>
                  </a:lnTo>
                  <a:lnTo>
                    <a:pt x="7652428" y="7081313"/>
                  </a:lnTo>
                  <a:lnTo>
                    <a:pt x="7695882" y="7081338"/>
                  </a:lnTo>
                  <a:lnTo>
                    <a:pt x="7739023" y="7081364"/>
                  </a:lnTo>
                  <a:lnTo>
                    <a:pt x="7781846" y="7081390"/>
                  </a:lnTo>
                  <a:lnTo>
                    <a:pt x="7822077" y="7081590"/>
                  </a:lnTo>
                  <a:lnTo>
                    <a:pt x="7862311" y="7081856"/>
                  </a:lnTo>
                  <a:lnTo>
                    <a:pt x="7902531" y="7081761"/>
                  </a:lnTo>
                  <a:lnTo>
                    <a:pt x="7942721" y="7080877"/>
                  </a:lnTo>
                  <a:lnTo>
                    <a:pt x="7993119" y="7077859"/>
                  </a:lnTo>
                  <a:lnTo>
                    <a:pt x="8042134" y="7072447"/>
                  </a:lnTo>
                  <a:lnTo>
                    <a:pt x="8089724" y="7064703"/>
                  </a:lnTo>
                  <a:lnTo>
                    <a:pt x="8135845" y="7054686"/>
                  </a:lnTo>
                  <a:lnTo>
                    <a:pt x="8180454" y="7042457"/>
                  </a:lnTo>
                  <a:lnTo>
                    <a:pt x="8223507" y="7028077"/>
                  </a:lnTo>
                  <a:lnTo>
                    <a:pt x="8264961" y="7011606"/>
                  </a:lnTo>
                  <a:lnTo>
                    <a:pt x="8304772" y="6993104"/>
                  </a:lnTo>
                  <a:lnTo>
                    <a:pt x="8342897" y="6972633"/>
                  </a:lnTo>
                  <a:lnTo>
                    <a:pt x="8379293" y="6950252"/>
                  </a:lnTo>
                  <a:lnTo>
                    <a:pt x="8413916" y="6926022"/>
                  </a:lnTo>
                  <a:lnTo>
                    <a:pt x="8446723" y="6900003"/>
                  </a:lnTo>
                  <a:lnTo>
                    <a:pt x="8477669" y="6872257"/>
                  </a:lnTo>
                  <a:lnTo>
                    <a:pt x="8506713" y="6842843"/>
                  </a:lnTo>
                  <a:lnTo>
                    <a:pt x="8533810" y="6811822"/>
                  </a:lnTo>
                  <a:lnTo>
                    <a:pt x="8558917" y="6779254"/>
                  </a:lnTo>
                  <a:lnTo>
                    <a:pt x="8581990" y="6745200"/>
                  </a:lnTo>
                  <a:lnTo>
                    <a:pt x="8602987" y="6709721"/>
                  </a:lnTo>
                  <a:lnTo>
                    <a:pt x="8621863" y="6672877"/>
                  </a:lnTo>
                  <a:lnTo>
                    <a:pt x="8638576" y="6634728"/>
                  </a:lnTo>
                  <a:lnTo>
                    <a:pt x="8653081" y="6595335"/>
                  </a:lnTo>
                  <a:lnTo>
                    <a:pt x="8665335" y="6554758"/>
                  </a:lnTo>
                  <a:lnTo>
                    <a:pt x="8675296" y="6513058"/>
                  </a:lnTo>
                  <a:lnTo>
                    <a:pt x="8682919" y="6470296"/>
                  </a:lnTo>
                  <a:lnTo>
                    <a:pt x="8688161" y="6426531"/>
                  </a:lnTo>
                  <a:lnTo>
                    <a:pt x="8690979" y="6381825"/>
                  </a:lnTo>
                  <a:lnTo>
                    <a:pt x="8691329" y="6336238"/>
                  </a:lnTo>
                  <a:lnTo>
                    <a:pt x="8689168" y="6289830"/>
                  </a:lnTo>
                  <a:lnTo>
                    <a:pt x="8684452" y="6242661"/>
                  </a:lnTo>
                  <a:lnTo>
                    <a:pt x="8677138" y="6194793"/>
                  </a:lnTo>
                  <a:lnTo>
                    <a:pt x="8667183" y="6146286"/>
                  </a:lnTo>
                  <a:lnTo>
                    <a:pt x="8654542" y="6097200"/>
                  </a:lnTo>
                  <a:lnTo>
                    <a:pt x="8637675" y="6044467"/>
                  </a:lnTo>
                  <a:lnTo>
                    <a:pt x="8617698" y="5993274"/>
                  </a:lnTo>
                  <a:lnTo>
                    <a:pt x="8594952" y="5943379"/>
                  </a:lnTo>
                  <a:lnTo>
                    <a:pt x="8569780" y="5894541"/>
                  </a:lnTo>
                  <a:lnTo>
                    <a:pt x="8542525" y="5846517"/>
                  </a:lnTo>
                  <a:lnTo>
                    <a:pt x="8519611" y="5807779"/>
                  </a:lnTo>
                  <a:lnTo>
                    <a:pt x="8494820" y="5765954"/>
                  </a:lnTo>
                  <a:lnTo>
                    <a:pt x="8468191" y="5721104"/>
                  </a:lnTo>
                  <a:lnTo>
                    <a:pt x="8439762" y="5673292"/>
                  </a:lnTo>
                  <a:lnTo>
                    <a:pt x="8409570" y="5622581"/>
                  </a:lnTo>
                  <a:lnTo>
                    <a:pt x="8377656" y="5569035"/>
                  </a:lnTo>
                  <a:lnTo>
                    <a:pt x="8344056" y="5512716"/>
                  </a:lnTo>
                  <a:lnTo>
                    <a:pt x="8308809" y="5453686"/>
                  </a:lnTo>
                  <a:lnTo>
                    <a:pt x="8271954" y="5392011"/>
                  </a:lnTo>
                  <a:lnTo>
                    <a:pt x="8233528" y="5327751"/>
                  </a:lnTo>
                  <a:lnTo>
                    <a:pt x="8213738" y="5294672"/>
                  </a:lnTo>
                  <a:lnTo>
                    <a:pt x="8193571" y="5260970"/>
                  </a:lnTo>
                  <a:lnTo>
                    <a:pt x="8173029" y="5226655"/>
                  </a:lnTo>
                  <a:lnTo>
                    <a:pt x="8152119" y="5191732"/>
                  </a:lnTo>
                  <a:lnTo>
                    <a:pt x="8130846" y="5156211"/>
                  </a:lnTo>
                  <a:lnTo>
                    <a:pt x="8109213" y="5120099"/>
                  </a:lnTo>
                  <a:lnTo>
                    <a:pt x="8087226" y="5083405"/>
                  </a:lnTo>
                  <a:lnTo>
                    <a:pt x="8064889" y="5046135"/>
                  </a:lnTo>
                  <a:lnTo>
                    <a:pt x="8042208" y="5008298"/>
                  </a:lnTo>
                  <a:lnTo>
                    <a:pt x="8019187" y="4969901"/>
                  </a:lnTo>
                  <a:lnTo>
                    <a:pt x="7995831" y="4930954"/>
                  </a:lnTo>
                  <a:lnTo>
                    <a:pt x="7972145" y="4891462"/>
                  </a:lnTo>
                  <a:lnTo>
                    <a:pt x="7948133" y="4851435"/>
                  </a:lnTo>
                  <a:lnTo>
                    <a:pt x="7923800" y="4810881"/>
                  </a:lnTo>
                  <a:lnTo>
                    <a:pt x="7899151" y="4769806"/>
                  </a:lnTo>
                  <a:lnTo>
                    <a:pt x="7874192" y="4728219"/>
                  </a:lnTo>
                  <a:lnTo>
                    <a:pt x="7848926" y="4686128"/>
                  </a:lnTo>
                  <a:lnTo>
                    <a:pt x="7823358" y="4643541"/>
                  </a:lnTo>
                  <a:lnTo>
                    <a:pt x="7797494" y="4600465"/>
                  </a:lnTo>
                  <a:lnTo>
                    <a:pt x="7771337" y="4556909"/>
                  </a:lnTo>
                  <a:lnTo>
                    <a:pt x="7744893" y="4512880"/>
                  </a:lnTo>
                  <a:lnTo>
                    <a:pt x="7718167" y="4468387"/>
                  </a:lnTo>
                  <a:lnTo>
                    <a:pt x="7691164" y="4423436"/>
                  </a:lnTo>
                  <a:lnTo>
                    <a:pt x="7663887" y="4378037"/>
                  </a:lnTo>
                  <a:lnTo>
                    <a:pt x="7636343" y="4332196"/>
                  </a:lnTo>
                  <a:lnTo>
                    <a:pt x="7608535" y="4285922"/>
                  </a:lnTo>
                  <a:lnTo>
                    <a:pt x="7580469" y="4239222"/>
                  </a:lnTo>
                  <a:lnTo>
                    <a:pt x="7552149" y="4192105"/>
                  </a:lnTo>
                  <a:lnTo>
                    <a:pt x="7523580" y="4144579"/>
                  </a:lnTo>
                  <a:lnTo>
                    <a:pt x="7494767" y="4096650"/>
                  </a:lnTo>
                  <a:lnTo>
                    <a:pt x="7465715" y="4048328"/>
                  </a:lnTo>
                  <a:lnTo>
                    <a:pt x="7436428" y="3999620"/>
                  </a:lnTo>
                  <a:lnTo>
                    <a:pt x="7406912" y="3950533"/>
                  </a:lnTo>
                  <a:lnTo>
                    <a:pt x="7377170" y="3901076"/>
                  </a:lnTo>
                  <a:lnTo>
                    <a:pt x="7347209" y="3851257"/>
                  </a:lnTo>
                  <a:lnTo>
                    <a:pt x="7317032" y="3801084"/>
                  </a:lnTo>
                  <a:lnTo>
                    <a:pt x="7286644" y="3750563"/>
                  </a:lnTo>
                  <a:lnTo>
                    <a:pt x="7256051" y="3699704"/>
                  </a:lnTo>
                  <a:lnTo>
                    <a:pt x="7225257" y="3648514"/>
                  </a:lnTo>
                  <a:lnTo>
                    <a:pt x="7194266" y="3597001"/>
                  </a:lnTo>
                  <a:lnTo>
                    <a:pt x="7163085" y="3545173"/>
                  </a:lnTo>
                  <a:lnTo>
                    <a:pt x="7131716" y="3493038"/>
                  </a:lnTo>
                  <a:lnTo>
                    <a:pt x="7100166" y="3440603"/>
                  </a:lnTo>
                  <a:lnTo>
                    <a:pt x="7068438" y="3387876"/>
                  </a:lnTo>
                  <a:lnTo>
                    <a:pt x="7036539" y="3334866"/>
                  </a:lnTo>
                  <a:lnTo>
                    <a:pt x="7004472" y="3281581"/>
                  </a:lnTo>
                  <a:lnTo>
                    <a:pt x="6972242" y="3228027"/>
                  </a:lnTo>
                  <a:lnTo>
                    <a:pt x="6939854" y="3174213"/>
                  </a:lnTo>
                  <a:lnTo>
                    <a:pt x="6907314" y="3120148"/>
                  </a:lnTo>
                  <a:lnTo>
                    <a:pt x="6874625" y="3065838"/>
                  </a:lnTo>
                  <a:lnTo>
                    <a:pt x="6841792" y="3011291"/>
                  </a:lnTo>
                  <a:lnTo>
                    <a:pt x="6808821" y="2956516"/>
                  </a:lnTo>
                  <a:lnTo>
                    <a:pt x="6775716" y="2901521"/>
                  </a:lnTo>
                  <a:lnTo>
                    <a:pt x="6742481" y="2846313"/>
                  </a:lnTo>
                  <a:lnTo>
                    <a:pt x="6709122" y="2790899"/>
                  </a:lnTo>
                  <a:lnTo>
                    <a:pt x="6675644" y="2735289"/>
                  </a:lnTo>
                  <a:lnTo>
                    <a:pt x="6642051" y="2679490"/>
                  </a:lnTo>
                  <a:lnTo>
                    <a:pt x="6608348" y="2623509"/>
                  </a:lnTo>
                  <a:lnTo>
                    <a:pt x="6574540" y="2567356"/>
                  </a:lnTo>
                  <a:lnTo>
                    <a:pt x="6540631" y="2511036"/>
                  </a:lnTo>
                  <a:lnTo>
                    <a:pt x="6506627" y="2454559"/>
                  </a:lnTo>
                  <a:lnTo>
                    <a:pt x="6472532" y="2397932"/>
                  </a:lnTo>
                  <a:lnTo>
                    <a:pt x="6438350" y="2341164"/>
                  </a:lnTo>
                  <a:lnTo>
                    <a:pt x="6404088" y="2284261"/>
                  </a:lnTo>
                  <a:lnTo>
                    <a:pt x="6369749" y="2227232"/>
                  </a:lnTo>
                  <a:lnTo>
                    <a:pt x="6335338" y="2170085"/>
                  </a:lnTo>
                  <a:lnTo>
                    <a:pt x="6300861" y="2112828"/>
                  </a:lnTo>
                  <a:lnTo>
                    <a:pt x="6266321" y="2055468"/>
                  </a:lnTo>
                  <a:lnTo>
                    <a:pt x="6231724" y="1998014"/>
                  </a:lnTo>
                  <a:lnTo>
                    <a:pt x="6197075" y="1940473"/>
                  </a:lnTo>
                  <a:lnTo>
                    <a:pt x="6162378" y="1882853"/>
                  </a:lnTo>
                  <a:lnTo>
                    <a:pt x="6127638" y="1825162"/>
                  </a:lnTo>
                  <a:lnTo>
                    <a:pt x="6092859" y="1767408"/>
                  </a:lnTo>
                  <a:lnTo>
                    <a:pt x="6058048" y="1709598"/>
                  </a:lnTo>
                  <a:lnTo>
                    <a:pt x="6023207" y="1651742"/>
                  </a:lnTo>
                  <a:lnTo>
                    <a:pt x="5988343" y="1593846"/>
                  </a:lnTo>
                  <a:lnTo>
                    <a:pt x="5953461" y="1535918"/>
                  </a:lnTo>
                  <a:lnTo>
                    <a:pt x="5918563" y="1477966"/>
                  </a:lnTo>
                  <a:lnTo>
                    <a:pt x="5883657" y="1419999"/>
                  </a:lnTo>
                  <a:lnTo>
                    <a:pt x="5848745" y="1362024"/>
                  </a:lnTo>
                  <a:lnTo>
                    <a:pt x="5813834" y="1304048"/>
                  </a:lnTo>
                  <a:lnTo>
                    <a:pt x="5778928" y="1246081"/>
                  </a:lnTo>
                  <a:lnTo>
                    <a:pt x="5744032" y="1188129"/>
                  </a:lnTo>
                  <a:lnTo>
                    <a:pt x="5709150" y="1130200"/>
                  </a:lnTo>
                  <a:lnTo>
                    <a:pt x="5674288" y="1072303"/>
                  </a:lnTo>
                  <a:lnTo>
                    <a:pt x="5639449" y="1014446"/>
                  </a:lnTo>
                  <a:lnTo>
                    <a:pt x="5604640" y="956635"/>
                  </a:lnTo>
                  <a:lnTo>
                    <a:pt x="5569864" y="898880"/>
                  </a:lnTo>
                  <a:lnTo>
                    <a:pt x="5535126" y="841187"/>
                  </a:lnTo>
                  <a:lnTo>
                    <a:pt x="5500432" y="783565"/>
                  </a:lnTo>
                  <a:lnTo>
                    <a:pt x="5465786" y="726022"/>
                  </a:lnTo>
                  <a:lnTo>
                    <a:pt x="5431193" y="668565"/>
                  </a:lnTo>
                  <a:lnTo>
                    <a:pt x="5396658" y="611203"/>
                  </a:lnTo>
                  <a:lnTo>
                    <a:pt x="5362184" y="553943"/>
                  </a:lnTo>
                  <a:lnTo>
                    <a:pt x="5327778" y="496794"/>
                  </a:lnTo>
                  <a:lnTo>
                    <a:pt x="5293445" y="439762"/>
                  </a:lnTo>
                  <a:lnTo>
                    <a:pt x="5259187" y="382856"/>
                  </a:lnTo>
                  <a:lnTo>
                    <a:pt x="5225012" y="326084"/>
                  </a:lnTo>
                  <a:lnTo>
                    <a:pt x="5190923" y="269454"/>
                  </a:lnTo>
                  <a:lnTo>
                    <a:pt x="5156925" y="212973"/>
                  </a:lnTo>
                  <a:lnTo>
                    <a:pt x="5123023" y="156650"/>
                  </a:lnTo>
                  <a:lnTo>
                    <a:pt x="5089221" y="100492"/>
                  </a:lnTo>
                  <a:lnTo>
                    <a:pt x="5055525" y="44507"/>
                  </a:lnTo>
                  <a:lnTo>
                    <a:pt x="5028739"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grpSp>
      <p:grpSp>
        <p:nvGrpSpPr>
          <p:cNvPr id="79" name="Group 78">
            <a:extLst>
              <a:ext uri="{FF2B5EF4-FFF2-40B4-BE49-F238E27FC236}">
                <a16:creationId xmlns:a16="http://schemas.microsoft.com/office/drawing/2014/main" id="{F35F27EB-3D05-13AB-837C-9050B4A13D6A}"/>
              </a:ext>
            </a:extLst>
          </p:cNvPr>
          <p:cNvGrpSpPr/>
          <p:nvPr/>
        </p:nvGrpSpPr>
        <p:grpSpPr>
          <a:xfrm>
            <a:off x="9553741" y="3419591"/>
            <a:ext cx="887479" cy="889200"/>
            <a:chOff x="9553741" y="3419591"/>
            <a:chExt cx="887479" cy="889200"/>
          </a:xfrm>
        </p:grpSpPr>
        <p:sp>
          <p:nvSpPr>
            <p:cNvPr id="46" name="Oval 45">
              <a:extLst>
                <a:ext uri="{FF2B5EF4-FFF2-40B4-BE49-F238E27FC236}">
                  <a16:creationId xmlns:a16="http://schemas.microsoft.com/office/drawing/2014/main" id="{13AC6C9F-F802-54F2-ECE3-41968FFDD49F}"/>
                </a:ext>
              </a:extLst>
            </p:cNvPr>
            <p:cNvSpPr/>
            <p:nvPr/>
          </p:nvSpPr>
          <p:spPr>
            <a:xfrm>
              <a:off x="9553741" y="3419591"/>
              <a:ext cx="887479" cy="889200"/>
            </a:xfrm>
            <a:prstGeom prst="ellipse">
              <a:avLst/>
            </a:prstGeom>
            <a:solidFill>
              <a:srgbClr val="165363"/>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b="1" dirty="0">
                <a:cs typeface="Arial" pitchFamily="34" charset="0"/>
              </a:endParaRPr>
            </a:p>
          </p:txBody>
        </p:sp>
        <p:pic>
          <p:nvPicPr>
            <p:cNvPr id="78" name="Picture 77" descr="A white icon of a person and a globe&#10;&#10;AI-generated content may be incorrect.">
              <a:extLst>
                <a:ext uri="{FF2B5EF4-FFF2-40B4-BE49-F238E27FC236}">
                  <a16:creationId xmlns:a16="http://schemas.microsoft.com/office/drawing/2014/main" id="{AF6C93F5-C2D7-2861-A94D-82EC13AF1C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3335" y="3532960"/>
              <a:ext cx="593682" cy="593682"/>
            </a:xfrm>
            <a:prstGeom prst="rect">
              <a:avLst/>
            </a:prstGeom>
          </p:spPr>
        </p:pic>
      </p:grpSp>
      <p:grpSp>
        <p:nvGrpSpPr>
          <p:cNvPr id="82" name="Group 81">
            <a:extLst>
              <a:ext uri="{FF2B5EF4-FFF2-40B4-BE49-F238E27FC236}">
                <a16:creationId xmlns:a16="http://schemas.microsoft.com/office/drawing/2014/main" id="{6D6A7C1E-076C-386F-86A0-A170DA021EAA}"/>
              </a:ext>
            </a:extLst>
          </p:cNvPr>
          <p:cNvGrpSpPr/>
          <p:nvPr/>
        </p:nvGrpSpPr>
        <p:grpSpPr>
          <a:xfrm>
            <a:off x="7943039" y="3419591"/>
            <a:ext cx="887479" cy="889200"/>
            <a:chOff x="7943039" y="3419591"/>
            <a:chExt cx="887479" cy="889200"/>
          </a:xfrm>
        </p:grpSpPr>
        <p:sp>
          <p:nvSpPr>
            <p:cNvPr id="45" name="Oval 44">
              <a:extLst>
                <a:ext uri="{FF2B5EF4-FFF2-40B4-BE49-F238E27FC236}">
                  <a16:creationId xmlns:a16="http://schemas.microsoft.com/office/drawing/2014/main" id="{A975AA47-6D24-1381-2878-AE37B9327CEC}"/>
                </a:ext>
              </a:extLst>
            </p:cNvPr>
            <p:cNvSpPr/>
            <p:nvPr/>
          </p:nvSpPr>
          <p:spPr>
            <a:xfrm>
              <a:off x="7943039" y="3419591"/>
              <a:ext cx="887479" cy="889200"/>
            </a:xfrm>
            <a:prstGeom prst="ellipse">
              <a:avLst/>
            </a:prstGeom>
            <a:solidFill>
              <a:srgbClr val="20849C"/>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b="1" dirty="0">
                <a:cs typeface="Arial" pitchFamily="34" charset="0"/>
              </a:endParaRPr>
            </a:p>
          </p:txBody>
        </p:sp>
        <p:pic>
          <p:nvPicPr>
            <p:cNvPr id="81" name="Picture 80" descr="A white and black logo&#10;&#10;AI-generated content may be incorrect.">
              <a:extLst>
                <a:ext uri="{FF2B5EF4-FFF2-40B4-BE49-F238E27FC236}">
                  <a16:creationId xmlns:a16="http://schemas.microsoft.com/office/drawing/2014/main" id="{CAD73639-DF2D-30E4-113E-2371236132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34137" y="3606976"/>
              <a:ext cx="479400" cy="479400"/>
            </a:xfrm>
            <a:prstGeom prst="rect">
              <a:avLst/>
            </a:prstGeom>
          </p:spPr>
        </p:pic>
      </p:grpSp>
      <p:grpSp>
        <p:nvGrpSpPr>
          <p:cNvPr id="85" name="Group 84">
            <a:extLst>
              <a:ext uri="{FF2B5EF4-FFF2-40B4-BE49-F238E27FC236}">
                <a16:creationId xmlns:a16="http://schemas.microsoft.com/office/drawing/2014/main" id="{2C4427E8-BFE4-8A97-4643-56003E2E5A24}"/>
              </a:ext>
            </a:extLst>
          </p:cNvPr>
          <p:cNvGrpSpPr/>
          <p:nvPr/>
        </p:nvGrpSpPr>
        <p:grpSpPr>
          <a:xfrm>
            <a:off x="6332338" y="3419591"/>
            <a:ext cx="887479" cy="889200"/>
            <a:chOff x="6332338" y="3419591"/>
            <a:chExt cx="887479" cy="889200"/>
          </a:xfrm>
        </p:grpSpPr>
        <p:sp>
          <p:nvSpPr>
            <p:cNvPr id="44" name="Oval 43">
              <a:extLst>
                <a:ext uri="{FF2B5EF4-FFF2-40B4-BE49-F238E27FC236}">
                  <a16:creationId xmlns:a16="http://schemas.microsoft.com/office/drawing/2014/main" id="{F8F62C42-D3FF-024B-77C0-94B0690432B1}"/>
                </a:ext>
              </a:extLst>
            </p:cNvPr>
            <p:cNvSpPr/>
            <p:nvPr/>
          </p:nvSpPr>
          <p:spPr>
            <a:xfrm>
              <a:off x="6332338" y="3419591"/>
              <a:ext cx="887479" cy="889200"/>
            </a:xfrm>
            <a:prstGeom prst="ellipse">
              <a:avLst/>
            </a:prstGeom>
            <a:solidFill>
              <a:srgbClr val="8DB7E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b="1" dirty="0">
                <a:cs typeface="Arial" pitchFamily="34" charset="0"/>
              </a:endParaRPr>
            </a:p>
          </p:txBody>
        </p:sp>
        <p:pic>
          <p:nvPicPr>
            <p:cNvPr id="84" name="Picture 83" descr="A white icon with a thumbs up and arrows pointing up&#10;&#10;AI-generated content may be incorrect.">
              <a:extLst>
                <a:ext uri="{FF2B5EF4-FFF2-40B4-BE49-F238E27FC236}">
                  <a16:creationId xmlns:a16="http://schemas.microsoft.com/office/drawing/2014/main" id="{5FEC26ED-CD7E-D080-1441-CAA979BAAA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14842" y="3502570"/>
              <a:ext cx="714419" cy="714419"/>
            </a:xfrm>
            <a:prstGeom prst="rect">
              <a:avLst/>
            </a:prstGeom>
          </p:spPr>
        </p:pic>
      </p:grpSp>
      <p:grpSp>
        <p:nvGrpSpPr>
          <p:cNvPr id="88" name="Group 87">
            <a:extLst>
              <a:ext uri="{FF2B5EF4-FFF2-40B4-BE49-F238E27FC236}">
                <a16:creationId xmlns:a16="http://schemas.microsoft.com/office/drawing/2014/main" id="{CF6253B0-9D94-D1BA-42BC-FB883FC7C18C}"/>
              </a:ext>
            </a:extLst>
          </p:cNvPr>
          <p:cNvGrpSpPr/>
          <p:nvPr/>
        </p:nvGrpSpPr>
        <p:grpSpPr>
          <a:xfrm>
            <a:off x="4721637" y="3419591"/>
            <a:ext cx="887479" cy="889200"/>
            <a:chOff x="4721637" y="3419591"/>
            <a:chExt cx="887479" cy="889200"/>
          </a:xfrm>
        </p:grpSpPr>
        <p:sp>
          <p:nvSpPr>
            <p:cNvPr id="43" name="Oval 42">
              <a:extLst>
                <a:ext uri="{FF2B5EF4-FFF2-40B4-BE49-F238E27FC236}">
                  <a16:creationId xmlns:a16="http://schemas.microsoft.com/office/drawing/2014/main" id="{54A74C66-E96B-644D-6DF6-D0992E8C0C77}"/>
                </a:ext>
              </a:extLst>
            </p:cNvPr>
            <p:cNvSpPr/>
            <p:nvPr/>
          </p:nvSpPr>
          <p:spPr>
            <a:xfrm>
              <a:off x="4721637" y="3419591"/>
              <a:ext cx="887479" cy="889200"/>
            </a:xfrm>
            <a:prstGeom prst="ellipse">
              <a:avLst/>
            </a:prstGeom>
            <a:solidFill>
              <a:srgbClr val="165363"/>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b="1" dirty="0">
                <a:cs typeface="Arial" pitchFamily="34" charset="0"/>
              </a:endParaRPr>
            </a:p>
          </p:txBody>
        </p:sp>
        <p:pic>
          <p:nvPicPr>
            <p:cNvPr id="87" name="Picture 86" descr="A white and black logo&#10;&#10;AI-generated content may be incorrect.">
              <a:extLst>
                <a:ext uri="{FF2B5EF4-FFF2-40B4-BE49-F238E27FC236}">
                  <a16:creationId xmlns:a16="http://schemas.microsoft.com/office/drawing/2014/main" id="{2AA97C7C-4732-0184-2E58-9AE566C1B6F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21313" y="3623207"/>
              <a:ext cx="499074" cy="499074"/>
            </a:xfrm>
            <a:prstGeom prst="rect">
              <a:avLst/>
            </a:prstGeom>
          </p:spPr>
        </p:pic>
      </p:grpSp>
      <p:grpSp>
        <p:nvGrpSpPr>
          <p:cNvPr id="91" name="Group 90">
            <a:extLst>
              <a:ext uri="{FF2B5EF4-FFF2-40B4-BE49-F238E27FC236}">
                <a16:creationId xmlns:a16="http://schemas.microsoft.com/office/drawing/2014/main" id="{AA01598D-C9EF-C4DF-B4C9-8871340EC5EC}"/>
              </a:ext>
            </a:extLst>
          </p:cNvPr>
          <p:cNvGrpSpPr/>
          <p:nvPr/>
        </p:nvGrpSpPr>
        <p:grpSpPr>
          <a:xfrm>
            <a:off x="3110936" y="3419591"/>
            <a:ext cx="887479" cy="889200"/>
            <a:chOff x="3110936" y="3419591"/>
            <a:chExt cx="887479" cy="889200"/>
          </a:xfrm>
        </p:grpSpPr>
        <p:sp>
          <p:nvSpPr>
            <p:cNvPr id="42" name="Oval 41">
              <a:extLst>
                <a:ext uri="{FF2B5EF4-FFF2-40B4-BE49-F238E27FC236}">
                  <a16:creationId xmlns:a16="http://schemas.microsoft.com/office/drawing/2014/main" id="{0A8F8851-EFBF-1740-0A79-2DDB170B17BA}"/>
                </a:ext>
              </a:extLst>
            </p:cNvPr>
            <p:cNvSpPr/>
            <p:nvPr/>
          </p:nvSpPr>
          <p:spPr>
            <a:xfrm>
              <a:off x="3110936" y="3419591"/>
              <a:ext cx="887479" cy="889200"/>
            </a:xfrm>
            <a:prstGeom prst="ellipse">
              <a:avLst/>
            </a:prstGeom>
            <a:solidFill>
              <a:srgbClr val="20849C"/>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b="1" dirty="0">
                <a:cs typeface="Arial" pitchFamily="34" charset="0"/>
              </a:endParaRPr>
            </a:p>
          </p:txBody>
        </p:sp>
        <p:pic>
          <p:nvPicPr>
            <p:cNvPr id="90" name="Picture 89" descr="A white circle with a black and white logo&#10;&#10;AI-generated content may be incorrect.">
              <a:extLst>
                <a:ext uri="{FF2B5EF4-FFF2-40B4-BE49-F238E27FC236}">
                  <a16:creationId xmlns:a16="http://schemas.microsoft.com/office/drawing/2014/main" id="{40E85C9D-8FB4-9AC2-87E2-4B7999CCE0D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46629" y="3568878"/>
              <a:ext cx="600558" cy="600558"/>
            </a:xfrm>
            <a:prstGeom prst="rect">
              <a:avLst/>
            </a:prstGeom>
          </p:spPr>
        </p:pic>
      </p:grpSp>
      <p:grpSp>
        <p:nvGrpSpPr>
          <p:cNvPr id="94" name="Group 93">
            <a:extLst>
              <a:ext uri="{FF2B5EF4-FFF2-40B4-BE49-F238E27FC236}">
                <a16:creationId xmlns:a16="http://schemas.microsoft.com/office/drawing/2014/main" id="{1901E3C9-BD5E-83BD-83C4-83D5A6E6AC51}"/>
              </a:ext>
            </a:extLst>
          </p:cNvPr>
          <p:cNvGrpSpPr/>
          <p:nvPr/>
        </p:nvGrpSpPr>
        <p:grpSpPr>
          <a:xfrm>
            <a:off x="1500235" y="3419591"/>
            <a:ext cx="887479" cy="889200"/>
            <a:chOff x="1500235" y="3419591"/>
            <a:chExt cx="887479" cy="889200"/>
          </a:xfrm>
        </p:grpSpPr>
        <p:sp>
          <p:nvSpPr>
            <p:cNvPr id="41" name="Oval 40">
              <a:extLst>
                <a:ext uri="{FF2B5EF4-FFF2-40B4-BE49-F238E27FC236}">
                  <a16:creationId xmlns:a16="http://schemas.microsoft.com/office/drawing/2014/main" id="{729A7774-DF83-5009-FD25-08E409FAB8B2}"/>
                </a:ext>
              </a:extLst>
            </p:cNvPr>
            <p:cNvSpPr/>
            <p:nvPr/>
          </p:nvSpPr>
          <p:spPr>
            <a:xfrm>
              <a:off x="1500235" y="3419591"/>
              <a:ext cx="887479" cy="889200"/>
            </a:xfrm>
            <a:prstGeom prst="ellipse">
              <a:avLst/>
            </a:prstGeom>
            <a:solidFill>
              <a:srgbClr val="8DB7E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b="1" dirty="0">
                <a:cs typeface="Arial" pitchFamily="34" charset="0"/>
              </a:endParaRPr>
            </a:p>
          </p:txBody>
        </p:sp>
        <p:pic>
          <p:nvPicPr>
            <p:cNvPr id="93" name="Picture 92" descr="A white icon of a document with a exclamation mark&#10;&#10;AI-generated content may be incorrect.">
              <a:extLst>
                <a:ext uri="{FF2B5EF4-FFF2-40B4-BE49-F238E27FC236}">
                  <a16:creationId xmlns:a16="http://schemas.microsoft.com/office/drawing/2014/main" id="{B476CA33-6F2E-AEBA-A430-5B39C8B6198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65696" y="3542613"/>
              <a:ext cx="641841" cy="641841"/>
            </a:xfrm>
            <a:prstGeom prst="rect">
              <a:avLst/>
            </a:prstGeom>
          </p:spPr>
        </p:pic>
      </p:grpSp>
    </p:spTree>
    <p:extLst>
      <p:ext uri="{BB962C8B-B14F-4D97-AF65-F5344CB8AC3E}">
        <p14:creationId xmlns:p14="http://schemas.microsoft.com/office/powerpoint/2010/main" val="23495537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500"/>
                                        <p:tgtEl>
                                          <p:spTgt spid="27"/>
                                        </p:tgtEl>
                                      </p:cBhvr>
                                    </p:animEffect>
                                  </p:childTnLst>
                                </p:cTn>
                              </p:par>
                              <p:par>
                                <p:cTn id="8" presetID="53" presetClass="entr" presetSubtype="16" fill="hold" nodeType="withEffect">
                                  <p:stCondLst>
                                    <p:cond delay="0"/>
                                  </p:stCondLst>
                                  <p:childTnLst>
                                    <p:set>
                                      <p:cBhvr>
                                        <p:cTn id="9" dur="1" fill="hold">
                                          <p:stCondLst>
                                            <p:cond delay="0"/>
                                          </p:stCondLst>
                                        </p:cTn>
                                        <p:tgtEl>
                                          <p:spTgt spid="79"/>
                                        </p:tgtEl>
                                        <p:attrNameLst>
                                          <p:attrName>style.visibility</p:attrName>
                                        </p:attrNameLst>
                                      </p:cBhvr>
                                      <p:to>
                                        <p:strVal val="visible"/>
                                      </p:to>
                                    </p:set>
                                    <p:anim calcmode="lin" valueType="num">
                                      <p:cBhvr>
                                        <p:cTn id="10" dur="500" fill="hold"/>
                                        <p:tgtEl>
                                          <p:spTgt spid="79"/>
                                        </p:tgtEl>
                                        <p:attrNameLst>
                                          <p:attrName>ppt_w</p:attrName>
                                        </p:attrNameLst>
                                      </p:cBhvr>
                                      <p:tavLst>
                                        <p:tav tm="0">
                                          <p:val>
                                            <p:fltVal val="0"/>
                                          </p:val>
                                        </p:tav>
                                        <p:tav tm="100000">
                                          <p:val>
                                            <p:strVal val="#ppt_w"/>
                                          </p:val>
                                        </p:tav>
                                      </p:tavLst>
                                    </p:anim>
                                    <p:anim calcmode="lin" valueType="num">
                                      <p:cBhvr>
                                        <p:cTn id="11" dur="500" fill="hold"/>
                                        <p:tgtEl>
                                          <p:spTgt spid="79"/>
                                        </p:tgtEl>
                                        <p:attrNameLst>
                                          <p:attrName>ppt_h</p:attrName>
                                        </p:attrNameLst>
                                      </p:cBhvr>
                                      <p:tavLst>
                                        <p:tav tm="0">
                                          <p:val>
                                            <p:fltVal val="0"/>
                                          </p:val>
                                        </p:tav>
                                        <p:tav tm="100000">
                                          <p:val>
                                            <p:strVal val="#ppt_h"/>
                                          </p:val>
                                        </p:tav>
                                      </p:tavLst>
                                    </p:anim>
                                    <p:animEffect transition="in" filter="fade">
                                      <p:cBhvr>
                                        <p:cTn id="12" dur="500"/>
                                        <p:tgtEl>
                                          <p:spTgt spid="7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82"/>
                                        </p:tgtEl>
                                        <p:attrNameLst>
                                          <p:attrName>style.visibility</p:attrName>
                                        </p:attrNameLst>
                                      </p:cBhvr>
                                      <p:to>
                                        <p:strVal val="visible"/>
                                      </p:to>
                                    </p:set>
                                    <p:anim calcmode="lin" valueType="num">
                                      <p:cBhvr>
                                        <p:cTn id="20" dur="500" fill="hold"/>
                                        <p:tgtEl>
                                          <p:spTgt spid="82"/>
                                        </p:tgtEl>
                                        <p:attrNameLst>
                                          <p:attrName>ppt_w</p:attrName>
                                        </p:attrNameLst>
                                      </p:cBhvr>
                                      <p:tavLst>
                                        <p:tav tm="0">
                                          <p:val>
                                            <p:fltVal val="0"/>
                                          </p:val>
                                        </p:tav>
                                        <p:tav tm="100000">
                                          <p:val>
                                            <p:strVal val="#ppt_w"/>
                                          </p:val>
                                        </p:tav>
                                      </p:tavLst>
                                    </p:anim>
                                    <p:anim calcmode="lin" valueType="num">
                                      <p:cBhvr>
                                        <p:cTn id="21" dur="500" fill="hold"/>
                                        <p:tgtEl>
                                          <p:spTgt spid="82"/>
                                        </p:tgtEl>
                                        <p:attrNameLst>
                                          <p:attrName>ppt_h</p:attrName>
                                        </p:attrNameLst>
                                      </p:cBhvr>
                                      <p:tavLst>
                                        <p:tav tm="0">
                                          <p:val>
                                            <p:fltVal val="0"/>
                                          </p:val>
                                        </p:tav>
                                        <p:tav tm="100000">
                                          <p:val>
                                            <p:strVal val="#ppt_h"/>
                                          </p:val>
                                        </p:tav>
                                      </p:tavLst>
                                    </p:anim>
                                    <p:animEffect transition="in" filter="fade">
                                      <p:cBhvr>
                                        <p:cTn id="22" dur="500"/>
                                        <p:tgtEl>
                                          <p:spTgt spid="8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85"/>
                                        </p:tgtEl>
                                        <p:attrNameLst>
                                          <p:attrName>style.visibility</p:attrName>
                                        </p:attrNameLst>
                                      </p:cBhvr>
                                      <p:to>
                                        <p:strVal val="visible"/>
                                      </p:to>
                                    </p:set>
                                    <p:anim calcmode="lin" valueType="num">
                                      <p:cBhvr>
                                        <p:cTn id="30" dur="500" fill="hold"/>
                                        <p:tgtEl>
                                          <p:spTgt spid="85"/>
                                        </p:tgtEl>
                                        <p:attrNameLst>
                                          <p:attrName>ppt_w</p:attrName>
                                        </p:attrNameLst>
                                      </p:cBhvr>
                                      <p:tavLst>
                                        <p:tav tm="0">
                                          <p:val>
                                            <p:fltVal val="0"/>
                                          </p:val>
                                        </p:tav>
                                        <p:tav tm="100000">
                                          <p:val>
                                            <p:strVal val="#ppt_w"/>
                                          </p:val>
                                        </p:tav>
                                      </p:tavLst>
                                    </p:anim>
                                    <p:anim calcmode="lin" valueType="num">
                                      <p:cBhvr>
                                        <p:cTn id="31" dur="500" fill="hold"/>
                                        <p:tgtEl>
                                          <p:spTgt spid="85"/>
                                        </p:tgtEl>
                                        <p:attrNameLst>
                                          <p:attrName>ppt_h</p:attrName>
                                        </p:attrNameLst>
                                      </p:cBhvr>
                                      <p:tavLst>
                                        <p:tav tm="0">
                                          <p:val>
                                            <p:fltVal val="0"/>
                                          </p:val>
                                        </p:tav>
                                        <p:tav tm="100000">
                                          <p:val>
                                            <p:strVal val="#ppt_h"/>
                                          </p:val>
                                        </p:tav>
                                      </p:tavLst>
                                    </p:anim>
                                    <p:animEffect transition="in" filter="fade">
                                      <p:cBhvr>
                                        <p:cTn id="32" dur="500"/>
                                        <p:tgtEl>
                                          <p:spTgt spid="8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88"/>
                                        </p:tgtEl>
                                        <p:attrNameLst>
                                          <p:attrName>style.visibility</p:attrName>
                                        </p:attrNameLst>
                                      </p:cBhvr>
                                      <p:to>
                                        <p:strVal val="visible"/>
                                      </p:to>
                                    </p:set>
                                    <p:anim calcmode="lin" valueType="num">
                                      <p:cBhvr>
                                        <p:cTn id="40" dur="500" fill="hold"/>
                                        <p:tgtEl>
                                          <p:spTgt spid="88"/>
                                        </p:tgtEl>
                                        <p:attrNameLst>
                                          <p:attrName>ppt_w</p:attrName>
                                        </p:attrNameLst>
                                      </p:cBhvr>
                                      <p:tavLst>
                                        <p:tav tm="0">
                                          <p:val>
                                            <p:fltVal val="0"/>
                                          </p:val>
                                        </p:tav>
                                        <p:tav tm="100000">
                                          <p:val>
                                            <p:strVal val="#ppt_w"/>
                                          </p:val>
                                        </p:tav>
                                      </p:tavLst>
                                    </p:anim>
                                    <p:anim calcmode="lin" valueType="num">
                                      <p:cBhvr>
                                        <p:cTn id="41" dur="500" fill="hold"/>
                                        <p:tgtEl>
                                          <p:spTgt spid="88"/>
                                        </p:tgtEl>
                                        <p:attrNameLst>
                                          <p:attrName>ppt_h</p:attrName>
                                        </p:attrNameLst>
                                      </p:cBhvr>
                                      <p:tavLst>
                                        <p:tav tm="0">
                                          <p:val>
                                            <p:fltVal val="0"/>
                                          </p:val>
                                        </p:tav>
                                        <p:tav tm="100000">
                                          <p:val>
                                            <p:strVal val="#ppt_h"/>
                                          </p:val>
                                        </p:tav>
                                      </p:tavLst>
                                    </p:anim>
                                    <p:animEffect transition="in" filter="fade">
                                      <p:cBhvr>
                                        <p:cTn id="42" dur="500"/>
                                        <p:tgtEl>
                                          <p:spTgt spid="8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500"/>
                                        <p:tgtEl>
                                          <p:spTgt spid="31"/>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91"/>
                                        </p:tgtEl>
                                        <p:attrNameLst>
                                          <p:attrName>style.visibility</p:attrName>
                                        </p:attrNameLst>
                                      </p:cBhvr>
                                      <p:to>
                                        <p:strVal val="visible"/>
                                      </p:to>
                                    </p:set>
                                    <p:anim calcmode="lin" valueType="num">
                                      <p:cBhvr>
                                        <p:cTn id="50" dur="500" fill="hold"/>
                                        <p:tgtEl>
                                          <p:spTgt spid="91"/>
                                        </p:tgtEl>
                                        <p:attrNameLst>
                                          <p:attrName>ppt_w</p:attrName>
                                        </p:attrNameLst>
                                      </p:cBhvr>
                                      <p:tavLst>
                                        <p:tav tm="0">
                                          <p:val>
                                            <p:fltVal val="0"/>
                                          </p:val>
                                        </p:tav>
                                        <p:tav tm="100000">
                                          <p:val>
                                            <p:strVal val="#ppt_w"/>
                                          </p:val>
                                        </p:tav>
                                      </p:tavLst>
                                    </p:anim>
                                    <p:anim calcmode="lin" valueType="num">
                                      <p:cBhvr>
                                        <p:cTn id="51" dur="500" fill="hold"/>
                                        <p:tgtEl>
                                          <p:spTgt spid="91"/>
                                        </p:tgtEl>
                                        <p:attrNameLst>
                                          <p:attrName>ppt_h</p:attrName>
                                        </p:attrNameLst>
                                      </p:cBhvr>
                                      <p:tavLst>
                                        <p:tav tm="0">
                                          <p:val>
                                            <p:fltVal val="0"/>
                                          </p:val>
                                        </p:tav>
                                        <p:tav tm="100000">
                                          <p:val>
                                            <p:strVal val="#ppt_h"/>
                                          </p:val>
                                        </p:tav>
                                      </p:tavLst>
                                    </p:anim>
                                    <p:animEffect transition="in" filter="fade">
                                      <p:cBhvr>
                                        <p:cTn id="52" dur="500"/>
                                        <p:tgtEl>
                                          <p:spTgt spid="9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500"/>
                                        <p:tgtEl>
                                          <p:spTgt spid="4"/>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94"/>
                                        </p:tgtEl>
                                        <p:attrNameLst>
                                          <p:attrName>style.visibility</p:attrName>
                                        </p:attrNameLst>
                                      </p:cBhvr>
                                      <p:to>
                                        <p:strVal val="visible"/>
                                      </p:to>
                                    </p:set>
                                    <p:anim calcmode="lin" valueType="num">
                                      <p:cBhvr>
                                        <p:cTn id="60" dur="500" fill="hold"/>
                                        <p:tgtEl>
                                          <p:spTgt spid="94"/>
                                        </p:tgtEl>
                                        <p:attrNameLst>
                                          <p:attrName>ppt_w</p:attrName>
                                        </p:attrNameLst>
                                      </p:cBhvr>
                                      <p:tavLst>
                                        <p:tav tm="0">
                                          <p:val>
                                            <p:fltVal val="0"/>
                                          </p:val>
                                        </p:tav>
                                        <p:tav tm="100000">
                                          <p:val>
                                            <p:strVal val="#ppt_w"/>
                                          </p:val>
                                        </p:tav>
                                      </p:tavLst>
                                    </p:anim>
                                    <p:anim calcmode="lin" valueType="num">
                                      <p:cBhvr>
                                        <p:cTn id="61" dur="500" fill="hold"/>
                                        <p:tgtEl>
                                          <p:spTgt spid="94"/>
                                        </p:tgtEl>
                                        <p:attrNameLst>
                                          <p:attrName>ppt_h</p:attrName>
                                        </p:attrNameLst>
                                      </p:cBhvr>
                                      <p:tavLst>
                                        <p:tav tm="0">
                                          <p:val>
                                            <p:fltVal val="0"/>
                                          </p:val>
                                        </p:tav>
                                        <p:tav tm="100000">
                                          <p:val>
                                            <p:strVal val="#ppt_h"/>
                                          </p:val>
                                        </p:tav>
                                      </p:tavLst>
                                    </p:anim>
                                    <p:animEffect transition="in" filter="fade">
                                      <p:cBhvr>
                                        <p:cTn id="62" dur="500"/>
                                        <p:tgtEl>
                                          <p:spTgt spid="9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1" grpId="0"/>
      <p:bldP spid="23" grpId="0"/>
      <p:bldP spid="31" grpId="0"/>
      <p:bldP spid="32"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3DB9E3F-4C4C-1DC0-B673-75E99766DD55}"/>
            </a:ext>
          </a:extLst>
        </p:cNvPr>
        <p:cNvGrpSpPr/>
        <p:nvPr/>
      </p:nvGrpSpPr>
      <p:grpSpPr>
        <a:xfrm>
          <a:off x="0" y="0"/>
          <a:ext cx="0" cy="0"/>
          <a:chOff x="0" y="0"/>
          <a:chExt cx="0" cy="0"/>
        </a:xfrm>
      </p:grpSpPr>
      <p:pic>
        <p:nvPicPr>
          <p:cNvPr id="11" name="Picture 10" descr="A white background with blue lines&#10;&#10;AI-generated content may be incorrect.">
            <a:extLst>
              <a:ext uri="{FF2B5EF4-FFF2-40B4-BE49-F238E27FC236}">
                <a16:creationId xmlns:a16="http://schemas.microsoft.com/office/drawing/2014/main" id="{F655DD47-3693-1AA7-AB01-7A5E27BE8849}"/>
              </a:ext>
            </a:extLst>
          </p:cNvPr>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tretch>
            <a:fillRect/>
          </a:stretch>
        </p:blipFill>
        <p:spPr>
          <a:xfrm>
            <a:off x="429" y="241"/>
            <a:ext cx="12191145" cy="6857519"/>
          </a:xfrm>
          <a:prstGeom prst="rect">
            <a:avLst/>
          </a:prstGeom>
        </p:spPr>
      </p:pic>
      <p:grpSp>
        <p:nvGrpSpPr>
          <p:cNvPr id="6" name="Group 5">
            <a:extLst>
              <a:ext uri="{FF2B5EF4-FFF2-40B4-BE49-F238E27FC236}">
                <a16:creationId xmlns:a16="http://schemas.microsoft.com/office/drawing/2014/main" id="{69EAD5C6-AD6C-19D0-66C7-829F5CCEC8FD}"/>
              </a:ext>
            </a:extLst>
          </p:cNvPr>
          <p:cNvGrpSpPr/>
          <p:nvPr/>
        </p:nvGrpSpPr>
        <p:grpSpPr>
          <a:xfrm>
            <a:off x="4205823" y="5756533"/>
            <a:ext cx="1521958" cy="692877"/>
            <a:chOff x="4277985" y="4936418"/>
            <a:chExt cx="1145842" cy="523397"/>
          </a:xfrm>
        </p:grpSpPr>
        <p:sp>
          <p:nvSpPr>
            <p:cNvPr id="13" name="Right Triangle 12">
              <a:extLst>
                <a:ext uri="{FF2B5EF4-FFF2-40B4-BE49-F238E27FC236}">
                  <a16:creationId xmlns:a16="http://schemas.microsoft.com/office/drawing/2014/main" id="{E7D85ED5-0BAB-FDDF-8AA6-E6F207E9F6FC}"/>
                </a:ext>
              </a:extLst>
            </p:cNvPr>
            <p:cNvSpPr/>
            <p:nvPr/>
          </p:nvSpPr>
          <p:spPr>
            <a:xfrm rot="16200000">
              <a:off x="4284381" y="4943438"/>
              <a:ext cx="376768" cy="389560"/>
            </a:xfrm>
            <a:prstGeom prst="rtTriangle">
              <a:avLst/>
            </a:prstGeom>
            <a:solidFill>
              <a:srgbClr val="FFFFFF"/>
            </a:solidFill>
            <a:ln w="19050" cap="flat" cmpd="sng" algn="ctr">
              <a:solidFill>
                <a:srgbClr val="FFFFFF"/>
              </a:solidFill>
              <a:prstDash val="solid"/>
              <a:miter lim="800000"/>
            </a:ln>
            <a:effectLst/>
          </p:spPr>
          <p:txBody>
            <a:bodyPr rtlCol="0" anchor="ctr"/>
            <a:lstStyle/>
            <a:p>
              <a:pPr marL="0" marR="0" lvl="0" indent="0" algn="ctr" defTabSz="277246"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ight Triangle 13">
              <a:extLst>
                <a:ext uri="{FF2B5EF4-FFF2-40B4-BE49-F238E27FC236}">
                  <a16:creationId xmlns:a16="http://schemas.microsoft.com/office/drawing/2014/main" id="{C9FE9B78-71A5-8C25-6DB9-78360522E2B2}"/>
                </a:ext>
              </a:extLst>
            </p:cNvPr>
            <p:cNvSpPr/>
            <p:nvPr/>
          </p:nvSpPr>
          <p:spPr>
            <a:xfrm rot="5400000">
              <a:off x="4766607" y="4563536"/>
              <a:ext cx="284337" cy="1030102"/>
            </a:xfrm>
            <a:prstGeom prst="rtTriangle">
              <a:avLst/>
            </a:prstGeom>
            <a:solidFill>
              <a:srgbClr val="FFFFFF"/>
            </a:solidFill>
            <a:ln w="19050" cap="flat" cmpd="sng" algn="ctr">
              <a:solidFill>
                <a:srgbClr val="FFFFFF"/>
              </a:solidFill>
              <a:prstDash val="solid"/>
              <a:miter lim="800000"/>
            </a:ln>
            <a:effectLst/>
          </p:spPr>
          <p:txBody>
            <a:bodyPr rtlCol="0" anchor="ctr"/>
            <a:lstStyle/>
            <a:p>
              <a:pPr marL="0" marR="0" lvl="0" indent="0" algn="ctr" defTabSz="277246"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Isosceles Triangle 14">
              <a:extLst>
                <a:ext uri="{FF2B5EF4-FFF2-40B4-BE49-F238E27FC236}">
                  <a16:creationId xmlns:a16="http://schemas.microsoft.com/office/drawing/2014/main" id="{6E1145B2-B4A8-7A4C-B748-0EA2FE5C2B69}"/>
                </a:ext>
              </a:extLst>
            </p:cNvPr>
            <p:cNvSpPr/>
            <p:nvPr/>
          </p:nvSpPr>
          <p:spPr>
            <a:xfrm rot="6429842">
              <a:off x="4232916" y="5072278"/>
              <a:ext cx="475843" cy="299231"/>
            </a:xfrm>
            <a:prstGeom prst="triangle">
              <a:avLst>
                <a:gd name="adj" fmla="val 50616"/>
              </a:avLst>
            </a:prstGeom>
            <a:solidFill>
              <a:srgbClr val="FFFFFF"/>
            </a:solidFill>
            <a:ln w="19050" cap="flat" cmpd="sng" algn="ctr">
              <a:solidFill>
                <a:srgbClr val="FFFFFF"/>
              </a:solidFill>
              <a:prstDash val="solid"/>
              <a:miter lim="800000"/>
            </a:ln>
            <a:effectLst/>
          </p:spPr>
          <p:txBody>
            <a:bodyPr rtlCol="0" anchor="ctr"/>
            <a:lstStyle/>
            <a:p>
              <a:pPr marL="0" marR="0" lvl="0" indent="0" algn="ctr" defTabSz="277246"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59" name="Group 58">
            <a:extLst>
              <a:ext uri="{FF2B5EF4-FFF2-40B4-BE49-F238E27FC236}">
                <a16:creationId xmlns:a16="http://schemas.microsoft.com/office/drawing/2014/main" id="{75E1B8C5-FE31-87BA-F9F7-48A1EAAF2D60}"/>
              </a:ext>
            </a:extLst>
          </p:cNvPr>
          <p:cNvGrpSpPr/>
          <p:nvPr/>
        </p:nvGrpSpPr>
        <p:grpSpPr>
          <a:xfrm>
            <a:off x="309401" y="284483"/>
            <a:ext cx="11573197" cy="731519"/>
            <a:chOff x="545739" y="284483"/>
            <a:chExt cx="11573197" cy="731519"/>
          </a:xfrm>
        </p:grpSpPr>
        <p:pic>
          <p:nvPicPr>
            <p:cNvPr id="10" name="Picture 9">
              <a:extLst>
                <a:ext uri="{FF2B5EF4-FFF2-40B4-BE49-F238E27FC236}">
                  <a16:creationId xmlns:a16="http://schemas.microsoft.com/office/drawing/2014/main" id="{E2A19421-6694-8597-24CC-6F8BE08064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6541" y="284483"/>
              <a:ext cx="7735824" cy="557434"/>
            </a:xfrm>
            <a:prstGeom prst="rect">
              <a:avLst/>
            </a:prstGeom>
          </p:spPr>
        </p:pic>
        <p:sp>
          <p:nvSpPr>
            <p:cNvPr id="27" name="Text Placeholder 1">
              <a:extLst>
                <a:ext uri="{FF2B5EF4-FFF2-40B4-BE49-F238E27FC236}">
                  <a16:creationId xmlns:a16="http://schemas.microsoft.com/office/drawing/2014/main" id="{27D285AA-4AA9-7DAF-854E-FCF49080C8A4}"/>
                </a:ext>
              </a:extLst>
            </p:cNvPr>
            <p:cNvSpPr txBox="1">
              <a:spLocks/>
            </p:cNvSpPr>
            <p:nvPr/>
          </p:nvSpPr>
          <p:spPr>
            <a:xfrm>
              <a:off x="545739" y="291755"/>
              <a:ext cx="11573197" cy="724247"/>
            </a:xfrm>
            <a:prstGeom prst="rect">
              <a:avLst/>
            </a:prstGeom>
          </p:spPr>
          <p:txBody>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algn="ctr" rtl="1"/>
              <a:r>
                <a:rPr lang="ar-EG" sz="2400" kern="0" dirty="0">
                  <a:solidFill>
                    <a:schemeClr val="bg1"/>
                  </a:solidFill>
                  <a:latin typeface="Neo Sans Arabic Bold" panose="020B0804030504040204" pitchFamily="34" charset="-78"/>
                  <a:cs typeface="Neo Sans Arabic Bold" panose="020B0804030504040204" pitchFamily="34" charset="-78"/>
                </a:rPr>
                <a:t>حملات وطنية ناجحة عبر وسائل التواصل الاجتماعي</a:t>
              </a:r>
            </a:p>
          </p:txBody>
        </p:sp>
      </p:grpSp>
      <p:grpSp>
        <p:nvGrpSpPr>
          <p:cNvPr id="51" name="Group 50">
            <a:extLst>
              <a:ext uri="{FF2B5EF4-FFF2-40B4-BE49-F238E27FC236}">
                <a16:creationId xmlns:a16="http://schemas.microsoft.com/office/drawing/2014/main" id="{875534AB-AB0A-689E-5920-02C8751C1A97}"/>
              </a:ext>
            </a:extLst>
          </p:cNvPr>
          <p:cNvGrpSpPr/>
          <p:nvPr/>
        </p:nvGrpSpPr>
        <p:grpSpPr>
          <a:xfrm>
            <a:off x="7630677" y="2406893"/>
            <a:ext cx="2324899" cy="2328142"/>
            <a:chOff x="7877466" y="2406893"/>
            <a:chExt cx="2324899" cy="2328142"/>
          </a:xfrm>
        </p:grpSpPr>
        <p:sp>
          <p:nvSpPr>
            <p:cNvPr id="40" name="Oval 41">
              <a:extLst>
                <a:ext uri="{FF2B5EF4-FFF2-40B4-BE49-F238E27FC236}">
                  <a16:creationId xmlns:a16="http://schemas.microsoft.com/office/drawing/2014/main" id="{46D2ED2B-78B4-11CE-378A-F318C1424DF0}"/>
                </a:ext>
              </a:extLst>
            </p:cNvPr>
            <p:cNvSpPr/>
            <p:nvPr/>
          </p:nvSpPr>
          <p:spPr>
            <a:xfrm>
              <a:off x="8362520" y="2861165"/>
              <a:ext cx="1739890" cy="1739890"/>
            </a:xfrm>
            <a:prstGeom prst="ellipse">
              <a:avLst/>
            </a:prstGeom>
            <a:solidFill>
              <a:srgbClr val="16536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41" name="Freeform: Shape 42">
              <a:extLst>
                <a:ext uri="{FF2B5EF4-FFF2-40B4-BE49-F238E27FC236}">
                  <a16:creationId xmlns:a16="http://schemas.microsoft.com/office/drawing/2014/main" id="{10FAEB6C-BF3C-7E67-7553-AF4C29C812DE}"/>
                </a:ext>
              </a:extLst>
            </p:cNvPr>
            <p:cNvSpPr/>
            <p:nvPr/>
          </p:nvSpPr>
          <p:spPr>
            <a:xfrm>
              <a:off x="7877466" y="2406893"/>
              <a:ext cx="2324899" cy="2328142"/>
            </a:xfrm>
            <a:custGeom>
              <a:avLst/>
              <a:gdLst>
                <a:gd name="connsiteX0" fmla="*/ 1164071 w 2324899"/>
                <a:gd name="connsiteY0" fmla="*/ 0 h 2328142"/>
                <a:gd name="connsiteX1" fmla="*/ 2322132 w 2324899"/>
                <a:gd name="connsiteY1" fmla="*/ 1045052 h 2328142"/>
                <a:gd name="connsiteX2" fmla="*/ 2324899 w 2324899"/>
                <a:gd name="connsiteY2" fmla="*/ 1099850 h 2328142"/>
                <a:gd name="connsiteX3" fmla="*/ 2260722 w 2324899"/>
                <a:gd name="connsiteY3" fmla="*/ 1103091 h 2328142"/>
                <a:gd name="connsiteX4" fmla="*/ 1215670 w 2324899"/>
                <a:gd name="connsiteY4" fmla="*/ 2261152 h 2328142"/>
                <a:gd name="connsiteX5" fmla="*/ 1218854 w 2324899"/>
                <a:gd name="connsiteY5" fmla="*/ 2324201 h 2328142"/>
                <a:gd name="connsiteX6" fmla="*/ 1164071 w 2324899"/>
                <a:gd name="connsiteY6" fmla="*/ 2328142 h 2328142"/>
                <a:gd name="connsiteX7" fmla="*/ 0 w 2324899"/>
                <a:gd name="connsiteY7" fmla="*/ 1164071 h 2328142"/>
                <a:gd name="connsiteX8" fmla="*/ 1164071 w 2324899"/>
                <a:gd name="connsiteY8" fmla="*/ 0 h 2328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4899" h="2328142">
                  <a:moveTo>
                    <a:pt x="1164071" y="0"/>
                  </a:moveTo>
                  <a:cubicBezTo>
                    <a:pt x="1766789" y="0"/>
                    <a:pt x="2262520" y="458062"/>
                    <a:pt x="2322132" y="1045052"/>
                  </a:cubicBezTo>
                  <a:lnTo>
                    <a:pt x="2324899" y="1099850"/>
                  </a:lnTo>
                  <a:lnTo>
                    <a:pt x="2260722" y="1103091"/>
                  </a:lnTo>
                  <a:cubicBezTo>
                    <a:pt x="1673732" y="1162703"/>
                    <a:pt x="1215670" y="1658434"/>
                    <a:pt x="1215670" y="2261152"/>
                  </a:cubicBezTo>
                  <a:lnTo>
                    <a:pt x="1218854" y="2324201"/>
                  </a:lnTo>
                  <a:lnTo>
                    <a:pt x="1164071" y="2328142"/>
                  </a:lnTo>
                  <a:cubicBezTo>
                    <a:pt x="521172" y="2328142"/>
                    <a:pt x="0" y="1806970"/>
                    <a:pt x="0" y="1164071"/>
                  </a:cubicBezTo>
                  <a:cubicBezTo>
                    <a:pt x="0" y="521172"/>
                    <a:pt x="521172" y="0"/>
                    <a:pt x="1164071" y="0"/>
                  </a:cubicBezTo>
                  <a:close/>
                </a:path>
              </a:pathLst>
            </a:custGeom>
            <a:gradFill flip="none" rotWithShape="1">
              <a:gsLst>
                <a:gs pos="0">
                  <a:schemeClr val="bg1">
                    <a:lumMod val="87000"/>
                  </a:schemeClr>
                </a:gs>
                <a:gs pos="100000">
                  <a:schemeClr val="bg1"/>
                </a:gs>
              </a:gsLst>
              <a:lin ang="8100000" scaled="1"/>
              <a:tileRect/>
            </a:gradFill>
            <a:ln w="635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lumMod val="65000"/>
                    <a:lumOff val="35000"/>
                  </a:schemeClr>
                </a:solidFill>
              </a:endParaRPr>
            </a:p>
          </p:txBody>
        </p:sp>
        <p:sp>
          <p:nvSpPr>
            <p:cNvPr id="45" name="TextBox 44">
              <a:extLst>
                <a:ext uri="{FF2B5EF4-FFF2-40B4-BE49-F238E27FC236}">
                  <a16:creationId xmlns:a16="http://schemas.microsoft.com/office/drawing/2014/main" id="{6858719A-6B3A-6196-846D-5246859E03B3}"/>
                </a:ext>
              </a:extLst>
            </p:cNvPr>
            <p:cNvSpPr txBox="1"/>
            <p:nvPr/>
          </p:nvSpPr>
          <p:spPr>
            <a:xfrm>
              <a:off x="9356176" y="3815273"/>
              <a:ext cx="649842" cy="523220"/>
            </a:xfrm>
            <a:prstGeom prst="rect">
              <a:avLst/>
            </a:prstGeom>
            <a:noFill/>
          </p:spPr>
          <p:txBody>
            <a:bodyPr wrap="square" lIns="108000" rIns="108000" rtlCol="0">
              <a:spAutoFit/>
            </a:bodyPr>
            <a:lstStyle/>
            <a:p>
              <a:pPr algn="ctr"/>
              <a:r>
                <a:rPr lang="ar-EG" altLang="ko-KR" sz="2800" b="1" dirty="0">
                  <a:solidFill>
                    <a:schemeClr val="bg1"/>
                  </a:solidFill>
                  <a:cs typeface="Arial" pitchFamily="34" charset="0"/>
                </a:rPr>
                <a:t>01</a:t>
              </a:r>
              <a:endParaRPr lang="ko-KR" altLang="en-US" sz="2800" b="1" dirty="0">
                <a:solidFill>
                  <a:schemeClr val="bg1"/>
                </a:solidFill>
                <a:cs typeface="Arial" pitchFamily="34" charset="0"/>
              </a:endParaRPr>
            </a:p>
          </p:txBody>
        </p:sp>
        <p:sp>
          <p:nvSpPr>
            <p:cNvPr id="19" name="TextBox 18">
              <a:extLst>
                <a:ext uri="{FF2B5EF4-FFF2-40B4-BE49-F238E27FC236}">
                  <a16:creationId xmlns:a16="http://schemas.microsoft.com/office/drawing/2014/main" id="{496C3040-12C3-F296-A1B9-C2045E11A74C}"/>
                </a:ext>
              </a:extLst>
            </p:cNvPr>
            <p:cNvSpPr txBox="1"/>
            <p:nvPr/>
          </p:nvSpPr>
          <p:spPr>
            <a:xfrm>
              <a:off x="8022767" y="2659379"/>
              <a:ext cx="1333409" cy="1417504"/>
            </a:xfrm>
            <a:prstGeom prst="rect">
              <a:avLst/>
            </a:prstGeom>
            <a:noFill/>
          </p:spPr>
          <p:txBody>
            <a:bodyPr wrap="square" lIns="0" rIns="0" rtlCol="0" anchor="b">
              <a:spAutoFit/>
            </a:bodyPr>
            <a:lstStyle/>
            <a:p>
              <a:pPr marL="0" marR="0" lvl="0" indent="0" algn="ctr" defTabSz="554492" rtl="0" eaLnBrk="1" fontAlgn="auto" latinLnBrk="0" hangingPunct="1">
                <a:lnSpc>
                  <a:spcPct val="150000"/>
                </a:lnSpc>
                <a:spcBef>
                  <a:spcPts val="0"/>
                </a:spcBef>
                <a:spcAft>
                  <a:spcPts val="0"/>
                </a:spcAft>
                <a:buClrTx/>
                <a:buSzTx/>
                <a:buFontTx/>
                <a:buNone/>
                <a:tabLst/>
                <a:defRPr/>
              </a:pPr>
              <a:r>
                <a:rPr kumimoji="0" lang="ar-EG" sz="2000" i="0" u="none" strike="noStrike" kern="1200" cap="none" spc="0" normalizeH="0" baseline="0" noProof="0" dirty="0">
                  <a:ln>
                    <a:noFill/>
                  </a:ln>
                  <a:solidFill>
                    <a:srgbClr val="165363"/>
                  </a:solidFill>
                  <a:effectLst/>
                  <a:uLnTx/>
                  <a:uFillTx/>
                  <a:latin typeface="Neo Sans Arabic" panose="020B0504030504040204" pitchFamily="34" charset="-78"/>
                  <a:ea typeface="+mn-ea"/>
                  <a:cs typeface="Neo Sans Arabic" panose="020B0504030504040204" pitchFamily="34" charset="-78"/>
                </a:rPr>
                <a:t>رؤية السعودية 2030</a:t>
              </a:r>
              <a:endParaRPr kumimoji="0" lang="en-US" sz="2000" i="0" u="none" strike="noStrike" kern="1200" cap="none" spc="0" normalizeH="0" baseline="0" noProof="0" dirty="0">
                <a:ln>
                  <a:noFill/>
                </a:ln>
                <a:solidFill>
                  <a:srgbClr val="165363"/>
                </a:solidFill>
                <a:effectLst/>
                <a:uLnTx/>
                <a:uFillTx/>
                <a:latin typeface="Neo Sans Arabic" panose="020B0504030504040204" pitchFamily="34" charset="-78"/>
                <a:ea typeface="+mn-ea"/>
                <a:cs typeface="Neo Sans Arabic" panose="020B0504030504040204" pitchFamily="34" charset="-78"/>
              </a:endParaRPr>
            </a:p>
          </p:txBody>
        </p:sp>
        <p:pic>
          <p:nvPicPr>
            <p:cNvPr id="50" name="Picture 49" descr="A blue and black logo&#10;&#10;AI-generated content may be incorrect.">
              <a:extLst>
                <a:ext uri="{FF2B5EF4-FFF2-40B4-BE49-F238E27FC236}">
                  <a16:creationId xmlns:a16="http://schemas.microsoft.com/office/drawing/2014/main" id="{E72A8588-7BB9-2EEA-9333-E2F9DFFB1B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68821" y="2874618"/>
              <a:ext cx="678093" cy="678093"/>
            </a:xfrm>
            <a:prstGeom prst="rect">
              <a:avLst/>
            </a:prstGeom>
          </p:spPr>
        </p:pic>
      </p:grpSp>
      <p:grpSp>
        <p:nvGrpSpPr>
          <p:cNvPr id="54" name="Group 53">
            <a:extLst>
              <a:ext uri="{FF2B5EF4-FFF2-40B4-BE49-F238E27FC236}">
                <a16:creationId xmlns:a16="http://schemas.microsoft.com/office/drawing/2014/main" id="{9B6B3CFF-0B76-9BF3-8C2F-B0D39FBCA983}"/>
              </a:ext>
            </a:extLst>
          </p:cNvPr>
          <p:cNvGrpSpPr/>
          <p:nvPr/>
        </p:nvGrpSpPr>
        <p:grpSpPr>
          <a:xfrm>
            <a:off x="4940201" y="2406893"/>
            <a:ext cx="2324899" cy="2328142"/>
            <a:chOff x="5200193" y="2406893"/>
            <a:chExt cx="2324899" cy="2328142"/>
          </a:xfrm>
        </p:grpSpPr>
        <p:sp>
          <p:nvSpPr>
            <p:cNvPr id="28" name="Oval 25">
              <a:extLst>
                <a:ext uri="{FF2B5EF4-FFF2-40B4-BE49-F238E27FC236}">
                  <a16:creationId xmlns:a16="http://schemas.microsoft.com/office/drawing/2014/main" id="{53BDF82F-2CE6-B421-7DAB-12FFD1D5A1A8}"/>
                </a:ext>
              </a:extLst>
            </p:cNvPr>
            <p:cNvSpPr/>
            <p:nvPr/>
          </p:nvSpPr>
          <p:spPr>
            <a:xfrm>
              <a:off x="5685247" y="2861165"/>
              <a:ext cx="1739890" cy="1739890"/>
            </a:xfrm>
            <a:prstGeom prst="ellipse">
              <a:avLst/>
            </a:prstGeom>
            <a:solidFill>
              <a:srgbClr val="20849C"/>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29" name="Freeform: Shape 26">
              <a:extLst>
                <a:ext uri="{FF2B5EF4-FFF2-40B4-BE49-F238E27FC236}">
                  <a16:creationId xmlns:a16="http://schemas.microsoft.com/office/drawing/2014/main" id="{9328FBF1-EBDF-2CF4-682E-351A6F76BDB5}"/>
                </a:ext>
              </a:extLst>
            </p:cNvPr>
            <p:cNvSpPr/>
            <p:nvPr/>
          </p:nvSpPr>
          <p:spPr>
            <a:xfrm>
              <a:off x="5200193" y="2406893"/>
              <a:ext cx="2324899" cy="2328142"/>
            </a:xfrm>
            <a:custGeom>
              <a:avLst/>
              <a:gdLst>
                <a:gd name="connsiteX0" fmla="*/ 1164071 w 2324899"/>
                <a:gd name="connsiteY0" fmla="*/ 0 h 2328142"/>
                <a:gd name="connsiteX1" fmla="*/ 2322132 w 2324899"/>
                <a:gd name="connsiteY1" fmla="*/ 1045052 h 2328142"/>
                <a:gd name="connsiteX2" fmla="*/ 2324899 w 2324899"/>
                <a:gd name="connsiteY2" fmla="*/ 1099850 h 2328142"/>
                <a:gd name="connsiteX3" fmla="*/ 2260722 w 2324899"/>
                <a:gd name="connsiteY3" fmla="*/ 1103091 h 2328142"/>
                <a:gd name="connsiteX4" fmla="*/ 1215670 w 2324899"/>
                <a:gd name="connsiteY4" fmla="*/ 2261152 h 2328142"/>
                <a:gd name="connsiteX5" fmla="*/ 1218854 w 2324899"/>
                <a:gd name="connsiteY5" fmla="*/ 2324201 h 2328142"/>
                <a:gd name="connsiteX6" fmla="*/ 1164071 w 2324899"/>
                <a:gd name="connsiteY6" fmla="*/ 2328142 h 2328142"/>
                <a:gd name="connsiteX7" fmla="*/ 0 w 2324899"/>
                <a:gd name="connsiteY7" fmla="*/ 1164071 h 2328142"/>
                <a:gd name="connsiteX8" fmla="*/ 1164071 w 2324899"/>
                <a:gd name="connsiteY8" fmla="*/ 0 h 2328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4899" h="2328142">
                  <a:moveTo>
                    <a:pt x="1164071" y="0"/>
                  </a:moveTo>
                  <a:cubicBezTo>
                    <a:pt x="1766789" y="0"/>
                    <a:pt x="2262520" y="458062"/>
                    <a:pt x="2322132" y="1045052"/>
                  </a:cubicBezTo>
                  <a:lnTo>
                    <a:pt x="2324899" y="1099850"/>
                  </a:lnTo>
                  <a:lnTo>
                    <a:pt x="2260722" y="1103091"/>
                  </a:lnTo>
                  <a:cubicBezTo>
                    <a:pt x="1673732" y="1162703"/>
                    <a:pt x="1215670" y="1658434"/>
                    <a:pt x="1215670" y="2261152"/>
                  </a:cubicBezTo>
                  <a:lnTo>
                    <a:pt x="1218854" y="2324201"/>
                  </a:lnTo>
                  <a:lnTo>
                    <a:pt x="1164071" y="2328142"/>
                  </a:lnTo>
                  <a:cubicBezTo>
                    <a:pt x="521172" y="2328142"/>
                    <a:pt x="0" y="1806970"/>
                    <a:pt x="0" y="1164071"/>
                  </a:cubicBezTo>
                  <a:cubicBezTo>
                    <a:pt x="0" y="521172"/>
                    <a:pt x="521172" y="0"/>
                    <a:pt x="1164071" y="0"/>
                  </a:cubicBezTo>
                  <a:close/>
                </a:path>
              </a:pathLst>
            </a:custGeom>
            <a:gradFill flip="none" rotWithShape="1">
              <a:gsLst>
                <a:gs pos="0">
                  <a:schemeClr val="bg1">
                    <a:lumMod val="87000"/>
                  </a:schemeClr>
                </a:gs>
                <a:gs pos="100000">
                  <a:schemeClr val="bg1"/>
                </a:gs>
              </a:gsLst>
              <a:lin ang="8100000" scaled="1"/>
              <a:tileRect/>
            </a:gradFill>
            <a:ln w="635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lumMod val="65000"/>
                    <a:lumOff val="35000"/>
                  </a:schemeClr>
                </a:solidFill>
              </a:endParaRPr>
            </a:p>
          </p:txBody>
        </p:sp>
        <p:sp>
          <p:nvSpPr>
            <p:cNvPr id="33" name="TextBox 32">
              <a:extLst>
                <a:ext uri="{FF2B5EF4-FFF2-40B4-BE49-F238E27FC236}">
                  <a16:creationId xmlns:a16="http://schemas.microsoft.com/office/drawing/2014/main" id="{44FCFC70-5140-79FE-22BF-D827DE85162A}"/>
                </a:ext>
              </a:extLst>
            </p:cNvPr>
            <p:cNvSpPr txBox="1"/>
            <p:nvPr/>
          </p:nvSpPr>
          <p:spPr>
            <a:xfrm>
              <a:off x="6678903" y="3815273"/>
              <a:ext cx="649842" cy="523220"/>
            </a:xfrm>
            <a:prstGeom prst="rect">
              <a:avLst/>
            </a:prstGeom>
            <a:noFill/>
          </p:spPr>
          <p:txBody>
            <a:bodyPr wrap="square" lIns="108000" rIns="108000" rtlCol="0">
              <a:spAutoFit/>
            </a:bodyPr>
            <a:lstStyle/>
            <a:p>
              <a:pPr algn="ctr"/>
              <a:r>
                <a:rPr lang="ar-EG" altLang="ko-KR" sz="2800" b="1" dirty="0">
                  <a:solidFill>
                    <a:schemeClr val="bg1"/>
                  </a:solidFill>
                  <a:cs typeface="Arial" pitchFamily="34" charset="0"/>
                </a:rPr>
                <a:t>02</a:t>
              </a:r>
              <a:endParaRPr lang="ko-KR" altLang="en-US" sz="2800" b="1" dirty="0">
                <a:solidFill>
                  <a:schemeClr val="bg1"/>
                </a:solidFill>
                <a:cs typeface="Arial" pitchFamily="34" charset="0"/>
              </a:endParaRPr>
            </a:p>
          </p:txBody>
        </p:sp>
        <p:sp>
          <p:nvSpPr>
            <p:cNvPr id="7" name="TextBox 6">
              <a:extLst>
                <a:ext uri="{FF2B5EF4-FFF2-40B4-BE49-F238E27FC236}">
                  <a16:creationId xmlns:a16="http://schemas.microsoft.com/office/drawing/2014/main" id="{0446835A-AA0F-1D5D-3E90-8351059CE383}"/>
                </a:ext>
              </a:extLst>
            </p:cNvPr>
            <p:cNvSpPr txBox="1"/>
            <p:nvPr/>
          </p:nvSpPr>
          <p:spPr>
            <a:xfrm>
              <a:off x="5232917" y="2892579"/>
              <a:ext cx="1393118" cy="955839"/>
            </a:xfrm>
            <a:prstGeom prst="rect">
              <a:avLst/>
            </a:prstGeom>
            <a:noFill/>
          </p:spPr>
          <p:txBody>
            <a:bodyPr wrap="square" lIns="0" rIns="0" rtlCol="0" anchor="b">
              <a:spAutoFit/>
            </a:bodyPr>
            <a:lstStyle/>
            <a:p>
              <a:pPr marL="0" marR="0" lvl="0" indent="0" algn="ctr" defTabSz="554492" rtl="0" eaLnBrk="1" fontAlgn="auto" latinLnBrk="0" hangingPunct="1">
                <a:lnSpc>
                  <a:spcPct val="150000"/>
                </a:lnSpc>
                <a:spcBef>
                  <a:spcPts val="0"/>
                </a:spcBef>
                <a:spcAft>
                  <a:spcPts val="0"/>
                </a:spcAft>
                <a:buClrTx/>
                <a:buSzTx/>
                <a:buFontTx/>
                <a:buNone/>
                <a:tabLst/>
                <a:defRPr/>
              </a:pPr>
              <a:r>
                <a:rPr kumimoji="0" lang="ar-EG" sz="2000" i="0" u="none" strike="noStrike" kern="1200" cap="none" spc="0" normalizeH="0" baseline="0" noProof="0" dirty="0">
                  <a:ln>
                    <a:noFill/>
                  </a:ln>
                  <a:solidFill>
                    <a:srgbClr val="165363"/>
                  </a:solidFill>
                  <a:effectLst/>
                  <a:uLnTx/>
                  <a:uFillTx/>
                  <a:latin typeface="Neo Sans Arabic" panose="020B0504030504040204" pitchFamily="34" charset="-78"/>
                  <a:ea typeface="+mn-ea"/>
                  <a:cs typeface="Neo Sans Arabic" panose="020B0504030504040204" pitchFamily="34" charset="-78"/>
                </a:rPr>
                <a:t>الترويج للسياحي</a:t>
              </a:r>
              <a:endParaRPr kumimoji="0" lang="en-US" sz="2000" i="0" u="none" strike="noStrike" kern="1200" cap="none" spc="0" normalizeH="0" baseline="0" noProof="0" dirty="0">
                <a:ln>
                  <a:noFill/>
                </a:ln>
                <a:solidFill>
                  <a:srgbClr val="165363"/>
                </a:solidFill>
                <a:effectLst/>
                <a:uLnTx/>
                <a:uFillTx/>
                <a:latin typeface="Neo Sans Arabic" panose="020B0504030504040204" pitchFamily="34" charset="-78"/>
                <a:ea typeface="+mn-ea"/>
                <a:cs typeface="Neo Sans Arabic" panose="020B0504030504040204" pitchFamily="34" charset="-78"/>
              </a:endParaRPr>
            </a:p>
          </p:txBody>
        </p:sp>
        <p:pic>
          <p:nvPicPr>
            <p:cNvPr id="53" name="Picture 52">
              <a:extLst>
                <a:ext uri="{FF2B5EF4-FFF2-40B4-BE49-F238E27FC236}">
                  <a16:creationId xmlns:a16="http://schemas.microsoft.com/office/drawing/2014/main" id="{0FCE7762-1DFE-2088-89A5-777B0DDE82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45204" y="2864478"/>
              <a:ext cx="688233" cy="688233"/>
            </a:xfrm>
            <a:prstGeom prst="rect">
              <a:avLst/>
            </a:prstGeom>
          </p:spPr>
        </p:pic>
      </p:grpSp>
      <p:grpSp>
        <p:nvGrpSpPr>
          <p:cNvPr id="57" name="Group 56">
            <a:extLst>
              <a:ext uri="{FF2B5EF4-FFF2-40B4-BE49-F238E27FC236}">
                <a16:creationId xmlns:a16="http://schemas.microsoft.com/office/drawing/2014/main" id="{C046816E-16A3-5486-91CA-6D5074122345}"/>
              </a:ext>
            </a:extLst>
          </p:cNvPr>
          <p:cNvGrpSpPr/>
          <p:nvPr/>
        </p:nvGrpSpPr>
        <p:grpSpPr>
          <a:xfrm>
            <a:off x="2249725" y="2406893"/>
            <a:ext cx="2324899" cy="2328142"/>
            <a:chOff x="2522919" y="2406893"/>
            <a:chExt cx="2324899" cy="2328142"/>
          </a:xfrm>
        </p:grpSpPr>
        <p:sp>
          <p:nvSpPr>
            <p:cNvPr id="34" name="Oval 33">
              <a:extLst>
                <a:ext uri="{FF2B5EF4-FFF2-40B4-BE49-F238E27FC236}">
                  <a16:creationId xmlns:a16="http://schemas.microsoft.com/office/drawing/2014/main" id="{775C1185-D078-9989-CCC1-5AD78B376426}"/>
                </a:ext>
              </a:extLst>
            </p:cNvPr>
            <p:cNvSpPr/>
            <p:nvPr/>
          </p:nvSpPr>
          <p:spPr>
            <a:xfrm>
              <a:off x="3007973" y="2861165"/>
              <a:ext cx="1739890" cy="1739890"/>
            </a:xfrm>
            <a:prstGeom prst="ellipse">
              <a:avLst/>
            </a:prstGeom>
            <a:solidFill>
              <a:srgbClr val="8DB7E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35" name="Freeform: Shape 34">
              <a:extLst>
                <a:ext uri="{FF2B5EF4-FFF2-40B4-BE49-F238E27FC236}">
                  <a16:creationId xmlns:a16="http://schemas.microsoft.com/office/drawing/2014/main" id="{00F66039-BEF3-ACF3-3A65-3C5925F7BD93}"/>
                </a:ext>
              </a:extLst>
            </p:cNvPr>
            <p:cNvSpPr/>
            <p:nvPr/>
          </p:nvSpPr>
          <p:spPr>
            <a:xfrm>
              <a:off x="2522919" y="2406893"/>
              <a:ext cx="2324899" cy="2328142"/>
            </a:xfrm>
            <a:custGeom>
              <a:avLst/>
              <a:gdLst>
                <a:gd name="connsiteX0" fmla="*/ 1164071 w 2324899"/>
                <a:gd name="connsiteY0" fmla="*/ 0 h 2328142"/>
                <a:gd name="connsiteX1" fmla="*/ 2322132 w 2324899"/>
                <a:gd name="connsiteY1" fmla="*/ 1045052 h 2328142"/>
                <a:gd name="connsiteX2" fmla="*/ 2324899 w 2324899"/>
                <a:gd name="connsiteY2" fmla="*/ 1099850 h 2328142"/>
                <a:gd name="connsiteX3" fmla="*/ 2260722 w 2324899"/>
                <a:gd name="connsiteY3" fmla="*/ 1103091 h 2328142"/>
                <a:gd name="connsiteX4" fmla="*/ 1215670 w 2324899"/>
                <a:gd name="connsiteY4" fmla="*/ 2261152 h 2328142"/>
                <a:gd name="connsiteX5" fmla="*/ 1218854 w 2324899"/>
                <a:gd name="connsiteY5" fmla="*/ 2324201 h 2328142"/>
                <a:gd name="connsiteX6" fmla="*/ 1164071 w 2324899"/>
                <a:gd name="connsiteY6" fmla="*/ 2328142 h 2328142"/>
                <a:gd name="connsiteX7" fmla="*/ 0 w 2324899"/>
                <a:gd name="connsiteY7" fmla="*/ 1164071 h 2328142"/>
                <a:gd name="connsiteX8" fmla="*/ 1164071 w 2324899"/>
                <a:gd name="connsiteY8" fmla="*/ 0 h 2328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4899" h="2328142">
                  <a:moveTo>
                    <a:pt x="1164071" y="0"/>
                  </a:moveTo>
                  <a:cubicBezTo>
                    <a:pt x="1766789" y="0"/>
                    <a:pt x="2262520" y="458062"/>
                    <a:pt x="2322132" y="1045052"/>
                  </a:cubicBezTo>
                  <a:lnTo>
                    <a:pt x="2324899" y="1099850"/>
                  </a:lnTo>
                  <a:lnTo>
                    <a:pt x="2260722" y="1103091"/>
                  </a:lnTo>
                  <a:cubicBezTo>
                    <a:pt x="1673732" y="1162703"/>
                    <a:pt x="1215670" y="1658434"/>
                    <a:pt x="1215670" y="2261152"/>
                  </a:cubicBezTo>
                  <a:lnTo>
                    <a:pt x="1218854" y="2324201"/>
                  </a:lnTo>
                  <a:lnTo>
                    <a:pt x="1164071" y="2328142"/>
                  </a:lnTo>
                  <a:cubicBezTo>
                    <a:pt x="521172" y="2328142"/>
                    <a:pt x="0" y="1806970"/>
                    <a:pt x="0" y="1164071"/>
                  </a:cubicBezTo>
                  <a:cubicBezTo>
                    <a:pt x="0" y="521172"/>
                    <a:pt x="521172" y="0"/>
                    <a:pt x="1164071" y="0"/>
                  </a:cubicBezTo>
                  <a:close/>
                </a:path>
              </a:pathLst>
            </a:custGeom>
            <a:gradFill flip="none" rotWithShape="1">
              <a:gsLst>
                <a:gs pos="0">
                  <a:schemeClr val="bg1">
                    <a:lumMod val="87000"/>
                  </a:schemeClr>
                </a:gs>
                <a:gs pos="100000">
                  <a:schemeClr val="bg1"/>
                </a:gs>
              </a:gsLst>
              <a:lin ang="8100000" scaled="1"/>
              <a:tileRect/>
            </a:gradFill>
            <a:ln w="635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lumMod val="65000"/>
                    <a:lumOff val="35000"/>
                  </a:schemeClr>
                </a:solidFill>
              </a:endParaRPr>
            </a:p>
          </p:txBody>
        </p:sp>
        <p:sp>
          <p:nvSpPr>
            <p:cNvPr id="39" name="TextBox 38">
              <a:extLst>
                <a:ext uri="{FF2B5EF4-FFF2-40B4-BE49-F238E27FC236}">
                  <a16:creationId xmlns:a16="http://schemas.microsoft.com/office/drawing/2014/main" id="{509154DB-131F-910C-E925-782783440DC6}"/>
                </a:ext>
              </a:extLst>
            </p:cNvPr>
            <p:cNvSpPr txBox="1"/>
            <p:nvPr/>
          </p:nvSpPr>
          <p:spPr>
            <a:xfrm>
              <a:off x="4001629" y="3815273"/>
              <a:ext cx="649842" cy="523220"/>
            </a:xfrm>
            <a:prstGeom prst="rect">
              <a:avLst/>
            </a:prstGeom>
            <a:noFill/>
          </p:spPr>
          <p:txBody>
            <a:bodyPr wrap="square" lIns="108000" rIns="108000" rtlCol="0">
              <a:spAutoFit/>
            </a:bodyPr>
            <a:lstStyle/>
            <a:p>
              <a:pPr algn="ctr"/>
              <a:r>
                <a:rPr lang="ar-EG" altLang="ko-KR" sz="2800" b="1" dirty="0">
                  <a:solidFill>
                    <a:schemeClr val="bg1"/>
                  </a:solidFill>
                  <a:cs typeface="Arial" pitchFamily="34" charset="0"/>
                </a:rPr>
                <a:t>03</a:t>
              </a:r>
              <a:endParaRPr lang="ko-KR" altLang="en-US" sz="2800" b="1" dirty="0">
                <a:solidFill>
                  <a:schemeClr val="bg1"/>
                </a:solidFill>
                <a:cs typeface="Arial" pitchFamily="34" charset="0"/>
              </a:endParaRPr>
            </a:p>
          </p:txBody>
        </p:sp>
        <p:sp>
          <p:nvSpPr>
            <p:cNvPr id="8" name="TextBox 7">
              <a:extLst>
                <a:ext uri="{FF2B5EF4-FFF2-40B4-BE49-F238E27FC236}">
                  <a16:creationId xmlns:a16="http://schemas.microsoft.com/office/drawing/2014/main" id="{710E4C7D-9AAD-9B1A-D2C7-0D4EF021333A}"/>
                </a:ext>
              </a:extLst>
            </p:cNvPr>
            <p:cNvSpPr txBox="1"/>
            <p:nvPr/>
          </p:nvSpPr>
          <p:spPr>
            <a:xfrm>
              <a:off x="2550893" y="2951080"/>
              <a:ext cx="1378086" cy="955839"/>
            </a:xfrm>
            <a:prstGeom prst="rect">
              <a:avLst/>
            </a:prstGeom>
            <a:noFill/>
          </p:spPr>
          <p:txBody>
            <a:bodyPr wrap="square" lIns="0" rIns="0" rtlCol="0" anchor="b">
              <a:spAutoFit/>
            </a:bodyPr>
            <a:lstStyle/>
            <a:p>
              <a:pPr marL="0" marR="0" lvl="0" indent="0" algn="ctr" defTabSz="554492" rtl="0" eaLnBrk="1" fontAlgn="auto" latinLnBrk="0" hangingPunct="1">
                <a:lnSpc>
                  <a:spcPct val="150000"/>
                </a:lnSpc>
                <a:spcBef>
                  <a:spcPts val="0"/>
                </a:spcBef>
                <a:spcAft>
                  <a:spcPts val="0"/>
                </a:spcAft>
                <a:buClrTx/>
                <a:buSzTx/>
                <a:buFontTx/>
                <a:buNone/>
                <a:tabLst/>
                <a:defRPr/>
              </a:pPr>
              <a:r>
                <a:rPr kumimoji="0" lang="ar-EG" sz="2000" i="0" u="none" strike="noStrike" kern="1200" cap="none" spc="0" normalizeH="0" baseline="0" noProof="0" dirty="0">
                  <a:ln>
                    <a:noFill/>
                  </a:ln>
                  <a:solidFill>
                    <a:srgbClr val="165363"/>
                  </a:solidFill>
                  <a:effectLst/>
                  <a:uLnTx/>
                  <a:uFillTx/>
                  <a:latin typeface="Neo Sans Arabic" panose="020B0504030504040204" pitchFamily="34" charset="-78"/>
                  <a:ea typeface="+mn-ea"/>
                  <a:cs typeface="Neo Sans Arabic" panose="020B0504030504040204" pitchFamily="34" charset="-78"/>
                </a:rPr>
                <a:t>المبادرات الثقافية</a:t>
              </a:r>
              <a:endParaRPr kumimoji="0" lang="en-US" sz="2000" i="0" u="none" strike="noStrike" kern="1200" cap="none" spc="0" normalizeH="0" baseline="0" noProof="0" dirty="0">
                <a:ln>
                  <a:noFill/>
                </a:ln>
                <a:solidFill>
                  <a:srgbClr val="165363"/>
                </a:solidFill>
                <a:effectLst/>
                <a:uLnTx/>
                <a:uFillTx/>
                <a:latin typeface="Neo Sans Arabic" panose="020B0504030504040204" pitchFamily="34" charset="-78"/>
                <a:ea typeface="+mn-ea"/>
                <a:cs typeface="Neo Sans Arabic" panose="020B0504030504040204" pitchFamily="34" charset="-78"/>
              </a:endParaRPr>
            </a:p>
          </p:txBody>
        </p:sp>
        <p:pic>
          <p:nvPicPr>
            <p:cNvPr id="56" name="Picture 55" descr="Hands protecting a light bulb&#10;&#10;AI-generated content may be incorrect.">
              <a:extLst>
                <a:ext uri="{FF2B5EF4-FFF2-40B4-BE49-F238E27FC236}">
                  <a16:creationId xmlns:a16="http://schemas.microsoft.com/office/drawing/2014/main" id="{C92093E4-E281-F6FE-FFE0-86B5136C63F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82078" y="2991747"/>
              <a:ext cx="683406" cy="683406"/>
            </a:xfrm>
            <a:prstGeom prst="rect">
              <a:avLst/>
            </a:prstGeom>
          </p:spPr>
        </p:pic>
      </p:grpSp>
      <p:sp>
        <p:nvSpPr>
          <p:cNvPr id="58" name="Google Shape;174;p8">
            <a:extLst>
              <a:ext uri="{FF2B5EF4-FFF2-40B4-BE49-F238E27FC236}">
                <a16:creationId xmlns:a16="http://schemas.microsoft.com/office/drawing/2014/main" id="{347E30D9-8532-2412-39AD-3F9EC6397314}"/>
              </a:ext>
            </a:extLst>
          </p:cNvPr>
          <p:cNvSpPr/>
          <p:nvPr/>
        </p:nvSpPr>
        <p:spPr>
          <a:xfrm>
            <a:off x="11608291" y="317795"/>
            <a:ext cx="583373" cy="6539936"/>
          </a:xfrm>
          <a:custGeom>
            <a:avLst/>
            <a:gdLst/>
            <a:ahLst/>
            <a:cxnLst/>
            <a:rect l="l" t="t" r="r" b="b"/>
            <a:pathLst>
              <a:path w="962025" h="10784840" extrusionOk="0">
                <a:moveTo>
                  <a:pt x="961863" y="0"/>
                </a:moveTo>
                <a:lnTo>
                  <a:pt x="648833" y="18513"/>
                </a:lnTo>
                <a:lnTo>
                  <a:pt x="601798" y="22889"/>
                </a:lnTo>
                <a:lnTo>
                  <a:pt x="555800" y="30321"/>
                </a:lnTo>
                <a:lnTo>
                  <a:pt x="510934" y="40702"/>
                </a:lnTo>
                <a:lnTo>
                  <a:pt x="467297" y="53924"/>
                </a:lnTo>
                <a:lnTo>
                  <a:pt x="424985" y="69877"/>
                </a:lnTo>
                <a:lnTo>
                  <a:pt x="384096" y="88453"/>
                </a:lnTo>
                <a:lnTo>
                  <a:pt x="344725" y="109544"/>
                </a:lnTo>
                <a:lnTo>
                  <a:pt x="306969" y="133041"/>
                </a:lnTo>
                <a:lnTo>
                  <a:pt x="270925" y="158835"/>
                </a:lnTo>
                <a:lnTo>
                  <a:pt x="236688" y="186818"/>
                </a:lnTo>
                <a:lnTo>
                  <a:pt x="204355" y="216880"/>
                </a:lnTo>
                <a:lnTo>
                  <a:pt x="174023" y="248915"/>
                </a:lnTo>
                <a:lnTo>
                  <a:pt x="145788" y="282812"/>
                </a:lnTo>
                <a:lnTo>
                  <a:pt x="119747" y="318464"/>
                </a:lnTo>
                <a:lnTo>
                  <a:pt x="95996" y="355761"/>
                </a:lnTo>
                <a:lnTo>
                  <a:pt x="74631" y="394596"/>
                </a:lnTo>
                <a:lnTo>
                  <a:pt x="55749" y="434859"/>
                </a:lnTo>
                <a:lnTo>
                  <a:pt x="39446" y="476442"/>
                </a:lnTo>
                <a:lnTo>
                  <a:pt x="25820" y="519237"/>
                </a:lnTo>
                <a:lnTo>
                  <a:pt x="14965" y="563134"/>
                </a:lnTo>
                <a:lnTo>
                  <a:pt x="6979" y="608026"/>
                </a:lnTo>
                <a:lnTo>
                  <a:pt x="1959" y="653803"/>
                </a:lnTo>
                <a:lnTo>
                  <a:pt x="0" y="700358"/>
                </a:lnTo>
                <a:lnTo>
                  <a:pt x="1198" y="747580"/>
                </a:lnTo>
                <a:lnTo>
                  <a:pt x="594831" y="10784488"/>
                </a:lnTo>
                <a:lnTo>
                  <a:pt x="961863" y="10784488"/>
                </a:lnTo>
                <a:lnTo>
                  <a:pt x="961863" y="0"/>
                </a:lnTo>
                <a:close/>
              </a:path>
            </a:pathLst>
          </a:custGeom>
          <a:solidFill>
            <a:srgbClr val="33B9A0"/>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4583010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p:cTn id="7" dur="500" fill="hold"/>
                                        <p:tgtEl>
                                          <p:spTgt spid="51"/>
                                        </p:tgtEl>
                                        <p:attrNameLst>
                                          <p:attrName>ppt_w</p:attrName>
                                        </p:attrNameLst>
                                      </p:cBhvr>
                                      <p:tavLst>
                                        <p:tav tm="0">
                                          <p:val>
                                            <p:fltVal val="0"/>
                                          </p:val>
                                        </p:tav>
                                        <p:tav tm="100000">
                                          <p:val>
                                            <p:strVal val="#ppt_w"/>
                                          </p:val>
                                        </p:tav>
                                      </p:tavLst>
                                    </p:anim>
                                    <p:anim calcmode="lin" valueType="num">
                                      <p:cBhvr>
                                        <p:cTn id="8" dur="500" fill="hold"/>
                                        <p:tgtEl>
                                          <p:spTgt spid="51"/>
                                        </p:tgtEl>
                                        <p:attrNameLst>
                                          <p:attrName>ppt_h</p:attrName>
                                        </p:attrNameLst>
                                      </p:cBhvr>
                                      <p:tavLst>
                                        <p:tav tm="0">
                                          <p:val>
                                            <p:fltVal val="0"/>
                                          </p:val>
                                        </p:tav>
                                        <p:tav tm="100000">
                                          <p:val>
                                            <p:strVal val="#ppt_h"/>
                                          </p:val>
                                        </p:tav>
                                      </p:tavLst>
                                    </p:anim>
                                    <p:animEffect transition="in" filter="fade">
                                      <p:cBhvr>
                                        <p:cTn id="9" dur="500"/>
                                        <p:tgtEl>
                                          <p:spTgt spid="5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57"/>
                                        </p:tgtEl>
                                        <p:attrNameLst>
                                          <p:attrName>style.visibility</p:attrName>
                                        </p:attrNameLst>
                                      </p:cBhvr>
                                      <p:to>
                                        <p:strVal val="visible"/>
                                      </p:to>
                                    </p:set>
                                    <p:anim calcmode="lin" valueType="num">
                                      <p:cBhvr>
                                        <p:cTn id="21" dur="500" fill="hold"/>
                                        <p:tgtEl>
                                          <p:spTgt spid="57"/>
                                        </p:tgtEl>
                                        <p:attrNameLst>
                                          <p:attrName>ppt_w</p:attrName>
                                        </p:attrNameLst>
                                      </p:cBhvr>
                                      <p:tavLst>
                                        <p:tav tm="0">
                                          <p:val>
                                            <p:fltVal val="0"/>
                                          </p:val>
                                        </p:tav>
                                        <p:tav tm="100000">
                                          <p:val>
                                            <p:strVal val="#ppt_w"/>
                                          </p:val>
                                        </p:tav>
                                      </p:tavLst>
                                    </p:anim>
                                    <p:anim calcmode="lin" valueType="num">
                                      <p:cBhvr>
                                        <p:cTn id="22" dur="500" fill="hold"/>
                                        <p:tgtEl>
                                          <p:spTgt spid="57"/>
                                        </p:tgtEl>
                                        <p:attrNameLst>
                                          <p:attrName>ppt_h</p:attrName>
                                        </p:attrNameLst>
                                      </p:cBhvr>
                                      <p:tavLst>
                                        <p:tav tm="0">
                                          <p:val>
                                            <p:fltVal val="0"/>
                                          </p:val>
                                        </p:tav>
                                        <p:tav tm="100000">
                                          <p:val>
                                            <p:strVal val="#ppt_h"/>
                                          </p:val>
                                        </p:tav>
                                      </p:tavLst>
                                    </p:anim>
                                    <p:animEffect transition="in" filter="fade">
                                      <p:cBhvr>
                                        <p:cTn id="2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AB3A4-42CD-6D19-425E-7931983CA28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94C10B8-0C16-0181-CC41-E672C7AD4BE9}"/>
              </a:ext>
            </a:extLst>
          </p:cNvPr>
          <p:cNvPicPr>
            <a:picLocks noChangeAspect="1"/>
          </p:cNvPicPr>
          <p:nvPr/>
        </p:nvPicPr>
        <p:blipFill>
          <a:blip r:embed="rId2">
            <a:extLst>
              <a:ext uri="{28A0092B-C50C-407E-A947-70E740481C1C}">
                <a14:useLocalDpi xmlns:a14="http://schemas.microsoft.com/office/drawing/2010/main" val="0"/>
              </a:ext>
            </a:extLst>
          </a:blip>
          <a:srcRect t="19923" b="19923"/>
          <a:stretch/>
        </p:blipFill>
        <p:spPr>
          <a:xfrm flipH="1">
            <a:off x="6345902" y="1924964"/>
            <a:ext cx="6517563" cy="5040688"/>
          </a:xfrm>
          <a:prstGeom prst="homePlate">
            <a:avLst/>
          </a:prstGeom>
        </p:spPr>
      </p:pic>
      <p:grpSp>
        <p:nvGrpSpPr>
          <p:cNvPr id="3" name="object 3">
            <a:extLst>
              <a:ext uri="{FF2B5EF4-FFF2-40B4-BE49-F238E27FC236}">
                <a16:creationId xmlns:a16="http://schemas.microsoft.com/office/drawing/2014/main" id="{9DD12968-87E5-A76D-4208-964EAF34F63F}"/>
              </a:ext>
            </a:extLst>
          </p:cNvPr>
          <p:cNvGrpSpPr/>
          <p:nvPr/>
        </p:nvGrpSpPr>
        <p:grpSpPr>
          <a:xfrm flipH="1">
            <a:off x="-2149823" y="5181762"/>
            <a:ext cx="4012757" cy="2806736"/>
            <a:chOff x="13503008" y="6696033"/>
            <a:chExt cx="6617334" cy="4628515"/>
          </a:xfrm>
        </p:grpSpPr>
        <p:sp>
          <p:nvSpPr>
            <p:cNvPr id="4" name="object 4">
              <a:extLst>
                <a:ext uri="{FF2B5EF4-FFF2-40B4-BE49-F238E27FC236}">
                  <a16:creationId xmlns:a16="http://schemas.microsoft.com/office/drawing/2014/main" id="{E44C4B13-10C0-FF4A-1D03-412593027900}"/>
                </a:ext>
              </a:extLst>
            </p:cNvPr>
            <p:cNvSpPr/>
            <p:nvPr/>
          </p:nvSpPr>
          <p:spPr>
            <a:xfrm>
              <a:off x="14546481" y="8567806"/>
              <a:ext cx="5294630" cy="2741295"/>
            </a:xfrm>
            <a:custGeom>
              <a:avLst/>
              <a:gdLst/>
              <a:ahLst/>
              <a:cxnLst/>
              <a:rect l="l" t="t" r="r" b="b"/>
              <a:pathLst>
                <a:path w="5294630" h="2741295">
                  <a:moveTo>
                    <a:pt x="1607" y="2740750"/>
                  </a:moveTo>
                  <a:lnTo>
                    <a:pt x="1578" y="2693255"/>
                  </a:lnTo>
                  <a:lnTo>
                    <a:pt x="1546" y="2642667"/>
                  </a:lnTo>
                  <a:lnTo>
                    <a:pt x="1515" y="2592078"/>
                  </a:lnTo>
                  <a:lnTo>
                    <a:pt x="1484" y="2541490"/>
                  </a:lnTo>
                  <a:lnTo>
                    <a:pt x="1453" y="2490902"/>
                  </a:lnTo>
                  <a:lnTo>
                    <a:pt x="1422" y="2440314"/>
                  </a:lnTo>
                  <a:lnTo>
                    <a:pt x="1391" y="2389725"/>
                  </a:lnTo>
                  <a:lnTo>
                    <a:pt x="1360" y="2339137"/>
                  </a:lnTo>
                  <a:lnTo>
                    <a:pt x="1329" y="2288549"/>
                  </a:lnTo>
                  <a:lnTo>
                    <a:pt x="1298" y="2237961"/>
                  </a:lnTo>
                  <a:lnTo>
                    <a:pt x="1267" y="2187373"/>
                  </a:lnTo>
                  <a:lnTo>
                    <a:pt x="1236" y="2136784"/>
                  </a:lnTo>
                  <a:lnTo>
                    <a:pt x="1205" y="2086196"/>
                  </a:lnTo>
                  <a:lnTo>
                    <a:pt x="1174" y="2035608"/>
                  </a:lnTo>
                  <a:lnTo>
                    <a:pt x="1143" y="1985020"/>
                  </a:lnTo>
                  <a:lnTo>
                    <a:pt x="1112" y="1934431"/>
                  </a:lnTo>
                  <a:lnTo>
                    <a:pt x="1081" y="1883843"/>
                  </a:lnTo>
                  <a:lnTo>
                    <a:pt x="1050" y="1833255"/>
                  </a:lnTo>
                  <a:lnTo>
                    <a:pt x="1019" y="1782667"/>
                  </a:lnTo>
                  <a:lnTo>
                    <a:pt x="989" y="1732078"/>
                  </a:lnTo>
                  <a:lnTo>
                    <a:pt x="958" y="1681490"/>
                  </a:lnTo>
                  <a:lnTo>
                    <a:pt x="927" y="1630902"/>
                  </a:lnTo>
                  <a:lnTo>
                    <a:pt x="896" y="1580314"/>
                  </a:lnTo>
                  <a:lnTo>
                    <a:pt x="865" y="1529725"/>
                  </a:lnTo>
                  <a:lnTo>
                    <a:pt x="834" y="1479137"/>
                  </a:lnTo>
                  <a:lnTo>
                    <a:pt x="803" y="1428549"/>
                  </a:lnTo>
                  <a:lnTo>
                    <a:pt x="772" y="1377961"/>
                  </a:lnTo>
                  <a:lnTo>
                    <a:pt x="741" y="1327372"/>
                  </a:lnTo>
                  <a:lnTo>
                    <a:pt x="711" y="1276784"/>
                  </a:lnTo>
                  <a:lnTo>
                    <a:pt x="680" y="1226196"/>
                  </a:lnTo>
                  <a:lnTo>
                    <a:pt x="649" y="1175608"/>
                  </a:lnTo>
                  <a:lnTo>
                    <a:pt x="618" y="1125019"/>
                  </a:lnTo>
                  <a:lnTo>
                    <a:pt x="587" y="1074431"/>
                  </a:lnTo>
                  <a:lnTo>
                    <a:pt x="557" y="1023843"/>
                  </a:lnTo>
                  <a:lnTo>
                    <a:pt x="526" y="973255"/>
                  </a:ln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7"/>
                  </a:lnTo>
                  <a:lnTo>
                    <a:pt x="819942" y="62471"/>
                  </a:lnTo>
                  <a:lnTo>
                    <a:pt x="865232" y="84829"/>
                  </a:lnTo>
                  <a:lnTo>
                    <a:pt x="909518" y="109679"/>
                  </a:lnTo>
                  <a:lnTo>
                    <a:pt x="951803" y="134689"/>
                  </a:lnTo>
                  <a:lnTo>
                    <a:pt x="998084" y="162110"/>
                  </a:lnTo>
                  <a:lnTo>
                    <a:pt x="1048239" y="191871"/>
                  </a:lnTo>
                  <a:lnTo>
                    <a:pt x="1102147" y="223898"/>
                  </a:lnTo>
                  <a:lnTo>
                    <a:pt x="1159688" y="258119"/>
                  </a:lnTo>
                  <a:lnTo>
                    <a:pt x="1220738" y="294461"/>
                  </a:lnTo>
                  <a:lnTo>
                    <a:pt x="1285178" y="332852"/>
                  </a:lnTo>
                  <a:lnTo>
                    <a:pt x="1318631" y="352792"/>
                  </a:lnTo>
                  <a:lnTo>
                    <a:pt x="1352885" y="373218"/>
                  </a:lnTo>
                  <a:lnTo>
                    <a:pt x="1387927" y="394119"/>
                  </a:lnTo>
                  <a:lnTo>
                    <a:pt x="1423739" y="415487"/>
                  </a:lnTo>
                  <a:lnTo>
                    <a:pt x="1460308" y="437312"/>
                  </a:lnTo>
                  <a:lnTo>
                    <a:pt x="1497618" y="459586"/>
                  </a:lnTo>
                  <a:lnTo>
                    <a:pt x="1535655" y="482299"/>
                  </a:lnTo>
                  <a:lnTo>
                    <a:pt x="1574402" y="505443"/>
                  </a:lnTo>
                  <a:lnTo>
                    <a:pt x="1613844" y="529007"/>
                  </a:lnTo>
                  <a:lnTo>
                    <a:pt x="1653967" y="552984"/>
                  </a:lnTo>
                  <a:lnTo>
                    <a:pt x="1694756" y="577364"/>
                  </a:lnTo>
                  <a:lnTo>
                    <a:pt x="1736194" y="602138"/>
                  </a:lnTo>
                  <a:lnTo>
                    <a:pt x="1778268" y="627296"/>
                  </a:lnTo>
                  <a:lnTo>
                    <a:pt x="1820961" y="652831"/>
                  </a:lnTo>
                  <a:lnTo>
                    <a:pt x="1864259" y="678732"/>
                  </a:lnTo>
                  <a:lnTo>
                    <a:pt x="1908147" y="704990"/>
                  </a:lnTo>
                  <a:lnTo>
                    <a:pt x="1952609" y="731597"/>
                  </a:lnTo>
                  <a:lnTo>
                    <a:pt x="1997630" y="758544"/>
                  </a:lnTo>
                  <a:lnTo>
                    <a:pt x="2043195" y="785821"/>
                  </a:lnTo>
                  <a:lnTo>
                    <a:pt x="2089289" y="813419"/>
                  </a:lnTo>
                  <a:lnTo>
                    <a:pt x="2135897" y="841329"/>
                  </a:lnTo>
                  <a:lnTo>
                    <a:pt x="2183003" y="869542"/>
                  </a:lnTo>
                  <a:lnTo>
                    <a:pt x="2230593" y="898049"/>
                  </a:lnTo>
                  <a:lnTo>
                    <a:pt x="2278650" y="926841"/>
                  </a:lnTo>
                  <a:lnTo>
                    <a:pt x="2327161" y="955908"/>
                  </a:lnTo>
                  <a:lnTo>
                    <a:pt x="2376110" y="985243"/>
                  </a:lnTo>
                  <a:lnTo>
                    <a:pt x="2425481" y="1014835"/>
                  </a:lnTo>
                  <a:lnTo>
                    <a:pt x="2475260" y="1044675"/>
                  </a:lnTo>
                  <a:lnTo>
                    <a:pt x="2525431" y="1074755"/>
                  </a:lnTo>
                  <a:lnTo>
                    <a:pt x="2575980" y="1105065"/>
                  </a:lnTo>
                  <a:lnTo>
                    <a:pt x="2626890" y="1135597"/>
                  </a:lnTo>
                  <a:lnTo>
                    <a:pt x="2678148" y="1166340"/>
                  </a:lnTo>
                  <a:lnTo>
                    <a:pt x="2729737" y="1197287"/>
                  </a:lnTo>
                  <a:lnTo>
                    <a:pt x="2781643" y="1228427"/>
                  </a:lnTo>
                  <a:lnTo>
                    <a:pt x="2833850" y="1259753"/>
                  </a:lnTo>
                  <a:lnTo>
                    <a:pt x="2886343" y="1291254"/>
                  </a:lnTo>
                  <a:lnTo>
                    <a:pt x="2939108" y="1322922"/>
                  </a:lnTo>
                  <a:lnTo>
                    <a:pt x="2992128" y="1354747"/>
                  </a:lnTo>
                  <a:lnTo>
                    <a:pt x="3045389" y="1386722"/>
                  </a:lnTo>
                  <a:lnTo>
                    <a:pt x="3098876" y="1418835"/>
                  </a:lnTo>
                  <a:lnTo>
                    <a:pt x="3152573" y="1451079"/>
                  </a:lnTo>
                  <a:lnTo>
                    <a:pt x="3206465" y="1483444"/>
                  </a:lnTo>
                  <a:lnTo>
                    <a:pt x="3260538" y="1515921"/>
                  </a:lnTo>
                  <a:lnTo>
                    <a:pt x="3314775" y="1548501"/>
                  </a:lnTo>
                  <a:lnTo>
                    <a:pt x="3369162" y="1581176"/>
                  </a:lnTo>
                  <a:lnTo>
                    <a:pt x="3423684" y="1613935"/>
                  </a:lnTo>
                  <a:lnTo>
                    <a:pt x="3478325" y="1646770"/>
                  </a:lnTo>
                  <a:lnTo>
                    <a:pt x="3533071" y="1679671"/>
                  </a:lnTo>
                  <a:lnTo>
                    <a:pt x="3587905" y="1712631"/>
                  </a:lnTo>
                  <a:lnTo>
                    <a:pt x="3642814" y="1745639"/>
                  </a:lnTo>
                  <a:lnTo>
                    <a:pt x="3697781" y="1778686"/>
                  </a:lnTo>
                  <a:lnTo>
                    <a:pt x="3752792" y="1811764"/>
                  </a:lnTo>
                  <a:lnTo>
                    <a:pt x="3807832" y="1844862"/>
                  </a:lnTo>
                  <a:lnTo>
                    <a:pt x="3862884" y="1877973"/>
                  </a:lnTo>
                  <a:lnTo>
                    <a:pt x="3917935" y="1911088"/>
                  </a:lnTo>
                  <a:lnTo>
                    <a:pt x="3972969" y="1944196"/>
                  </a:lnTo>
                  <a:lnTo>
                    <a:pt x="4027971" y="1977289"/>
                  </a:lnTo>
                  <a:lnTo>
                    <a:pt x="4082925" y="2010358"/>
                  </a:lnTo>
                  <a:lnTo>
                    <a:pt x="4137817" y="2043393"/>
                  </a:lnTo>
                  <a:lnTo>
                    <a:pt x="4192631" y="2076387"/>
                  </a:lnTo>
                  <a:lnTo>
                    <a:pt x="4247352" y="2109328"/>
                  </a:lnTo>
                  <a:lnTo>
                    <a:pt x="4301965" y="2142210"/>
                  </a:lnTo>
                  <a:lnTo>
                    <a:pt x="4356455" y="2175021"/>
                  </a:lnTo>
                  <a:lnTo>
                    <a:pt x="4410807" y="2207754"/>
                  </a:lnTo>
                  <a:lnTo>
                    <a:pt x="4465005" y="2240399"/>
                  </a:lnTo>
                  <a:lnTo>
                    <a:pt x="4519035" y="2272948"/>
                  </a:lnTo>
                  <a:lnTo>
                    <a:pt x="4572881" y="2305390"/>
                  </a:lnTo>
                  <a:lnTo>
                    <a:pt x="4626527" y="2337717"/>
                  </a:lnTo>
                  <a:lnTo>
                    <a:pt x="4679960" y="2369920"/>
                  </a:lnTo>
                  <a:lnTo>
                    <a:pt x="4733163" y="2401990"/>
                  </a:lnTo>
                  <a:lnTo>
                    <a:pt x="4786122" y="2433917"/>
                  </a:lnTo>
                  <a:lnTo>
                    <a:pt x="4838821" y="2465693"/>
                  </a:lnTo>
                  <a:lnTo>
                    <a:pt x="4891245" y="2497309"/>
                  </a:lnTo>
                  <a:lnTo>
                    <a:pt x="4943380" y="2528755"/>
                  </a:lnTo>
                  <a:lnTo>
                    <a:pt x="4995209" y="2560022"/>
                  </a:lnTo>
                  <a:lnTo>
                    <a:pt x="5046718" y="2591101"/>
                  </a:lnTo>
                  <a:lnTo>
                    <a:pt x="5097891" y="2621984"/>
                  </a:lnTo>
                  <a:lnTo>
                    <a:pt x="5148714" y="2652660"/>
                  </a:lnTo>
                  <a:lnTo>
                    <a:pt x="5199171" y="2683122"/>
                  </a:lnTo>
                  <a:lnTo>
                    <a:pt x="5249247" y="2713359"/>
                  </a:lnTo>
                  <a:lnTo>
                    <a:pt x="5294600" y="2740750"/>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 name="object 5">
              <a:extLst>
                <a:ext uri="{FF2B5EF4-FFF2-40B4-BE49-F238E27FC236}">
                  <a16:creationId xmlns:a16="http://schemas.microsoft.com/office/drawing/2014/main" id="{C501E50D-7FE0-B995-5223-BF22AF828F00}"/>
                </a:ext>
              </a:extLst>
            </p:cNvPr>
            <p:cNvSpPr/>
            <p:nvPr/>
          </p:nvSpPr>
          <p:spPr>
            <a:xfrm>
              <a:off x="15400194" y="10328593"/>
              <a:ext cx="2305050" cy="980440"/>
            </a:xfrm>
            <a:custGeom>
              <a:avLst/>
              <a:gdLst/>
              <a:ahLst/>
              <a:cxnLst/>
              <a:rect l="l" t="t" r="r" b="b"/>
              <a:pathLst>
                <a:path w="2305050" h="980440">
                  <a:moveTo>
                    <a:pt x="530" y="979963"/>
                  </a:move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6"/>
                  </a:lnTo>
                  <a:lnTo>
                    <a:pt x="819942" y="62467"/>
                  </a:lnTo>
                  <a:lnTo>
                    <a:pt x="865232" y="84825"/>
                  </a:lnTo>
                  <a:lnTo>
                    <a:pt x="909518" y="109679"/>
                  </a:lnTo>
                  <a:lnTo>
                    <a:pt x="974681" y="148396"/>
                  </a:lnTo>
                  <a:lnTo>
                    <a:pt x="1008373" y="168569"/>
                  </a:lnTo>
                  <a:lnTo>
                    <a:pt x="1042782" y="189267"/>
                  </a:lnTo>
                  <a:lnTo>
                    <a:pt x="1077889" y="210478"/>
                  </a:lnTo>
                  <a:lnTo>
                    <a:pt x="1113677" y="232187"/>
                  </a:lnTo>
                  <a:lnTo>
                    <a:pt x="1150128" y="254383"/>
                  </a:lnTo>
                  <a:lnTo>
                    <a:pt x="1187224" y="277051"/>
                  </a:lnTo>
                  <a:lnTo>
                    <a:pt x="1224948" y="300179"/>
                  </a:lnTo>
                  <a:lnTo>
                    <a:pt x="1263280" y="323754"/>
                  </a:lnTo>
                  <a:lnTo>
                    <a:pt x="1302203" y="347762"/>
                  </a:lnTo>
                  <a:lnTo>
                    <a:pt x="1341700" y="372190"/>
                  </a:lnTo>
                  <a:lnTo>
                    <a:pt x="1381752" y="397025"/>
                  </a:lnTo>
                  <a:lnTo>
                    <a:pt x="1422342" y="422255"/>
                  </a:lnTo>
                  <a:lnTo>
                    <a:pt x="1463451" y="447864"/>
                  </a:lnTo>
                  <a:lnTo>
                    <a:pt x="1505062" y="473842"/>
                  </a:lnTo>
                  <a:lnTo>
                    <a:pt x="1547157" y="500174"/>
                  </a:lnTo>
                  <a:lnTo>
                    <a:pt x="1589718" y="526847"/>
                  </a:lnTo>
                  <a:lnTo>
                    <a:pt x="1632726" y="553848"/>
                  </a:lnTo>
                  <a:lnTo>
                    <a:pt x="1676165" y="581165"/>
                  </a:lnTo>
                  <a:lnTo>
                    <a:pt x="1720016" y="608783"/>
                  </a:lnTo>
                  <a:lnTo>
                    <a:pt x="1764262" y="636690"/>
                  </a:lnTo>
                  <a:lnTo>
                    <a:pt x="1808883" y="664872"/>
                  </a:lnTo>
                  <a:lnTo>
                    <a:pt x="1853863" y="693317"/>
                  </a:lnTo>
                  <a:lnTo>
                    <a:pt x="1899184" y="722011"/>
                  </a:lnTo>
                  <a:lnTo>
                    <a:pt x="1944828" y="750941"/>
                  </a:lnTo>
                  <a:lnTo>
                    <a:pt x="1990776" y="780094"/>
                  </a:lnTo>
                  <a:lnTo>
                    <a:pt x="2037011" y="809457"/>
                  </a:lnTo>
                  <a:lnTo>
                    <a:pt x="2083515" y="839017"/>
                  </a:lnTo>
                  <a:lnTo>
                    <a:pt x="2130270" y="868760"/>
                  </a:lnTo>
                  <a:lnTo>
                    <a:pt x="2177258" y="898673"/>
                  </a:lnTo>
                  <a:lnTo>
                    <a:pt x="2224461" y="928744"/>
                  </a:lnTo>
                  <a:lnTo>
                    <a:pt x="2271862" y="958958"/>
                  </a:lnTo>
                  <a:lnTo>
                    <a:pt x="2304796" y="979963"/>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object 6">
              <a:extLst>
                <a:ext uri="{FF2B5EF4-FFF2-40B4-BE49-F238E27FC236}">
                  <a16:creationId xmlns:a16="http://schemas.microsoft.com/office/drawing/2014/main" id="{BE41359B-EFE6-A213-F3DA-C8F509E16DD8}"/>
                </a:ext>
              </a:extLst>
            </p:cNvPr>
            <p:cNvSpPr/>
            <p:nvPr/>
          </p:nvSpPr>
          <p:spPr>
            <a:xfrm>
              <a:off x="13518714" y="6711740"/>
              <a:ext cx="6585584" cy="4597400"/>
            </a:xfrm>
            <a:custGeom>
              <a:avLst/>
              <a:gdLst/>
              <a:ahLst/>
              <a:cxnLst/>
              <a:rect l="l" t="t" r="r" b="b"/>
              <a:pathLst>
                <a:path w="6585584" h="4597400">
                  <a:moveTo>
                    <a:pt x="2738" y="4596816"/>
                  </a:moveTo>
                  <a:lnTo>
                    <a:pt x="2688" y="4516366"/>
                  </a:lnTo>
                  <a:lnTo>
                    <a:pt x="2657" y="4465724"/>
                  </a:lnTo>
                  <a:lnTo>
                    <a:pt x="2625" y="4415083"/>
                  </a:lnTo>
                  <a:lnTo>
                    <a:pt x="2594" y="4364441"/>
                  </a:lnTo>
                  <a:lnTo>
                    <a:pt x="2562" y="4313800"/>
                  </a:lnTo>
                  <a:lnTo>
                    <a:pt x="2531" y="4263158"/>
                  </a:lnTo>
                  <a:lnTo>
                    <a:pt x="2500" y="4212517"/>
                  </a:lnTo>
                  <a:lnTo>
                    <a:pt x="2469" y="4161875"/>
                  </a:lnTo>
                  <a:lnTo>
                    <a:pt x="2437" y="4111234"/>
                  </a:lnTo>
                  <a:lnTo>
                    <a:pt x="2406" y="4060592"/>
                  </a:lnTo>
                  <a:lnTo>
                    <a:pt x="2375" y="4009951"/>
                  </a:lnTo>
                  <a:lnTo>
                    <a:pt x="2343" y="3959309"/>
                  </a:lnTo>
                  <a:lnTo>
                    <a:pt x="2312" y="3908668"/>
                  </a:lnTo>
                  <a:lnTo>
                    <a:pt x="2281" y="3858027"/>
                  </a:lnTo>
                  <a:lnTo>
                    <a:pt x="2250" y="3807385"/>
                  </a:lnTo>
                  <a:lnTo>
                    <a:pt x="2218" y="3756744"/>
                  </a:lnTo>
                  <a:lnTo>
                    <a:pt x="2187" y="3706102"/>
                  </a:lnTo>
                  <a:lnTo>
                    <a:pt x="2156" y="3655461"/>
                  </a:lnTo>
                  <a:lnTo>
                    <a:pt x="2125" y="3604819"/>
                  </a:lnTo>
                  <a:lnTo>
                    <a:pt x="2094" y="3554178"/>
                  </a:lnTo>
                  <a:lnTo>
                    <a:pt x="2062" y="3503536"/>
                  </a:lnTo>
                  <a:lnTo>
                    <a:pt x="2031" y="3452895"/>
                  </a:lnTo>
                  <a:lnTo>
                    <a:pt x="2000" y="3402253"/>
                  </a:lnTo>
                  <a:lnTo>
                    <a:pt x="1969" y="3351612"/>
                  </a:lnTo>
                  <a:lnTo>
                    <a:pt x="1938" y="3300970"/>
                  </a:lnTo>
                  <a:lnTo>
                    <a:pt x="1907" y="3250329"/>
                  </a:lnTo>
                  <a:lnTo>
                    <a:pt x="1875" y="3199688"/>
                  </a:lnTo>
                  <a:lnTo>
                    <a:pt x="1844" y="3149046"/>
                  </a:lnTo>
                  <a:lnTo>
                    <a:pt x="1813" y="3098405"/>
                  </a:lnTo>
                  <a:lnTo>
                    <a:pt x="1782" y="3047763"/>
                  </a:lnTo>
                  <a:lnTo>
                    <a:pt x="1751" y="2997122"/>
                  </a:lnTo>
                  <a:lnTo>
                    <a:pt x="1720" y="2946480"/>
                  </a:lnTo>
                  <a:lnTo>
                    <a:pt x="1689" y="2895839"/>
                  </a:lnTo>
                  <a:lnTo>
                    <a:pt x="1658" y="2845198"/>
                  </a:lnTo>
                  <a:lnTo>
                    <a:pt x="1626" y="2794556"/>
                  </a:lnTo>
                  <a:lnTo>
                    <a:pt x="1595" y="2743915"/>
                  </a:lnTo>
                  <a:lnTo>
                    <a:pt x="1564" y="2693273"/>
                  </a:lnTo>
                  <a:lnTo>
                    <a:pt x="1533" y="2642632"/>
                  </a:lnTo>
                  <a:lnTo>
                    <a:pt x="1502" y="2591991"/>
                  </a:lnTo>
                  <a:lnTo>
                    <a:pt x="1471" y="2541349"/>
                  </a:lnTo>
                  <a:lnTo>
                    <a:pt x="1440" y="2490708"/>
                  </a:lnTo>
                  <a:lnTo>
                    <a:pt x="1409" y="2440066"/>
                  </a:lnTo>
                  <a:lnTo>
                    <a:pt x="1378" y="2389425"/>
                  </a:lnTo>
                  <a:lnTo>
                    <a:pt x="1347" y="2338784"/>
                  </a:lnTo>
                  <a:lnTo>
                    <a:pt x="1316" y="2288142"/>
                  </a:lnTo>
                  <a:lnTo>
                    <a:pt x="1285" y="2237501"/>
                  </a:lnTo>
                  <a:lnTo>
                    <a:pt x="1254" y="2186860"/>
                  </a:lnTo>
                  <a:lnTo>
                    <a:pt x="1223" y="2136218"/>
                  </a:lnTo>
                  <a:lnTo>
                    <a:pt x="1192" y="2085577"/>
                  </a:lnTo>
                  <a:lnTo>
                    <a:pt x="1161" y="2034936"/>
                  </a:lnTo>
                  <a:lnTo>
                    <a:pt x="1130" y="1984294"/>
                  </a:lnTo>
                  <a:lnTo>
                    <a:pt x="1099" y="1933653"/>
                  </a:lnTo>
                  <a:lnTo>
                    <a:pt x="1068" y="1883011"/>
                  </a:lnTo>
                  <a:lnTo>
                    <a:pt x="1037" y="1832370"/>
                  </a:lnTo>
                  <a:lnTo>
                    <a:pt x="1006" y="1781729"/>
                  </a:lnTo>
                  <a:lnTo>
                    <a:pt x="975" y="1731087"/>
                  </a:lnTo>
                  <a:lnTo>
                    <a:pt x="944" y="1680446"/>
                  </a:lnTo>
                  <a:lnTo>
                    <a:pt x="913" y="1629805"/>
                  </a:lnTo>
                  <a:lnTo>
                    <a:pt x="882" y="1579164"/>
                  </a:lnTo>
                  <a:lnTo>
                    <a:pt x="851" y="1528522"/>
                  </a:lnTo>
                  <a:lnTo>
                    <a:pt x="820" y="1477881"/>
                  </a:lnTo>
                  <a:lnTo>
                    <a:pt x="790" y="1427240"/>
                  </a:lnTo>
                  <a:lnTo>
                    <a:pt x="759" y="1376598"/>
                  </a:lnTo>
                  <a:lnTo>
                    <a:pt x="728" y="1325957"/>
                  </a:lnTo>
                  <a:lnTo>
                    <a:pt x="697" y="1275316"/>
                  </a:lnTo>
                  <a:lnTo>
                    <a:pt x="666" y="1224674"/>
                  </a:lnTo>
                  <a:lnTo>
                    <a:pt x="635" y="1174033"/>
                  </a:lnTo>
                  <a:lnTo>
                    <a:pt x="604" y="1123392"/>
                  </a:lnTo>
                  <a:lnTo>
                    <a:pt x="573" y="1072751"/>
                  </a:lnTo>
                  <a:lnTo>
                    <a:pt x="542" y="1022109"/>
                  </a:lnTo>
                  <a:lnTo>
                    <a:pt x="512" y="971468"/>
                  </a:lnTo>
                  <a:lnTo>
                    <a:pt x="481" y="920827"/>
                  </a:lnTo>
                  <a:lnTo>
                    <a:pt x="450" y="870186"/>
                  </a:lnTo>
                  <a:lnTo>
                    <a:pt x="419" y="819544"/>
                  </a:lnTo>
                  <a:lnTo>
                    <a:pt x="388" y="768903"/>
                  </a:lnTo>
                  <a:lnTo>
                    <a:pt x="223" y="734879"/>
                  </a:lnTo>
                  <a:lnTo>
                    <a:pt x="0" y="700855"/>
                  </a:lnTo>
                  <a:lnTo>
                    <a:pt x="80" y="666843"/>
                  </a:lnTo>
                  <a:lnTo>
                    <a:pt x="828" y="632855"/>
                  </a:lnTo>
                  <a:lnTo>
                    <a:pt x="4076" y="582472"/>
                  </a:lnTo>
                  <a:lnTo>
                    <a:pt x="10153" y="533741"/>
                  </a:lnTo>
                  <a:lnTo>
                    <a:pt x="18976" y="486722"/>
                  </a:lnTo>
                  <a:lnTo>
                    <a:pt x="30457" y="441476"/>
                  </a:lnTo>
                  <a:lnTo>
                    <a:pt x="44513" y="398065"/>
                  </a:lnTo>
                  <a:lnTo>
                    <a:pt x="61058" y="356549"/>
                  </a:lnTo>
                  <a:lnTo>
                    <a:pt x="80007" y="316990"/>
                  </a:lnTo>
                  <a:lnTo>
                    <a:pt x="101275" y="279448"/>
                  </a:lnTo>
                  <a:lnTo>
                    <a:pt x="124777" y="243986"/>
                  </a:lnTo>
                  <a:lnTo>
                    <a:pt x="150426" y="210665"/>
                  </a:lnTo>
                  <a:lnTo>
                    <a:pt x="178140" y="179544"/>
                  </a:lnTo>
                  <a:lnTo>
                    <a:pt x="207831" y="150686"/>
                  </a:lnTo>
                  <a:lnTo>
                    <a:pt x="239415" y="124152"/>
                  </a:lnTo>
                  <a:lnTo>
                    <a:pt x="272808" y="100002"/>
                  </a:lnTo>
                  <a:lnTo>
                    <a:pt x="307922" y="78299"/>
                  </a:lnTo>
                  <a:lnTo>
                    <a:pt x="344675" y="59103"/>
                  </a:lnTo>
                  <a:lnTo>
                    <a:pt x="382979" y="42475"/>
                  </a:lnTo>
                  <a:lnTo>
                    <a:pt x="422751" y="28476"/>
                  </a:lnTo>
                  <a:lnTo>
                    <a:pt x="463905" y="17168"/>
                  </a:lnTo>
                  <a:lnTo>
                    <a:pt x="506355" y="8612"/>
                  </a:lnTo>
                  <a:lnTo>
                    <a:pt x="550018" y="2869"/>
                  </a:lnTo>
                  <a:lnTo>
                    <a:pt x="594806" y="0"/>
                  </a:lnTo>
                  <a:lnTo>
                    <a:pt x="640636" y="65"/>
                  </a:lnTo>
                  <a:lnTo>
                    <a:pt x="687423" y="3128"/>
                  </a:lnTo>
                  <a:lnTo>
                    <a:pt x="735080" y="9248"/>
                  </a:lnTo>
                  <a:lnTo>
                    <a:pt x="783523" y="18486"/>
                  </a:lnTo>
                  <a:lnTo>
                    <a:pt x="832667" y="30905"/>
                  </a:lnTo>
                  <a:lnTo>
                    <a:pt x="877258" y="45170"/>
                  </a:lnTo>
                  <a:lnTo>
                    <a:pt x="920547" y="62066"/>
                  </a:lnTo>
                  <a:lnTo>
                    <a:pt x="962740" y="81302"/>
                  </a:lnTo>
                  <a:lnTo>
                    <a:pt x="1004039" y="102588"/>
                  </a:lnTo>
                  <a:lnTo>
                    <a:pt x="1044650" y="125635"/>
                  </a:lnTo>
                  <a:lnTo>
                    <a:pt x="1082528" y="148044"/>
                  </a:lnTo>
                  <a:lnTo>
                    <a:pt x="1123845" y="172544"/>
                  </a:lnTo>
                  <a:lnTo>
                    <a:pt x="1168521" y="199084"/>
                  </a:lnTo>
                  <a:lnTo>
                    <a:pt x="1216474" y="227617"/>
                  </a:lnTo>
                  <a:lnTo>
                    <a:pt x="1267624" y="258093"/>
                  </a:lnTo>
                  <a:lnTo>
                    <a:pt x="1321890" y="290462"/>
                  </a:lnTo>
                  <a:lnTo>
                    <a:pt x="1379190" y="324676"/>
                  </a:lnTo>
                  <a:lnTo>
                    <a:pt x="1439445" y="360685"/>
                  </a:lnTo>
                  <a:lnTo>
                    <a:pt x="1502572" y="398440"/>
                  </a:lnTo>
                  <a:lnTo>
                    <a:pt x="1568491" y="437892"/>
                  </a:lnTo>
                  <a:lnTo>
                    <a:pt x="1602473" y="458238"/>
                  </a:lnTo>
                  <a:lnTo>
                    <a:pt x="1637122" y="478991"/>
                  </a:lnTo>
                  <a:lnTo>
                    <a:pt x="1672428" y="500143"/>
                  </a:lnTo>
                  <a:lnTo>
                    <a:pt x="1708382" y="521689"/>
                  </a:lnTo>
                  <a:lnTo>
                    <a:pt x="1744973" y="543622"/>
                  </a:lnTo>
                  <a:lnTo>
                    <a:pt x="1782192" y="565936"/>
                  </a:lnTo>
                  <a:lnTo>
                    <a:pt x="1820028" y="588625"/>
                  </a:lnTo>
                  <a:lnTo>
                    <a:pt x="1858470" y="611683"/>
                  </a:lnTo>
                  <a:lnTo>
                    <a:pt x="1897510" y="635103"/>
                  </a:lnTo>
                  <a:lnTo>
                    <a:pt x="1937136" y="658880"/>
                  </a:lnTo>
                  <a:lnTo>
                    <a:pt x="1977339" y="683008"/>
                  </a:lnTo>
                  <a:lnTo>
                    <a:pt x="2018108" y="707479"/>
                  </a:lnTo>
                  <a:lnTo>
                    <a:pt x="2059434" y="732289"/>
                  </a:lnTo>
                  <a:lnTo>
                    <a:pt x="2101306" y="757431"/>
                  </a:lnTo>
                  <a:lnTo>
                    <a:pt x="2143714" y="782899"/>
                  </a:lnTo>
                  <a:lnTo>
                    <a:pt x="2186648" y="808686"/>
                  </a:lnTo>
                  <a:lnTo>
                    <a:pt x="2230098" y="834787"/>
                  </a:lnTo>
                  <a:lnTo>
                    <a:pt x="2274054" y="861195"/>
                  </a:lnTo>
                  <a:lnTo>
                    <a:pt x="2318506" y="887904"/>
                  </a:lnTo>
                  <a:lnTo>
                    <a:pt x="2363444" y="914908"/>
                  </a:lnTo>
                  <a:lnTo>
                    <a:pt x="2408856" y="942201"/>
                  </a:lnTo>
                  <a:lnTo>
                    <a:pt x="2454735" y="969777"/>
                  </a:lnTo>
                  <a:lnTo>
                    <a:pt x="2501068" y="997630"/>
                  </a:lnTo>
                  <a:lnTo>
                    <a:pt x="2547847" y="1025753"/>
                  </a:lnTo>
                  <a:lnTo>
                    <a:pt x="2595060" y="1054140"/>
                  </a:lnTo>
                  <a:lnTo>
                    <a:pt x="2642699" y="1082785"/>
                  </a:lnTo>
                  <a:lnTo>
                    <a:pt x="2690752" y="1111683"/>
                  </a:lnTo>
                  <a:lnTo>
                    <a:pt x="2739210" y="1140826"/>
                  </a:lnTo>
                  <a:lnTo>
                    <a:pt x="2788063" y="1170209"/>
                  </a:lnTo>
                  <a:lnTo>
                    <a:pt x="2837300" y="1199825"/>
                  </a:lnTo>
                  <a:lnTo>
                    <a:pt x="2886911" y="1229669"/>
                  </a:lnTo>
                  <a:lnTo>
                    <a:pt x="2936887" y="1259734"/>
                  </a:lnTo>
                  <a:lnTo>
                    <a:pt x="2987217" y="1290014"/>
                  </a:lnTo>
                  <a:lnTo>
                    <a:pt x="3037891" y="1320503"/>
                  </a:lnTo>
                  <a:lnTo>
                    <a:pt x="3088898" y="1351195"/>
                  </a:lnTo>
                  <a:lnTo>
                    <a:pt x="3140230" y="1382083"/>
                  </a:lnTo>
                  <a:lnTo>
                    <a:pt x="3191875" y="1413162"/>
                  </a:lnTo>
                  <a:lnTo>
                    <a:pt x="3243823" y="1444426"/>
                  </a:lnTo>
                  <a:lnTo>
                    <a:pt x="3296065" y="1475867"/>
                  </a:lnTo>
                  <a:lnTo>
                    <a:pt x="3348591" y="1507481"/>
                  </a:lnTo>
                  <a:lnTo>
                    <a:pt x="3401389" y="1539260"/>
                  </a:lnTo>
                  <a:lnTo>
                    <a:pt x="3454451" y="1571199"/>
                  </a:lnTo>
                  <a:lnTo>
                    <a:pt x="3507765" y="1603292"/>
                  </a:lnTo>
                  <a:lnTo>
                    <a:pt x="3561323" y="1635532"/>
                  </a:lnTo>
                  <a:lnTo>
                    <a:pt x="3615113" y="1667913"/>
                  </a:lnTo>
                  <a:lnTo>
                    <a:pt x="3669126" y="1700430"/>
                  </a:lnTo>
                  <a:lnTo>
                    <a:pt x="3723351" y="1733075"/>
                  </a:lnTo>
                  <a:lnTo>
                    <a:pt x="3777779" y="1765844"/>
                  </a:lnTo>
                  <a:lnTo>
                    <a:pt x="3832399" y="1798729"/>
                  </a:lnTo>
                  <a:lnTo>
                    <a:pt x="3887201" y="1831724"/>
                  </a:lnTo>
                  <a:lnTo>
                    <a:pt x="3942175" y="1864824"/>
                  </a:lnTo>
                  <a:lnTo>
                    <a:pt x="3997311" y="1898022"/>
                  </a:lnTo>
                  <a:lnTo>
                    <a:pt x="4052599" y="1931313"/>
                  </a:lnTo>
                  <a:lnTo>
                    <a:pt x="4108029" y="1964689"/>
                  </a:lnTo>
                  <a:lnTo>
                    <a:pt x="4163590" y="1998145"/>
                  </a:lnTo>
                  <a:lnTo>
                    <a:pt x="4219273" y="2031674"/>
                  </a:lnTo>
                  <a:lnTo>
                    <a:pt x="4275067" y="2065271"/>
                  </a:lnTo>
                  <a:lnTo>
                    <a:pt x="4330963" y="2098930"/>
                  </a:lnTo>
                  <a:lnTo>
                    <a:pt x="4386949" y="2132643"/>
                  </a:lnTo>
                  <a:lnTo>
                    <a:pt x="4443017" y="2166406"/>
                  </a:lnTo>
                  <a:lnTo>
                    <a:pt x="4499155" y="2200211"/>
                  </a:lnTo>
                  <a:lnTo>
                    <a:pt x="4555354" y="2234053"/>
                  </a:lnTo>
                  <a:lnTo>
                    <a:pt x="4611604" y="2267926"/>
                  </a:lnTo>
                  <a:lnTo>
                    <a:pt x="4667895" y="2301823"/>
                  </a:lnTo>
                  <a:lnTo>
                    <a:pt x="4724216" y="2335738"/>
                  </a:lnTo>
                  <a:lnTo>
                    <a:pt x="4780557" y="2369666"/>
                  </a:lnTo>
                  <a:lnTo>
                    <a:pt x="4836909" y="2403599"/>
                  </a:lnTo>
                  <a:lnTo>
                    <a:pt x="4893260" y="2437533"/>
                  </a:lnTo>
                  <a:lnTo>
                    <a:pt x="4949602" y="2471460"/>
                  </a:lnTo>
                  <a:lnTo>
                    <a:pt x="5005923" y="2505374"/>
                  </a:lnTo>
                  <a:lnTo>
                    <a:pt x="5062214" y="2539270"/>
                  </a:lnTo>
                  <a:lnTo>
                    <a:pt x="5118465" y="2573141"/>
                  </a:lnTo>
                  <a:lnTo>
                    <a:pt x="5174666" y="2606981"/>
                  </a:lnTo>
                  <a:lnTo>
                    <a:pt x="5230805" y="2640784"/>
                  </a:lnTo>
                  <a:lnTo>
                    <a:pt x="5286875" y="2674544"/>
                  </a:lnTo>
                  <a:lnTo>
                    <a:pt x="5342863" y="2708255"/>
                  </a:lnTo>
                  <a:lnTo>
                    <a:pt x="5398760" y="2741910"/>
                  </a:lnTo>
                  <a:lnTo>
                    <a:pt x="5454557" y="2775503"/>
                  </a:lnTo>
                  <a:lnTo>
                    <a:pt x="5510242" y="2809028"/>
                  </a:lnTo>
                  <a:lnTo>
                    <a:pt x="5565806" y="2842480"/>
                  </a:lnTo>
                  <a:lnTo>
                    <a:pt x="5621238" y="2875851"/>
                  </a:lnTo>
                  <a:lnTo>
                    <a:pt x="5676529" y="2909136"/>
                  </a:lnTo>
                  <a:lnTo>
                    <a:pt x="5731669" y="2942328"/>
                  </a:lnTo>
                  <a:lnTo>
                    <a:pt x="5786646" y="2975422"/>
                  </a:lnTo>
                  <a:lnTo>
                    <a:pt x="5841452" y="3008412"/>
                  </a:lnTo>
                  <a:lnTo>
                    <a:pt x="5896076" y="3041290"/>
                  </a:lnTo>
                  <a:lnTo>
                    <a:pt x="5950508" y="3074051"/>
                  </a:lnTo>
                  <a:lnTo>
                    <a:pt x="6004738" y="3106689"/>
                  </a:lnTo>
                  <a:lnTo>
                    <a:pt x="6058755" y="3139198"/>
                  </a:lnTo>
                  <a:lnTo>
                    <a:pt x="6112550" y="3171571"/>
                  </a:lnTo>
                  <a:lnTo>
                    <a:pt x="6166113" y="3203803"/>
                  </a:lnTo>
                  <a:lnTo>
                    <a:pt x="6219432" y="3235887"/>
                  </a:lnTo>
                  <a:lnTo>
                    <a:pt x="6272499" y="3267817"/>
                  </a:lnTo>
                  <a:lnTo>
                    <a:pt x="6325303" y="3299587"/>
                  </a:lnTo>
                  <a:lnTo>
                    <a:pt x="6377835" y="3331190"/>
                  </a:lnTo>
                  <a:lnTo>
                    <a:pt x="6430083" y="3362621"/>
                  </a:lnTo>
                  <a:lnTo>
                    <a:pt x="6482038" y="3393874"/>
                  </a:lnTo>
                  <a:lnTo>
                    <a:pt x="6533689" y="3424942"/>
                  </a:lnTo>
                  <a:lnTo>
                    <a:pt x="6585027" y="3455819"/>
                  </a:lnTo>
                  <a:lnTo>
                    <a:pt x="6585385" y="3456034"/>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22" name="Group 21">
            <a:extLst>
              <a:ext uri="{FF2B5EF4-FFF2-40B4-BE49-F238E27FC236}">
                <a16:creationId xmlns:a16="http://schemas.microsoft.com/office/drawing/2014/main" id="{508AB016-D3CA-C541-3354-CCB0C9AEC9AF}"/>
              </a:ext>
            </a:extLst>
          </p:cNvPr>
          <p:cNvGrpSpPr/>
          <p:nvPr/>
        </p:nvGrpSpPr>
        <p:grpSpPr>
          <a:xfrm flipH="1">
            <a:off x="-9198" y="0"/>
            <a:ext cx="12210398" cy="2337727"/>
            <a:chOff x="-15874" y="0"/>
            <a:chExt cx="20135850" cy="3855085"/>
          </a:xfrm>
        </p:grpSpPr>
        <p:grpSp>
          <p:nvGrpSpPr>
            <p:cNvPr id="15" name="object 2">
              <a:extLst>
                <a:ext uri="{FF2B5EF4-FFF2-40B4-BE49-F238E27FC236}">
                  <a16:creationId xmlns:a16="http://schemas.microsoft.com/office/drawing/2014/main" id="{3D5C45E9-39F4-08D4-6245-C656DFD295B2}"/>
                </a:ext>
              </a:extLst>
            </p:cNvPr>
            <p:cNvGrpSpPr/>
            <p:nvPr/>
          </p:nvGrpSpPr>
          <p:grpSpPr>
            <a:xfrm>
              <a:off x="-15874" y="0"/>
              <a:ext cx="20135850" cy="3855085"/>
              <a:chOff x="-15874" y="0"/>
              <a:chExt cx="20135850" cy="3855085"/>
            </a:xfrm>
          </p:grpSpPr>
          <p:sp>
            <p:nvSpPr>
              <p:cNvPr id="16" name="object 3">
                <a:extLst>
                  <a:ext uri="{FF2B5EF4-FFF2-40B4-BE49-F238E27FC236}">
                    <a16:creationId xmlns:a16="http://schemas.microsoft.com/office/drawing/2014/main" id="{2B13D18D-2CD5-DF99-6C4A-B20ED9BAB612}"/>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chemeClr val="bg1"/>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7" name="object 4">
                <a:extLst>
                  <a:ext uri="{FF2B5EF4-FFF2-40B4-BE49-F238E27FC236}">
                    <a16:creationId xmlns:a16="http://schemas.microsoft.com/office/drawing/2014/main" id="{27100FB0-E799-D00B-BC6C-3157A8BA2C69}"/>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1" name="object 4">
              <a:extLst>
                <a:ext uri="{FF2B5EF4-FFF2-40B4-BE49-F238E27FC236}">
                  <a16:creationId xmlns:a16="http://schemas.microsoft.com/office/drawing/2014/main" id="{F2DE0428-EF2C-09CF-311E-5073A5D4962B}"/>
                </a:ext>
              </a:extLst>
            </p:cNvPr>
            <p:cNvSpPr/>
            <p:nvPr/>
          </p:nvSpPr>
          <p:spPr>
            <a:xfrm>
              <a:off x="603250" y="0"/>
              <a:ext cx="19500850" cy="2828304"/>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3" name="object 5">
            <a:extLst>
              <a:ext uri="{FF2B5EF4-FFF2-40B4-BE49-F238E27FC236}">
                <a16:creationId xmlns:a16="http://schemas.microsoft.com/office/drawing/2014/main" id="{E8A94834-73E0-C49A-CEF9-F829098F1868}"/>
              </a:ext>
            </a:extLst>
          </p:cNvPr>
          <p:cNvSpPr txBox="1"/>
          <p:nvPr/>
        </p:nvSpPr>
        <p:spPr>
          <a:xfrm>
            <a:off x="-275110" y="323610"/>
            <a:ext cx="11173635" cy="747996"/>
          </a:xfrm>
          <a:prstGeom prst="rect">
            <a:avLst/>
          </a:prstGeom>
        </p:spPr>
        <p:txBody>
          <a:bodyPr vert="horz" wrap="square" lIns="0" tIns="9242" rIns="0" bIns="0" rtlCol="0">
            <a:spAutoFit/>
          </a:bodyPr>
          <a:lstStyle/>
          <a:p>
            <a:pPr marL="4087069" marR="3081" lvl="0" indent="0" algn="r" defTabSz="554492" rtl="0" eaLnBrk="1" fontAlgn="auto" latinLnBrk="0" hangingPunct="1">
              <a:lnSpc>
                <a:spcPct val="100000"/>
              </a:lnSpc>
              <a:spcBef>
                <a:spcPts val="73"/>
              </a:spcBef>
              <a:spcAft>
                <a:spcPts val="0"/>
              </a:spcAft>
              <a:buClr>
                <a:srgbClr val="000000"/>
              </a:buClr>
              <a:buSzTx/>
              <a:buFontTx/>
              <a:buNone/>
              <a:tabLst/>
              <a:defRPr/>
            </a:pPr>
            <a:r>
              <a:rPr kumimoji="0" lang="ar-EG" sz="2400" b="1" i="0" u="none" strike="noStrike" kern="0" cap="none" spc="0" normalizeH="0" baseline="0" noProof="0" dirty="0">
                <a:ln>
                  <a:noFill/>
                </a:ln>
                <a:solidFill>
                  <a:srgbClr val="4BACC6">
                    <a:lumMod val="50000"/>
                  </a:srgbClr>
                </a:solidFill>
                <a:effectLst/>
                <a:uLnTx/>
                <a:uFillTx/>
                <a:latin typeface="Neo Sans Arabic Bold" panose="020B0804030504040204" pitchFamily="34" charset="-78"/>
                <a:cs typeface="Neo Sans Arabic Bold" panose="020B0804030504040204" pitchFamily="34" charset="-78"/>
                <a:sym typeface="Arial"/>
              </a:rPr>
              <a:t>نشاط " فيديو ترويج لأحد المبادرات الوطنية بالمملكة العربية السعودية"</a:t>
            </a:r>
          </a:p>
        </p:txBody>
      </p:sp>
      <p:sp>
        <p:nvSpPr>
          <p:cNvPr id="24" name="object 6">
            <a:extLst>
              <a:ext uri="{FF2B5EF4-FFF2-40B4-BE49-F238E27FC236}">
                <a16:creationId xmlns:a16="http://schemas.microsoft.com/office/drawing/2014/main" id="{537DD49B-8E62-98F4-6398-EA668895FAF6}"/>
              </a:ext>
            </a:extLst>
          </p:cNvPr>
          <p:cNvSpPr/>
          <p:nvPr/>
        </p:nvSpPr>
        <p:spPr>
          <a:xfrm>
            <a:off x="11041470" y="424638"/>
            <a:ext cx="327305" cy="462848"/>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 name="TextBox 1">
            <a:extLst>
              <a:ext uri="{FF2B5EF4-FFF2-40B4-BE49-F238E27FC236}">
                <a16:creationId xmlns:a16="http://schemas.microsoft.com/office/drawing/2014/main" id="{12F18638-90ED-71E1-8F49-7DB2F2BC917A}"/>
              </a:ext>
            </a:extLst>
          </p:cNvPr>
          <p:cNvSpPr txBox="1"/>
          <p:nvPr/>
        </p:nvSpPr>
        <p:spPr>
          <a:xfrm>
            <a:off x="1707383" y="3060376"/>
            <a:ext cx="2742527" cy="369332"/>
          </a:xfrm>
          <a:prstGeom prst="rect">
            <a:avLst/>
          </a:prstGeom>
          <a:noFill/>
        </p:spPr>
        <p:txBody>
          <a:bodyPr wrap="square" rtlCol="0">
            <a:spAutoFit/>
          </a:bodyPr>
          <a:lstStyle/>
          <a:p>
            <a:pPr algn="r"/>
            <a:r>
              <a:rPr kumimoji="0" lang="ar-EG" sz="18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نشاط جماعي</a:t>
            </a:r>
          </a:p>
        </p:txBody>
      </p:sp>
      <p:sp>
        <p:nvSpPr>
          <p:cNvPr id="10" name="TextBox 9">
            <a:extLst>
              <a:ext uri="{FF2B5EF4-FFF2-40B4-BE49-F238E27FC236}">
                <a16:creationId xmlns:a16="http://schemas.microsoft.com/office/drawing/2014/main" id="{0D2DA3EB-3A64-8657-EDF4-F4E7147CA0AB}"/>
              </a:ext>
            </a:extLst>
          </p:cNvPr>
          <p:cNvSpPr txBox="1"/>
          <p:nvPr/>
        </p:nvSpPr>
        <p:spPr>
          <a:xfrm>
            <a:off x="27280" y="3505692"/>
            <a:ext cx="4422631" cy="1198598"/>
          </a:xfrm>
          <a:prstGeom prst="rect">
            <a:avLst/>
          </a:prstGeom>
          <a:noFill/>
        </p:spPr>
        <p:txBody>
          <a:bodyPr wrap="square" rtlCol="0">
            <a:spAutoFit/>
          </a:bodyPr>
          <a:lstStyle/>
          <a:p>
            <a:pPr algn="r">
              <a:lnSpc>
                <a:spcPct val="150000"/>
              </a:lnSpc>
            </a:pPr>
            <a:r>
              <a:rPr lang="ar-EG" b="1" kern="0" dirty="0">
                <a:solidFill>
                  <a:schemeClr val="bg1"/>
                </a:solidFill>
                <a:latin typeface="Neo Sans Arabic Bold" panose="020B0804030504040204" pitchFamily="34" charset="-78"/>
                <a:cs typeface="Neo Sans Arabic Bold" panose="020B0804030504040204" pitchFamily="34" charset="-78"/>
                <a:sym typeface="Arial"/>
              </a:rPr>
              <a:t>المطلوب:</a:t>
            </a:r>
          </a:p>
          <a:p>
            <a:pPr marL="285750" indent="-285750" algn="r" rtl="1">
              <a:lnSpc>
                <a:spcPct val="150000"/>
              </a:lnSpc>
              <a:buFont typeface="Arial" panose="020B0604020202020204" pitchFamily="34" charset="0"/>
              <a:buChar char="•"/>
            </a:pPr>
            <a:r>
              <a:rPr kumimoji="0" lang="ar-EG"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كل فريق يقوم بتصوير فيديو قصير (30-60 ثانية) يعكس أحد المبادرات الوطنية أو القيم السعودية</a:t>
            </a:r>
            <a:r>
              <a:rPr kumimoji="0" lang="en-US"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a:t>
            </a:r>
            <a:endParaRPr kumimoji="0" lang="ar-EG"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endParaRPr>
          </a:p>
        </p:txBody>
      </p:sp>
      <p:sp>
        <p:nvSpPr>
          <p:cNvPr id="12" name="object 6">
            <a:extLst>
              <a:ext uri="{FF2B5EF4-FFF2-40B4-BE49-F238E27FC236}">
                <a16:creationId xmlns:a16="http://schemas.microsoft.com/office/drawing/2014/main" id="{71FA15DB-D00E-60AD-8970-7B7EFA72C212}"/>
              </a:ext>
            </a:extLst>
          </p:cNvPr>
          <p:cNvSpPr/>
          <p:nvPr/>
        </p:nvSpPr>
        <p:spPr>
          <a:xfrm flipH="1">
            <a:off x="9724589" y="2297563"/>
            <a:ext cx="2466982" cy="4390079"/>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 name="object 6">
            <a:extLst>
              <a:ext uri="{FF2B5EF4-FFF2-40B4-BE49-F238E27FC236}">
                <a16:creationId xmlns:a16="http://schemas.microsoft.com/office/drawing/2014/main" id="{8FF09C7B-8823-C902-4B2B-93773949B56C}"/>
              </a:ext>
            </a:extLst>
          </p:cNvPr>
          <p:cNvSpPr/>
          <p:nvPr/>
        </p:nvSpPr>
        <p:spPr>
          <a:xfrm flipH="1">
            <a:off x="5019150" y="3433706"/>
            <a:ext cx="3016095" cy="3017506"/>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292960369"/>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97" name="Google Shape;197;p9"/>
          <p:cNvPicPr preferRelativeResize="0"/>
          <p:nvPr/>
        </p:nvPicPr>
        <p:blipFill rotWithShape="1">
          <a:blip r:embed="rId3">
            <a:alphaModFix/>
          </a:blip>
          <a:srcRect/>
          <a:stretch/>
        </p:blipFill>
        <p:spPr>
          <a:xfrm>
            <a:off x="-9652375" y="3945982"/>
            <a:ext cx="289105" cy="150624"/>
          </a:xfrm>
          <a:prstGeom prst="rect">
            <a:avLst/>
          </a:prstGeom>
          <a:noFill/>
          <a:ln>
            <a:noFill/>
          </a:ln>
        </p:spPr>
      </p:pic>
      <p:grpSp>
        <p:nvGrpSpPr>
          <p:cNvPr id="46" name="Group 45">
            <a:extLst>
              <a:ext uri="{FF2B5EF4-FFF2-40B4-BE49-F238E27FC236}">
                <a16:creationId xmlns:a16="http://schemas.microsoft.com/office/drawing/2014/main" id="{9E72B8F3-A271-7569-85BC-61A235800A08}"/>
              </a:ext>
            </a:extLst>
          </p:cNvPr>
          <p:cNvGrpSpPr/>
          <p:nvPr/>
        </p:nvGrpSpPr>
        <p:grpSpPr>
          <a:xfrm>
            <a:off x="309401" y="284483"/>
            <a:ext cx="11573197" cy="747561"/>
            <a:chOff x="545739" y="284483"/>
            <a:chExt cx="11573197" cy="747561"/>
          </a:xfrm>
        </p:grpSpPr>
        <p:pic>
          <p:nvPicPr>
            <p:cNvPr id="5" name="Picture 4">
              <a:extLst>
                <a:ext uri="{FF2B5EF4-FFF2-40B4-BE49-F238E27FC236}">
                  <a16:creationId xmlns:a16="http://schemas.microsoft.com/office/drawing/2014/main" id="{35CA5A60-DB7E-331D-3FDB-FB61C6D42E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66541" y="284483"/>
              <a:ext cx="7735824" cy="557434"/>
            </a:xfrm>
            <a:prstGeom prst="rect">
              <a:avLst/>
            </a:prstGeom>
          </p:spPr>
        </p:pic>
        <p:sp>
          <p:nvSpPr>
            <p:cNvPr id="6" name="Text Placeholder 1">
              <a:extLst>
                <a:ext uri="{FF2B5EF4-FFF2-40B4-BE49-F238E27FC236}">
                  <a16:creationId xmlns:a16="http://schemas.microsoft.com/office/drawing/2014/main" id="{AD8E8394-9864-DAFC-4D1E-272E714E8E8F}"/>
                </a:ext>
              </a:extLst>
            </p:cNvPr>
            <p:cNvSpPr txBox="1">
              <a:spLocks/>
            </p:cNvSpPr>
            <p:nvPr/>
          </p:nvSpPr>
          <p:spPr>
            <a:xfrm>
              <a:off x="545739" y="307797"/>
              <a:ext cx="11573197" cy="724247"/>
            </a:xfrm>
            <a:prstGeom prst="rect">
              <a:avLst/>
            </a:prstGeom>
          </p:spPr>
          <p:txBody>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algn="ctr" rtl="1"/>
              <a:r>
                <a:rPr lang="ar-EG" sz="2400" kern="0" dirty="0">
                  <a:solidFill>
                    <a:schemeClr val="bg1"/>
                  </a:solidFill>
                  <a:latin typeface="Neo Sans Arabic Bold" panose="020B0804030504040204" pitchFamily="34" charset="-78"/>
                  <a:cs typeface="Neo Sans Arabic Bold" panose="020B0804030504040204" pitchFamily="34" charset="-78"/>
                </a:rPr>
                <a:t>استراتيجيات الترويج للهوية الوطنية عبر المنصات الرقمية</a:t>
              </a:r>
            </a:p>
          </p:txBody>
        </p:sp>
      </p:grpSp>
      <p:sp>
        <p:nvSpPr>
          <p:cNvPr id="16" name="Freeform 65">
            <a:extLst>
              <a:ext uri="{FF2B5EF4-FFF2-40B4-BE49-F238E27FC236}">
                <a16:creationId xmlns:a16="http://schemas.microsoft.com/office/drawing/2014/main" id="{AEF3899B-0ABE-C732-C310-E4C16681C479}"/>
              </a:ext>
            </a:extLst>
          </p:cNvPr>
          <p:cNvSpPr/>
          <p:nvPr/>
        </p:nvSpPr>
        <p:spPr>
          <a:xfrm>
            <a:off x="5898078" y="2309064"/>
            <a:ext cx="2331539" cy="1156220"/>
          </a:xfrm>
          <a:custGeom>
            <a:avLst/>
            <a:gdLst>
              <a:gd name="connsiteX0" fmla="*/ 0 w 1447800"/>
              <a:gd name="connsiteY0" fmla="*/ 0 h 892628"/>
              <a:gd name="connsiteX1" fmla="*/ 1447800 w 1447800"/>
              <a:gd name="connsiteY1" fmla="*/ 0 h 892628"/>
              <a:gd name="connsiteX2" fmla="*/ 1447800 w 1447800"/>
              <a:gd name="connsiteY2" fmla="*/ 892628 h 892628"/>
              <a:gd name="connsiteX3" fmla="*/ 1077685 w 1447800"/>
              <a:gd name="connsiteY3" fmla="*/ 892628 h 892628"/>
            </a:gdLst>
            <a:ahLst/>
            <a:cxnLst>
              <a:cxn ang="0">
                <a:pos x="connsiteX0" y="connsiteY0"/>
              </a:cxn>
              <a:cxn ang="0">
                <a:pos x="connsiteX1" y="connsiteY1"/>
              </a:cxn>
              <a:cxn ang="0">
                <a:pos x="connsiteX2" y="connsiteY2"/>
              </a:cxn>
              <a:cxn ang="0">
                <a:pos x="connsiteX3" y="connsiteY3"/>
              </a:cxn>
            </a:cxnLst>
            <a:rect l="l" t="t" r="r" b="b"/>
            <a:pathLst>
              <a:path w="1447800" h="892628">
                <a:moveTo>
                  <a:pt x="0" y="0"/>
                </a:moveTo>
                <a:lnTo>
                  <a:pt x="1447800" y="0"/>
                </a:lnTo>
                <a:lnTo>
                  <a:pt x="1447800" y="892628"/>
                </a:lnTo>
                <a:lnTo>
                  <a:pt x="1077685" y="892628"/>
                </a:lnTo>
              </a:path>
            </a:pathLst>
          </a:custGeom>
          <a:ln w="50800">
            <a:solidFill>
              <a:srgbClr val="8DB7E0"/>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18" name="Freeform 66">
            <a:extLst>
              <a:ext uri="{FF2B5EF4-FFF2-40B4-BE49-F238E27FC236}">
                <a16:creationId xmlns:a16="http://schemas.microsoft.com/office/drawing/2014/main" id="{DF0DCF58-5A86-C81A-4C4B-FE721EC3D4B5}"/>
              </a:ext>
            </a:extLst>
          </p:cNvPr>
          <p:cNvSpPr/>
          <p:nvPr/>
        </p:nvSpPr>
        <p:spPr>
          <a:xfrm flipH="1">
            <a:off x="3962382" y="3433026"/>
            <a:ext cx="2331539" cy="1156220"/>
          </a:xfrm>
          <a:custGeom>
            <a:avLst/>
            <a:gdLst>
              <a:gd name="connsiteX0" fmla="*/ 0 w 1447800"/>
              <a:gd name="connsiteY0" fmla="*/ 0 h 892628"/>
              <a:gd name="connsiteX1" fmla="*/ 1447800 w 1447800"/>
              <a:gd name="connsiteY1" fmla="*/ 0 h 892628"/>
              <a:gd name="connsiteX2" fmla="*/ 1447800 w 1447800"/>
              <a:gd name="connsiteY2" fmla="*/ 892628 h 892628"/>
              <a:gd name="connsiteX3" fmla="*/ 1077685 w 1447800"/>
              <a:gd name="connsiteY3" fmla="*/ 892628 h 892628"/>
            </a:gdLst>
            <a:ahLst/>
            <a:cxnLst>
              <a:cxn ang="0">
                <a:pos x="connsiteX0" y="connsiteY0"/>
              </a:cxn>
              <a:cxn ang="0">
                <a:pos x="connsiteX1" y="connsiteY1"/>
              </a:cxn>
              <a:cxn ang="0">
                <a:pos x="connsiteX2" y="connsiteY2"/>
              </a:cxn>
              <a:cxn ang="0">
                <a:pos x="connsiteX3" y="connsiteY3"/>
              </a:cxn>
            </a:cxnLst>
            <a:rect l="l" t="t" r="r" b="b"/>
            <a:pathLst>
              <a:path w="1447800" h="892628">
                <a:moveTo>
                  <a:pt x="0" y="0"/>
                </a:moveTo>
                <a:lnTo>
                  <a:pt x="1447800" y="0"/>
                </a:lnTo>
                <a:lnTo>
                  <a:pt x="1447800" y="892628"/>
                </a:lnTo>
                <a:lnTo>
                  <a:pt x="1077685" y="892628"/>
                </a:lnTo>
              </a:path>
            </a:pathLst>
          </a:custGeom>
          <a:ln w="50800">
            <a:solidFill>
              <a:srgbClr val="20849C"/>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20" name="Freeform 67">
            <a:extLst>
              <a:ext uri="{FF2B5EF4-FFF2-40B4-BE49-F238E27FC236}">
                <a16:creationId xmlns:a16="http://schemas.microsoft.com/office/drawing/2014/main" id="{4E8CE1DD-D83B-121F-AFC9-9BBD0BFA5CD5}"/>
              </a:ext>
            </a:extLst>
          </p:cNvPr>
          <p:cNvSpPr/>
          <p:nvPr/>
        </p:nvSpPr>
        <p:spPr>
          <a:xfrm>
            <a:off x="5898078" y="4590209"/>
            <a:ext cx="2331539" cy="1156220"/>
          </a:xfrm>
          <a:custGeom>
            <a:avLst/>
            <a:gdLst>
              <a:gd name="connsiteX0" fmla="*/ 0 w 1447800"/>
              <a:gd name="connsiteY0" fmla="*/ 0 h 892628"/>
              <a:gd name="connsiteX1" fmla="*/ 1447800 w 1447800"/>
              <a:gd name="connsiteY1" fmla="*/ 0 h 892628"/>
              <a:gd name="connsiteX2" fmla="*/ 1447800 w 1447800"/>
              <a:gd name="connsiteY2" fmla="*/ 892628 h 892628"/>
              <a:gd name="connsiteX3" fmla="*/ 1077685 w 1447800"/>
              <a:gd name="connsiteY3" fmla="*/ 892628 h 892628"/>
            </a:gdLst>
            <a:ahLst/>
            <a:cxnLst>
              <a:cxn ang="0">
                <a:pos x="connsiteX0" y="connsiteY0"/>
              </a:cxn>
              <a:cxn ang="0">
                <a:pos x="connsiteX1" y="connsiteY1"/>
              </a:cxn>
              <a:cxn ang="0">
                <a:pos x="connsiteX2" y="connsiteY2"/>
              </a:cxn>
              <a:cxn ang="0">
                <a:pos x="connsiteX3" y="connsiteY3"/>
              </a:cxn>
            </a:cxnLst>
            <a:rect l="l" t="t" r="r" b="b"/>
            <a:pathLst>
              <a:path w="1447800" h="892628">
                <a:moveTo>
                  <a:pt x="0" y="0"/>
                </a:moveTo>
                <a:lnTo>
                  <a:pt x="1447800" y="0"/>
                </a:lnTo>
                <a:lnTo>
                  <a:pt x="1447800" y="892628"/>
                </a:lnTo>
                <a:lnTo>
                  <a:pt x="1077685" y="892628"/>
                </a:lnTo>
              </a:path>
            </a:pathLst>
          </a:custGeom>
          <a:ln w="50800">
            <a:solidFill>
              <a:srgbClr val="165363"/>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30" name="Text Box 2">
            <a:extLst>
              <a:ext uri="{FF2B5EF4-FFF2-40B4-BE49-F238E27FC236}">
                <a16:creationId xmlns:a16="http://schemas.microsoft.com/office/drawing/2014/main" id="{7144C024-5ED6-5D92-E22C-025B3568563B}"/>
              </a:ext>
            </a:extLst>
          </p:cNvPr>
          <p:cNvSpPr txBox="1">
            <a:spLocks noChangeArrowheads="1"/>
          </p:cNvSpPr>
          <p:nvPr/>
        </p:nvSpPr>
        <p:spPr bwMode="auto">
          <a:xfrm>
            <a:off x="8229617" y="4924456"/>
            <a:ext cx="1972748" cy="389096"/>
          </a:xfrm>
          <a:prstGeom prst="rect">
            <a:avLst/>
          </a:prstGeom>
          <a:noFill/>
          <a:ln w="9525">
            <a:noFill/>
            <a:miter lim="800000"/>
            <a:headEnd/>
            <a:tailEnd/>
          </a:ln>
        </p:spPr>
        <p:txBody>
          <a:bodyPr rot="0" vert="horz" wrap="square" lIns="55449" tIns="27725" rIns="55449" bIns="27725" anchor="t" anchorCtr="0">
            <a:spAutoFit/>
          </a:bodyPr>
          <a:lstStyle/>
          <a:p>
            <a:pPr algn="r" defTabSz="277246">
              <a:lnSpc>
                <a:spcPct val="115000"/>
              </a:lnSpc>
              <a:spcAft>
                <a:spcPts val="485"/>
              </a:spcAft>
            </a:pPr>
            <a:r>
              <a:rPr lang="ar-SA" sz="2000" kern="0" dirty="0">
                <a:solidFill>
                  <a:srgbClr val="165363"/>
                </a:solidFill>
                <a:latin typeface="Aptos" panose="020B0004020202020204" pitchFamily="34" charset="0"/>
                <a:ea typeface="Neo Sans Arabic" panose="020B0504030504040204" pitchFamily="34" charset="-78"/>
                <a:cs typeface="Neo Sans Arabic" panose="020B0504030504040204" pitchFamily="34" charset="-78"/>
              </a:rPr>
              <a:t>التفاعل المهني</a:t>
            </a:r>
            <a:endParaRPr lang="en-GB" sz="2000" kern="100" dirty="0">
              <a:solidFill>
                <a:srgbClr val="165363"/>
              </a:solidFill>
              <a:latin typeface="Aptos" panose="020B0004020202020204" pitchFamily="34" charset="0"/>
              <a:ea typeface="Aptos" panose="020B0004020202020204" pitchFamily="34" charset="0"/>
              <a:cs typeface="Arial" panose="020B0604020202020204" pitchFamily="34" charset="0"/>
            </a:endParaRPr>
          </a:p>
        </p:txBody>
      </p:sp>
      <p:sp>
        <p:nvSpPr>
          <p:cNvPr id="31" name="Text Box 2">
            <a:extLst>
              <a:ext uri="{FF2B5EF4-FFF2-40B4-BE49-F238E27FC236}">
                <a16:creationId xmlns:a16="http://schemas.microsoft.com/office/drawing/2014/main" id="{BBB93B40-AE00-D2CA-76DE-D23AF40FB8E7}"/>
              </a:ext>
            </a:extLst>
          </p:cNvPr>
          <p:cNvSpPr txBox="1">
            <a:spLocks noChangeArrowheads="1"/>
          </p:cNvSpPr>
          <p:nvPr/>
        </p:nvSpPr>
        <p:spPr bwMode="auto">
          <a:xfrm>
            <a:off x="-263355" y="3826746"/>
            <a:ext cx="4078168" cy="389096"/>
          </a:xfrm>
          <a:prstGeom prst="rect">
            <a:avLst/>
          </a:prstGeom>
          <a:noFill/>
          <a:ln w="9525">
            <a:noFill/>
            <a:miter lim="800000"/>
            <a:headEnd/>
            <a:tailEnd/>
          </a:ln>
        </p:spPr>
        <p:txBody>
          <a:bodyPr rot="0" vert="horz" wrap="square" lIns="55449" tIns="27725" rIns="55449" bIns="27725" anchor="t" anchorCtr="0">
            <a:spAutoFit/>
          </a:bodyPr>
          <a:lstStyle/>
          <a:p>
            <a:pPr algn="r" defTabSz="277246">
              <a:lnSpc>
                <a:spcPct val="115000"/>
              </a:lnSpc>
              <a:spcAft>
                <a:spcPts val="485"/>
              </a:spcAft>
            </a:pPr>
            <a:r>
              <a:rPr lang="ar-SA" sz="2000" kern="0" dirty="0">
                <a:solidFill>
                  <a:srgbClr val="165363"/>
                </a:solidFill>
                <a:latin typeface="Aptos" panose="020B0004020202020204" pitchFamily="34" charset="0"/>
                <a:ea typeface="Neo Sans Arabic" panose="020B0504030504040204" pitchFamily="34" charset="-78"/>
                <a:cs typeface="Neo Sans Arabic" panose="020B0504030504040204" pitchFamily="34" charset="-78"/>
              </a:rPr>
              <a:t>إنشاء محتوى هادف</a:t>
            </a:r>
            <a:endParaRPr lang="en-GB" sz="2000" kern="100" dirty="0">
              <a:solidFill>
                <a:srgbClr val="165363"/>
              </a:solidFill>
              <a:latin typeface="Aptos" panose="020B0004020202020204" pitchFamily="34" charset="0"/>
              <a:ea typeface="Aptos" panose="020B0004020202020204" pitchFamily="34" charset="0"/>
              <a:cs typeface="Arial" panose="020B0604020202020204" pitchFamily="34" charset="0"/>
            </a:endParaRPr>
          </a:p>
        </p:txBody>
      </p:sp>
      <p:sp>
        <p:nvSpPr>
          <p:cNvPr id="32" name="Text Box 2">
            <a:extLst>
              <a:ext uri="{FF2B5EF4-FFF2-40B4-BE49-F238E27FC236}">
                <a16:creationId xmlns:a16="http://schemas.microsoft.com/office/drawing/2014/main" id="{A0C2FD8D-1115-265B-5AA8-0B84AE1C924E}"/>
              </a:ext>
            </a:extLst>
          </p:cNvPr>
          <p:cNvSpPr txBox="1">
            <a:spLocks noChangeArrowheads="1"/>
          </p:cNvSpPr>
          <p:nvPr/>
        </p:nvSpPr>
        <p:spPr bwMode="auto">
          <a:xfrm>
            <a:off x="8229617" y="2540300"/>
            <a:ext cx="1972748" cy="389096"/>
          </a:xfrm>
          <a:prstGeom prst="rect">
            <a:avLst/>
          </a:prstGeom>
          <a:noFill/>
          <a:ln w="9525">
            <a:noFill/>
            <a:miter lim="800000"/>
            <a:headEnd/>
            <a:tailEnd/>
          </a:ln>
        </p:spPr>
        <p:txBody>
          <a:bodyPr rot="0" vert="horz" wrap="square" lIns="55449" tIns="27725" rIns="55449" bIns="27725" anchor="t" anchorCtr="0">
            <a:spAutoFit/>
          </a:bodyPr>
          <a:lstStyle/>
          <a:p>
            <a:pPr algn="r" defTabSz="277246">
              <a:lnSpc>
                <a:spcPct val="115000"/>
              </a:lnSpc>
              <a:spcAft>
                <a:spcPts val="485"/>
              </a:spcAft>
            </a:pPr>
            <a:r>
              <a:rPr lang="ar-SA" sz="2000" kern="0" dirty="0">
                <a:solidFill>
                  <a:srgbClr val="165363"/>
                </a:solidFill>
                <a:latin typeface="Aptos" panose="020B0004020202020204" pitchFamily="34" charset="0"/>
                <a:ea typeface="Neo Sans Arabic" panose="020B0504030504040204" pitchFamily="34" charset="-78"/>
                <a:cs typeface="Neo Sans Arabic" panose="020B0504030504040204" pitchFamily="34" charset="-78"/>
              </a:rPr>
              <a:t>استخدام المؤثرين</a:t>
            </a:r>
            <a:endParaRPr lang="en-GB" sz="2000" kern="100" dirty="0">
              <a:solidFill>
                <a:srgbClr val="165363"/>
              </a:solidFill>
              <a:latin typeface="Aptos" panose="020B0004020202020204" pitchFamily="34" charset="0"/>
              <a:ea typeface="Aptos" panose="020B0004020202020204" pitchFamily="34" charset="0"/>
              <a:cs typeface="Arial" panose="020B0604020202020204" pitchFamily="34" charset="0"/>
            </a:endParaRPr>
          </a:p>
        </p:txBody>
      </p:sp>
      <p:sp>
        <p:nvSpPr>
          <p:cNvPr id="33" name="Text Box 2">
            <a:extLst>
              <a:ext uri="{FF2B5EF4-FFF2-40B4-BE49-F238E27FC236}">
                <a16:creationId xmlns:a16="http://schemas.microsoft.com/office/drawing/2014/main" id="{07484BC9-B968-0061-FB76-31423DC88951}"/>
              </a:ext>
            </a:extLst>
          </p:cNvPr>
          <p:cNvSpPr txBox="1">
            <a:spLocks noChangeArrowheads="1"/>
          </p:cNvSpPr>
          <p:nvPr/>
        </p:nvSpPr>
        <p:spPr bwMode="auto">
          <a:xfrm>
            <a:off x="2040757" y="2130203"/>
            <a:ext cx="2691551" cy="807159"/>
          </a:xfrm>
          <a:prstGeom prst="rect">
            <a:avLst/>
          </a:prstGeom>
          <a:noFill/>
          <a:ln w="9525">
            <a:noFill/>
            <a:miter lim="800000"/>
            <a:headEnd/>
            <a:tailEnd/>
          </a:ln>
        </p:spPr>
        <p:txBody>
          <a:bodyPr rot="0" vert="horz" wrap="square" lIns="55449" tIns="27725" rIns="55449" bIns="27725" anchor="t" anchorCtr="0">
            <a:spAutoFit/>
          </a:bodyPr>
          <a:lstStyle/>
          <a:p>
            <a:pPr algn="ctr" defTabSz="277246">
              <a:lnSpc>
                <a:spcPct val="115000"/>
              </a:lnSpc>
              <a:spcAft>
                <a:spcPts val="485"/>
              </a:spcAft>
            </a:pPr>
            <a:r>
              <a:rPr lang="ar-SA" sz="2000" kern="0" dirty="0">
                <a:solidFill>
                  <a:srgbClr val="165363"/>
                </a:solidFill>
                <a:latin typeface="Neo Sans Arabic" panose="020B0504030504040204" pitchFamily="34" charset="-78"/>
                <a:ea typeface="Neo Sans Arabic" panose="020B0504030504040204" pitchFamily="34" charset="-78"/>
                <a:cs typeface="Neo Sans Arabic" panose="020B0504030504040204" pitchFamily="34" charset="-78"/>
              </a:rPr>
              <a:t>الاستفادة من المنصات</a:t>
            </a:r>
            <a:endParaRPr lang="en-GB" sz="2000" kern="0" dirty="0">
              <a:solidFill>
                <a:srgbClr val="165363"/>
              </a:solidFill>
              <a:latin typeface="Neo Sans Arabic" panose="020B0504030504040204" pitchFamily="34" charset="-78"/>
              <a:ea typeface="Neo Sans Arabic" panose="020B0504030504040204" pitchFamily="34" charset="-78"/>
              <a:cs typeface="Neo Sans Arabic" panose="020B0504030504040204" pitchFamily="34" charset="-78"/>
            </a:endParaRPr>
          </a:p>
          <a:p>
            <a:pPr algn="ctr" defTabSz="277246">
              <a:lnSpc>
                <a:spcPct val="115000"/>
              </a:lnSpc>
              <a:spcAft>
                <a:spcPts val="485"/>
              </a:spcAft>
            </a:pPr>
            <a:r>
              <a:rPr lang="ar-SA" sz="2000" kern="0" dirty="0">
                <a:solidFill>
                  <a:srgbClr val="FFFFFF"/>
                </a:solidFill>
                <a:latin typeface="Aptos" panose="020B0004020202020204" pitchFamily="34" charset="0"/>
                <a:ea typeface="Neo Sans Arabic" panose="020B0504030504040204" pitchFamily="34" charset="-78"/>
                <a:cs typeface="Neo Sans Arabic" panose="020B0504030504040204" pitchFamily="34" charset="-78"/>
              </a:rPr>
              <a:t> الرقمية</a:t>
            </a:r>
            <a:endParaRPr lang="en-GB" sz="2000" kern="100" dirty="0">
              <a:solidFill>
                <a:prstClr val="black"/>
              </a:solidFill>
              <a:latin typeface="Aptos" panose="020B0004020202020204" pitchFamily="34" charset="0"/>
              <a:ea typeface="Aptos" panose="020B0004020202020204" pitchFamily="34" charset="0"/>
              <a:cs typeface="Arial" panose="020B0604020202020204" pitchFamily="34" charset="0"/>
            </a:endParaRPr>
          </a:p>
        </p:txBody>
      </p:sp>
      <p:grpSp>
        <p:nvGrpSpPr>
          <p:cNvPr id="36" name="Group 35">
            <a:extLst>
              <a:ext uri="{FF2B5EF4-FFF2-40B4-BE49-F238E27FC236}">
                <a16:creationId xmlns:a16="http://schemas.microsoft.com/office/drawing/2014/main" id="{1A726767-3E47-A8E2-FFB7-FC2690730092}"/>
              </a:ext>
            </a:extLst>
          </p:cNvPr>
          <p:cNvGrpSpPr/>
          <p:nvPr/>
        </p:nvGrpSpPr>
        <p:grpSpPr>
          <a:xfrm>
            <a:off x="6507193" y="5220013"/>
            <a:ext cx="970156" cy="970156"/>
            <a:chOff x="6507193" y="5220013"/>
            <a:chExt cx="970156" cy="970156"/>
          </a:xfrm>
        </p:grpSpPr>
        <p:sp>
          <p:nvSpPr>
            <p:cNvPr id="8" name="Oval 7">
              <a:extLst>
                <a:ext uri="{FF2B5EF4-FFF2-40B4-BE49-F238E27FC236}">
                  <a16:creationId xmlns:a16="http://schemas.microsoft.com/office/drawing/2014/main" id="{9F548E8C-2C7E-8D68-2483-3939D6E82493}"/>
                </a:ext>
              </a:extLst>
            </p:cNvPr>
            <p:cNvSpPr/>
            <p:nvPr/>
          </p:nvSpPr>
          <p:spPr>
            <a:xfrm>
              <a:off x="6507193" y="5220013"/>
              <a:ext cx="970156" cy="970156"/>
            </a:xfrm>
            <a:prstGeom prst="ellipse">
              <a:avLst/>
            </a:prstGeom>
            <a:solidFill>
              <a:schemeClr val="bg1"/>
            </a:solidFill>
            <a:ln w="63500">
              <a:solidFill>
                <a:srgbClr val="16536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cs typeface="Arial" pitchFamily="34" charset="0"/>
              </a:endParaRPr>
            </a:p>
          </p:txBody>
        </p:sp>
        <p:pic>
          <p:nvPicPr>
            <p:cNvPr id="35" name="Picture 34" descr="A blue icons with arrows&#10;&#10;AI-generated content may be incorrect.">
              <a:extLst>
                <a:ext uri="{FF2B5EF4-FFF2-40B4-BE49-F238E27FC236}">
                  <a16:creationId xmlns:a16="http://schemas.microsoft.com/office/drawing/2014/main" id="{EB2D491D-6852-44D1-07F2-66A523E6EC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88686" y="5401506"/>
              <a:ext cx="607170" cy="607170"/>
            </a:xfrm>
            <a:prstGeom prst="rect">
              <a:avLst/>
            </a:prstGeom>
          </p:spPr>
        </p:pic>
      </p:grpSp>
      <p:grpSp>
        <p:nvGrpSpPr>
          <p:cNvPr id="39" name="Group 38">
            <a:extLst>
              <a:ext uri="{FF2B5EF4-FFF2-40B4-BE49-F238E27FC236}">
                <a16:creationId xmlns:a16="http://schemas.microsoft.com/office/drawing/2014/main" id="{F7777B7B-776C-D27D-0D45-997090A04AF8}"/>
              </a:ext>
            </a:extLst>
          </p:cNvPr>
          <p:cNvGrpSpPr/>
          <p:nvPr/>
        </p:nvGrpSpPr>
        <p:grpSpPr>
          <a:xfrm>
            <a:off x="4768254" y="4105131"/>
            <a:ext cx="970156" cy="970156"/>
            <a:chOff x="4768254" y="4105131"/>
            <a:chExt cx="970156" cy="970156"/>
          </a:xfrm>
        </p:grpSpPr>
        <p:sp>
          <p:nvSpPr>
            <p:cNvPr id="10" name="Oval 9">
              <a:extLst>
                <a:ext uri="{FF2B5EF4-FFF2-40B4-BE49-F238E27FC236}">
                  <a16:creationId xmlns:a16="http://schemas.microsoft.com/office/drawing/2014/main" id="{5E133832-BB79-5521-8A23-172AEBBC215A}"/>
                </a:ext>
              </a:extLst>
            </p:cNvPr>
            <p:cNvSpPr/>
            <p:nvPr/>
          </p:nvSpPr>
          <p:spPr>
            <a:xfrm>
              <a:off x="4768254" y="4105131"/>
              <a:ext cx="970156" cy="970156"/>
            </a:xfrm>
            <a:prstGeom prst="ellipse">
              <a:avLst/>
            </a:prstGeom>
            <a:solidFill>
              <a:schemeClr val="bg1"/>
            </a:solidFill>
            <a:ln w="63500">
              <a:solidFill>
                <a:srgbClr val="20849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cs typeface="Arial" pitchFamily="34" charset="0"/>
              </a:endParaRPr>
            </a:p>
          </p:txBody>
        </p:sp>
        <p:pic>
          <p:nvPicPr>
            <p:cNvPr id="38" name="Picture 37" descr="A blue and black icon with a magnifying glass and a tablet&#10;&#10;AI-generated content may be incorrect.">
              <a:extLst>
                <a:ext uri="{FF2B5EF4-FFF2-40B4-BE49-F238E27FC236}">
                  <a16:creationId xmlns:a16="http://schemas.microsoft.com/office/drawing/2014/main" id="{C9284FA9-29FD-C7B0-FF57-9205DBA971D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69104" y="4263932"/>
              <a:ext cx="650628" cy="650628"/>
            </a:xfrm>
            <a:prstGeom prst="rect">
              <a:avLst/>
            </a:prstGeom>
          </p:spPr>
        </p:pic>
      </p:grpSp>
      <p:grpSp>
        <p:nvGrpSpPr>
          <p:cNvPr id="42" name="Group 41">
            <a:extLst>
              <a:ext uri="{FF2B5EF4-FFF2-40B4-BE49-F238E27FC236}">
                <a16:creationId xmlns:a16="http://schemas.microsoft.com/office/drawing/2014/main" id="{38479974-2E39-AB6A-51C4-FFC257596D95}"/>
              </a:ext>
            </a:extLst>
          </p:cNvPr>
          <p:cNvGrpSpPr/>
          <p:nvPr/>
        </p:nvGrpSpPr>
        <p:grpSpPr>
          <a:xfrm>
            <a:off x="6507193" y="2990251"/>
            <a:ext cx="970156" cy="970156"/>
            <a:chOff x="6507193" y="2990251"/>
            <a:chExt cx="970156" cy="970156"/>
          </a:xfrm>
        </p:grpSpPr>
        <p:sp>
          <p:nvSpPr>
            <p:cNvPr id="12" name="Oval 11">
              <a:extLst>
                <a:ext uri="{FF2B5EF4-FFF2-40B4-BE49-F238E27FC236}">
                  <a16:creationId xmlns:a16="http://schemas.microsoft.com/office/drawing/2014/main" id="{AA67BC83-32BB-8CEB-0CB3-CEF2407EC03C}"/>
                </a:ext>
              </a:extLst>
            </p:cNvPr>
            <p:cNvSpPr/>
            <p:nvPr/>
          </p:nvSpPr>
          <p:spPr>
            <a:xfrm>
              <a:off x="6507193" y="2990251"/>
              <a:ext cx="970156" cy="970156"/>
            </a:xfrm>
            <a:prstGeom prst="ellipse">
              <a:avLst/>
            </a:prstGeom>
            <a:solidFill>
              <a:schemeClr val="bg1"/>
            </a:solidFill>
            <a:ln w="63500">
              <a:solidFill>
                <a:srgbClr val="8DB7E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cs typeface="Arial" pitchFamily="34" charset="0"/>
              </a:endParaRPr>
            </a:p>
          </p:txBody>
        </p:sp>
        <p:pic>
          <p:nvPicPr>
            <p:cNvPr id="41" name="Picture 40" descr="A blue and black icon of a person on a cellphone&#10;&#10;AI-generated content may be incorrect.">
              <a:extLst>
                <a:ext uri="{FF2B5EF4-FFF2-40B4-BE49-F238E27FC236}">
                  <a16:creationId xmlns:a16="http://schemas.microsoft.com/office/drawing/2014/main" id="{F69312EC-EEF2-A287-9C24-0BBFFC345D3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42450" y="3111263"/>
              <a:ext cx="699641" cy="699641"/>
            </a:xfrm>
            <a:prstGeom prst="rect">
              <a:avLst/>
            </a:prstGeom>
          </p:spPr>
        </p:pic>
      </p:grpSp>
      <p:grpSp>
        <p:nvGrpSpPr>
          <p:cNvPr id="45" name="Group 44">
            <a:extLst>
              <a:ext uri="{FF2B5EF4-FFF2-40B4-BE49-F238E27FC236}">
                <a16:creationId xmlns:a16="http://schemas.microsoft.com/office/drawing/2014/main" id="{64A3C133-B5FB-BCCB-9FEC-B1D2D0DB0518}"/>
              </a:ext>
            </a:extLst>
          </p:cNvPr>
          <p:cNvGrpSpPr/>
          <p:nvPr/>
        </p:nvGrpSpPr>
        <p:grpSpPr>
          <a:xfrm>
            <a:off x="4768254" y="1875369"/>
            <a:ext cx="970156" cy="970156"/>
            <a:chOff x="4768254" y="1875369"/>
            <a:chExt cx="970156" cy="970156"/>
          </a:xfrm>
        </p:grpSpPr>
        <p:sp>
          <p:nvSpPr>
            <p:cNvPr id="14" name="Oval 13">
              <a:extLst>
                <a:ext uri="{FF2B5EF4-FFF2-40B4-BE49-F238E27FC236}">
                  <a16:creationId xmlns:a16="http://schemas.microsoft.com/office/drawing/2014/main" id="{B92D74E6-D1CA-1A68-44E7-5B6BD9213124}"/>
                </a:ext>
              </a:extLst>
            </p:cNvPr>
            <p:cNvSpPr/>
            <p:nvPr/>
          </p:nvSpPr>
          <p:spPr>
            <a:xfrm>
              <a:off x="4768254" y="1875369"/>
              <a:ext cx="970156" cy="970156"/>
            </a:xfrm>
            <a:prstGeom prst="ellipse">
              <a:avLst/>
            </a:prstGeom>
            <a:solidFill>
              <a:schemeClr val="bg1"/>
            </a:solidFill>
            <a:ln w="63500">
              <a:solidFill>
                <a:srgbClr val="74B4A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cs typeface="Arial" pitchFamily="34" charset="0"/>
              </a:endParaRPr>
            </a:p>
          </p:txBody>
        </p:sp>
        <p:pic>
          <p:nvPicPr>
            <p:cNvPr id="44" name="Picture 43" descr="A computer with arrows pointing up&#10;&#10;AI-generated content may be incorrect.">
              <a:extLst>
                <a:ext uri="{FF2B5EF4-FFF2-40B4-BE49-F238E27FC236}">
                  <a16:creationId xmlns:a16="http://schemas.microsoft.com/office/drawing/2014/main" id="{79AFFCDA-6648-A31A-7E6C-2AAF14445D7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40102" y="1995186"/>
              <a:ext cx="627756" cy="627756"/>
            </a:xfrm>
            <a:prstGeom prst="rect">
              <a:avLst/>
            </a:prstGeom>
          </p:spPr>
        </p:pic>
      </p:grpSp>
      <p:grpSp>
        <p:nvGrpSpPr>
          <p:cNvPr id="52" name="object 8">
            <a:extLst>
              <a:ext uri="{FF2B5EF4-FFF2-40B4-BE49-F238E27FC236}">
                <a16:creationId xmlns:a16="http://schemas.microsoft.com/office/drawing/2014/main" id="{B3991C8E-B982-C35D-192C-6F0A41A1D282}"/>
              </a:ext>
            </a:extLst>
          </p:cNvPr>
          <p:cNvGrpSpPr/>
          <p:nvPr/>
        </p:nvGrpSpPr>
        <p:grpSpPr>
          <a:xfrm rot="836155">
            <a:off x="-2591399" y="-1040084"/>
            <a:ext cx="5276699" cy="4294625"/>
            <a:chOff x="0" y="0"/>
            <a:chExt cx="8701667" cy="7082154"/>
          </a:xfrm>
        </p:grpSpPr>
        <p:sp>
          <p:nvSpPr>
            <p:cNvPr id="53" name="object 10">
              <a:extLst>
                <a:ext uri="{FF2B5EF4-FFF2-40B4-BE49-F238E27FC236}">
                  <a16:creationId xmlns:a16="http://schemas.microsoft.com/office/drawing/2014/main" id="{0DD14095-C71B-4851-0E49-6699B1FA27E6}"/>
                </a:ext>
              </a:extLst>
            </p:cNvPr>
            <p:cNvSpPr/>
            <p:nvPr/>
          </p:nvSpPr>
          <p:spPr>
            <a:xfrm>
              <a:off x="0" y="0"/>
              <a:ext cx="6506209" cy="5866765"/>
            </a:xfrm>
            <a:custGeom>
              <a:avLst/>
              <a:gdLst/>
              <a:ahLst/>
              <a:cxnLst/>
              <a:rect l="l" t="t" r="r" b="b"/>
              <a:pathLst>
                <a:path w="6506209" h="5866765">
                  <a:moveTo>
                    <a:pt x="0" y="5862801"/>
                  </a:moveTo>
                  <a:lnTo>
                    <a:pt x="868" y="5862792"/>
                  </a:lnTo>
                  <a:lnTo>
                    <a:pt x="30900" y="5862574"/>
                  </a:lnTo>
                  <a:lnTo>
                    <a:pt x="81643" y="5862606"/>
                  </a:lnTo>
                  <a:lnTo>
                    <a:pt x="132385" y="5862637"/>
                  </a:lnTo>
                  <a:lnTo>
                    <a:pt x="183127" y="5862669"/>
                  </a:lnTo>
                  <a:lnTo>
                    <a:pt x="233870" y="5862701"/>
                  </a:lnTo>
                  <a:lnTo>
                    <a:pt x="284612" y="5862732"/>
                  </a:lnTo>
                  <a:lnTo>
                    <a:pt x="335354" y="5862764"/>
                  </a:lnTo>
                  <a:lnTo>
                    <a:pt x="386097" y="5862796"/>
                  </a:lnTo>
                  <a:lnTo>
                    <a:pt x="436839" y="5862827"/>
                  </a:lnTo>
                  <a:lnTo>
                    <a:pt x="487581" y="5862859"/>
                  </a:lnTo>
                  <a:lnTo>
                    <a:pt x="538324" y="5862891"/>
                  </a:lnTo>
                  <a:lnTo>
                    <a:pt x="589066" y="5862922"/>
                  </a:lnTo>
                  <a:lnTo>
                    <a:pt x="639808" y="5862954"/>
                  </a:lnTo>
                  <a:lnTo>
                    <a:pt x="690551" y="5862985"/>
                  </a:lnTo>
                  <a:lnTo>
                    <a:pt x="741293" y="5863017"/>
                  </a:lnTo>
                  <a:lnTo>
                    <a:pt x="792035" y="5863049"/>
                  </a:lnTo>
                  <a:lnTo>
                    <a:pt x="842778" y="5863080"/>
                  </a:lnTo>
                  <a:lnTo>
                    <a:pt x="893520" y="5863112"/>
                  </a:lnTo>
                  <a:lnTo>
                    <a:pt x="944262" y="5863143"/>
                  </a:lnTo>
                  <a:lnTo>
                    <a:pt x="995005" y="5863175"/>
                  </a:lnTo>
                  <a:lnTo>
                    <a:pt x="1045747" y="5863207"/>
                  </a:lnTo>
                  <a:lnTo>
                    <a:pt x="1096489" y="5863238"/>
                  </a:lnTo>
                  <a:lnTo>
                    <a:pt x="1147231" y="5863270"/>
                  </a:lnTo>
                  <a:lnTo>
                    <a:pt x="1197974" y="5863301"/>
                  </a:lnTo>
                  <a:lnTo>
                    <a:pt x="1248716" y="5863333"/>
                  </a:lnTo>
                  <a:lnTo>
                    <a:pt x="1299458" y="5863364"/>
                  </a:lnTo>
                  <a:lnTo>
                    <a:pt x="1350201" y="5863396"/>
                  </a:lnTo>
                  <a:lnTo>
                    <a:pt x="1400943" y="5863428"/>
                  </a:lnTo>
                  <a:lnTo>
                    <a:pt x="1451685" y="5863459"/>
                  </a:lnTo>
                  <a:lnTo>
                    <a:pt x="1502427" y="5863491"/>
                  </a:lnTo>
                  <a:lnTo>
                    <a:pt x="1553170" y="5863522"/>
                  </a:lnTo>
                  <a:lnTo>
                    <a:pt x="1603912" y="5863554"/>
                  </a:lnTo>
                  <a:lnTo>
                    <a:pt x="1654654" y="5863585"/>
                  </a:lnTo>
                  <a:lnTo>
                    <a:pt x="1705396" y="5863617"/>
                  </a:lnTo>
                  <a:lnTo>
                    <a:pt x="1756139" y="5863648"/>
                  </a:lnTo>
                  <a:lnTo>
                    <a:pt x="1806881" y="5863680"/>
                  </a:lnTo>
                  <a:lnTo>
                    <a:pt x="1857623" y="5863711"/>
                  </a:lnTo>
                  <a:lnTo>
                    <a:pt x="1908365" y="5863743"/>
                  </a:lnTo>
                  <a:lnTo>
                    <a:pt x="1959108" y="5863774"/>
                  </a:lnTo>
                  <a:lnTo>
                    <a:pt x="2009850" y="5863806"/>
                  </a:lnTo>
                  <a:lnTo>
                    <a:pt x="2060592" y="5863837"/>
                  </a:lnTo>
                  <a:lnTo>
                    <a:pt x="2111334" y="5863869"/>
                  </a:lnTo>
                  <a:lnTo>
                    <a:pt x="2162077" y="5863900"/>
                  </a:lnTo>
                  <a:lnTo>
                    <a:pt x="2212819" y="5863931"/>
                  </a:lnTo>
                  <a:lnTo>
                    <a:pt x="2263561" y="5863963"/>
                  </a:lnTo>
                  <a:lnTo>
                    <a:pt x="2314303" y="5863994"/>
                  </a:lnTo>
                  <a:lnTo>
                    <a:pt x="2365046" y="5864026"/>
                  </a:lnTo>
                  <a:lnTo>
                    <a:pt x="2415788" y="5864057"/>
                  </a:lnTo>
                  <a:lnTo>
                    <a:pt x="2466530" y="5864089"/>
                  </a:lnTo>
                  <a:lnTo>
                    <a:pt x="2517272" y="5864120"/>
                  </a:lnTo>
                  <a:lnTo>
                    <a:pt x="2568015" y="5864151"/>
                  </a:lnTo>
                  <a:lnTo>
                    <a:pt x="2618757" y="5864183"/>
                  </a:lnTo>
                  <a:lnTo>
                    <a:pt x="2669499" y="5864214"/>
                  </a:lnTo>
                  <a:lnTo>
                    <a:pt x="2720241" y="5864245"/>
                  </a:lnTo>
                  <a:lnTo>
                    <a:pt x="2770984" y="5864277"/>
                  </a:lnTo>
                  <a:lnTo>
                    <a:pt x="2821726" y="5864308"/>
                  </a:lnTo>
                  <a:lnTo>
                    <a:pt x="2872468" y="5864340"/>
                  </a:lnTo>
                  <a:lnTo>
                    <a:pt x="2923210" y="5864371"/>
                  </a:lnTo>
                  <a:lnTo>
                    <a:pt x="2973953" y="5864402"/>
                  </a:lnTo>
                  <a:lnTo>
                    <a:pt x="3024695" y="5864433"/>
                  </a:lnTo>
                  <a:lnTo>
                    <a:pt x="3075437" y="5864465"/>
                  </a:lnTo>
                  <a:lnTo>
                    <a:pt x="3126179" y="5864496"/>
                  </a:lnTo>
                  <a:lnTo>
                    <a:pt x="3176921" y="5864527"/>
                  </a:lnTo>
                  <a:lnTo>
                    <a:pt x="3227664" y="5864559"/>
                  </a:lnTo>
                  <a:lnTo>
                    <a:pt x="3278406" y="5864590"/>
                  </a:lnTo>
                  <a:lnTo>
                    <a:pt x="3329148" y="5864621"/>
                  </a:lnTo>
                  <a:lnTo>
                    <a:pt x="3379890" y="5864653"/>
                  </a:lnTo>
                  <a:lnTo>
                    <a:pt x="3430633" y="5864684"/>
                  </a:lnTo>
                  <a:lnTo>
                    <a:pt x="3481375" y="5864715"/>
                  </a:lnTo>
                  <a:lnTo>
                    <a:pt x="3532117" y="5864746"/>
                  </a:lnTo>
                  <a:lnTo>
                    <a:pt x="3582859" y="5864778"/>
                  </a:lnTo>
                  <a:lnTo>
                    <a:pt x="3633602" y="5864809"/>
                  </a:lnTo>
                  <a:lnTo>
                    <a:pt x="3684344" y="5864840"/>
                  </a:lnTo>
                  <a:lnTo>
                    <a:pt x="3735086" y="5864871"/>
                  </a:lnTo>
                  <a:lnTo>
                    <a:pt x="3785828" y="5864902"/>
                  </a:lnTo>
                  <a:lnTo>
                    <a:pt x="3836571" y="5864934"/>
                  </a:lnTo>
                  <a:lnTo>
                    <a:pt x="3887313" y="5864965"/>
                  </a:lnTo>
                  <a:lnTo>
                    <a:pt x="3938055" y="5864996"/>
                  </a:lnTo>
                  <a:lnTo>
                    <a:pt x="3988797" y="5865027"/>
                  </a:lnTo>
                  <a:lnTo>
                    <a:pt x="4039540" y="5865058"/>
                  </a:lnTo>
                  <a:lnTo>
                    <a:pt x="4090282" y="5865089"/>
                  </a:lnTo>
                  <a:lnTo>
                    <a:pt x="4141024" y="5865121"/>
                  </a:lnTo>
                  <a:lnTo>
                    <a:pt x="4191767" y="5865152"/>
                  </a:lnTo>
                  <a:lnTo>
                    <a:pt x="4242509" y="5865183"/>
                  </a:lnTo>
                  <a:lnTo>
                    <a:pt x="4293251" y="5865214"/>
                  </a:lnTo>
                  <a:lnTo>
                    <a:pt x="4343993" y="5865245"/>
                  </a:lnTo>
                  <a:lnTo>
                    <a:pt x="4394736" y="5865276"/>
                  </a:lnTo>
                  <a:lnTo>
                    <a:pt x="4445478" y="5865307"/>
                  </a:lnTo>
                  <a:lnTo>
                    <a:pt x="4496220" y="5865338"/>
                  </a:lnTo>
                  <a:lnTo>
                    <a:pt x="4546962" y="5865369"/>
                  </a:lnTo>
                  <a:lnTo>
                    <a:pt x="4597705" y="5865401"/>
                  </a:lnTo>
                  <a:lnTo>
                    <a:pt x="4648447" y="5865432"/>
                  </a:lnTo>
                  <a:lnTo>
                    <a:pt x="4699189" y="5865463"/>
                  </a:lnTo>
                  <a:lnTo>
                    <a:pt x="4749932" y="5865494"/>
                  </a:lnTo>
                  <a:lnTo>
                    <a:pt x="4800674" y="5865525"/>
                  </a:lnTo>
                  <a:lnTo>
                    <a:pt x="4851416" y="5865556"/>
                  </a:lnTo>
                  <a:lnTo>
                    <a:pt x="4902159" y="5865587"/>
                  </a:lnTo>
                  <a:lnTo>
                    <a:pt x="4952901" y="5865618"/>
                  </a:lnTo>
                  <a:lnTo>
                    <a:pt x="5003643" y="5865649"/>
                  </a:lnTo>
                  <a:lnTo>
                    <a:pt x="5054385" y="5865680"/>
                  </a:lnTo>
                  <a:lnTo>
                    <a:pt x="5105128" y="5865711"/>
                  </a:lnTo>
                  <a:lnTo>
                    <a:pt x="5155870" y="5865742"/>
                  </a:lnTo>
                  <a:lnTo>
                    <a:pt x="5206612" y="5865773"/>
                  </a:lnTo>
                  <a:lnTo>
                    <a:pt x="5257355" y="5865804"/>
                  </a:lnTo>
                  <a:lnTo>
                    <a:pt x="5308097" y="5865834"/>
                  </a:lnTo>
                  <a:lnTo>
                    <a:pt x="5358839" y="5865865"/>
                  </a:lnTo>
                  <a:lnTo>
                    <a:pt x="5409582" y="5865896"/>
                  </a:lnTo>
                  <a:lnTo>
                    <a:pt x="5460324" y="5865927"/>
                  </a:lnTo>
                  <a:lnTo>
                    <a:pt x="5511067" y="5865958"/>
                  </a:lnTo>
                  <a:lnTo>
                    <a:pt x="5561809" y="5865989"/>
                  </a:lnTo>
                  <a:lnTo>
                    <a:pt x="5612551" y="5866020"/>
                  </a:lnTo>
                  <a:lnTo>
                    <a:pt x="5663294" y="5866051"/>
                  </a:lnTo>
                  <a:lnTo>
                    <a:pt x="5714036" y="5866082"/>
                  </a:lnTo>
                  <a:lnTo>
                    <a:pt x="5749061" y="5866251"/>
                  </a:lnTo>
                  <a:lnTo>
                    <a:pt x="5784090" y="5866481"/>
                  </a:lnTo>
                  <a:lnTo>
                    <a:pt x="5819110" y="5866398"/>
                  </a:lnTo>
                  <a:lnTo>
                    <a:pt x="5854105" y="5865631"/>
                  </a:lnTo>
                  <a:lnTo>
                    <a:pt x="5904153" y="5862458"/>
                  </a:lnTo>
                  <a:lnTo>
                    <a:pt x="5952623" y="5856572"/>
                  </a:lnTo>
                  <a:lnTo>
                    <a:pt x="5999458" y="5848053"/>
                  </a:lnTo>
                  <a:lnTo>
                    <a:pt x="6044602" y="5836979"/>
                  </a:lnTo>
                  <a:lnTo>
                    <a:pt x="6087997" y="5823429"/>
                  </a:lnTo>
                  <a:lnTo>
                    <a:pt x="6129588" y="5807481"/>
                  </a:lnTo>
                  <a:lnTo>
                    <a:pt x="6169318" y="5789215"/>
                  </a:lnTo>
                  <a:lnTo>
                    <a:pt x="6207131" y="5768708"/>
                  </a:lnTo>
                  <a:lnTo>
                    <a:pt x="6242971" y="5746040"/>
                  </a:lnTo>
                  <a:lnTo>
                    <a:pt x="6276780" y="5721288"/>
                  </a:lnTo>
                  <a:lnTo>
                    <a:pt x="6308502" y="5694533"/>
                  </a:lnTo>
                  <a:lnTo>
                    <a:pt x="6338082" y="5665851"/>
                  </a:lnTo>
                  <a:lnTo>
                    <a:pt x="6365462" y="5635323"/>
                  </a:lnTo>
                  <a:lnTo>
                    <a:pt x="6390586" y="5603025"/>
                  </a:lnTo>
                  <a:lnTo>
                    <a:pt x="6413398" y="5569038"/>
                  </a:lnTo>
                  <a:lnTo>
                    <a:pt x="6433841" y="5533440"/>
                  </a:lnTo>
                  <a:lnTo>
                    <a:pt x="6451859" y="5496309"/>
                  </a:lnTo>
                  <a:lnTo>
                    <a:pt x="6467395" y="5457724"/>
                  </a:lnTo>
                  <a:lnTo>
                    <a:pt x="6480393" y="5417763"/>
                  </a:lnTo>
                  <a:lnTo>
                    <a:pt x="6490796" y="5376506"/>
                  </a:lnTo>
                  <a:lnTo>
                    <a:pt x="6498548" y="5334031"/>
                  </a:lnTo>
                  <a:lnTo>
                    <a:pt x="6503593" y="5290415"/>
                  </a:lnTo>
                  <a:lnTo>
                    <a:pt x="6505874" y="5245739"/>
                  </a:lnTo>
                  <a:lnTo>
                    <a:pt x="6505335" y="5200081"/>
                  </a:lnTo>
                  <a:lnTo>
                    <a:pt x="6501919" y="5153519"/>
                  </a:lnTo>
                  <a:lnTo>
                    <a:pt x="6495570" y="5106132"/>
                  </a:lnTo>
                  <a:lnTo>
                    <a:pt x="6486230" y="5057998"/>
                  </a:lnTo>
                  <a:lnTo>
                    <a:pt x="6473845" y="5009197"/>
                  </a:lnTo>
                  <a:lnTo>
                    <a:pt x="6459160" y="4963284"/>
                  </a:lnTo>
                  <a:lnTo>
                    <a:pt x="6441765" y="4918713"/>
                  </a:lnTo>
                  <a:lnTo>
                    <a:pt x="6421959" y="4875273"/>
                  </a:lnTo>
                  <a:lnTo>
                    <a:pt x="6400041" y="4832753"/>
                  </a:lnTo>
                  <a:lnTo>
                    <a:pt x="6376309" y="4790942"/>
                  </a:lnTo>
                  <a:lnTo>
                    <a:pt x="6351355" y="4748743"/>
                  </a:lnTo>
                  <a:lnTo>
                    <a:pt x="6324330" y="4703114"/>
                  </a:lnTo>
                  <a:lnTo>
                    <a:pt x="6295288" y="4654145"/>
                  </a:lnTo>
                  <a:lnTo>
                    <a:pt x="6264282" y="4601922"/>
                  </a:lnTo>
                  <a:lnTo>
                    <a:pt x="6231364" y="4546535"/>
                  </a:lnTo>
                  <a:lnTo>
                    <a:pt x="6196588" y="4488070"/>
                  </a:lnTo>
                  <a:lnTo>
                    <a:pt x="6160005" y="4426616"/>
                  </a:lnTo>
                  <a:lnTo>
                    <a:pt x="6121669" y="4362262"/>
                  </a:lnTo>
                  <a:lnTo>
                    <a:pt x="6101860" y="4329024"/>
                  </a:lnTo>
                  <a:lnTo>
                    <a:pt x="6081633" y="4295095"/>
                  </a:lnTo>
                  <a:lnTo>
                    <a:pt x="6060994" y="4260484"/>
                  </a:lnTo>
                  <a:lnTo>
                    <a:pt x="6039949" y="4225203"/>
                  </a:lnTo>
                  <a:lnTo>
                    <a:pt x="6018506" y="4189263"/>
                  </a:lnTo>
                  <a:lnTo>
                    <a:pt x="5996671" y="4152675"/>
                  </a:lnTo>
                  <a:lnTo>
                    <a:pt x="5974450" y="4115449"/>
                  </a:lnTo>
                  <a:lnTo>
                    <a:pt x="5951850" y="4077598"/>
                  </a:lnTo>
                  <a:lnTo>
                    <a:pt x="5928879" y="4039131"/>
                  </a:lnTo>
                  <a:lnTo>
                    <a:pt x="5905541" y="4000061"/>
                  </a:lnTo>
                  <a:lnTo>
                    <a:pt x="5881844" y="3960397"/>
                  </a:lnTo>
                  <a:lnTo>
                    <a:pt x="5857795" y="3920152"/>
                  </a:lnTo>
                  <a:lnTo>
                    <a:pt x="5833400" y="3879335"/>
                  </a:lnTo>
                  <a:lnTo>
                    <a:pt x="5808665" y="3837958"/>
                  </a:lnTo>
                  <a:lnTo>
                    <a:pt x="5783598" y="3796033"/>
                  </a:lnTo>
                  <a:lnTo>
                    <a:pt x="5758205" y="3753569"/>
                  </a:lnTo>
                  <a:lnTo>
                    <a:pt x="5732493" y="3710578"/>
                  </a:lnTo>
                  <a:lnTo>
                    <a:pt x="5706467" y="3667072"/>
                  </a:lnTo>
                  <a:lnTo>
                    <a:pt x="5680135" y="3623060"/>
                  </a:lnTo>
                  <a:lnTo>
                    <a:pt x="5653504" y="3578555"/>
                  </a:lnTo>
                  <a:lnTo>
                    <a:pt x="5626579" y="3533566"/>
                  </a:lnTo>
                  <a:lnTo>
                    <a:pt x="5599368" y="3488106"/>
                  </a:lnTo>
                  <a:lnTo>
                    <a:pt x="5571877" y="3442185"/>
                  </a:lnTo>
                  <a:lnTo>
                    <a:pt x="5544113" y="3395813"/>
                  </a:lnTo>
                  <a:lnTo>
                    <a:pt x="5516082" y="3349003"/>
                  </a:lnTo>
                  <a:lnTo>
                    <a:pt x="5487791" y="3301765"/>
                  </a:lnTo>
                  <a:lnTo>
                    <a:pt x="5459247" y="3254111"/>
                  </a:lnTo>
                  <a:lnTo>
                    <a:pt x="5430456" y="3206050"/>
                  </a:lnTo>
                  <a:lnTo>
                    <a:pt x="5401424" y="3157594"/>
                  </a:lnTo>
                  <a:lnTo>
                    <a:pt x="5372159" y="3108755"/>
                  </a:lnTo>
                  <a:lnTo>
                    <a:pt x="5342667" y="3059543"/>
                  </a:lnTo>
                  <a:lnTo>
                    <a:pt x="5312954" y="3009969"/>
                  </a:lnTo>
                  <a:lnTo>
                    <a:pt x="5283027" y="2960044"/>
                  </a:lnTo>
                  <a:lnTo>
                    <a:pt x="5252894" y="2909780"/>
                  </a:lnTo>
                  <a:lnTo>
                    <a:pt x="5222559" y="2859187"/>
                  </a:lnTo>
                  <a:lnTo>
                    <a:pt x="5192030" y="2808275"/>
                  </a:lnTo>
                  <a:lnTo>
                    <a:pt x="5161314" y="2757058"/>
                  </a:lnTo>
                  <a:lnTo>
                    <a:pt x="5130417" y="2705544"/>
                  </a:lnTo>
                  <a:lnTo>
                    <a:pt x="5099346" y="2653746"/>
                  </a:lnTo>
                  <a:lnTo>
                    <a:pt x="5068107" y="2601674"/>
                  </a:lnTo>
                  <a:lnTo>
                    <a:pt x="5036707" y="2549340"/>
                  </a:lnTo>
                  <a:lnTo>
                    <a:pt x="5005153" y="2496753"/>
                  </a:lnTo>
                  <a:lnTo>
                    <a:pt x="4973451" y="2443926"/>
                  </a:lnTo>
                  <a:lnTo>
                    <a:pt x="4941607" y="2390870"/>
                  </a:lnTo>
                  <a:lnTo>
                    <a:pt x="4909629" y="2337594"/>
                  </a:lnTo>
                  <a:lnTo>
                    <a:pt x="4877523" y="2284112"/>
                  </a:lnTo>
                  <a:lnTo>
                    <a:pt x="4845295" y="2230432"/>
                  </a:lnTo>
                  <a:lnTo>
                    <a:pt x="4812953" y="2176567"/>
                  </a:lnTo>
                  <a:lnTo>
                    <a:pt x="4780502" y="2122527"/>
                  </a:lnTo>
                  <a:lnTo>
                    <a:pt x="4747950" y="2068324"/>
                  </a:lnTo>
                  <a:lnTo>
                    <a:pt x="4715302" y="2013968"/>
                  </a:lnTo>
                  <a:lnTo>
                    <a:pt x="4682566" y="1959471"/>
                  </a:lnTo>
                  <a:lnTo>
                    <a:pt x="4649749" y="1904843"/>
                  </a:lnTo>
                  <a:lnTo>
                    <a:pt x="4616856" y="1850095"/>
                  </a:lnTo>
                  <a:lnTo>
                    <a:pt x="4583894" y="1795239"/>
                  </a:lnTo>
                  <a:lnTo>
                    <a:pt x="4550870" y="1740285"/>
                  </a:lnTo>
                  <a:lnTo>
                    <a:pt x="4517791" y="1685245"/>
                  </a:lnTo>
                  <a:lnTo>
                    <a:pt x="4484663" y="1630130"/>
                  </a:lnTo>
                  <a:lnTo>
                    <a:pt x="4451493" y="1574950"/>
                  </a:lnTo>
                  <a:lnTo>
                    <a:pt x="4418287" y="1519716"/>
                  </a:lnTo>
                  <a:lnTo>
                    <a:pt x="4385052" y="1464440"/>
                  </a:lnTo>
                  <a:lnTo>
                    <a:pt x="4351795" y="1409133"/>
                  </a:lnTo>
                  <a:lnTo>
                    <a:pt x="4318522" y="1353805"/>
                  </a:lnTo>
                  <a:lnTo>
                    <a:pt x="4285239" y="1298468"/>
                  </a:lnTo>
                  <a:lnTo>
                    <a:pt x="4251954" y="1243132"/>
                  </a:lnTo>
                  <a:lnTo>
                    <a:pt x="4218673" y="1187809"/>
                  </a:lnTo>
                  <a:lnTo>
                    <a:pt x="4185402" y="1132510"/>
                  </a:lnTo>
                  <a:lnTo>
                    <a:pt x="4152149" y="1077245"/>
                  </a:lnTo>
                  <a:lnTo>
                    <a:pt x="4118919" y="1022026"/>
                  </a:lnTo>
                  <a:lnTo>
                    <a:pt x="4085720" y="966864"/>
                  </a:lnTo>
                  <a:lnTo>
                    <a:pt x="4052558" y="911769"/>
                  </a:lnTo>
                  <a:lnTo>
                    <a:pt x="4019439" y="856753"/>
                  </a:lnTo>
                  <a:lnTo>
                    <a:pt x="3986371" y="801826"/>
                  </a:lnTo>
                  <a:lnTo>
                    <a:pt x="3953359" y="747001"/>
                  </a:lnTo>
                  <a:lnTo>
                    <a:pt x="3920411" y="692287"/>
                  </a:lnTo>
                  <a:lnTo>
                    <a:pt x="3887532" y="637695"/>
                  </a:lnTo>
                  <a:lnTo>
                    <a:pt x="3854730" y="583238"/>
                  </a:lnTo>
                  <a:lnTo>
                    <a:pt x="3822012" y="528925"/>
                  </a:lnTo>
                  <a:lnTo>
                    <a:pt x="3789383" y="474768"/>
                  </a:lnTo>
                  <a:lnTo>
                    <a:pt x="3756850" y="420778"/>
                  </a:lnTo>
                  <a:lnTo>
                    <a:pt x="3724421" y="366965"/>
                  </a:lnTo>
                  <a:lnTo>
                    <a:pt x="3692101" y="313342"/>
                  </a:lnTo>
                  <a:lnTo>
                    <a:pt x="3659897" y="259918"/>
                  </a:lnTo>
                  <a:lnTo>
                    <a:pt x="3627816" y="206705"/>
                  </a:lnTo>
                  <a:lnTo>
                    <a:pt x="3595864" y="153714"/>
                  </a:lnTo>
                  <a:lnTo>
                    <a:pt x="3564048" y="100956"/>
                  </a:lnTo>
                  <a:lnTo>
                    <a:pt x="3532375" y="48441"/>
                  </a:lnTo>
                  <a:lnTo>
                    <a:pt x="350315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54" name="object 11">
              <a:extLst>
                <a:ext uri="{FF2B5EF4-FFF2-40B4-BE49-F238E27FC236}">
                  <a16:creationId xmlns:a16="http://schemas.microsoft.com/office/drawing/2014/main" id="{2EDC5BC8-7513-8F89-115A-C0E067045338}"/>
                </a:ext>
              </a:extLst>
            </p:cNvPr>
            <p:cNvSpPr/>
            <p:nvPr/>
          </p:nvSpPr>
          <p:spPr>
            <a:xfrm>
              <a:off x="0" y="0"/>
              <a:ext cx="4424045" cy="4857115"/>
            </a:xfrm>
            <a:custGeom>
              <a:avLst/>
              <a:gdLst/>
              <a:ahLst/>
              <a:cxnLst/>
              <a:rect l="l" t="t" r="r" b="b"/>
              <a:pathLst>
                <a:path w="4424045" h="4857115">
                  <a:moveTo>
                    <a:pt x="0" y="4854300"/>
                  </a:moveTo>
                  <a:lnTo>
                    <a:pt x="79877" y="4854350"/>
                  </a:lnTo>
                  <a:lnTo>
                    <a:pt x="130619" y="4854381"/>
                  </a:lnTo>
                  <a:lnTo>
                    <a:pt x="181362" y="4854412"/>
                  </a:lnTo>
                  <a:lnTo>
                    <a:pt x="232104" y="4854444"/>
                  </a:lnTo>
                  <a:lnTo>
                    <a:pt x="282846" y="4854475"/>
                  </a:lnTo>
                  <a:lnTo>
                    <a:pt x="333588" y="4854507"/>
                  </a:lnTo>
                  <a:lnTo>
                    <a:pt x="384331" y="4854538"/>
                  </a:lnTo>
                  <a:lnTo>
                    <a:pt x="435073" y="4854570"/>
                  </a:lnTo>
                  <a:lnTo>
                    <a:pt x="485815" y="4854601"/>
                  </a:lnTo>
                  <a:lnTo>
                    <a:pt x="536557" y="4854632"/>
                  </a:lnTo>
                  <a:lnTo>
                    <a:pt x="587300" y="4854664"/>
                  </a:lnTo>
                  <a:lnTo>
                    <a:pt x="638042" y="4854695"/>
                  </a:lnTo>
                  <a:lnTo>
                    <a:pt x="688784" y="4854726"/>
                  </a:lnTo>
                  <a:lnTo>
                    <a:pt x="739526" y="4854758"/>
                  </a:lnTo>
                  <a:lnTo>
                    <a:pt x="790269" y="4854789"/>
                  </a:lnTo>
                  <a:lnTo>
                    <a:pt x="841011" y="4854820"/>
                  </a:lnTo>
                  <a:lnTo>
                    <a:pt x="891753" y="4854852"/>
                  </a:lnTo>
                  <a:lnTo>
                    <a:pt x="942495" y="4854883"/>
                  </a:lnTo>
                  <a:lnTo>
                    <a:pt x="993238" y="4854914"/>
                  </a:lnTo>
                  <a:lnTo>
                    <a:pt x="1043980" y="4854946"/>
                  </a:lnTo>
                  <a:lnTo>
                    <a:pt x="1094722" y="4854977"/>
                  </a:lnTo>
                  <a:lnTo>
                    <a:pt x="1145464" y="4855008"/>
                  </a:lnTo>
                  <a:lnTo>
                    <a:pt x="1196207" y="4855040"/>
                  </a:lnTo>
                  <a:lnTo>
                    <a:pt x="1246949" y="4855071"/>
                  </a:lnTo>
                  <a:lnTo>
                    <a:pt x="1297691" y="4855102"/>
                  </a:lnTo>
                  <a:lnTo>
                    <a:pt x="1348433" y="4855133"/>
                  </a:lnTo>
                  <a:lnTo>
                    <a:pt x="1399175" y="4855165"/>
                  </a:lnTo>
                  <a:lnTo>
                    <a:pt x="1449918" y="4855196"/>
                  </a:lnTo>
                  <a:lnTo>
                    <a:pt x="1500660" y="4855227"/>
                  </a:lnTo>
                  <a:lnTo>
                    <a:pt x="1551402" y="4855258"/>
                  </a:lnTo>
                  <a:lnTo>
                    <a:pt x="1602144" y="4855290"/>
                  </a:lnTo>
                  <a:lnTo>
                    <a:pt x="1652887" y="4855321"/>
                  </a:lnTo>
                  <a:lnTo>
                    <a:pt x="1703629" y="4855352"/>
                  </a:lnTo>
                  <a:lnTo>
                    <a:pt x="1754371" y="4855383"/>
                  </a:lnTo>
                  <a:lnTo>
                    <a:pt x="1805113" y="4855414"/>
                  </a:lnTo>
                  <a:lnTo>
                    <a:pt x="1855856" y="4855446"/>
                  </a:lnTo>
                  <a:lnTo>
                    <a:pt x="1906598" y="4855477"/>
                  </a:lnTo>
                  <a:lnTo>
                    <a:pt x="1957340" y="4855508"/>
                  </a:lnTo>
                  <a:lnTo>
                    <a:pt x="2008083" y="4855539"/>
                  </a:lnTo>
                  <a:lnTo>
                    <a:pt x="2058825" y="4855570"/>
                  </a:lnTo>
                  <a:lnTo>
                    <a:pt x="2109567" y="4855601"/>
                  </a:lnTo>
                  <a:lnTo>
                    <a:pt x="2160309" y="4855632"/>
                  </a:lnTo>
                  <a:lnTo>
                    <a:pt x="2211052" y="4855664"/>
                  </a:lnTo>
                  <a:lnTo>
                    <a:pt x="2261794" y="4855695"/>
                  </a:lnTo>
                  <a:lnTo>
                    <a:pt x="2312536" y="4855726"/>
                  </a:lnTo>
                  <a:lnTo>
                    <a:pt x="2363278" y="4855757"/>
                  </a:lnTo>
                  <a:lnTo>
                    <a:pt x="2414021" y="4855788"/>
                  </a:lnTo>
                  <a:lnTo>
                    <a:pt x="2464763" y="4855819"/>
                  </a:lnTo>
                  <a:lnTo>
                    <a:pt x="2515505" y="4855850"/>
                  </a:lnTo>
                  <a:lnTo>
                    <a:pt x="2566248" y="4855881"/>
                  </a:lnTo>
                  <a:lnTo>
                    <a:pt x="2616990" y="4855912"/>
                  </a:lnTo>
                  <a:lnTo>
                    <a:pt x="2667732" y="4855943"/>
                  </a:lnTo>
                  <a:lnTo>
                    <a:pt x="2718474" y="4855974"/>
                  </a:lnTo>
                  <a:lnTo>
                    <a:pt x="2769217" y="4856005"/>
                  </a:lnTo>
                  <a:lnTo>
                    <a:pt x="2819959" y="4856036"/>
                  </a:lnTo>
                  <a:lnTo>
                    <a:pt x="2870701" y="4856067"/>
                  </a:lnTo>
                  <a:lnTo>
                    <a:pt x="2921444" y="4856098"/>
                  </a:lnTo>
                  <a:lnTo>
                    <a:pt x="2972186" y="4856129"/>
                  </a:lnTo>
                  <a:lnTo>
                    <a:pt x="3022928" y="4856160"/>
                  </a:lnTo>
                  <a:lnTo>
                    <a:pt x="3073671" y="4856191"/>
                  </a:lnTo>
                  <a:lnTo>
                    <a:pt x="3124413" y="4856222"/>
                  </a:lnTo>
                  <a:lnTo>
                    <a:pt x="3175155" y="4856253"/>
                  </a:lnTo>
                  <a:lnTo>
                    <a:pt x="3225898" y="4856284"/>
                  </a:lnTo>
                  <a:lnTo>
                    <a:pt x="3276640" y="4856315"/>
                  </a:lnTo>
                  <a:lnTo>
                    <a:pt x="3327382" y="4856346"/>
                  </a:lnTo>
                  <a:lnTo>
                    <a:pt x="3378125" y="4856377"/>
                  </a:lnTo>
                  <a:lnTo>
                    <a:pt x="3428867" y="4856408"/>
                  </a:lnTo>
                  <a:lnTo>
                    <a:pt x="3479609" y="4856439"/>
                  </a:lnTo>
                  <a:lnTo>
                    <a:pt x="3530352" y="4856469"/>
                  </a:lnTo>
                  <a:lnTo>
                    <a:pt x="3581094" y="4856500"/>
                  </a:lnTo>
                  <a:lnTo>
                    <a:pt x="3631837" y="4856531"/>
                  </a:lnTo>
                  <a:lnTo>
                    <a:pt x="3666861" y="4856701"/>
                  </a:lnTo>
                  <a:lnTo>
                    <a:pt x="3701891" y="4856930"/>
                  </a:lnTo>
                  <a:lnTo>
                    <a:pt x="3736910" y="4856848"/>
                  </a:lnTo>
                  <a:lnTo>
                    <a:pt x="3771906" y="4856081"/>
                  </a:lnTo>
                  <a:lnTo>
                    <a:pt x="3821954" y="4852907"/>
                  </a:lnTo>
                  <a:lnTo>
                    <a:pt x="3870424" y="4847021"/>
                  </a:lnTo>
                  <a:lnTo>
                    <a:pt x="3917259" y="4838502"/>
                  </a:lnTo>
                  <a:lnTo>
                    <a:pt x="3962402" y="4827428"/>
                  </a:lnTo>
                  <a:lnTo>
                    <a:pt x="4005798" y="4813878"/>
                  </a:lnTo>
                  <a:lnTo>
                    <a:pt x="4047389" y="4797931"/>
                  </a:lnTo>
                  <a:lnTo>
                    <a:pt x="4087119" y="4779664"/>
                  </a:lnTo>
                  <a:lnTo>
                    <a:pt x="4124932" y="4759158"/>
                  </a:lnTo>
                  <a:lnTo>
                    <a:pt x="4160771" y="4736489"/>
                  </a:lnTo>
                  <a:lnTo>
                    <a:pt x="4194580" y="4711738"/>
                  </a:lnTo>
                  <a:lnTo>
                    <a:pt x="4226303" y="4684982"/>
                  </a:lnTo>
                  <a:lnTo>
                    <a:pt x="4255882" y="4656301"/>
                  </a:lnTo>
                  <a:lnTo>
                    <a:pt x="4283262" y="4625772"/>
                  </a:lnTo>
                  <a:lnTo>
                    <a:pt x="4308387" y="4593475"/>
                  </a:lnTo>
                  <a:lnTo>
                    <a:pt x="4331198" y="4559488"/>
                  </a:lnTo>
                  <a:lnTo>
                    <a:pt x="4351641" y="4523890"/>
                  </a:lnTo>
                  <a:lnTo>
                    <a:pt x="4369659" y="4486759"/>
                  </a:lnTo>
                  <a:lnTo>
                    <a:pt x="4385195" y="4448173"/>
                  </a:lnTo>
                  <a:lnTo>
                    <a:pt x="4398193" y="4408213"/>
                  </a:lnTo>
                  <a:lnTo>
                    <a:pt x="4408597" y="4366956"/>
                  </a:lnTo>
                  <a:lnTo>
                    <a:pt x="4416349" y="4324480"/>
                  </a:lnTo>
                  <a:lnTo>
                    <a:pt x="4421394" y="4280865"/>
                  </a:lnTo>
                  <a:lnTo>
                    <a:pt x="4423675" y="4236189"/>
                  </a:lnTo>
                  <a:lnTo>
                    <a:pt x="4423136" y="4190531"/>
                  </a:lnTo>
                  <a:lnTo>
                    <a:pt x="4419719" y="4143969"/>
                  </a:lnTo>
                  <a:lnTo>
                    <a:pt x="4413370" y="4096581"/>
                  </a:lnTo>
                  <a:lnTo>
                    <a:pt x="4404031" y="4048448"/>
                  </a:lnTo>
                  <a:lnTo>
                    <a:pt x="4391646" y="3999646"/>
                  </a:lnTo>
                  <a:lnTo>
                    <a:pt x="4376961" y="3953734"/>
                  </a:lnTo>
                  <a:lnTo>
                    <a:pt x="4359566" y="3909163"/>
                  </a:lnTo>
                  <a:lnTo>
                    <a:pt x="4339760" y="3865723"/>
                  </a:lnTo>
                  <a:lnTo>
                    <a:pt x="4317842" y="3823203"/>
                  </a:lnTo>
                  <a:lnTo>
                    <a:pt x="4294110" y="3781391"/>
                  </a:lnTo>
                  <a:lnTo>
                    <a:pt x="4255289" y="3716001"/>
                  </a:lnTo>
                  <a:lnTo>
                    <a:pt x="4235177" y="3682348"/>
                  </a:lnTo>
                  <a:lnTo>
                    <a:pt x="4214609" y="3648074"/>
                  </a:lnTo>
                  <a:lnTo>
                    <a:pt x="4193595" y="3613191"/>
                  </a:lnTo>
                  <a:lnTo>
                    <a:pt x="4172145" y="3577714"/>
                  </a:lnTo>
                  <a:lnTo>
                    <a:pt x="4150268" y="3541654"/>
                  </a:lnTo>
                  <a:lnTo>
                    <a:pt x="4127974" y="3505026"/>
                  </a:lnTo>
                  <a:lnTo>
                    <a:pt x="4105272" y="3467842"/>
                  </a:lnTo>
                  <a:lnTo>
                    <a:pt x="4082173" y="3430115"/>
                  </a:lnTo>
                  <a:lnTo>
                    <a:pt x="4058685" y="3391858"/>
                  </a:lnTo>
                  <a:lnTo>
                    <a:pt x="4034818" y="3353085"/>
                  </a:lnTo>
                  <a:lnTo>
                    <a:pt x="4010583" y="3313808"/>
                  </a:lnTo>
                  <a:lnTo>
                    <a:pt x="3985988" y="3274041"/>
                  </a:lnTo>
                  <a:lnTo>
                    <a:pt x="3961043" y="3233796"/>
                  </a:lnTo>
                  <a:lnTo>
                    <a:pt x="3935758" y="3193087"/>
                  </a:lnTo>
                  <a:lnTo>
                    <a:pt x="3910142" y="3151927"/>
                  </a:lnTo>
                  <a:lnTo>
                    <a:pt x="3884205" y="3110328"/>
                  </a:lnTo>
                  <a:lnTo>
                    <a:pt x="3857957" y="3068304"/>
                  </a:lnTo>
                  <a:lnTo>
                    <a:pt x="3831406" y="3025868"/>
                  </a:lnTo>
                  <a:lnTo>
                    <a:pt x="3804564" y="2983034"/>
                  </a:lnTo>
                  <a:lnTo>
                    <a:pt x="3777438" y="2939813"/>
                  </a:lnTo>
                  <a:lnTo>
                    <a:pt x="3750040" y="2896219"/>
                  </a:lnTo>
                  <a:lnTo>
                    <a:pt x="3722378" y="2852266"/>
                  </a:lnTo>
                  <a:lnTo>
                    <a:pt x="3694462" y="2807966"/>
                  </a:lnTo>
                  <a:lnTo>
                    <a:pt x="3666302" y="2763332"/>
                  </a:lnTo>
                  <a:lnTo>
                    <a:pt x="3637908" y="2718378"/>
                  </a:lnTo>
                  <a:lnTo>
                    <a:pt x="3609288" y="2673116"/>
                  </a:lnTo>
                  <a:lnTo>
                    <a:pt x="3580453" y="2627560"/>
                  </a:lnTo>
                  <a:lnTo>
                    <a:pt x="3551411" y="2581723"/>
                  </a:lnTo>
                  <a:lnTo>
                    <a:pt x="3522174" y="2535617"/>
                  </a:lnTo>
                  <a:lnTo>
                    <a:pt x="3492750" y="2489256"/>
                  </a:lnTo>
                  <a:lnTo>
                    <a:pt x="3463149" y="2442653"/>
                  </a:lnTo>
                  <a:lnTo>
                    <a:pt x="3433380" y="2395820"/>
                  </a:lnTo>
                  <a:lnTo>
                    <a:pt x="3403454" y="2348772"/>
                  </a:lnTo>
                  <a:lnTo>
                    <a:pt x="3373379" y="2301521"/>
                  </a:lnTo>
                  <a:lnTo>
                    <a:pt x="3343166" y="2254080"/>
                  </a:lnTo>
                  <a:lnTo>
                    <a:pt x="3312823" y="2206462"/>
                  </a:lnTo>
                  <a:lnTo>
                    <a:pt x="3282361" y="2158681"/>
                  </a:lnTo>
                  <a:lnTo>
                    <a:pt x="3251789" y="2110748"/>
                  </a:lnTo>
                  <a:lnTo>
                    <a:pt x="3221117" y="2062679"/>
                  </a:lnTo>
                  <a:lnTo>
                    <a:pt x="3190354" y="2014484"/>
                  </a:lnTo>
                  <a:lnTo>
                    <a:pt x="3159511" y="1966179"/>
                  </a:lnTo>
                  <a:lnTo>
                    <a:pt x="3128595" y="1917775"/>
                  </a:lnTo>
                  <a:lnTo>
                    <a:pt x="3097618" y="1869285"/>
                  </a:lnTo>
                  <a:lnTo>
                    <a:pt x="3066589" y="1820724"/>
                  </a:lnTo>
                  <a:lnTo>
                    <a:pt x="3035517" y="1772103"/>
                  </a:lnTo>
                  <a:lnTo>
                    <a:pt x="3004412" y="1723437"/>
                  </a:lnTo>
                  <a:lnTo>
                    <a:pt x="2973283" y="1674737"/>
                  </a:lnTo>
                  <a:lnTo>
                    <a:pt x="2942141" y="1626017"/>
                  </a:lnTo>
                  <a:lnTo>
                    <a:pt x="2910994" y="1577291"/>
                  </a:lnTo>
                  <a:lnTo>
                    <a:pt x="2879853" y="1528570"/>
                  </a:lnTo>
                  <a:lnTo>
                    <a:pt x="2848727" y="1479869"/>
                  </a:lnTo>
                  <a:lnTo>
                    <a:pt x="2817625" y="1431200"/>
                  </a:lnTo>
                  <a:lnTo>
                    <a:pt x="2786557" y="1382577"/>
                  </a:lnTo>
                  <a:lnTo>
                    <a:pt x="2755533" y="1334012"/>
                  </a:lnTo>
                  <a:lnTo>
                    <a:pt x="2724563" y="1285519"/>
                  </a:lnTo>
                  <a:lnTo>
                    <a:pt x="2693655" y="1237111"/>
                  </a:lnTo>
                  <a:lnTo>
                    <a:pt x="2662820" y="1188800"/>
                  </a:lnTo>
                  <a:lnTo>
                    <a:pt x="2632067" y="1140600"/>
                  </a:lnTo>
                  <a:lnTo>
                    <a:pt x="2601406" y="1092523"/>
                  </a:lnTo>
                  <a:lnTo>
                    <a:pt x="2570846" y="1044584"/>
                  </a:lnTo>
                  <a:lnTo>
                    <a:pt x="2540398" y="996795"/>
                  </a:lnTo>
                  <a:lnTo>
                    <a:pt x="2510069" y="949168"/>
                  </a:lnTo>
                  <a:lnTo>
                    <a:pt x="2479871" y="901718"/>
                  </a:lnTo>
                  <a:lnTo>
                    <a:pt x="2449813" y="854457"/>
                  </a:lnTo>
                  <a:lnTo>
                    <a:pt x="2419904" y="807398"/>
                  </a:lnTo>
                  <a:lnTo>
                    <a:pt x="2390154" y="760555"/>
                  </a:lnTo>
                  <a:lnTo>
                    <a:pt x="2360573" y="713940"/>
                  </a:lnTo>
                  <a:lnTo>
                    <a:pt x="2331169" y="667567"/>
                  </a:lnTo>
                  <a:lnTo>
                    <a:pt x="2301954" y="621448"/>
                  </a:lnTo>
                  <a:lnTo>
                    <a:pt x="2272936" y="575597"/>
                  </a:lnTo>
                  <a:lnTo>
                    <a:pt x="2244125" y="530026"/>
                  </a:lnTo>
                  <a:lnTo>
                    <a:pt x="2215530" y="484749"/>
                  </a:lnTo>
                  <a:lnTo>
                    <a:pt x="2187162" y="439779"/>
                  </a:lnTo>
                  <a:lnTo>
                    <a:pt x="2159029" y="395129"/>
                  </a:lnTo>
                  <a:lnTo>
                    <a:pt x="2131142" y="350812"/>
                  </a:lnTo>
                  <a:lnTo>
                    <a:pt x="2103510" y="306841"/>
                  </a:lnTo>
                  <a:lnTo>
                    <a:pt x="2076142" y="263230"/>
                  </a:lnTo>
                  <a:lnTo>
                    <a:pt x="2049048" y="219990"/>
                  </a:lnTo>
                  <a:lnTo>
                    <a:pt x="2022239" y="177136"/>
                  </a:lnTo>
                  <a:lnTo>
                    <a:pt x="1995722" y="134680"/>
                  </a:lnTo>
                  <a:lnTo>
                    <a:pt x="1969509" y="92635"/>
                  </a:lnTo>
                  <a:lnTo>
                    <a:pt x="1943608" y="51015"/>
                  </a:lnTo>
                  <a:lnTo>
                    <a:pt x="1918029" y="9832"/>
                  </a:lnTo>
                  <a:lnTo>
                    <a:pt x="191193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55" name="object 12">
              <a:extLst>
                <a:ext uri="{FF2B5EF4-FFF2-40B4-BE49-F238E27FC236}">
                  <a16:creationId xmlns:a16="http://schemas.microsoft.com/office/drawing/2014/main" id="{B6FEB75B-6A3D-03FC-DE72-54FAC0557E9C}"/>
                </a:ext>
              </a:extLst>
            </p:cNvPr>
            <p:cNvSpPr/>
            <p:nvPr/>
          </p:nvSpPr>
          <p:spPr>
            <a:xfrm>
              <a:off x="9787" y="0"/>
              <a:ext cx="8691880" cy="7082154"/>
            </a:xfrm>
            <a:custGeom>
              <a:avLst/>
              <a:gdLst/>
              <a:ahLst/>
              <a:cxnLst/>
              <a:rect l="l" t="t" r="r" b="b"/>
              <a:pathLst>
                <a:path w="8691880" h="7082155">
                  <a:moveTo>
                    <a:pt x="0" y="7077369"/>
                  </a:moveTo>
                  <a:lnTo>
                    <a:pt x="42823" y="7077396"/>
                  </a:lnTo>
                  <a:lnTo>
                    <a:pt x="85964" y="7077423"/>
                  </a:lnTo>
                  <a:lnTo>
                    <a:pt x="129418" y="7077449"/>
                  </a:lnTo>
                  <a:lnTo>
                    <a:pt x="173181" y="7077476"/>
                  </a:lnTo>
                  <a:lnTo>
                    <a:pt x="217248" y="7077503"/>
                  </a:lnTo>
                  <a:lnTo>
                    <a:pt x="261616" y="7077529"/>
                  </a:lnTo>
                  <a:lnTo>
                    <a:pt x="306281" y="7077556"/>
                  </a:lnTo>
                  <a:lnTo>
                    <a:pt x="351237" y="7077583"/>
                  </a:lnTo>
                  <a:lnTo>
                    <a:pt x="396481" y="7077609"/>
                  </a:lnTo>
                  <a:lnTo>
                    <a:pt x="442009" y="7077636"/>
                  </a:lnTo>
                  <a:lnTo>
                    <a:pt x="487817" y="7077663"/>
                  </a:lnTo>
                  <a:lnTo>
                    <a:pt x="533899" y="7077689"/>
                  </a:lnTo>
                  <a:lnTo>
                    <a:pt x="580253" y="7077716"/>
                  </a:lnTo>
                  <a:lnTo>
                    <a:pt x="626874" y="7077742"/>
                  </a:lnTo>
                  <a:lnTo>
                    <a:pt x="673757" y="7077769"/>
                  </a:lnTo>
                  <a:lnTo>
                    <a:pt x="720899" y="7077796"/>
                  </a:lnTo>
                  <a:lnTo>
                    <a:pt x="768295" y="7077822"/>
                  </a:lnTo>
                  <a:lnTo>
                    <a:pt x="815941" y="7077849"/>
                  </a:lnTo>
                  <a:lnTo>
                    <a:pt x="863833" y="7077875"/>
                  </a:lnTo>
                  <a:lnTo>
                    <a:pt x="911966" y="7077902"/>
                  </a:lnTo>
                  <a:lnTo>
                    <a:pt x="960337" y="7077929"/>
                  </a:lnTo>
                  <a:lnTo>
                    <a:pt x="1008941" y="7077955"/>
                  </a:lnTo>
                  <a:lnTo>
                    <a:pt x="1057775" y="7077982"/>
                  </a:lnTo>
                  <a:lnTo>
                    <a:pt x="1106833" y="7078008"/>
                  </a:lnTo>
                  <a:lnTo>
                    <a:pt x="1156112" y="7078035"/>
                  </a:lnTo>
                  <a:lnTo>
                    <a:pt x="1205607" y="7078061"/>
                  </a:lnTo>
                  <a:lnTo>
                    <a:pt x="1255314" y="7078088"/>
                  </a:lnTo>
                  <a:lnTo>
                    <a:pt x="1305230" y="7078115"/>
                  </a:lnTo>
                  <a:lnTo>
                    <a:pt x="1355349" y="7078141"/>
                  </a:lnTo>
                  <a:lnTo>
                    <a:pt x="1405668" y="7078168"/>
                  </a:lnTo>
                  <a:lnTo>
                    <a:pt x="1456182" y="7078194"/>
                  </a:lnTo>
                  <a:lnTo>
                    <a:pt x="1506888" y="7078221"/>
                  </a:lnTo>
                  <a:lnTo>
                    <a:pt x="1557780" y="7078247"/>
                  </a:lnTo>
                  <a:lnTo>
                    <a:pt x="1608856" y="7078274"/>
                  </a:lnTo>
                  <a:lnTo>
                    <a:pt x="1660110" y="7078300"/>
                  </a:lnTo>
                  <a:lnTo>
                    <a:pt x="1711538" y="7078327"/>
                  </a:lnTo>
                  <a:lnTo>
                    <a:pt x="1763137" y="7078353"/>
                  </a:lnTo>
                  <a:lnTo>
                    <a:pt x="1814901" y="7078380"/>
                  </a:lnTo>
                  <a:lnTo>
                    <a:pt x="1866828" y="7078406"/>
                  </a:lnTo>
                  <a:lnTo>
                    <a:pt x="1918912" y="7078433"/>
                  </a:lnTo>
                  <a:lnTo>
                    <a:pt x="1971149" y="7078459"/>
                  </a:lnTo>
                  <a:lnTo>
                    <a:pt x="2023536" y="7078486"/>
                  </a:lnTo>
                  <a:lnTo>
                    <a:pt x="2076067" y="7078512"/>
                  </a:lnTo>
                  <a:lnTo>
                    <a:pt x="2128740" y="7078539"/>
                  </a:lnTo>
                  <a:lnTo>
                    <a:pt x="2181549" y="7078565"/>
                  </a:lnTo>
                  <a:lnTo>
                    <a:pt x="2234490" y="7078591"/>
                  </a:lnTo>
                  <a:lnTo>
                    <a:pt x="2287559" y="7078618"/>
                  </a:lnTo>
                  <a:lnTo>
                    <a:pt x="2340753" y="7078644"/>
                  </a:lnTo>
                  <a:lnTo>
                    <a:pt x="2394066" y="7078671"/>
                  </a:lnTo>
                  <a:lnTo>
                    <a:pt x="2447495" y="7078697"/>
                  </a:lnTo>
                  <a:lnTo>
                    <a:pt x="2501035" y="7078724"/>
                  </a:lnTo>
                  <a:lnTo>
                    <a:pt x="2554683" y="7078750"/>
                  </a:lnTo>
                  <a:lnTo>
                    <a:pt x="2608433" y="7078776"/>
                  </a:lnTo>
                  <a:lnTo>
                    <a:pt x="2662282" y="7078803"/>
                  </a:lnTo>
                  <a:lnTo>
                    <a:pt x="2716226" y="7078829"/>
                  </a:lnTo>
                  <a:lnTo>
                    <a:pt x="2770260" y="7078856"/>
                  </a:lnTo>
                  <a:lnTo>
                    <a:pt x="2824380" y="7078882"/>
                  </a:lnTo>
                  <a:lnTo>
                    <a:pt x="2878582" y="7078908"/>
                  </a:lnTo>
                  <a:lnTo>
                    <a:pt x="2932862" y="7078935"/>
                  </a:lnTo>
                  <a:lnTo>
                    <a:pt x="2987215" y="7078961"/>
                  </a:lnTo>
                  <a:lnTo>
                    <a:pt x="3041638" y="7078987"/>
                  </a:lnTo>
                  <a:lnTo>
                    <a:pt x="3096126" y="7079014"/>
                  </a:lnTo>
                  <a:lnTo>
                    <a:pt x="3150675" y="7079040"/>
                  </a:lnTo>
                  <a:lnTo>
                    <a:pt x="3205280" y="7079067"/>
                  </a:lnTo>
                  <a:lnTo>
                    <a:pt x="3259938" y="7079093"/>
                  </a:lnTo>
                  <a:lnTo>
                    <a:pt x="3314645" y="7079119"/>
                  </a:lnTo>
                  <a:lnTo>
                    <a:pt x="3369395" y="7079146"/>
                  </a:lnTo>
                  <a:lnTo>
                    <a:pt x="3424186" y="7079172"/>
                  </a:lnTo>
                  <a:lnTo>
                    <a:pt x="3479012" y="7079198"/>
                  </a:lnTo>
                  <a:lnTo>
                    <a:pt x="3533870" y="7079225"/>
                  </a:lnTo>
                  <a:lnTo>
                    <a:pt x="3588755" y="7079251"/>
                  </a:lnTo>
                  <a:lnTo>
                    <a:pt x="3643663" y="7079277"/>
                  </a:lnTo>
                  <a:lnTo>
                    <a:pt x="3698590" y="7079303"/>
                  </a:lnTo>
                  <a:lnTo>
                    <a:pt x="3753532" y="7079330"/>
                  </a:lnTo>
                  <a:lnTo>
                    <a:pt x="3808484" y="7079356"/>
                  </a:lnTo>
                  <a:lnTo>
                    <a:pt x="3863443" y="7079382"/>
                  </a:lnTo>
                  <a:lnTo>
                    <a:pt x="3918403" y="7079409"/>
                  </a:lnTo>
                  <a:lnTo>
                    <a:pt x="3973362" y="7079435"/>
                  </a:lnTo>
                  <a:lnTo>
                    <a:pt x="4028314" y="7079461"/>
                  </a:lnTo>
                  <a:lnTo>
                    <a:pt x="4083256" y="7079487"/>
                  </a:lnTo>
                  <a:lnTo>
                    <a:pt x="4138183" y="7079514"/>
                  </a:lnTo>
                  <a:lnTo>
                    <a:pt x="4193091" y="7079540"/>
                  </a:lnTo>
                  <a:lnTo>
                    <a:pt x="4247976" y="7079566"/>
                  </a:lnTo>
                  <a:lnTo>
                    <a:pt x="4302834" y="7079592"/>
                  </a:lnTo>
                  <a:lnTo>
                    <a:pt x="4357660" y="7079619"/>
                  </a:lnTo>
                  <a:lnTo>
                    <a:pt x="4412451" y="7079645"/>
                  </a:lnTo>
                  <a:lnTo>
                    <a:pt x="4467201" y="7079671"/>
                  </a:lnTo>
                  <a:lnTo>
                    <a:pt x="4521907" y="7079697"/>
                  </a:lnTo>
                  <a:lnTo>
                    <a:pt x="4576566" y="7079724"/>
                  </a:lnTo>
                  <a:lnTo>
                    <a:pt x="4631171" y="7079750"/>
                  </a:lnTo>
                  <a:lnTo>
                    <a:pt x="4685720" y="7079776"/>
                  </a:lnTo>
                  <a:lnTo>
                    <a:pt x="4740208" y="7079802"/>
                  </a:lnTo>
                  <a:lnTo>
                    <a:pt x="4794631" y="7079828"/>
                  </a:lnTo>
                  <a:lnTo>
                    <a:pt x="4848984" y="7079855"/>
                  </a:lnTo>
                  <a:lnTo>
                    <a:pt x="4903264" y="7079881"/>
                  </a:lnTo>
                  <a:lnTo>
                    <a:pt x="4957466" y="7079907"/>
                  </a:lnTo>
                  <a:lnTo>
                    <a:pt x="5011586" y="7079933"/>
                  </a:lnTo>
                  <a:lnTo>
                    <a:pt x="5065620" y="7079959"/>
                  </a:lnTo>
                  <a:lnTo>
                    <a:pt x="5119564" y="7079985"/>
                  </a:lnTo>
                  <a:lnTo>
                    <a:pt x="5173413" y="7080012"/>
                  </a:lnTo>
                  <a:lnTo>
                    <a:pt x="5227163" y="7080038"/>
                  </a:lnTo>
                  <a:lnTo>
                    <a:pt x="5280811" y="7080064"/>
                  </a:lnTo>
                  <a:lnTo>
                    <a:pt x="5334351" y="7080090"/>
                  </a:lnTo>
                  <a:lnTo>
                    <a:pt x="5387780" y="7080116"/>
                  </a:lnTo>
                  <a:lnTo>
                    <a:pt x="5441093" y="7080142"/>
                  </a:lnTo>
                  <a:lnTo>
                    <a:pt x="5494286" y="7080168"/>
                  </a:lnTo>
                  <a:lnTo>
                    <a:pt x="5547356" y="7080194"/>
                  </a:lnTo>
                  <a:lnTo>
                    <a:pt x="5600297" y="7080221"/>
                  </a:lnTo>
                  <a:lnTo>
                    <a:pt x="5653106" y="7080247"/>
                  </a:lnTo>
                  <a:lnTo>
                    <a:pt x="5705779" y="7080273"/>
                  </a:lnTo>
                  <a:lnTo>
                    <a:pt x="5758310" y="7080299"/>
                  </a:lnTo>
                  <a:lnTo>
                    <a:pt x="5810697" y="7080325"/>
                  </a:lnTo>
                  <a:lnTo>
                    <a:pt x="5862934" y="7080351"/>
                  </a:lnTo>
                  <a:lnTo>
                    <a:pt x="5915018" y="7080377"/>
                  </a:lnTo>
                  <a:lnTo>
                    <a:pt x="5966944" y="7080403"/>
                  </a:lnTo>
                  <a:lnTo>
                    <a:pt x="6018709" y="7080429"/>
                  </a:lnTo>
                  <a:lnTo>
                    <a:pt x="6070308" y="7080455"/>
                  </a:lnTo>
                  <a:lnTo>
                    <a:pt x="6121736" y="7080481"/>
                  </a:lnTo>
                  <a:lnTo>
                    <a:pt x="6172990" y="7080507"/>
                  </a:lnTo>
                  <a:lnTo>
                    <a:pt x="6224065" y="7080534"/>
                  </a:lnTo>
                  <a:lnTo>
                    <a:pt x="6274958" y="7080560"/>
                  </a:lnTo>
                  <a:lnTo>
                    <a:pt x="6325664" y="7080586"/>
                  </a:lnTo>
                  <a:lnTo>
                    <a:pt x="6376178" y="7080612"/>
                  </a:lnTo>
                  <a:lnTo>
                    <a:pt x="6426497" y="7080638"/>
                  </a:lnTo>
                  <a:lnTo>
                    <a:pt x="6476616" y="7080664"/>
                  </a:lnTo>
                  <a:lnTo>
                    <a:pt x="6526532" y="7080690"/>
                  </a:lnTo>
                  <a:lnTo>
                    <a:pt x="6576239" y="7080716"/>
                  </a:lnTo>
                  <a:lnTo>
                    <a:pt x="6625734" y="7080742"/>
                  </a:lnTo>
                  <a:lnTo>
                    <a:pt x="6675013" y="7080768"/>
                  </a:lnTo>
                  <a:lnTo>
                    <a:pt x="6724071" y="7080794"/>
                  </a:lnTo>
                  <a:lnTo>
                    <a:pt x="6772904" y="7080820"/>
                  </a:lnTo>
                  <a:lnTo>
                    <a:pt x="6821509" y="7080846"/>
                  </a:lnTo>
                  <a:lnTo>
                    <a:pt x="6869880" y="7080872"/>
                  </a:lnTo>
                  <a:lnTo>
                    <a:pt x="6918013" y="7080898"/>
                  </a:lnTo>
                  <a:lnTo>
                    <a:pt x="6965905" y="7080924"/>
                  </a:lnTo>
                  <a:lnTo>
                    <a:pt x="7013551" y="7080950"/>
                  </a:lnTo>
                  <a:lnTo>
                    <a:pt x="7060947" y="7080976"/>
                  </a:lnTo>
                  <a:lnTo>
                    <a:pt x="7108089" y="7081002"/>
                  </a:lnTo>
                  <a:lnTo>
                    <a:pt x="7154972" y="7081027"/>
                  </a:lnTo>
                  <a:lnTo>
                    <a:pt x="7201593" y="7081053"/>
                  </a:lnTo>
                  <a:lnTo>
                    <a:pt x="7247947" y="7081079"/>
                  </a:lnTo>
                  <a:lnTo>
                    <a:pt x="7294029" y="7081105"/>
                  </a:lnTo>
                  <a:lnTo>
                    <a:pt x="7339837" y="7081131"/>
                  </a:lnTo>
                  <a:lnTo>
                    <a:pt x="7385365" y="7081157"/>
                  </a:lnTo>
                  <a:lnTo>
                    <a:pt x="7430609" y="7081183"/>
                  </a:lnTo>
                  <a:lnTo>
                    <a:pt x="7475565" y="7081209"/>
                  </a:lnTo>
                  <a:lnTo>
                    <a:pt x="7520230" y="7081235"/>
                  </a:lnTo>
                  <a:lnTo>
                    <a:pt x="7564598" y="7081261"/>
                  </a:lnTo>
                  <a:lnTo>
                    <a:pt x="7608665" y="7081287"/>
                  </a:lnTo>
                  <a:lnTo>
                    <a:pt x="7652428" y="7081313"/>
                  </a:lnTo>
                  <a:lnTo>
                    <a:pt x="7695882" y="7081338"/>
                  </a:lnTo>
                  <a:lnTo>
                    <a:pt x="7739023" y="7081364"/>
                  </a:lnTo>
                  <a:lnTo>
                    <a:pt x="7781846" y="7081390"/>
                  </a:lnTo>
                  <a:lnTo>
                    <a:pt x="7822077" y="7081590"/>
                  </a:lnTo>
                  <a:lnTo>
                    <a:pt x="7862311" y="7081856"/>
                  </a:lnTo>
                  <a:lnTo>
                    <a:pt x="7902531" y="7081761"/>
                  </a:lnTo>
                  <a:lnTo>
                    <a:pt x="7942721" y="7080877"/>
                  </a:lnTo>
                  <a:lnTo>
                    <a:pt x="7993119" y="7077859"/>
                  </a:lnTo>
                  <a:lnTo>
                    <a:pt x="8042134" y="7072447"/>
                  </a:lnTo>
                  <a:lnTo>
                    <a:pt x="8089724" y="7064703"/>
                  </a:lnTo>
                  <a:lnTo>
                    <a:pt x="8135845" y="7054686"/>
                  </a:lnTo>
                  <a:lnTo>
                    <a:pt x="8180454" y="7042457"/>
                  </a:lnTo>
                  <a:lnTo>
                    <a:pt x="8223507" y="7028077"/>
                  </a:lnTo>
                  <a:lnTo>
                    <a:pt x="8264961" y="7011606"/>
                  </a:lnTo>
                  <a:lnTo>
                    <a:pt x="8304772" y="6993104"/>
                  </a:lnTo>
                  <a:lnTo>
                    <a:pt x="8342897" y="6972633"/>
                  </a:lnTo>
                  <a:lnTo>
                    <a:pt x="8379293" y="6950252"/>
                  </a:lnTo>
                  <a:lnTo>
                    <a:pt x="8413916" y="6926022"/>
                  </a:lnTo>
                  <a:lnTo>
                    <a:pt x="8446723" y="6900003"/>
                  </a:lnTo>
                  <a:lnTo>
                    <a:pt x="8477669" y="6872257"/>
                  </a:lnTo>
                  <a:lnTo>
                    <a:pt x="8506713" y="6842843"/>
                  </a:lnTo>
                  <a:lnTo>
                    <a:pt x="8533810" y="6811822"/>
                  </a:lnTo>
                  <a:lnTo>
                    <a:pt x="8558917" y="6779254"/>
                  </a:lnTo>
                  <a:lnTo>
                    <a:pt x="8581990" y="6745200"/>
                  </a:lnTo>
                  <a:lnTo>
                    <a:pt x="8602987" y="6709721"/>
                  </a:lnTo>
                  <a:lnTo>
                    <a:pt x="8621863" y="6672877"/>
                  </a:lnTo>
                  <a:lnTo>
                    <a:pt x="8638576" y="6634728"/>
                  </a:lnTo>
                  <a:lnTo>
                    <a:pt x="8653081" y="6595335"/>
                  </a:lnTo>
                  <a:lnTo>
                    <a:pt x="8665335" y="6554758"/>
                  </a:lnTo>
                  <a:lnTo>
                    <a:pt x="8675296" y="6513058"/>
                  </a:lnTo>
                  <a:lnTo>
                    <a:pt x="8682919" y="6470296"/>
                  </a:lnTo>
                  <a:lnTo>
                    <a:pt x="8688161" y="6426531"/>
                  </a:lnTo>
                  <a:lnTo>
                    <a:pt x="8690979" y="6381825"/>
                  </a:lnTo>
                  <a:lnTo>
                    <a:pt x="8691329" y="6336238"/>
                  </a:lnTo>
                  <a:lnTo>
                    <a:pt x="8689168" y="6289830"/>
                  </a:lnTo>
                  <a:lnTo>
                    <a:pt x="8684452" y="6242661"/>
                  </a:lnTo>
                  <a:lnTo>
                    <a:pt x="8677138" y="6194793"/>
                  </a:lnTo>
                  <a:lnTo>
                    <a:pt x="8667183" y="6146286"/>
                  </a:lnTo>
                  <a:lnTo>
                    <a:pt x="8654542" y="6097200"/>
                  </a:lnTo>
                  <a:lnTo>
                    <a:pt x="8637675" y="6044467"/>
                  </a:lnTo>
                  <a:lnTo>
                    <a:pt x="8617698" y="5993274"/>
                  </a:lnTo>
                  <a:lnTo>
                    <a:pt x="8594952" y="5943379"/>
                  </a:lnTo>
                  <a:lnTo>
                    <a:pt x="8569780" y="5894541"/>
                  </a:lnTo>
                  <a:lnTo>
                    <a:pt x="8542525" y="5846517"/>
                  </a:lnTo>
                  <a:lnTo>
                    <a:pt x="8519611" y="5807779"/>
                  </a:lnTo>
                  <a:lnTo>
                    <a:pt x="8494820" y="5765954"/>
                  </a:lnTo>
                  <a:lnTo>
                    <a:pt x="8468191" y="5721104"/>
                  </a:lnTo>
                  <a:lnTo>
                    <a:pt x="8439762" y="5673292"/>
                  </a:lnTo>
                  <a:lnTo>
                    <a:pt x="8409570" y="5622581"/>
                  </a:lnTo>
                  <a:lnTo>
                    <a:pt x="8377656" y="5569035"/>
                  </a:lnTo>
                  <a:lnTo>
                    <a:pt x="8344056" y="5512716"/>
                  </a:lnTo>
                  <a:lnTo>
                    <a:pt x="8308809" y="5453686"/>
                  </a:lnTo>
                  <a:lnTo>
                    <a:pt x="8271954" y="5392011"/>
                  </a:lnTo>
                  <a:lnTo>
                    <a:pt x="8233528" y="5327751"/>
                  </a:lnTo>
                  <a:lnTo>
                    <a:pt x="8213738" y="5294672"/>
                  </a:lnTo>
                  <a:lnTo>
                    <a:pt x="8193571" y="5260970"/>
                  </a:lnTo>
                  <a:lnTo>
                    <a:pt x="8173029" y="5226655"/>
                  </a:lnTo>
                  <a:lnTo>
                    <a:pt x="8152119" y="5191732"/>
                  </a:lnTo>
                  <a:lnTo>
                    <a:pt x="8130846" y="5156211"/>
                  </a:lnTo>
                  <a:lnTo>
                    <a:pt x="8109213" y="5120099"/>
                  </a:lnTo>
                  <a:lnTo>
                    <a:pt x="8087226" y="5083405"/>
                  </a:lnTo>
                  <a:lnTo>
                    <a:pt x="8064889" y="5046135"/>
                  </a:lnTo>
                  <a:lnTo>
                    <a:pt x="8042208" y="5008298"/>
                  </a:lnTo>
                  <a:lnTo>
                    <a:pt x="8019187" y="4969901"/>
                  </a:lnTo>
                  <a:lnTo>
                    <a:pt x="7995831" y="4930954"/>
                  </a:lnTo>
                  <a:lnTo>
                    <a:pt x="7972145" y="4891462"/>
                  </a:lnTo>
                  <a:lnTo>
                    <a:pt x="7948133" y="4851435"/>
                  </a:lnTo>
                  <a:lnTo>
                    <a:pt x="7923800" y="4810881"/>
                  </a:lnTo>
                  <a:lnTo>
                    <a:pt x="7899151" y="4769806"/>
                  </a:lnTo>
                  <a:lnTo>
                    <a:pt x="7874192" y="4728219"/>
                  </a:lnTo>
                  <a:lnTo>
                    <a:pt x="7848926" y="4686128"/>
                  </a:lnTo>
                  <a:lnTo>
                    <a:pt x="7823358" y="4643541"/>
                  </a:lnTo>
                  <a:lnTo>
                    <a:pt x="7797494" y="4600465"/>
                  </a:lnTo>
                  <a:lnTo>
                    <a:pt x="7771337" y="4556909"/>
                  </a:lnTo>
                  <a:lnTo>
                    <a:pt x="7744893" y="4512880"/>
                  </a:lnTo>
                  <a:lnTo>
                    <a:pt x="7718167" y="4468387"/>
                  </a:lnTo>
                  <a:lnTo>
                    <a:pt x="7691164" y="4423436"/>
                  </a:lnTo>
                  <a:lnTo>
                    <a:pt x="7663887" y="4378037"/>
                  </a:lnTo>
                  <a:lnTo>
                    <a:pt x="7636343" y="4332196"/>
                  </a:lnTo>
                  <a:lnTo>
                    <a:pt x="7608535" y="4285922"/>
                  </a:lnTo>
                  <a:lnTo>
                    <a:pt x="7580469" y="4239222"/>
                  </a:lnTo>
                  <a:lnTo>
                    <a:pt x="7552149" y="4192105"/>
                  </a:lnTo>
                  <a:lnTo>
                    <a:pt x="7523580" y="4144579"/>
                  </a:lnTo>
                  <a:lnTo>
                    <a:pt x="7494767" y="4096650"/>
                  </a:lnTo>
                  <a:lnTo>
                    <a:pt x="7465715" y="4048328"/>
                  </a:lnTo>
                  <a:lnTo>
                    <a:pt x="7436428" y="3999620"/>
                  </a:lnTo>
                  <a:lnTo>
                    <a:pt x="7406912" y="3950533"/>
                  </a:lnTo>
                  <a:lnTo>
                    <a:pt x="7377170" y="3901076"/>
                  </a:lnTo>
                  <a:lnTo>
                    <a:pt x="7347209" y="3851257"/>
                  </a:lnTo>
                  <a:lnTo>
                    <a:pt x="7317032" y="3801084"/>
                  </a:lnTo>
                  <a:lnTo>
                    <a:pt x="7286644" y="3750563"/>
                  </a:lnTo>
                  <a:lnTo>
                    <a:pt x="7256051" y="3699704"/>
                  </a:lnTo>
                  <a:lnTo>
                    <a:pt x="7225257" y="3648514"/>
                  </a:lnTo>
                  <a:lnTo>
                    <a:pt x="7194266" y="3597001"/>
                  </a:lnTo>
                  <a:lnTo>
                    <a:pt x="7163085" y="3545173"/>
                  </a:lnTo>
                  <a:lnTo>
                    <a:pt x="7131716" y="3493038"/>
                  </a:lnTo>
                  <a:lnTo>
                    <a:pt x="7100166" y="3440603"/>
                  </a:lnTo>
                  <a:lnTo>
                    <a:pt x="7068438" y="3387876"/>
                  </a:lnTo>
                  <a:lnTo>
                    <a:pt x="7036539" y="3334866"/>
                  </a:lnTo>
                  <a:lnTo>
                    <a:pt x="7004472" y="3281581"/>
                  </a:lnTo>
                  <a:lnTo>
                    <a:pt x="6972242" y="3228027"/>
                  </a:lnTo>
                  <a:lnTo>
                    <a:pt x="6939854" y="3174213"/>
                  </a:lnTo>
                  <a:lnTo>
                    <a:pt x="6907314" y="3120148"/>
                  </a:lnTo>
                  <a:lnTo>
                    <a:pt x="6874625" y="3065838"/>
                  </a:lnTo>
                  <a:lnTo>
                    <a:pt x="6841792" y="3011291"/>
                  </a:lnTo>
                  <a:lnTo>
                    <a:pt x="6808821" y="2956516"/>
                  </a:lnTo>
                  <a:lnTo>
                    <a:pt x="6775716" y="2901521"/>
                  </a:lnTo>
                  <a:lnTo>
                    <a:pt x="6742481" y="2846313"/>
                  </a:lnTo>
                  <a:lnTo>
                    <a:pt x="6709122" y="2790899"/>
                  </a:lnTo>
                  <a:lnTo>
                    <a:pt x="6675644" y="2735289"/>
                  </a:lnTo>
                  <a:lnTo>
                    <a:pt x="6642051" y="2679490"/>
                  </a:lnTo>
                  <a:lnTo>
                    <a:pt x="6608348" y="2623509"/>
                  </a:lnTo>
                  <a:lnTo>
                    <a:pt x="6574540" y="2567356"/>
                  </a:lnTo>
                  <a:lnTo>
                    <a:pt x="6540631" y="2511036"/>
                  </a:lnTo>
                  <a:lnTo>
                    <a:pt x="6506627" y="2454559"/>
                  </a:lnTo>
                  <a:lnTo>
                    <a:pt x="6472532" y="2397932"/>
                  </a:lnTo>
                  <a:lnTo>
                    <a:pt x="6438350" y="2341164"/>
                  </a:lnTo>
                  <a:lnTo>
                    <a:pt x="6404088" y="2284261"/>
                  </a:lnTo>
                  <a:lnTo>
                    <a:pt x="6369749" y="2227232"/>
                  </a:lnTo>
                  <a:lnTo>
                    <a:pt x="6335338" y="2170085"/>
                  </a:lnTo>
                  <a:lnTo>
                    <a:pt x="6300861" y="2112828"/>
                  </a:lnTo>
                  <a:lnTo>
                    <a:pt x="6266321" y="2055468"/>
                  </a:lnTo>
                  <a:lnTo>
                    <a:pt x="6231724" y="1998014"/>
                  </a:lnTo>
                  <a:lnTo>
                    <a:pt x="6197075" y="1940473"/>
                  </a:lnTo>
                  <a:lnTo>
                    <a:pt x="6162378" y="1882853"/>
                  </a:lnTo>
                  <a:lnTo>
                    <a:pt x="6127638" y="1825162"/>
                  </a:lnTo>
                  <a:lnTo>
                    <a:pt x="6092859" y="1767408"/>
                  </a:lnTo>
                  <a:lnTo>
                    <a:pt x="6058048" y="1709598"/>
                  </a:lnTo>
                  <a:lnTo>
                    <a:pt x="6023207" y="1651742"/>
                  </a:lnTo>
                  <a:lnTo>
                    <a:pt x="5988343" y="1593846"/>
                  </a:lnTo>
                  <a:lnTo>
                    <a:pt x="5953461" y="1535918"/>
                  </a:lnTo>
                  <a:lnTo>
                    <a:pt x="5918563" y="1477966"/>
                  </a:lnTo>
                  <a:lnTo>
                    <a:pt x="5883657" y="1419999"/>
                  </a:lnTo>
                  <a:lnTo>
                    <a:pt x="5848745" y="1362024"/>
                  </a:lnTo>
                  <a:lnTo>
                    <a:pt x="5813834" y="1304048"/>
                  </a:lnTo>
                  <a:lnTo>
                    <a:pt x="5778928" y="1246081"/>
                  </a:lnTo>
                  <a:lnTo>
                    <a:pt x="5744032" y="1188129"/>
                  </a:lnTo>
                  <a:lnTo>
                    <a:pt x="5709150" y="1130200"/>
                  </a:lnTo>
                  <a:lnTo>
                    <a:pt x="5674288" y="1072303"/>
                  </a:lnTo>
                  <a:lnTo>
                    <a:pt x="5639449" y="1014446"/>
                  </a:lnTo>
                  <a:lnTo>
                    <a:pt x="5604640" y="956635"/>
                  </a:lnTo>
                  <a:lnTo>
                    <a:pt x="5569864" y="898880"/>
                  </a:lnTo>
                  <a:lnTo>
                    <a:pt x="5535126" y="841187"/>
                  </a:lnTo>
                  <a:lnTo>
                    <a:pt x="5500432" y="783565"/>
                  </a:lnTo>
                  <a:lnTo>
                    <a:pt x="5465786" y="726022"/>
                  </a:lnTo>
                  <a:lnTo>
                    <a:pt x="5431193" y="668565"/>
                  </a:lnTo>
                  <a:lnTo>
                    <a:pt x="5396658" y="611203"/>
                  </a:lnTo>
                  <a:lnTo>
                    <a:pt x="5362184" y="553943"/>
                  </a:lnTo>
                  <a:lnTo>
                    <a:pt x="5327778" y="496794"/>
                  </a:lnTo>
                  <a:lnTo>
                    <a:pt x="5293445" y="439762"/>
                  </a:lnTo>
                  <a:lnTo>
                    <a:pt x="5259187" y="382856"/>
                  </a:lnTo>
                  <a:lnTo>
                    <a:pt x="5225012" y="326084"/>
                  </a:lnTo>
                  <a:lnTo>
                    <a:pt x="5190923" y="269454"/>
                  </a:lnTo>
                  <a:lnTo>
                    <a:pt x="5156925" y="212973"/>
                  </a:lnTo>
                  <a:lnTo>
                    <a:pt x="5123023" y="156650"/>
                  </a:lnTo>
                  <a:lnTo>
                    <a:pt x="5089221" y="100492"/>
                  </a:lnTo>
                  <a:lnTo>
                    <a:pt x="5055525" y="44507"/>
                  </a:lnTo>
                  <a:lnTo>
                    <a:pt x="5028739"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grpSp>
    </p:spTree>
    <p:extLst>
      <p:ext uri="{BB962C8B-B14F-4D97-AF65-F5344CB8AC3E}">
        <p14:creationId xmlns:p14="http://schemas.microsoft.com/office/powerpoint/2010/main" val="39060720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Effect transition="in" filter="fade">
                                      <p:cBhvr>
                                        <p:cTn id="9" dur="500"/>
                                        <p:tgtEl>
                                          <p:spTgt spid="36"/>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right)">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anim calcmode="lin" valueType="num">
                                      <p:cBhvr>
                                        <p:cTn id="21" dur="500" fill="hold"/>
                                        <p:tgtEl>
                                          <p:spTgt spid="39"/>
                                        </p:tgtEl>
                                        <p:attrNameLst>
                                          <p:attrName>ppt_w</p:attrName>
                                        </p:attrNameLst>
                                      </p:cBhvr>
                                      <p:tavLst>
                                        <p:tav tm="0">
                                          <p:val>
                                            <p:fltVal val="0"/>
                                          </p:val>
                                        </p:tav>
                                        <p:tav tm="100000">
                                          <p:val>
                                            <p:strVal val="#ppt_w"/>
                                          </p:val>
                                        </p:tav>
                                      </p:tavLst>
                                    </p:anim>
                                    <p:anim calcmode="lin" valueType="num">
                                      <p:cBhvr>
                                        <p:cTn id="22" dur="500" fill="hold"/>
                                        <p:tgtEl>
                                          <p:spTgt spid="39"/>
                                        </p:tgtEl>
                                        <p:attrNameLst>
                                          <p:attrName>ppt_h</p:attrName>
                                        </p:attrNameLst>
                                      </p:cBhvr>
                                      <p:tavLst>
                                        <p:tav tm="0">
                                          <p:val>
                                            <p:fltVal val="0"/>
                                          </p:val>
                                        </p:tav>
                                        <p:tav tm="100000">
                                          <p:val>
                                            <p:strVal val="#ppt_h"/>
                                          </p:val>
                                        </p:tav>
                                      </p:tavLst>
                                    </p:anim>
                                    <p:animEffect transition="in" filter="fade">
                                      <p:cBhvr>
                                        <p:cTn id="23" dur="500"/>
                                        <p:tgtEl>
                                          <p:spTgt spid="39"/>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wipe(right)">
                                      <p:cBhvr>
                                        <p:cTn id="30" dur="500"/>
                                        <p:tgtEl>
                                          <p:spTgt spid="31"/>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42"/>
                                        </p:tgtEl>
                                        <p:attrNameLst>
                                          <p:attrName>style.visibility</p:attrName>
                                        </p:attrNameLst>
                                      </p:cBhvr>
                                      <p:to>
                                        <p:strVal val="visible"/>
                                      </p:to>
                                    </p:set>
                                    <p:anim calcmode="lin" valueType="num">
                                      <p:cBhvr>
                                        <p:cTn id="35" dur="500" fill="hold"/>
                                        <p:tgtEl>
                                          <p:spTgt spid="42"/>
                                        </p:tgtEl>
                                        <p:attrNameLst>
                                          <p:attrName>ppt_w</p:attrName>
                                        </p:attrNameLst>
                                      </p:cBhvr>
                                      <p:tavLst>
                                        <p:tav tm="0">
                                          <p:val>
                                            <p:fltVal val="0"/>
                                          </p:val>
                                        </p:tav>
                                        <p:tav tm="100000">
                                          <p:val>
                                            <p:strVal val="#ppt_w"/>
                                          </p:val>
                                        </p:tav>
                                      </p:tavLst>
                                    </p:anim>
                                    <p:anim calcmode="lin" valueType="num">
                                      <p:cBhvr>
                                        <p:cTn id="36" dur="500" fill="hold"/>
                                        <p:tgtEl>
                                          <p:spTgt spid="42"/>
                                        </p:tgtEl>
                                        <p:attrNameLst>
                                          <p:attrName>ppt_h</p:attrName>
                                        </p:attrNameLst>
                                      </p:cBhvr>
                                      <p:tavLst>
                                        <p:tav tm="0">
                                          <p:val>
                                            <p:fltVal val="0"/>
                                          </p:val>
                                        </p:tav>
                                        <p:tav tm="100000">
                                          <p:val>
                                            <p:strVal val="#ppt_h"/>
                                          </p:val>
                                        </p:tav>
                                      </p:tavLst>
                                    </p:anim>
                                    <p:animEffect transition="in" filter="fade">
                                      <p:cBhvr>
                                        <p:cTn id="37" dur="500"/>
                                        <p:tgtEl>
                                          <p:spTgt spid="42"/>
                                        </p:tgtEl>
                                      </p:cBhvr>
                                    </p:animEffect>
                                  </p:childTnLst>
                                </p:cTn>
                              </p:par>
                            </p:childTnLst>
                          </p:cTn>
                        </p:par>
                        <p:par>
                          <p:cTn id="38" fill="hold">
                            <p:stCondLst>
                              <p:cond delay="500"/>
                            </p:stCondLst>
                            <p:childTnLst>
                              <p:par>
                                <p:cTn id="39" presetID="10" presetClass="entr" presetSubtype="0"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22" presetClass="entr" presetSubtype="2"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wipe(right)">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45"/>
                                        </p:tgtEl>
                                        <p:attrNameLst>
                                          <p:attrName>style.visibility</p:attrName>
                                        </p:attrNameLst>
                                      </p:cBhvr>
                                      <p:to>
                                        <p:strVal val="visible"/>
                                      </p:to>
                                    </p:set>
                                    <p:anim calcmode="lin" valueType="num">
                                      <p:cBhvr>
                                        <p:cTn id="49" dur="500" fill="hold"/>
                                        <p:tgtEl>
                                          <p:spTgt spid="45"/>
                                        </p:tgtEl>
                                        <p:attrNameLst>
                                          <p:attrName>ppt_w</p:attrName>
                                        </p:attrNameLst>
                                      </p:cBhvr>
                                      <p:tavLst>
                                        <p:tav tm="0">
                                          <p:val>
                                            <p:fltVal val="0"/>
                                          </p:val>
                                        </p:tav>
                                        <p:tav tm="100000">
                                          <p:val>
                                            <p:strVal val="#ppt_w"/>
                                          </p:val>
                                        </p:tav>
                                      </p:tavLst>
                                    </p:anim>
                                    <p:anim calcmode="lin" valueType="num">
                                      <p:cBhvr>
                                        <p:cTn id="50" dur="500" fill="hold"/>
                                        <p:tgtEl>
                                          <p:spTgt spid="45"/>
                                        </p:tgtEl>
                                        <p:attrNameLst>
                                          <p:attrName>ppt_h</p:attrName>
                                        </p:attrNameLst>
                                      </p:cBhvr>
                                      <p:tavLst>
                                        <p:tav tm="0">
                                          <p:val>
                                            <p:fltVal val="0"/>
                                          </p:val>
                                        </p:tav>
                                        <p:tav tm="100000">
                                          <p:val>
                                            <p:strVal val="#ppt_h"/>
                                          </p:val>
                                        </p:tav>
                                      </p:tavLst>
                                    </p:anim>
                                    <p:animEffect transition="in" filter="fade">
                                      <p:cBhvr>
                                        <p:cTn id="51" dur="500"/>
                                        <p:tgtEl>
                                          <p:spTgt spid="45"/>
                                        </p:tgtEl>
                                      </p:cBhvr>
                                    </p:animEffect>
                                  </p:childTnLst>
                                </p:cTn>
                              </p:par>
                              <p:par>
                                <p:cTn id="52" presetID="22" presetClass="entr" presetSubtype="2"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wipe(right)">
                                      <p:cBhvr>
                                        <p:cTn id="5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0" grpId="0" animBg="1"/>
      <p:bldP spid="30" grpId="0"/>
      <p:bldP spid="31" grpId="0"/>
      <p:bldP spid="32" grpId="0"/>
      <p:bldP spid="33"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5BE9A5-FCFB-B0C9-192A-663DA770007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C61952B-E1D8-86DC-8E8E-EA027AD6B61E}"/>
              </a:ext>
            </a:extLst>
          </p:cNvPr>
          <p:cNvSpPr/>
          <p:nvPr/>
        </p:nvSpPr>
        <p:spPr>
          <a:xfrm>
            <a:off x="429" y="3"/>
            <a:ext cx="12191145"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3C8087"/>
          </a:solidFill>
        </p:spPr>
        <p:txBody>
          <a:bodyPr wrap="square" lIns="0" tIns="0" rIns="0" bIns="0" rtlCol="0"/>
          <a:lstStyle/>
          <a:p>
            <a:pPr defTabSz="554492"/>
            <a:endParaRPr sz="1092" kern="0">
              <a:solidFill>
                <a:sysClr val="windowText" lastClr="000000"/>
              </a:solidFill>
            </a:endParaRPr>
          </a:p>
        </p:txBody>
      </p:sp>
      <p:pic>
        <p:nvPicPr>
          <p:cNvPr id="3" name="object 3">
            <a:extLst>
              <a:ext uri="{FF2B5EF4-FFF2-40B4-BE49-F238E27FC236}">
                <a16:creationId xmlns:a16="http://schemas.microsoft.com/office/drawing/2014/main" id="{0AC391F2-A2DB-59F8-69EB-31DD9F0A786F}"/>
              </a:ext>
            </a:extLst>
          </p:cNvPr>
          <p:cNvPicPr/>
          <p:nvPr/>
        </p:nvPicPr>
        <p:blipFill>
          <a:blip r:embed="rId3" cstate="print"/>
          <a:stretch>
            <a:fillRect/>
          </a:stretch>
        </p:blipFill>
        <p:spPr>
          <a:xfrm>
            <a:off x="429" y="-9523"/>
            <a:ext cx="12191144" cy="6876567"/>
          </a:xfrm>
          <a:prstGeom prst="rect">
            <a:avLst/>
          </a:prstGeom>
        </p:spPr>
      </p:pic>
      <p:sp>
        <p:nvSpPr>
          <p:cNvPr id="15" name="Rectangle: Rounded Corners 14">
            <a:extLst>
              <a:ext uri="{FF2B5EF4-FFF2-40B4-BE49-F238E27FC236}">
                <a16:creationId xmlns:a16="http://schemas.microsoft.com/office/drawing/2014/main" id="{5AC4413F-42FD-08CE-946D-1699575869BE}"/>
              </a:ext>
            </a:extLst>
          </p:cNvPr>
          <p:cNvSpPr/>
          <p:nvPr/>
        </p:nvSpPr>
        <p:spPr>
          <a:xfrm>
            <a:off x="458655" y="1857937"/>
            <a:ext cx="10119497" cy="3049711"/>
          </a:xfrm>
          <a:prstGeom prst="roundRect">
            <a:avLst/>
          </a:prstGeom>
          <a:solidFill>
            <a:srgbClr val="0053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4492"/>
            <a:endParaRPr lang="en-GB" sz="1092" kern="0">
              <a:solidFill>
                <a:prstClr val="white"/>
              </a:solidFill>
              <a:latin typeface="Calibri"/>
            </a:endParaRPr>
          </a:p>
        </p:txBody>
      </p:sp>
      <p:pic>
        <p:nvPicPr>
          <p:cNvPr id="5" name="Picture 4" descr="A black background with white text and a question mark&#10;&#10;AI-generated content may be incorrect.">
            <a:extLst>
              <a:ext uri="{FF2B5EF4-FFF2-40B4-BE49-F238E27FC236}">
                <a16:creationId xmlns:a16="http://schemas.microsoft.com/office/drawing/2014/main" id="{C464FB29-BD67-6EE2-EBE8-5085B75DE9BC}"/>
              </a:ext>
            </a:extLst>
          </p:cNvPr>
          <p:cNvPicPr>
            <a:picLocks noChangeAspect="1"/>
          </p:cNvPicPr>
          <p:nvPr/>
        </p:nvPicPr>
        <p:blipFill>
          <a:blip r:embed="rId4">
            <a:extLst>
              <a:ext uri="{28A0092B-C50C-407E-A947-70E740481C1C}">
                <a14:useLocalDpi xmlns:a14="http://schemas.microsoft.com/office/drawing/2010/main" val="0"/>
              </a:ext>
            </a:extLst>
          </a:blip>
          <a:srcRect l="68262" r="2979"/>
          <a:stretch/>
        </p:blipFill>
        <p:spPr>
          <a:xfrm>
            <a:off x="7118427" y="-46208"/>
            <a:ext cx="3287211" cy="6858000"/>
          </a:xfrm>
          <a:prstGeom prst="rect">
            <a:avLst/>
          </a:prstGeom>
        </p:spPr>
      </p:pic>
      <p:sp>
        <p:nvSpPr>
          <p:cNvPr id="6" name="TextBox 5">
            <a:extLst>
              <a:ext uri="{FF2B5EF4-FFF2-40B4-BE49-F238E27FC236}">
                <a16:creationId xmlns:a16="http://schemas.microsoft.com/office/drawing/2014/main" id="{1005A547-71AC-D7F2-B1AF-755634B9E251}"/>
              </a:ext>
            </a:extLst>
          </p:cNvPr>
          <p:cNvSpPr txBox="1"/>
          <p:nvPr/>
        </p:nvSpPr>
        <p:spPr>
          <a:xfrm>
            <a:off x="458654" y="2844225"/>
            <a:ext cx="6096000" cy="1169551"/>
          </a:xfrm>
          <a:prstGeom prst="rect">
            <a:avLst/>
          </a:prstGeom>
          <a:noFill/>
        </p:spPr>
        <p:txBody>
          <a:bodyPr wrap="square">
            <a:spAutoFit/>
          </a:bodyPr>
          <a:lstStyle/>
          <a:p>
            <a:r>
              <a:rPr kumimoji="0" lang="ar-EG" sz="3500" b="1"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Neo Sans Arabic Bold" panose="020B0804030504040204" pitchFamily="34" charset="-78"/>
                <a:cs typeface="Neo Sans Arabic Bold" panose="020B0804030504040204" pitchFamily="34" charset="-78"/>
              </a:rPr>
              <a:t>إذا كنت ستلخص المحور الثاني في جملة واحدة، ماذا ستقول؟</a:t>
            </a:r>
            <a:endParaRPr lang="en-GB" sz="3500" dirty="0">
              <a:solidFill>
                <a:schemeClr val="bg1"/>
              </a:solidFill>
              <a:effectLst>
                <a:outerShdw blurRad="38100" dist="38100" dir="2700000" algn="tl">
                  <a:srgbClr val="000000">
                    <a:alpha val="43137"/>
                  </a:srgbClr>
                </a:outerShdw>
              </a:effectLst>
              <a:latin typeface="Neo Sans Arabic Bold" panose="020B0804030504040204" pitchFamily="34" charset="-78"/>
              <a:cs typeface="Neo Sans Arabic Bold" panose="020B0804030504040204" pitchFamily="34" charset="-78"/>
            </a:endParaRPr>
          </a:p>
        </p:txBody>
      </p:sp>
      <p:pic>
        <p:nvPicPr>
          <p:cNvPr id="4" name="object 6">
            <a:extLst>
              <a:ext uri="{FF2B5EF4-FFF2-40B4-BE49-F238E27FC236}">
                <a16:creationId xmlns:a16="http://schemas.microsoft.com/office/drawing/2014/main" id="{D17E94E0-C72B-430B-B119-CB422B69F83A}"/>
              </a:ext>
            </a:extLst>
          </p:cNvPr>
          <p:cNvPicPr/>
          <p:nvPr/>
        </p:nvPicPr>
        <p:blipFill>
          <a:blip r:embed="rId5" cstate="print"/>
          <a:stretch>
            <a:fillRect/>
          </a:stretch>
        </p:blipFill>
        <p:spPr>
          <a:xfrm>
            <a:off x="10289897" y="154911"/>
            <a:ext cx="1633614" cy="944684"/>
          </a:xfrm>
          <a:prstGeom prst="rect">
            <a:avLst/>
          </a:prstGeom>
        </p:spPr>
      </p:pic>
    </p:spTree>
    <p:extLst>
      <p:ext uri="{BB962C8B-B14F-4D97-AF65-F5344CB8AC3E}">
        <p14:creationId xmlns:p14="http://schemas.microsoft.com/office/powerpoint/2010/main" val="3566555970"/>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11D7-0EE2-F7E2-2660-192B23F7B2D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479411F-463B-54A3-6E97-791B37EB0D95}"/>
              </a:ext>
            </a:extLst>
          </p:cNvPr>
          <p:cNvPicPr>
            <a:picLocks noChangeAspect="1"/>
          </p:cNvPicPr>
          <p:nvPr/>
        </p:nvPicPr>
        <p:blipFill>
          <a:blip r:embed="rId2">
            <a:extLst>
              <a:ext uri="{28A0092B-C50C-407E-A947-70E740481C1C}">
                <a14:useLocalDpi xmlns:a14="http://schemas.microsoft.com/office/drawing/2010/main" val="0"/>
              </a:ext>
            </a:extLst>
          </a:blip>
          <a:srcRect t="19923" b="19923"/>
          <a:stretch/>
        </p:blipFill>
        <p:spPr>
          <a:xfrm flipH="1">
            <a:off x="6345902" y="1924964"/>
            <a:ext cx="6517563" cy="5040688"/>
          </a:xfrm>
          <a:prstGeom prst="homePlate">
            <a:avLst/>
          </a:prstGeom>
        </p:spPr>
      </p:pic>
      <p:grpSp>
        <p:nvGrpSpPr>
          <p:cNvPr id="3" name="object 3">
            <a:extLst>
              <a:ext uri="{FF2B5EF4-FFF2-40B4-BE49-F238E27FC236}">
                <a16:creationId xmlns:a16="http://schemas.microsoft.com/office/drawing/2014/main" id="{88BE9C60-C218-3FA4-D041-A8189AEFDBB8}"/>
              </a:ext>
            </a:extLst>
          </p:cNvPr>
          <p:cNvGrpSpPr/>
          <p:nvPr/>
        </p:nvGrpSpPr>
        <p:grpSpPr>
          <a:xfrm flipH="1">
            <a:off x="-1904815" y="5142915"/>
            <a:ext cx="4012757" cy="2806736"/>
            <a:chOff x="13503008" y="6696033"/>
            <a:chExt cx="6617334" cy="4628515"/>
          </a:xfrm>
        </p:grpSpPr>
        <p:sp>
          <p:nvSpPr>
            <p:cNvPr id="4" name="object 4">
              <a:extLst>
                <a:ext uri="{FF2B5EF4-FFF2-40B4-BE49-F238E27FC236}">
                  <a16:creationId xmlns:a16="http://schemas.microsoft.com/office/drawing/2014/main" id="{1F6B6DA7-CE46-9BAD-3C69-22C56E1AC0E8}"/>
                </a:ext>
              </a:extLst>
            </p:cNvPr>
            <p:cNvSpPr/>
            <p:nvPr/>
          </p:nvSpPr>
          <p:spPr>
            <a:xfrm>
              <a:off x="14546481" y="8567806"/>
              <a:ext cx="5294630" cy="2741295"/>
            </a:xfrm>
            <a:custGeom>
              <a:avLst/>
              <a:gdLst/>
              <a:ahLst/>
              <a:cxnLst/>
              <a:rect l="l" t="t" r="r" b="b"/>
              <a:pathLst>
                <a:path w="5294630" h="2741295">
                  <a:moveTo>
                    <a:pt x="1607" y="2740750"/>
                  </a:moveTo>
                  <a:lnTo>
                    <a:pt x="1578" y="2693255"/>
                  </a:lnTo>
                  <a:lnTo>
                    <a:pt x="1546" y="2642667"/>
                  </a:lnTo>
                  <a:lnTo>
                    <a:pt x="1515" y="2592078"/>
                  </a:lnTo>
                  <a:lnTo>
                    <a:pt x="1484" y="2541490"/>
                  </a:lnTo>
                  <a:lnTo>
                    <a:pt x="1453" y="2490902"/>
                  </a:lnTo>
                  <a:lnTo>
                    <a:pt x="1422" y="2440314"/>
                  </a:lnTo>
                  <a:lnTo>
                    <a:pt x="1391" y="2389725"/>
                  </a:lnTo>
                  <a:lnTo>
                    <a:pt x="1360" y="2339137"/>
                  </a:lnTo>
                  <a:lnTo>
                    <a:pt x="1329" y="2288549"/>
                  </a:lnTo>
                  <a:lnTo>
                    <a:pt x="1298" y="2237961"/>
                  </a:lnTo>
                  <a:lnTo>
                    <a:pt x="1267" y="2187373"/>
                  </a:lnTo>
                  <a:lnTo>
                    <a:pt x="1236" y="2136784"/>
                  </a:lnTo>
                  <a:lnTo>
                    <a:pt x="1205" y="2086196"/>
                  </a:lnTo>
                  <a:lnTo>
                    <a:pt x="1174" y="2035608"/>
                  </a:lnTo>
                  <a:lnTo>
                    <a:pt x="1143" y="1985020"/>
                  </a:lnTo>
                  <a:lnTo>
                    <a:pt x="1112" y="1934431"/>
                  </a:lnTo>
                  <a:lnTo>
                    <a:pt x="1081" y="1883843"/>
                  </a:lnTo>
                  <a:lnTo>
                    <a:pt x="1050" y="1833255"/>
                  </a:lnTo>
                  <a:lnTo>
                    <a:pt x="1019" y="1782667"/>
                  </a:lnTo>
                  <a:lnTo>
                    <a:pt x="989" y="1732078"/>
                  </a:lnTo>
                  <a:lnTo>
                    <a:pt x="958" y="1681490"/>
                  </a:lnTo>
                  <a:lnTo>
                    <a:pt x="927" y="1630902"/>
                  </a:lnTo>
                  <a:lnTo>
                    <a:pt x="896" y="1580314"/>
                  </a:lnTo>
                  <a:lnTo>
                    <a:pt x="865" y="1529725"/>
                  </a:lnTo>
                  <a:lnTo>
                    <a:pt x="834" y="1479137"/>
                  </a:lnTo>
                  <a:lnTo>
                    <a:pt x="803" y="1428549"/>
                  </a:lnTo>
                  <a:lnTo>
                    <a:pt x="772" y="1377961"/>
                  </a:lnTo>
                  <a:lnTo>
                    <a:pt x="741" y="1327372"/>
                  </a:lnTo>
                  <a:lnTo>
                    <a:pt x="711" y="1276784"/>
                  </a:lnTo>
                  <a:lnTo>
                    <a:pt x="680" y="1226196"/>
                  </a:lnTo>
                  <a:lnTo>
                    <a:pt x="649" y="1175608"/>
                  </a:lnTo>
                  <a:lnTo>
                    <a:pt x="618" y="1125019"/>
                  </a:lnTo>
                  <a:lnTo>
                    <a:pt x="587" y="1074431"/>
                  </a:lnTo>
                  <a:lnTo>
                    <a:pt x="557" y="1023843"/>
                  </a:lnTo>
                  <a:lnTo>
                    <a:pt x="526" y="973255"/>
                  </a:ln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7"/>
                  </a:lnTo>
                  <a:lnTo>
                    <a:pt x="819942" y="62471"/>
                  </a:lnTo>
                  <a:lnTo>
                    <a:pt x="865232" y="84829"/>
                  </a:lnTo>
                  <a:lnTo>
                    <a:pt x="909518" y="109679"/>
                  </a:lnTo>
                  <a:lnTo>
                    <a:pt x="951803" y="134689"/>
                  </a:lnTo>
                  <a:lnTo>
                    <a:pt x="998084" y="162110"/>
                  </a:lnTo>
                  <a:lnTo>
                    <a:pt x="1048239" y="191871"/>
                  </a:lnTo>
                  <a:lnTo>
                    <a:pt x="1102147" y="223898"/>
                  </a:lnTo>
                  <a:lnTo>
                    <a:pt x="1159688" y="258119"/>
                  </a:lnTo>
                  <a:lnTo>
                    <a:pt x="1220738" y="294461"/>
                  </a:lnTo>
                  <a:lnTo>
                    <a:pt x="1285178" y="332852"/>
                  </a:lnTo>
                  <a:lnTo>
                    <a:pt x="1318631" y="352792"/>
                  </a:lnTo>
                  <a:lnTo>
                    <a:pt x="1352885" y="373218"/>
                  </a:lnTo>
                  <a:lnTo>
                    <a:pt x="1387927" y="394119"/>
                  </a:lnTo>
                  <a:lnTo>
                    <a:pt x="1423739" y="415487"/>
                  </a:lnTo>
                  <a:lnTo>
                    <a:pt x="1460308" y="437312"/>
                  </a:lnTo>
                  <a:lnTo>
                    <a:pt x="1497618" y="459586"/>
                  </a:lnTo>
                  <a:lnTo>
                    <a:pt x="1535655" y="482299"/>
                  </a:lnTo>
                  <a:lnTo>
                    <a:pt x="1574402" y="505443"/>
                  </a:lnTo>
                  <a:lnTo>
                    <a:pt x="1613844" y="529007"/>
                  </a:lnTo>
                  <a:lnTo>
                    <a:pt x="1653967" y="552984"/>
                  </a:lnTo>
                  <a:lnTo>
                    <a:pt x="1694756" y="577364"/>
                  </a:lnTo>
                  <a:lnTo>
                    <a:pt x="1736194" y="602138"/>
                  </a:lnTo>
                  <a:lnTo>
                    <a:pt x="1778268" y="627296"/>
                  </a:lnTo>
                  <a:lnTo>
                    <a:pt x="1820961" y="652831"/>
                  </a:lnTo>
                  <a:lnTo>
                    <a:pt x="1864259" y="678732"/>
                  </a:lnTo>
                  <a:lnTo>
                    <a:pt x="1908147" y="704990"/>
                  </a:lnTo>
                  <a:lnTo>
                    <a:pt x="1952609" y="731597"/>
                  </a:lnTo>
                  <a:lnTo>
                    <a:pt x="1997630" y="758544"/>
                  </a:lnTo>
                  <a:lnTo>
                    <a:pt x="2043195" y="785821"/>
                  </a:lnTo>
                  <a:lnTo>
                    <a:pt x="2089289" y="813419"/>
                  </a:lnTo>
                  <a:lnTo>
                    <a:pt x="2135897" y="841329"/>
                  </a:lnTo>
                  <a:lnTo>
                    <a:pt x="2183003" y="869542"/>
                  </a:lnTo>
                  <a:lnTo>
                    <a:pt x="2230593" y="898049"/>
                  </a:lnTo>
                  <a:lnTo>
                    <a:pt x="2278650" y="926841"/>
                  </a:lnTo>
                  <a:lnTo>
                    <a:pt x="2327161" y="955908"/>
                  </a:lnTo>
                  <a:lnTo>
                    <a:pt x="2376110" y="985243"/>
                  </a:lnTo>
                  <a:lnTo>
                    <a:pt x="2425481" y="1014835"/>
                  </a:lnTo>
                  <a:lnTo>
                    <a:pt x="2475260" y="1044675"/>
                  </a:lnTo>
                  <a:lnTo>
                    <a:pt x="2525431" y="1074755"/>
                  </a:lnTo>
                  <a:lnTo>
                    <a:pt x="2575980" y="1105065"/>
                  </a:lnTo>
                  <a:lnTo>
                    <a:pt x="2626890" y="1135597"/>
                  </a:lnTo>
                  <a:lnTo>
                    <a:pt x="2678148" y="1166340"/>
                  </a:lnTo>
                  <a:lnTo>
                    <a:pt x="2729737" y="1197287"/>
                  </a:lnTo>
                  <a:lnTo>
                    <a:pt x="2781643" y="1228427"/>
                  </a:lnTo>
                  <a:lnTo>
                    <a:pt x="2833850" y="1259753"/>
                  </a:lnTo>
                  <a:lnTo>
                    <a:pt x="2886343" y="1291254"/>
                  </a:lnTo>
                  <a:lnTo>
                    <a:pt x="2939108" y="1322922"/>
                  </a:lnTo>
                  <a:lnTo>
                    <a:pt x="2992128" y="1354747"/>
                  </a:lnTo>
                  <a:lnTo>
                    <a:pt x="3045389" y="1386722"/>
                  </a:lnTo>
                  <a:lnTo>
                    <a:pt x="3098876" y="1418835"/>
                  </a:lnTo>
                  <a:lnTo>
                    <a:pt x="3152573" y="1451079"/>
                  </a:lnTo>
                  <a:lnTo>
                    <a:pt x="3206465" y="1483444"/>
                  </a:lnTo>
                  <a:lnTo>
                    <a:pt x="3260538" y="1515921"/>
                  </a:lnTo>
                  <a:lnTo>
                    <a:pt x="3314775" y="1548501"/>
                  </a:lnTo>
                  <a:lnTo>
                    <a:pt x="3369162" y="1581176"/>
                  </a:lnTo>
                  <a:lnTo>
                    <a:pt x="3423684" y="1613935"/>
                  </a:lnTo>
                  <a:lnTo>
                    <a:pt x="3478325" y="1646770"/>
                  </a:lnTo>
                  <a:lnTo>
                    <a:pt x="3533071" y="1679671"/>
                  </a:lnTo>
                  <a:lnTo>
                    <a:pt x="3587905" y="1712631"/>
                  </a:lnTo>
                  <a:lnTo>
                    <a:pt x="3642814" y="1745639"/>
                  </a:lnTo>
                  <a:lnTo>
                    <a:pt x="3697781" y="1778686"/>
                  </a:lnTo>
                  <a:lnTo>
                    <a:pt x="3752792" y="1811764"/>
                  </a:lnTo>
                  <a:lnTo>
                    <a:pt x="3807832" y="1844862"/>
                  </a:lnTo>
                  <a:lnTo>
                    <a:pt x="3862884" y="1877973"/>
                  </a:lnTo>
                  <a:lnTo>
                    <a:pt x="3917935" y="1911088"/>
                  </a:lnTo>
                  <a:lnTo>
                    <a:pt x="3972969" y="1944196"/>
                  </a:lnTo>
                  <a:lnTo>
                    <a:pt x="4027971" y="1977289"/>
                  </a:lnTo>
                  <a:lnTo>
                    <a:pt x="4082925" y="2010358"/>
                  </a:lnTo>
                  <a:lnTo>
                    <a:pt x="4137817" y="2043393"/>
                  </a:lnTo>
                  <a:lnTo>
                    <a:pt x="4192631" y="2076387"/>
                  </a:lnTo>
                  <a:lnTo>
                    <a:pt x="4247352" y="2109328"/>
                  </a:lnTo>
                  <a:lnTo>
                    <a:pt x="4301965" y="2142210"/>
                  </a:lnTo>
                  <a:lnTo>
                    <a:pt x="4356455" y="2175021"/>
                  </a:lnTo>
                  <a:lnTo>
                    <a:pt x="4410807" y="2207754"/>
                  </a:lnTo>
                  <a:lnTo>
                    <a:pt x="4465005" y="2240399"/>
                  </a:lnTo>
                  <a:lnTo>
                    <a:pt x="4519035" y="2272948"/>
                  </a:lnTo>
                  <a:lnTo>
                    <a:pt x="4572881" y="2305390"/>
                  </a:lnTo>
                  <a:lnTo>
                    <a:pt x="4626527" y="2337717"/>
                  </a:lnTo>
                  <a:lnTo>
                    <a:pt x="4679960" y="2369920"/>
                  </a:lnTo>
                  <a:lnTo>
                    <a:pt x="4733163" y="2401990"/>
                  </a:lnTo>
                  <a:lnTo>
                    <a:pt x="4786122" y="2433917"/>
                  </a:lnTo>
                  <a:lnTo>
                    <a:pt x="4838821" y="2465693"/>
                  </a:lnTo>
                  <a:lnTo>
                    <a:pt x="4891245" y="2497309"/>
                  </a:lnTo>
                  <a:lnTo>
                    <a:pt x="4943380" y="2528755"/>
                  </a:lnTo>
                  <a:lnTo>
                    <a:pt x="4995209" y="2560022"/>
                  </a:lnTo>
                  <a:lnTo>
                    <a:pt x="5046718" y="2591101"/>
                  </a:lnTo>
                  <a:lnTo>
                    <a:pt x="5097891" y="2621984"/>
                  </a:lnTo>
                  <a:lnTo>
                    <a:pt x="5148714" y="2652660"/>
                  </a:lnTo>
                  <a:lnTo>
                    <a:pt x="5199171" y="2683122"/>
                  </a:lnTo>
                  <a:lnTo>
                    <a:pt x="5249247" y="2713359"/>
                  </a:lnTo>
                  <a:lnTo>
                    <a:pt x="5294600" y="2740750"/>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 name="object 5">
              <a:extLst>
                <a:ext uri="{FF2B5EF4-FFF2-40B4-BE49-F238E27FC236}">
                  <a16:creationId xmlns:a16="http://schemas.microsoft.com/office/drawing/2014/main" id="{46CD8A26-6411-DB91-205A-A4435FAA389F}"/>
                </a:ext>
              </a:extLst>
            </p:cNvPr>
            <p:cNvSpPr/>
            <p:nvPr/>
          </p:nvSpPr>
          <p:spPr>
            <a:xfrm>
              <a:off x="15400194" y="10328593"/>
              <a:ext cx="2305050" cy="980440"/>
            </a:xfrm>
            <a:custGeom>
              <a:avLst/>
              <a:gdLst/>
              <a:ahLst/>
              <a:cxnLst/>
              <a:rect l="l" t="t" r="r" b="b"/>
              <a:pathLst>
                <a:path w="2305050" h="980440">
                  <a:moveTo>
                    <a:pt x="530" y="979963"/>
                  </a:move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6"/>
                  </a:lnTo>
                  <a:lnTo>
                    <a:pt x="819942" y="62467"/>
                  </a:lnTo>
                  <a:lnTo>
                    <a:pt x="865232" y="84825"/>
                  </a:lnTo>
                  <a:lnTo>
                    <a:pt x="909518" y="109679"/>
                  </a:lnTo>
                  <a:lnTo>
                    <a:pt x="974681" y="148396"/>
                  </a:lnTo>
                  <a:lnTo>
                    <a:pt x="1008373" y="168569"/>
                  </a:lnTo>
                  <a:lnTo>
                    <a:pt x="1042782" y="189267"/>
                  </a:lnTo>
                  <a:lnTo>
                    <a:pt x="1077889" y="210478"/>
                  </a:lnTo>
                  <a:lnTo>
                    <a:pt x="1113677" y="232187"/>
                  </a:lnTo>
                  <a:lnTo>
                    <a:pt x="1150128" y="254383"/>
                  </a:lnTo>
                  <a:lnTo>
                    <a:pt x="1187224" y="277051"/>
                  </a:lnTo>
                  <a:lnTo>
                    <a:pt x="1224948" y="300179"/>
                  </a:lnTo>
                  <a:lnTo>
                    <a:pt x="1263280" y="323754"/>
                  </a:lnTo>
                  <a:lnTo>
                    <a:pt x="1302203" y="347762"/>
                  </a:lnTo>
                  <a:lnTo>
                    <a:pt x="1341700" y="372190"/>
                  </a:lnTo>
                  <a:lnTo>
                    <a:pt x="1381752" y="397025"/>
                  </a:lnTo>
                  <a:lnTo>
                    <a:pt x="1422342" y="422255"/>
                  </a:lnTo>
                  <a:lnTo>
                    <a:pt x="1463451" y="447864"/>
                  </a:lnTo>
                  <a:lnTo>
                    <a:pt x="1505062" y="473842"/>
                  </a:lnTo>
                  <a:lnTo>
                    <a:pt x="1547157" y="500174"/>
                  </a:lnTo>
                  <a:lnTo>
                    <a:pt x="1589718" y="526847"/>
                  </a:lnTo>
                  <a:lnTo>
                    <a:pt x="1632726" y="553848"/>
                  </a:lnTo>
                  <a:lnTo>
                    <a:pt x="1676165" y="581165"/>
                  </a:lnTo>
                  <a:lnTo>
                    <a:pt x="1720016" y="608783"/>
                  </a:lnTo>
                  <a:lnTo>
                    <a:pt x="1764262" y="636690"/>
                  </a:lnTo>
                  <a:lnTo>
                    <a:pt x="1808883" y="664872"/>
                  </a:lnTo>
                  <a:lnTo>
                    <a:pt x="1853863" y="693317"/>
                  </a:lnTo>
                  <a:lnTo>
                    <a:pt x="1899184" y="722011"/>
                  </a:lnTo>
                  <a:lnTo>
                    <a:pt x="1944828" y="750941"/>
                  </a:lnTo>
                  <a:lnTo>
                    <a:pt x="1990776" y="780094"/>
                  </a:lnTo>
                  <a:lnTo>
                    <a:pt x="2037011" y="809457"/>
                  </a:lnTo>
                  <a:lnTo>
                    <a:pt x="2083515" y="839017"/>
                  </a:lnTo>
                  <a:lnTo>
                    <a:pt x="2130270" y="868760"/>
                  </a:lnTo>
                  <a:lnTo>
                    <a:pt x="2177258" y="898673"/>
                  </a:lnTo>
                  <a:lnTo>
                    <a:pt x="2224461" y="928744"/>
                  </a:lnTo>
                  <a:lnTo>
                    <a:pt x="2271862" y="958958"/>
                  </a:lnTo>
                  <a:lnTo>
                    <a:pt x="2304796" y="979963"/>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object 6">
              <a:extLst>
                <a:ext uri="{FF2B5EF4-FFF2-40B4-BE49-F238E27FC236}">
                  <a16:creationId xmlns:a16="http://schemas.microsoft.com/office/drawing/2014/main" id="{9AFC0363-A856-087D-4441-776886FFF795}"/>
                </a:ext>
              </a:extLst>
            </p:cNvPr>
            <p:cNvSpPr/>
            <p:nvPr/>
          </p:nvSpPr>
          <p:spPr>
            <a:xfrm>
              <a:off x="13518714" y="6711740"/>
              <a:ext cx="6585584" cy="4597400"/>
            </a:xfrm>
            <a:custGeom>
              <a:avLst/>
              <a:gdLst/>
              <a:ahLst/>
              <a:cxnLst/>
              <a:rect l="l" t="t" r="r" b="b"/>
              <a:pathLst>
                <a:path w="6585584" h="4597400">
                  <a:moveTo>
                    <a:pt x="2738" y="4596816"/>
                  </a:moveTo>
                  <a:lnTo>
                    <a:pt x="2688" y="4516366"/>
                  </a:lnTo>
                  <a:lnTo>
                    <a:pt x="2657" y="4465724"/>
                  </a:lnTo>
                  <a:lnTo>
                    <a:pt x="2625" y="4415083"/>
                  </a:lnTo>
                  <a:lnTo>
                    <a:pt x="2594" y="4364441"/>
                  </a:lnTo>
                  <a:lnTo>
                    <a:pt x="2562" y="4313800"/>
                  </a:lnTo>
                  <a:lnTo>
                    <a:pt x="2531" y="4263158"/>
                  </a:lnTo>
                  <a:lnTo>
                    <a:pt x="2500" y="4212517"/>
                  </a:lnTo>
                  <a:lnTo>
                    <a:pt x="2469" y="4161875"/>
                  </a:lnTo>
                  <a:lnTo>
                    <a:pt x="2437" y="4111234"/>
                  </a:lnTo>
                  <a:lnTo>
                    <a:pt x="2406" y="4060592"/>
                  </a:lnTo>
                  <a:lnTo>
                    <a:pt x="2375" y="4009951"/>
                  </a:lnTo>
                  <a:lnTo>
                    <a:pt x="2343" y="3959309"/>
                  </a:lnTo>
                  <a:lnTo>
                    <a:pt x="2312" y="3908668"/>
                  </a:lnTo>
                  <a:lnTo>
                    <a:pt x="2281" y="3858027"/>
                  </a:lnTo>
                  <a:lnTo>
                    <a:pt x="2250" y="3807385"/>
                  </a:lnTo>
                  <a:lnTo>
                    <a:pt x="2218" y="3756744"/>
                  </a:lnTo>
                  <a:lnTo>
                    <a:pt x="2187" y="3706102"/>
                  </a:lnTo>
                  <a:lnTo>
                    <a:pt x="2156" y="3655461"/>
                  </a:lnTo>
                  <a:lnTo>
                    <a:pt x="2125" y="3604819"/>
                  </a:lnTo>
                  <a:lnTo>
                    <a:pt x="2094" y="3554178"/>
                  </a:lnTo>
                  <a:lnTo>
                    <a:pt x="2062" y="3503536"/>
                  </a:lnTo>
                  <a:lnTo>
                    <a:pt x="2031" y="3452895"/>
                  </a:lnTo>
                  <a:lnTo>
                    <a:pt x="2000" y="3402253"/>
                  </a:lnTo>
                  <a:lnTo>
                    <a:pt x="1969" y="3351612"/>
                  </a:lnTo>
                  <a:lnTo>
                    <a:pt x="1938" y="3300970"/>
                  </a:lnTo>
                  <a:lnTo>
                    <a:pt x="1907" y="3250329"/>
                  </a:lnTo>
                  <a:lnTo>
                    <a:pt x="1875" y="3199688"/>
                  </a:lnTo>
                  <a:lnTo>
                    <a:pt x="1844" y="3149046"/>
                  </a:lnTo>
                  <a:lnTo>
                    <a:pt x="1813" y="3098405"/>
                  </a:lnTo>
                  <a:lnTo>
                    <a:pt x="1782" y="3047763"/>
                  </a:lnTo>
                  <a:lnTo>
                    <a:pt x="1751" y="2997122"/>
                  </a:lnTo>
                  <a:lnTo>
                    <a:pt x="1720" y="2946480"/>
                  </a:lnTo>
                  <a:lnTo>
                    <a:pt x="1689" y="2895839"/>
                  </a:lnTo>
                  <a:lnTo>
                    <a:pt x="1658" y="2845198"/>
                  </a:lnTo>
                  <a:lnTo>
                    <a:pt x="1626" y="2794556"/>
                  </a:lnTo>
                  <a:lnTo>
                    <a:pt x="1595" y="2743915"/>
                  </a:lnTo>
                  <a:lnTo>
                    <a:pt x="1564" y="2693273"/>
                  </a:lnTo>
                  <a:lnTo>
                    <a:pt x="1533" y="2642632"/>
                  </a:lnTo>
                  <a:lnTo>
                    <a:pt x="1502" y="2591991"/>
                  </a:lnTo>
                  <a:lnTo>
                    <a:pt x="1471" y="2541349"/>
                  </a:lnTo>
                  <a:lnTo>
                    <a:pt x="1440" y="2490708"/>
                  </a:lnTo>
                  <a:lnTo>
                    <a:pt x="1409" y="2440066"/>
                  </a:lnTo>
                  <a:lnTo>
                    <a:pt x="1378" y="2389425"/>
                  </a:lnTo>
                  <a:lnTo>
                    <a:pt x="1347" y="2338784"/>
                  </a:lnTo>
                  <a:lnTo>
                    <a:pt x="1316" y="2288142"/>
                  </a:lnTo>
                  <a:lnTo>
                    <a:pt x="1285" y="2237501"/>
                  </a:lnTo>
                  <a:lnTo>
                    <a:pt x="1254" y="2186860"/>
                  </a:lnTo>
                  <a:lnTo>
                    <a:pt x="1223" y="2136218"/>
                  </a:lnTo>
                  <a:lnTo>
                    <a:pt x="1192" y="2085577"/>
                  </a:lnTo>
                  <a:lnTo>
                    <a:pt x="1161" y="2034936"/>
                  </a:lnTo>
                  <a:lnTo>
                    <a:pt x="1130" y="1984294"/>
                  </a:lnTo>
                  <a:lnTo>
                    <a:pt x="1099" y="1933653"/>
                  </a:lnTo>
                  <a:lnTo>
                    <a:pt x="1068" y="1883011"/>
                  </a:lnTo>
                  <a:lnTo>
                    <a:pt x="1037" y="1832370"/>
                  </a:lnTo>
                  <a:lnTo>
                    <a:pt x="1006" y="1781729"/>
                  </a:lnTo>
                  <a:lnTo>
                    <a:pt x="975" y="1731087"/>
                  </a:lnTo>
                  <a:lnTo>
                    <a:pt x="944" y="1680446"/>
                  </a:lnTo>
                  <a:lnTo>
                    <a:pt x="913" y="1629805"/>
                  </a:lnTo>
                  <a:lnTo>
                    <a:pt x="882" y="1579164"/>
                  </a:lnTo>
                  <a:lnTo>
                    <a:pt x="851" y="1528522"/>
                  </a:lnTo>
                  <a:lnTo>
                    <a:pt x="820" y="1477881"/>
                  </a:lnTo>
                  <a:lnTo>
                    <a:pt x="790" y="1427240"/>
                  </a:lnTo>
                  <a:lnTo>
                    <a:pt x="759" y="1376598"/>
                  </a:lnTo>
                  <a:lnTo>
                    <a:pt x="728" y="1325957"/>
                  </a:lnTo>
                  <a:lnTo>
                    <a:pt x="697" y="1275316"/>
                  </a:lnTo>
                  <a:lnTo>
                    <a:pt x="666" y="1224674"/>
                  </a:lnTo>
                  <a:lnTo>
                    <a:pt x="635" y="1174033"/>
                  </a:lnTo>
                  <a:lnTo>
                    <a:pt x="604" y="1123392"/>
                  </a:lnTo>
                  <a:lnTo>
                    <a:pt x="573" y="1072751"/>
                  </a:lnTo>
                  <a:lnTo>
                    <a:pt x="542" y="1022109"/>
                  </a:lnTo>
                  <a:lnTo>
                    <a:pt x="512" y="971468"/>
                  </a:lnTo>
                  <a:lnTo>
                    <a:pt x="481" y="920827"/>
                  </a:lnTo>
                  <a:lnTo>
                    <a:pt x="450" y="870186"/>
                  </a:lnTo>
                  <a:lnTo>
                    <a:pt x="419" y="819544"/>
                  </a:lnTo>
                  <a:lnTo>
                    <a:pt x="388" y="768903"/>
                  </a:lnTo>
                  <a:lnTo>
                    <a:pt x="223" y="734879"/>
                  </a:lnTo>
                  <a:lnTo>
                    <a:pt x="0" y="700855"/>
                  </a:lnTo>
                  <a:lnTo>
                    <a:pt x="80" y="666843"/>
                  </a:lnTo>
                  <a:lnTo>
                    <a:pt x="828" y="632855"/>
                  </a:lnTo>
                  <a:lnTo>
                    <a:pt x="4076" y="582472"/>
                  </a:lnTo>
                  <a:lnTo>
                    <a:pt x="10153" y="533741"/>
                  </a:lnTo>
                  <a:lnTo>
                    <a:pt x="18976" y="486722"/>
                  </a:lnTo>
                  <a:lnTo>
                    <a:pt x="30457" y="441476"/>
                  </a:lnTo>
                  <a:lnTo>
                    <a:pt x="44513" y="398065"/>
                  </a:lnTo>
                  <a:lnTo>
                    <a:pt x="61058" y="356549"/>
                  </a:lnTo>
                  <a:lnTo>
                    <a:pt x="80007" y="316990"/>
                  </a:lnTo>
                  <a:lnTo>
                    <a:pt x="101275" y="279448"/>
                  </a:lnTo>
                  <a:lnTo>
                    <a:pt x="124777" y="243986"/>
                  </a:lnTo>
                  <a:lnTo>
                    <a:pt x="150426" y="210665"/>
                  </a:lnTo>
                  <a:lnTo>
                    <a:pt x="178140" y="179544"/>
                  </a:lnTo>
                  <a:lnTo>
                    <a:pt x="207831" y="150686"/>
                  </a:lnTo>
                  <a:lnTo>
                    <a:pt x="239415" y="124152"/>
                  </a:lnTo>
                  <a:lnTo>
                    <a:pt x="272808" y="100002"/>
                  </a:lnTo>
                  <a:lnTo>
                    <a:pt x="307922" y="78299"/>
                  </a:lnTo>
                  <a:lnTo>
                    <a:pt x="344675" y="59103"/>
                  </a:lnTo>
                  <a:lnTo>
                    <a:pt x="382979" y="42475"/>
                  </a:lnTo>
                  <a:lnTo>
                    <a:pt x="422751" y="28476"/>
                  </a:lnTo>
                  <a:lnTo>
                    <a:pt x="463905" y="17168"/>
                  </a:lnTo>
                  <a:lnTo>
                    <a:pt x="506355" y="8612"/>
                  </a:lnTo>
                  <a:lnTo>
                    <a:pt x="550018" y="2869"/>
                  </a:lnTo>
                  <a:lnTo>
                    <a:pt x="594806" y="0"/>
                  </a:lnTo>
                  <a:lnTo>
                    <a:pt x="640636" y="65"/>
                  </a:lnTo>
                  <a:lnTo>
                    <a:pt x="687423" y="3128"/>
                  </a:lnTo>
                  <a:lnTo>
                    <a:pt x="735080" y="9248"/>
                  </a:lnTo>
                  <a:lnTo>
                    <a:pt x="783523" y="18486"/>
                  </a:lnTo>
                  <a:lnTo>
                    <a:pt x="832667" y="30905"/>
                  </a:lnTo>
                  <a:lnTo>
                    <a:pt x="877258" y="45170"/>
                  </a:lnTo>
                  <a:lnTo>
                    <a:pt x="920547" y="62066"/>
                  </a:lnTo>
                  <a:lnTo>
                    <a:pt x="962740" y="81302"/>
                  </a:lnTo>
                  <a:lnTo>
                    <a:pt x="1004039" y="102588"/>
                  </a:lnTo>
                  <a:lnTo>
                    <a:pt x="1044650" y="125635"/>
                  </a:lnTo>
                  <a:lnTo>
                    <a:pt x="1082528" y="148044"/>
                  </a:lnTo>
                  <a:lnTo>
                    <a:pt x="1123845" y="172544"/>
                  </a:lnTo>
                  <a:lnTo>
                    <a:pt x="1168521" y="199084"/>
                  </a:lnTo>
                  <a:lnTo>
                    <a:pt x="1216474" y="227617"/>
                  </a:lnTo>
                  <a:lnTo>
                    <a:pt x="1267624" y="258093"/>
                  </a:lnTo>
                  <a:lnTo>
                    <a:pt x="1321890" y="290462"/>
                  </a:lnTo>
                  <a:lnTo>
                    <a:pt x="1379190" y="324676"/>
                  </a:lnTo>
                  <a:lnTo>
                    <a:pt x="1439445" y="360685"/>
                  </a:lnTo>
                  <a:lnTo>
                    <a:pt x="1502572" y="398440"/>
                  </a:lnTo>
                  <a:lnTo>
                    <a:pt x="1568491" y="437892"/>
                  </a:lnTo>
                  <a:lnTo>
                    <a:pt x="1602473" y="458238"/>
                  </a:lnTo>
                  <a:lnTo>
                    <a:pt x="1637122" y="478991"/>
                  </a:lnTo>
                  <a:lnTo>
                    <a:pt x="1672428" y="500143"/>
                  </a:lnTo>
                  <a:lnTo>
                    <a:pt x="1708382" y="521689"/>
                  </a:lnTo>
                  <a:lnTo>
                    <a:pt x="1744973" y="543622"/>
                  </a:lnTo>
                  <a:lnTo>
                    <a:pt x="1782192" y="565936"/>
                  </a:lnTo>
                  <a:lnTo>
                    <a:pt x="1820028" y="588625"/>
                  </a:lnTo>
                  <a:lnTo>
                    <a:pt x="1858470" y="611683"/>
                  </a:lnTo>
                  <a:lnTo>
                    <a:pt x="1897510" y="635103"/>
                  </a:lnTo>
                  <a:lnTo>
                    <a:pt x="1937136" y="658880"/>
                  </a:lnTo>
                  <a:lnTo>
                    <a:pt x="1977339" y="683008"/>
                  </a:lnTo>
                  <a:lnTo>
                    <a:pt x="2018108" y="707479"/>
                  </a:lnTo>
                  <a:lnTo>
                    <a:pt x="2059434" y="732289"/>
                  </a:lnTo>
                  <a:lnTo>
                    <a:pt x="2101306" y="757431"/>
                  </a:lnTo>
                  <a:lnTo>
                    <a:pt x="2143714" y="782899"/>
                  </a:lnTo>
                  <a:lnTo>
                    <a:pt x="2186648" y="808686"/>
                  </a:lnTo>
                  <a:lnTo>
                    <a:pt x="2230098" y="834787"/>
                  </a:lnTo>
                  <a:lnTo>
                    <a:pt x="2274054" y="861195"/>
                  </a:lnTo>
                  <a:lnTo>
                    <a:pt x="2318506" y="887904"/>
                  </a:lnTo>
                  <a:lnTo>
                    <a:pt x="2363444" y="914908"/>
                  </a:lnTo>
                  <a:lnTo>
                    <a:pt x="2408856" y="942201"/>
                  </a:lnTo>
                  <a:lnTo>
                    <a:pt x="2454735" y="969777"/>
                  </a:lnTo>
                  <a:lnTo>
                    <a:pt x="2501068" y="997630"/>
                  </a:lnTo>
                  <a:lnTo>
                    <a:pt x="2547847" y="1025753"/>
                  </a:lnTo>
                  <a:lnTo>
                    <a:pt x="2595060" y="1054140"/>
                  </a:lnTo>
                  <a:lnTo>
                    <a:pt x="2642699" y="1082785"/>
                  </a:lnTo>
                  <a:lnTo>
                    <a:pt x="2690752" y="1111683"/>
                  </a:lnTo>
                  <a:lnTo>
                    <a:pt x="2739210" y="1140826"/>
                  </a:lnTo>
                  <a:lnTo>
                    <a:pt x="2788063" y="1170209"/>
                  </a:lnTo>
                  <a:lnTo>
                    <a:pt x="2837300" y="1199825"/>
                  </a:lnTo>
                  <a:lnTo>
                    <a:pt x="2886911" y="1229669"/>
                  </a:lnTo>
                  <a:lnTo>
                    <a:pt x="2936887" y="1259734"/>
                  </a:lnTo>
                  <a:lnTo>
                    <a:pt x="2987217" y="1290014"/>
                  </a:lnTo>
                  <a:lnTo>
                    <a:pt x="3037891" y="1320503"/>
                  </a:lnTo>
                  <a:lnTo>
                    <a:pt x="3088898" y="1351195"/>
                  </a:lnTo>
                  <a:lnTo>
                    <a:pt x="3140230" y="1382083"/>
                  </a:lnTo>
                  <a:lnTo>
                    <a:pt x="3191875" y="1413162"/>
                  </a:lnTo>
                  <a:lnTo>
                    <a:pt x="3243823" y="1444426"/>
                  </a:lnTo>
                  <a:lnTo>
                    <a:pt x="3296065" y="1475867"/>
                  </a:lnTo>
                  <a:lnTo>
                    <a:pt x="3348591" y="1507481"/>
                  </a:lnTo>
                  <a:lnTo>
                    <a:pt x="3401389" y="1539260"/>
                  </a:lnTo>
                  <a:lnTo>
                    <a:pt x="3454451" y="1571199"/>
                  </a:lnTo>
                  <a:lnTo>
                    <a:pt x="3507765" y="1603292"/>
                  </a:lnTo>
                  <a:lnTo>
                    <a:pt x="3561323" y="1635532"/>
                  </a:lnTo>
                  <a:lnTo>
                    <a:pt x="3615113" y="1667913"/>
                  </a:lnTo>
                  <a:lnTo>
                    <a:pt x="3669126" y="1700430"/>
                  </a:lnTo>
                  <a:lnTo>
                    <a:pt x="3723351" y="1733075"/>
                  </a:lnTo>
                  <a:lnTo>
                    <a:pt x="3777779" y="1765844"/>
                  </a:lnTo>
                  <a:lnTo>
                    <a:pt x="3832399" y="1798729"/>
                  </a:lnTo>
                  <a:lnTo>
                    <a:pt x="3887201" y="1831724"/>
                  </a:lnTo>
                  <a:lnTo>
                    <a:pt x="3942175" y="1864824"/>
                  </a:lnTo>
                  <a:lnTo>
                    <a:pt x="3997311" y="1898022"/>
                  </a:lnTo>
                  <a:lnTo>
                    <a:pt x="4052599" y="1931313"/>
                  </a:lnTo>
                  <a:lnTo>
                    <a:pt x="4108029" y="1964689"/>
                  </a:lnTo>
                  <a:lnTo>
                    <a:pt x="4163590" y="1998145"/>
                  </a:lnTo>
                  <a:lnTo>
                    <a:pt x="4219273" y="2031674"/>
                  </a:lnTo>
                  <a:lnTo>
                    <a:pt x="4275067" y="2065271"/>
                  </a:lnTo>
                  <a:lnTo>
                    <a:pt x="4330963" y="2098930"/>
                  </a:lnTo>
                  <a:lnTo>
                    <a:pt x="4386949" y="2132643"/>
                  </a:lnTo>
                  <a:lnTo>
                    <a:pt x="4443017" y="2166406"/>
                  </a:lnTo>
                  <a:lnTo>
                    <a:pt x="4499155" y="2200211"/>
                  </a:lnTo>
                  <a:lnTo>
                    <a:pt x="4555354" y="2234053"/>
                  </a:lnTo>
                  <a:lnTo>
                    <a:pt x="4611604" y="2267926"/>
                  </a:lnTo>
                  <a:lnTo>
                    <a:pt x="4667895" y="2301823"/>
                  </a:lnTo>
                  <a:lnTo>
                    <a:pt x="4724216" y="2335738"/>
                  </a:lnTo>
                  <a:lnTo>
                    <a:pt x="4780557" y="2369666"/>
                  </a:lnTo>
                  <a:lnTo>
                    <a:pt x="4836909" y="2403599"/>
                  </a:lnTo>
                  <a:lnTo>
                    <a:pt x="4893260" y="2437533"/>
                  </a:lnTo>
                  <a:lnTo>
                    <a:pt x="4949602" y="2471460"/>
                  </a:lnTo>
                  <a:lnTo>
                    <a:pt x="5005923" y="2505374"/>
                  </a:lnTo>
                  <a:lnTo>
                    <a:pt x="5062214" y="2539270"/>
                  </a:lnTo>
                  <a:lnTo>
                    <a:pt x="5118465" y="2573141"/>
                  </a:lnTo>
                  <a:lnTo>
                    <a:pt x="5174666" y="2606981"/>
                  </a:lnTo>
                  <a:lnTo>
                    <a:pt x="5230805" y="2640784"/>
                  </a:lnTo>
                  <a:lnTo>
                    <a:pt x="5286875" y="2674544"/>
                  </a:lnTo>
                  <a:lnTo>
                    <a:pt x="5342863" y="2708255"/>
                  </a:lnTo>
                  <a:lnTo>
                    <a:pt x="5398760" y="2741910"/>
                  </a:lnTo>
                  <a:lnTo>
                    <a:pt x="5454557" y="2775503"/>
                  </a:lnTo>
                  <a:lnTo>
                    <a:pt x="5510242" y="2809028"/>
                  </a:lnTo>
                  <a:lnTo>
                    <a:pt x="5565806" y="2842480"/>
                  </a:lnTo>
                  <a:lnTo>
                    <a:pt x="5621238" y="2875851"/>
                  </a:lnTo>
                  <a:lnTo>
                    <a:pt x="5676529" y="2909136"/>
                  </a:lnTo>
                  <a:lnTo>
                    <a:pt x="5731669" y="2942328"/>
                  </a:lnTo>
                  <a:lnTo>
                    <a:pt x="5786646" y="2975422"/>
                  </a:lnTo>
                  <a:lnTo>
                    <a:pt x="5841452" y="3008412"/>
                  </a:lnTo>
                  <a:lnTo>
                    <a:pt x="5896076" y="3041290"/>
                  </a:lnTo>
                  <a:lnTo>
                    <a:pt x="5950508" y="3074051"/>
                  </a:lnTo>
                  <a:lnTo>
                    <a:pt x="6004738" y="3106689"/>
                  </a:lnTo>
                  <a:lnTo>
                    <a:pt x="6058755" y="3139198"/>
                  </a:lnTo>
                  <a:lnTo>
                    <a:pt x="6112550" y="3171571"/>
                  </a:lnTo>
                  <a:lnTo>
                    <a:pt x="6166113" y="3203803"/>
                  </a:lnTo>
                  <a:lnTo>
                    <a:pt x="6219432" y="3235887"/>
                  </a:lnTo>
                  <a:lnTo>
                    <a:pt x="6272499" y="3267817"/>
                  </a:lnTo>
                  <a:lnTo>
                    <a:pt x="6325303" y="3299587"/>
                  </a:lnTo>
                  <a:lnTo>
                    <a:pt x="6377835" y="3331190"/>
                  </a:lnTo>
                  <a:lnTo>
                    <a:pt x="6430083" y="3362621"/>
                  </a:lnTo>
                  <a:lnTo>
                    <a:pt x="6482038" y="3393874"/>
                  </a:lnTo>
                  <a:lnTo>
                    <a:pt x="6533689" y="3424942"/>
                  </a:lnTo>
                  <a:lnTo>
                    <a:pt x="6585027" y="3455819"/>
                  </a:lnTo>
                  <a:lnTo>
                    <a:pt x="6585385" y="3456034"/>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22" name="Group 21">
            <a:extLst>
              <a:ext uri="{FF2B5EF4-FFF2-40B4-BE49-F238E27FC236}">
                <a16:creationId xmlns:a16="http://schemas.microsoft.com/office/drawing/2014/main" id="{A8335CB4-3B0F-E341-62CF-1E17621A8E07}"/>
              </a:ext>
            </a:extLst>
          </p:cNvPr>
          <p:cNvGrpSpPr/>
          <p:nvPr/>
        </p:nvGrpSpPr>
        <p:grpSpPr>
          <a:xfrm flipH="1">
            <a:off x="-9198" y="0"/>
            <a:ext cx="12210398" cy="2337727"/>
            <a:chOff x="-15874" y="0"/>
            <a:chExt cx="20135850" cy="3855085"/>
          </a:xfrm>
        </p:grpSpPr>
        <p:grpSp>
          <p:nvGrpSpPr>
            <p:cNvPr id="15" name="object 2">
              <a:extLst>
                <a:ext uri="{FF2B5EF4-FFF2-40B4-BE49-F238E27FC236}">
                  <a16:creationId xmlns:a16="http://schemas.microsoft.com/office/drawing/2014/main" id="{926F07DD-2CCF-6499-EEED-ABFFE606E21D}"/>
                </a:ext>
              </a:extLst>
            </p:cNvPr>
            <p:cNvGrpSpPr/>
            <p:nvPr/>
          </p:nvGrpSpPr>
          <p:grpSpPr>
            <a:xfrm>
              <a:off x="-15874" y="0"/>
              <a:ext cx="20135850" cy="3855085"/>
              <a:chOff x="-15874" y="0"/>
              <a:chExt cx="20135850" cy="3855085"/>
            </a:xfrm>
          </p:grpSpPr>
          <p:sp>
            <p:nvSpPr>
              <p:cNvPr id="16" name="object 3">
                <a:extLst>
                  <a:ext uri="{FF2B5EF4-FFF2-40B4-BE49-F238E27FC236}">
                    <a16:creationId xmlns:a16="http://schemas.microsoft.com/office/drawing/2014/main" id="{EE785D0D-CF0B-75BF-DE74-7FC7FCDFE2CE}"/>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chemeClr val="bg1"/>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7" name="object 4">
                <a:extLst>
                  <a:ext uri="{FF2B5EF4-FFF2-40B4-BE49-F238E27FC236}">
                    <a16:creationId xmlns:a16="http://schemas.microsoft.com/office/drawing/2014/main" id="{068CA9DD-64E6-DD3D-3BA6-6E18E3E41071}"/>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1" name="object 4">
              <a:extLst>
                <a:ext uri="{FF2B5EF4-FFF2-40B4-BE49-F238E27FC236}">
                  <a16:creationId xmlns:a16="http://schemas.microsoft.com/office/drawing/2014/main" id="{B0CA82D5-BE03-A758-8F3B-8255044C9875}"/>
                </a:ext>
              </a:extLst>
            </p:cNvPr>
            <p:cNvSpPr/>
            <p:nvPr/>
          </p:nvSpPr>
          <p:spPr>
            <a:xfrm>
              <a:off x="603250" y="0"/>
              <a:ext cx="19500850" cy="2828304"/>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3" name="object 5">
            <a:extLst>
              <a:ext uri="{FF2B5EF4-FFF2-40B4-BE49-F238E27FC236}">
                <a16:creationId xmlns:a16="http://schemas.microsoft.com/office/drawing/2014/main" id="{43D23F64-E9E9-BCC7-91C8-282974250480}"/>
              </a:ext>
            </a:extLst>
          </p:cNvPr>
          <p:cNvSpPr txBox="1"/>
          <p:nvPr/>
        </p:nvSpPr>
        <p:spPr>
          <a:xfrm>
            <a:off x="2417239" y="417765"/>
            <a:ext cx="8456266" cy="378664"/>
          </a:xfrm>
          <a:prstGeom prst="rect">
            <a:avLst/>
          </a:prstGeom>
        </p:spPr>
        <p:txBody>
          <a:bodyPr vert="horz" wrap="square" lIns="0" tIns="9242" rIns="0" bIns="0" rtlCol="0">
            <a:spAutoFit/>
          </a:bodyPr>
          <a:lstStyle/>
          <a:p>
            <a:pPr marL="4087069" marR="3081" lvl="0" indent="0" algn="r" defTabSz="554492" rtl="0" eaLnBrk="1" fontAlgn="auto" latinLnBrk="0" hangingPunct="1">
              <a:lnSpc>
                <a:spcPct val="100000"/>
              </a:lnSpc>
              <a:spcBef>
                <a:spcPts val="73"/>
              </a:spcBef>
              <a:spcAft>
                <a:spcPts val="0"/>
              </a:spcAft>
              <a:buClr>
                <a:srgbClr val="000000"/>
              </a:buClr>
              <a:buSzTx/>
              <a:buFontTx/>
              <a:buNone/>
              <a:tabLst/>
              <a:defRPr/>
            </a:pPr>
            <a:r>
              <a:rPr kumimoji="0" lang="ar-EG" sz="2400" b="1" i="0" u="none" strike="noStrike" kern="0" cap="none" spc="0" normalizeH="0" baseline="0" noProof="0" dirty="0">
                <a:ln>
                  <a:noFill/>
                </a:ln>
                <a:solidFill>
                  <a:srgbClr val="4BACC6">
                    <a:lumMod val="50000"/>
                  </a:srgbClr>
                </a:solidFill>
                <a:effectLst/>
                <a:uLnTx/>
                <a:uFillTx/>
                <a:latin typeface="Neo Sans Arabic Bold" panose="020B0804030504040204" pitchFamily="34" charset="-78"/>
                <a:cs typeface="Neo Sans Arabic Bold" panose="020B0804030504040204" pitchFamily="34" charset="-78"/>
                <a:sym typeface="Arial"/>
              </a:rPr>
              <a:t>نشاط " </a:t>
            </a:r>
            <a:r>
              <a:rPr lang="ar-EG" sz="2400" b="1" kern="0" dirty="0">
                <a:solidFill>
                  <a:srgbClr val="4BACC6">
                    <a:lumMod val="50000"/>
                  </a:srgbClr>
                </a:solidFill>
                <a:latin typeface="Neo Sans Arabic Bold" panose="020B0804030504040204" pitchFamily="34" charset="-78"/>
                <a:cs typeface="Neo Sans Arabic Bold" panose="020B0804030504040204" pitchFamily="34" charset="-78"/>
                <a:sym typeface="Arial"/>
              </a:rPr>
              <a:t>ملخص المحور الثاني</a:t>
            </a:r>
            <a:r>
              <a:rPr kumimoji="0" lang="ar-EG" sz="2400" b="1" i="0" u="none" strike="noStrike" kern="0" cap="none" spc="0" normalizeH="0" baseline="0" noProof="0" dirty="0">
                <a:ln>
                  <a:noFill/>
                </a:ln>
                <a:solidFill>
                  <a:srgbClr val="4BACC6">
                    <a:lumMod val="50000"/>
                  </a:srgbClr>
                </a:solidFill>
                <a:effectLst/>
                <a:uLnTx/>
                <a:uFillTx/>
                <a:latin typeface="Neo Sans Arabic Bold" panose="020B0804030504040204" pitchFamily="34" charset="-78"/>
                <a:cs typeface="Neo Sans Arabic Bold" panose="020B0804030504040204" pitchFamily="34" charset="-78"/>
                <a:sym typeface="Arial"/>
              </a:rPr>
              <a:t>"</a:t>
            </a:r>
          </a:p>
        </p:txBody>
      </p:sp>
      <p:sp>
        <p:nvSpPr>
          <p:cNvPr id="24" name="object 6">
            <a:extLst>
              <a:ext uri="{FF2B5EF4-FFF2-40B4-BE49-F238E27FC236}">
                <a16:creationId xmlns:a16="http://schemas.microsoft.com/office/drawing/2014/main" id="{CD398A31-A325-D131-83B9-59520FD66453}"/>
              </a:ext>
            </a:extLst>
          </p:cNvPr>
          <p:cNvSpPr/>
          <p:nvPr/>
        </p:nvSpPr>
        <p:spPr>
          <a:xfrm>
            <a:off x="11041470" y="424638"/>
            <a:ext cx="327305" cy="462848"/>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 name="TextBox 10">
            <a:extLst>
              <a:ext uri="{FF2B5EF4-FFF2-40B4-BE49-F238E27FC236}">
                <a16:creationId xmlns:a16="http://schemas.microsoft.com/office/drawing/2014/main" id="{A65A1CD7-67EE-E068-B91D-468B43908CA2}"/>
              </a:ext>
            </a:extLst>
          </p:cNvPr>
          <p:cNvSpPr txBox="1"/>
          <p:nvPr/>
        </p:nvSpPr>
        <p:spPr>
          <a:xfrm>
            <a:off x="1891439" y="3201327"/>
            <a:ext cx="2558471" cy="369332"/>
          </a:xfrm>
          <a:prstGeom prst="rect">
            <a:avLst/>
          </a:prstGeom>
          <a:noFill/>
        </p:spPr>
        <p:txBody>
          <a:bodyPr wrap="square" rtlCol="0">
            <a:spAutoFit/>
          </a:bodyPr>
          <a:lstStyle/>
          <a:p>
            <a:pPr algn="r"/>
            <a:r>
              <a:rPr kumimoji="0" lang="ar-EG" sz="18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نشاط جماعي</a:t>
            </a:r>
          </a:p>
        </p:txBody>
      </p:sp>
      <p:sp>
        <p:nvSpPr>
          <p:cNvPr id="12" name="TextBox 11">
            <a:extLst>
              <a:ext uri="{FF2B5EF4-FFF2-40B4-BE49-F238E27FC236}">
                <a16:creationId xmlns:a16="http://schemas.microsoft.com/office/drawing/2014/main" id="{76838D46-24D6-F64F-AD62-20D12CD7A44C}"/>
              </a:ext>
            </a:extLst>
          </p:cNvPr>
          <p:cNvSpPr txBox="1"/>
          <p:nvPr/>
        </p:nvSpPr>
        <p:spPr>
          <a:xfrm>
            <a:off x="324091" y="3646643"/>
            <a:ext cx="4125820" cy="1198598"/>
          </a:xfrm>
          <a:prstGeom prst="rect">
            <a:avLst/>
          </a:prstGeom>
          <a:noFill/>
        </p:spPr>
        <p:txBody>
          <a:bodyPr wrap="square" rtlCol="0">
            <a:spAutoFit/>
          </a:bodyPr>
          <a:lstStyle/>
          <a:p>
            <a:pPr algn="r">
              <a:lnSpc>
                <a:spcPct val="150000"/>
              </a:lnSpc>
            </a:pPr>
            <a:r>
              <a:rPr lang="ar-EG" b="1" kern="0" dirty="0">
                <a:solidFill>
                  <a:schemeClr val="bg1"/>
                </a:solidFill>
                <a:latin typeface="Neo Sans Arabic Bold" panose="020B0804030504040204" pitchFamily="34" charset="-78"/>
                <a:cs typeface="Neo Sans Arabic Bold" panose="020B0804030504040204" pitchFamily="34" charset="-78"/>
                <a:sym typeface="Arial"/>
              </a:rPr>
              <a:t>المطلوب:</a:t>
            </a:r>
          </a:p>
          <a:p>
            <a:pPr marL="285750" indent="-285750" algn="r" rtl="1">
              <a:lnSpc>
                <a:spcPct val="150000"/>
              </a:lnSpc>
              <a:buFont typeface="Arial" panose="020B0604020202020204" pitchFamily="34" charset="0"/>
              <a:buChar char="•"/>
            </a:pPr>
            <a:r>
              <a:rPr kumimoji="0" lang="ar-EG"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كل مجموعة تتولى تلخيص جزء من المحتوى وتقدمه لبقية المشاركين.</a:t>
            </a:r>
          </a:p>
        </p:txBody>
      </p:sp>
      <p:sp>
        <p:nvSpPr>
          <p:cNvPr id="10" name="object 6">
            <a:extLst>
              <a:ext uri="{FF2B5EF4-FFF2-40B4-BE49-F238E27FC236}">
                <a16:creationId xmlns:a16="http://schemas.microsoft.com/office/drawing/2014/main" id="{D70EDC73-5179-8C7F-F9CC-C60A727FF208}"/>
              </a:ext>
            </a:extLst>
          </p:cNvPr>
          <p:cNvSpPr/>
          <p:nvPr/>
        </p:nvSpPr>
        <p:spPr>
          <a:xfrm flipH="1">
            <a:off x="9724589" y="2297563"/>
            <a:ext cx="2466982" cy="4390079"/>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 name="object 6">
            <a:extLst>
              <a:ext uri="{FF2B5EF4-FFF2-40B4-BE49-F238E27FC236}">
                <a16:creationId xmlns:a16="http://schemas.microsoft.com/office/drawing/2014/main" id="{E5D80AEF-B94B-C786-475D-42970B7B25E9}"/>
              </a:ext>
            </a:extLst>
          </p:cNvPr>
          <p:cNvSpPr/>
          <p:nvPr/>
        </p:nvSpPr>
        <p:spPr>
          <a:xfrm flipH="1">
            <a:off x="5019150" y="3433706"/>
            <a:ext cx="3016095" cy="3017506"/>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393757259"/>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8A6168-DE8D-C884-090B-212D62752D2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7FBD720-594D-3064-8FB7-45665649430A}"/>
              </a:ext>
            </a:extLst>
          </p:cNvPr>
          <p:cNvSpPr/>
          <p:nvPr/>
        </p:nvSpPr>
        <p:spPr>
          <a:xfrm>
            <a:off x="429" y="3"/>
            <a:ext cx="12191145"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065362"/>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 name="object 3">
            <a:extLst>
              <a:ext uri="{FF2B5EF4-FFF2-40B4-BE49-F238E27FC236}">
                <a16:creationId xmlns:a16="http://schemas.microsoft.com/office/drawing/2014/main" id="{2EC0510E-CAD1-859D-5E6E-D590AD5B9E90}"/>
              </a:ext>
            </a:extLst>
          </p:cNvPr>
          <p:cNvSpPr/>
          <p:nvPr/>
        </p:nvSpPr>
        <p:spPr>
          <a:xfrm>
            <a:off x="320841" y="1"/>
            <a:ext cx="4819083" cy="6321604"/>
          </a:xfrm>
          <a:custGeom>
            <a:avLst/>
            <a:gdLst/>
            <a:ahLst/>
            <a:cxnLst/>
            <a:rect l="l" t="t" r="r" b="b"/>
            <a:pathLst>
              <a:path w="7947025" h="10424795">
                <a:moveTo>
                  <a:pt x="0" y="3040436"/>
                </a:moveTo>
                <a:lnTo>
                  <a:pt x="0" y="6831246"/>
                </a:lnTo>
                <a:lnTo>
                  <a:pt x="3217193" y="9898433"/>
                </a:lnTo>
                <a:lnTo>
                  <a:pt x="3257168" y="9935729"/>
                </a:lnTo>
                <a:lnTo>
                  <a:pt x="3297290" y="9971655"/>
                </a:lnTo>
                <a:lnTo>
                  <a:pt x="3337553" y="10006211"/>
                </a:lnTo>
                <a:lnTo>
                  <a:pt x="3377948" y="10039396"/>
                </a:lnTo>
                <a:lnTo>
                  <a:pt x="3418469" y="10071210"/>
                </a:lnTo>
                <a:lnTo>
                  <a:pt x="3459108" y="10101654"/>
                </a:lnTo>
                <a:lnTo>
                  <a:pt x="3499857" y="10130727"/>
                </a:lnTo>
                <a:lnTo>
                  <a:pt x="3540710" y="10158430"/>
                </a:lnTo>
                <a:lnTo>
                  <a:pt x="3581658" y="10184762"/>
                </a:lnTo>
                <a:lnTo>
                  <a:pt x="3622695" y="10209723"/>
                </a:lnTo>
                <a:lnTo>
                  <a:pt x="3663813" y="10233314"/>
                </a:lnTo>
                <a:lnTo>
                  <a:pt x="3705005" y="10255534"/>
                </a:lnTo>
                <a:lnTo>
                  <a:pt x="3746263" y="10276382"/>
                </a:lnTo>
                <a:lnTo>
                  <a:pt x="3787580" y="10295860"/>
                </a:lnTo>
                <a:lnTo>
                  <a:pt x="3828948" y="10313967"/>
                </a:lnTo>
                <a:lnTo>
                  <a:pt x="3870361" y="10330703"/>
                </a:lnTo>
                <a:lnTo>
                  <a:pt x="3911811" y="10346068"/>
                </a:lnTo>
                <a:lnTo>
                  <a:pt x="3953290" y="10360062"/>
                </a:lnTo>
                <a:lnTo>
                  <a:pt x="3994791" y="10372685"/>
                </a:lnTo>
                <a:lnTo>
                  <a:pt x="4036306" y="10383937"/>
                </a:lnTo>
                <a:lnTo>
                  <a:pt x="4077829" y="10393817"/>
                </a:lnTo>
                <a:lnTo>
                  <a:pt x="4119352" y="10402326"/>
                </a:lnTo>
                <a:lnTo>
                  <a:pt x="4160867" y="10409464"/>
                </a:lnTo>
                <a:lnTo>
                  <a:pt x="4202368" y="10415231"/>
                </a:lnTo>
                <a:lnTo>
                  <a:pt x="4243846" y="10419626"/>
                </a:lnTo>
                <a:lnTo>
                  <a:pt x="4285295" y="10422650"/>
                </a:lnTo>
                <a:lnTo>
                  <a:pt x="4326706" y="10424302"/>
                </a:lnTo>
                <a:lnTo>
                  <a:pt x="4368073" y="10424583"/>
                </a:lnTo>
                <a:lnTo>
                  <a:pt x="4409388" y="10423492"/>
                </a:lnTo>
                <a:lnTo>
                  <a:pt x="4450645" y="10421030"/>
                </a:lnTo>
                <a:lnTo>
                  <a:pt x="4491834" y="10417196"/>
                </a:lnTo>
                <a:lnTo>
                  <a:pt x="4532950" y="10411990"/>
                </a:lnTo>
                <a:lnTo>
                  <a:pt x="4573984" y="10405412"/>
                </a:lnTo>
                <a:lnTo>
                  <a:pt x="4614930" y="10397463"/>
                </a:lnTo>
                <a:lnTo>
                  <a:pt x="4655779" y="10388142"/>
                </a:lnTo>
                <a:lnTo>
                  <a:pt x="4696526" y="10377449"/>
                </a:lnTo>
                <a:lnTo>
                  <a:pt x="4737161" y="10365384"/>
                </a:lnTo>
                <a:lnTo>
                  <a:pt x="4777678" y="10351947"/>
                </a:lnTo>
                <a:lnTo>
                  <a:pt x="4818069" y="10337139"/>
                </a:lnTo>
                <a:lnTo>
                  <a:pt x="4858328" y="10320958"/>
                </a:lnTo>
                <a:lnTo>
                  <a:pt x="4898446" y="10303405"/>
                </a:lnTo>
                <a:lnTo>
                  <a:pt x="4938416" y="10284480"/>
                </a:lnTo>
                <a:lnTo>
                  <a:pt x="4978231" y="10264183"/>
                </a:lnTo>
                <a:lnTo>
                  <a:pt x="5017884" y="10242513"/>
                </a:lnTo>
                <a:lnTo>
                  <a:pt x="5057367" y="10219472"/>
                </a:lnTo>
                <a:lnTo>
                  <a:pt x="5096672" y="10195058"/>
                </a:lnTo>
                <a:lnTo>
                  <a:pt x="5135793" y="10169271"/>
                </a:lnTo>
                <a:lnTo>
                  <a:pt x="5174722" y="10142112"/>
                </a:lnTo>
                <a:lnTo>
                  <a:pt x="5213451" y="10113581"/>
                </a:lnTo>
                <a:lnTo>
                  <a:pt x="5251974" y="10083678"/>
                </a:lnTo>
                <a:lnTo>
                  <a:pt x="5290282" y="10052401"/>
                </a:lnTo>
                <a:lnTo>
                  <a:pt x="5328369" y="10019753"/>
                </a:lnTo>
                <a:lnTo>
                  <a:pt x="5366227" y="9985731"/>
                </a:lnTo>
                <a:lnTo>
                  <a:pt x="5403849" y="9950337"/>
                </a:lnTo>
                <a:lnTo>
                  <a:pt x="5440162" y="9914355"/>
                </a:lnTo>
                <a:lnTo>
                  <a:pt x="5475162" y="9877566"/>
                </a:lnTo>
                <a:lnTo>
                  <a:pt x="5508849" y="9840001"/>
                </a:lnTo>
                <a:lnTo>
                  <a:pt x="5541223" y="9801686"/>
                </a:lnTo>
                <a:lnTo>
                  <a:pt x="5572284" y="9762651"/>
                </a:lnTo>
                <a:lnTo>
                  <a:pt x="5602032" y="9722923"/>
                </a:lnTo>
                <a:lnTo>
                  <a:pt x="5630467" y="9682532"/>
                </a:lnTo>
                <a:lnTo>
                  <a:pt x="5657588" y="9641506"/>
                </a:lnTo>
                <a:lnTo>
                  <a:pt x="5683397" y="9599873"/>
                </a:lnTo>
                <a:lnTo>
                  <a:pt x="5707892" y="9557662"/>
                </a:lnTo>
                <a:lnTo>
                  <a:pt x="5731073" y="9514901"/>
                </a:lnTo>
                <a:lnTo>
                  <a:pt x="5752941" y="9471619"/>
                </a:lnTo>
                <a:lnTo>
                  <a:pt x="5773496" y="9427844"/>
                </a:lnTo>
                <a:lnTo>
                  <a:pt x="5792737" y="9383604"/>
                </a:lnTo>
                <a:lnTo>
                  <a:pt x="5810665" y="9338929"/>
                </a:lnTo>
                <a:lnTo>
                  <a:pt x="5827279" y="9293846"/>
                </a:lnTo>
                <a:lnTo>
                  <a:pt x="5842580" y="9248384"/>
                </a:lnTo>
                <a:lnTo>
                  <a:pt x="5856566" y="9202571"/>
                </a:lnTo>
                <a:lnTo>
                  <a:pt x="5869239" y="9156436"/>
                </a:lnTo>
                <a:lnTo>
                  <a:pt x="5880598" y="9110007"/>
                </a:lnTo>
                <a:lnTo>
                  <a:pt x="6662269" y="5731984"/>
                </a:lnTo>
                <a:lnTo>
                  <a:pt x="3435710" y="5731984"/>
                </a:lnTo>
                <a:lnTo>
                  <a:pt x="0" y="3040436"/>
                </a:lnTo>
                <a:close/>
              </a:path>
              <a:path w="7947025" h="10424795">
                <a:moveTo>
                  <a:pt x="7944868" y="0"/>
                </a:moveTo>
                <a:lnTo>
                  <a:pt x="5788153" y="0"/>
                </a:lnTo>
                <a:lnTo>
                  <a:pt x="3435710" y="5731984"/>
                </a:lnTo>
                <a:lnTo>
                  <a:pt x="6662269" y="5731984"/>
                </a:lnTo>
                <a:lnTo>
                  <a:pt x="7919625" y="298265"/>
                </a:lnTo>
                <a:lnTo>
                  <a:pt x="7929406" y="251192"/>
                </a:lnTo>
                <a:lnTo>
                  <a:pt x="7936986" y="204183"/>
                </a:lnTo>
                <a:lnTo>
                  <a:pt x="7942401" y="157294"/>
                </a:lnTo>
                <a:lnTo>
                  <a:pt x="7945685" y="110581"/>
                </a:lnTo>
                <a:lnTo>
                  <a:pt x="7946873" y="64097"/>
                </a:lnTo>
                <a:lnTo>
                  <a:pt x="7946000" y="17900"/>
                </a:lnTo>
                <a:lnTo>
                  <a:pt x="7944868" y="0"/>
                </a:lnTo>
                <a:close/>
              </a:path>
            </a:pathLst>
          </a:custGeom>
          <a:solidFill>
            <a:srgbClr val="FFFFFF">
              <a:alpha val="19999"/>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 name="object 4">
            <a:extLst>
              <a:ext uri="{FF2B5EF4-FFF2-40B4-BE49-F238E27FC236}">
                <a16:creationId xmlns:a16="http://schemas.microsoft.com/office/drawing/2014/main" id="{F45F2E4D-3BFD-B509-A24F-917F75B254E5}"/>
              </a:ext>
            </a:extLst>
          </p:cNvPr>
          <p:cNvSpPr/>
          <p:nvPr/>
        </p:nvSpPr>
        <p:spPr>
          <a:xfrm>
            <a:off x="9155468" y="3884790"/>
            <a:ext cx="3036235" cy="2973083"/>
          </a:xfrm>
          <a:custGeom>
            <a:avLst/>
            <a:gdLst/>
            <a:ahLst/>
            <a:cxnLst/>
            <a:rect l="l" t="t" r="r" b="b"/>
            <a:pathLst>
              <a:path w="5006975" h="4902834">
                <a:moveTo>
                  <a:pt x="5006760" y="0"/>
                </a:moveTo>
                <a:lnTo>
                  <a:pt x="1102860" y="1168046"/>
                </a:lnTo>
                <a:lnTo>
                  <a:pt x="1056987" y="1182481"/>
                </a:lnTo>
                <a:lnTo>
                  <a:pt x="1011537" y="1198360"/>
                </a:lnTo>
                <a:lnTo>
                  <a:pt x="966547" y="1215682"/>
                </a:lnTo>
                <a:lnTo>
                  <a:pt x="922052" y="1234444"/>
                </a:lnTo>
                <a:lnTo>
                  <a:pt x="878086" y="1254643"/>
                </a:lnTo>
                <a:lnTo>
                  <a:pt x="834686" y="1276278"/>
                </a:lnTo>
                <a:lnTo>
                  <a:pt x="791886" y="1299346"/>
                </a:lnTo>
                <a:lnTo>
                  <a:pt x="749721" y="1323845"/>
                </a:lnTo>
                <a:lnTo>
                  <a:pt x="708228" y="1349772"/>
                </a:lnTo>
                <a:lnTo>
                  <a:pt x="667441" y="1377126"/>
                </a:lnTo>
                <a:lnTo>
                  <a:pt x="627395" y="1405904"/>
                </a:lnTo>
                <a:lnTo>
                  <a:pt x="588126" y="1436103"/>
                </a:lnTo>
                <a:lnTo>
                  <a:pt x="549669" y="1467722"/>
                </a:lnTo>
                <a:lnTo>
                  <a:pt x="512059" y="1500758"/>
                </a:lnTo>
                <a:lnTo>
                  <a:pt x="475332" y="1535208"/>
                </a:lnTo>
                <a:lnTo>
                  <a:pt x="439523" y="1571072"/>
                </a:lnTo>
                <a:lnTo>
                  <a:pt x="404666" y="1608345"/>
                </a:lnTo>
                <a:lnTo>
                  <a:pt x="370798" y="1647026"/>
                </a:lnTo>
                <a:lnTo>
                  <a:pt x="337997" y="1686735"/>
                </a:lnTo>
                <a:lnTo>
                  <a:pt x="306719" y="1726607"/>
                </a:lnTo>
                <a:lnTo>
                  <a:pt x="276963" y="1766633"/>
                </a:lnTo>
                <a:lnTo>
                  <a:pt x="248728" y="1806804"/>
                </a:lnTo>
                <a:lnTo>
                  <a:pt x="222015" y="1847111"/>
                </a:lnTo>
                <a:lnTo>
                  <a:pt x="196822" y="1887545"/>
                </a:lnTo>
                <a:lnTo>
                  <a:pt x="173149" y="1928098"/>
                </a:lnTo>
                <a:lnTo>
                  <a:pt x="150994" y="1968761"/>
                </a:lnTo>
                <a:lnTo>
                  <a:pt x="130359" y="2009524"/>
                </a:lnTo>
                <a:lnTo>
                  <a:pt x="111241" y="2050379"/>
                </a:lnTo>
                <a:lnTo>
                  <a:pt x="93641" y="2091316"/>
                </a:lnTo>
                <a:lnTo>
                  <a:pt x="77557" y="2132327"/>
                </a:lnTo>
                <a:lnTo>
                  <a:pt x="62989" y="2173404"/>
                </a:lnTo>
                <a:lnTo>
                  <a:pt x="49937" y="2214536"/>
                </a:lnTo>
                <a:lnTo>
                  <a:pt x="38399" y="2255715"/>
                </a:lnTo>
                <a:lnTo>
                  <a:pt x="28376" y="2296932"/>
                </a:lnTo>
                <a:lnTo>
                  <a:pt x="19866" y="2338178"/>
                </a:lnTo>
                <a:lnTo>
                  <a:pt x="12870" y="2379444"/>
                </a:lnTo>
                <a:lnTo>
                  <a:pt x="7385" y="2420722"/>
                </a:lnTo>
                <a:lnTo>
                  <a:pt x="3412" y="2462002"/>
                </a:lnTo>
                <a:lnTo>
                  <a:pt x="951" y="2503276"/>
                </a:lnTo>
                <a:lnTo>
                  <a:pt x="0" y="2544534"/>
                </a:lnTo>
                <a:lnTo>
                  <a:pt x="558" y="2585768"/>
                </a:lnTo>
                <a:lnTo>
                  <a:pt x="2626" y="2626968"/>
                </a:lnTo>
                <a:lnTo>
                  <a:pt x="6203" y="2668127"/>
                </a:lnTo>
                <a:lnTo>
                  <a:pt x="11287" y="2709234"/>
                </a:lnTo>
                <a:lnTo>
                  <a:pt x="17879" y="2750281"/>
                </a:lnTo>
                <a:lnTo>
                  <a:pt x="25978" y="2791259"/>
                </a:lnTo>
                <a:lnTo>
                  <a:pt x="35582" y="2832159"/>
                </a:lnTo>
                <a:lnTo>
                  <a:pt x="46693" y="2872972"/>
                </a:lnTo>
                <a:lnTo>
                  <a:pt x="59308" y="2913689"/>
                </a:lnTo>
                <a:lnTo>
                  <a:pt x="73428" y="2954302"/>
                </a:lnTo>
                <a:lnTo>
                  <a:pt x="89051" y="2994801"/>
                </a:lnTo>
                <a:lnTo>
                  <a:pt x="106177" y="3035177"/>
                </a:lnTo>
                <a:lnTo>
                  <a:pt x="124805" y="3075422"/>
                </a:lnTo>
                <a:lnTo>
                  <a:pt x="144936" y="3115526"/>
                </a:lnTo>
                <a:lnTo>
                  <a:pt x="166567" y="3155481"/>
                </a:lnTo>
                <a:lnTo>
                  <a:pt x="189700" y="3195278"/>
                </a:lnTo>
                <a:lnTo>
                  <a:pt x="214332" y="3234908"/>
                </a:lnTo>
                <a:lnTo>
                  <a:pt x="240463" y="3274361"/>
                </a:lnTo>
                <a:lnTo>
                  <a:pt x="268093" y="3313630"/>
                </a:lnTo>
                <a:lnTo>
                  <a:pt x="297221" y="3352704"/>
                </a:lnTo>
                <a:lnTo>
                  <a:pt x="327847" y="3391576"/>
                </a:lnTo>
                <a:lnTo>
                  <a:pt x="359970" y="3430236"/>
                </a:lnTo>
                <a:lnTo>
                  <a:pt x="393588" y="3468675"/>
                </a:lnTo>
                <a:lnTo>
                  <a:pt x="428703" y="3506884"/>
                </a:lnTo>
                <a:lnTo>
                  <a:pt x="465312" y="3544855"/>
                </a:lnTo>
                <a:lnTo>
                  <a:pt x="503416" y="3582578"/>
                </a:lnTo>
                <a:lnTo>
                  <a:pt x="543013" y="3620045"/>
                </a:lnTo>
                <a:lnTo>
                  <a:pt x="1929878" y="4902250"/>
                </a:lnTo>
                <a:lnTo>
                  <a:pt x="5006760" y="4902250"/>
                </a:lnTo>
                <a:lnTo>
                  <a:pt x="5006760" y="3981983"/>
                </a:lnTo>
                <a:lnTo>
                  <a:pt x="4295548" y="3183838"/>
                </a:lnTo>
                <a:lnTo>
                  <a:pt x="5006760" y="2837848"/>
                </a:lnTo>
                <a:lnTo>
                  <a:pt x="5006760" y="0"/>
                </a:lnTo>
                <a:close/>
              </a:path>
            </a:pathLst>
          </a:custGeom>
          <a:solidFill>
            <a:srgbClr val="FFFFFF">
              <a:alpha val="9999"/>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5" name="object 5">
            <a:extLst>
              <a:ext uri="{FF2B5EF4-FFF2-40B4-BE49-F238E27FC236}">
                <a16:creationId xmlns:a16="http://schemas.microsoft.com/office/drawing/2014/main" id="{588650B1-B20F-ACF2-9943-38752CC6C0BA}"/>
              </a:ext>
            </a:extLst>
          </p:cNvPr>
          <p:cNvPicPr/>
          <p:nvPr/>
        </p:nvPicPr>
        <p:blipFill>
          <a:blip r:embed="rId3" cstate="print"/>
          <a:stretch>
            <a:fillRect/>
          </a:stretch>
        </p:blipFill>
        <p:spPr>
          <a:xfrm>
            <a:off x="429" y="0"/>
            <a:ext cx="4721613" cy="6321476"/>
          </a:xfrm>
          <a:prstGeom prst="rect">
            <a:avLst/>
          </a:prstGeom>
        </p:spPr>
      </p:pic>
      <p:grpSp>
        <p:nvGrpSpPr>
          <p:cNvPr id="10" name="Group 9">
            <a:extLst>
              <a:ext uri="{FF2B5EF4-FFF2-40B4-BE49-F238E27FC236}">
                <a16:creationId xmlns:a16="http://schemas.microsoft.com/office/drawing/2014/main" id="{33A4AEA7-DADB-F74F-ABD5-ECE404299210}"/>
              </a:ext>
            </a:extLst>
          </p:cNvPr>
          <p:cNvGrpSpPr/>
          <p:nvPr/>
        </p:nvGrpSpPr>
        <p:grpSpPr>
          <a:xfrm>
            <a:off x="4975904" y="1574351"/>
            <a:ext cx="6836185" cy="4125988"/>
            <a:chOff x="4975904" y="1821796"/>
            <a:chExt cx="6836185" cy="4125988"/>
          </a:xfrm>
        </p:grpSpPr>
        <p:pic>
          <p:nvPicPr>
            <p:cNvPr id="8" name="Picture 7">
              <a:extLst>
                <a:ext uri="{FF2B5EF4-FFF2-40B4-BE49-F238E27FC236}">
                  <a16:creationId xmlns:a16="http://schemas.microsoft.com/office/drawing/2014/main" id="{DAD8790E-51E4-F4E7-7CBA-C925CA269BFD}"/>
                </a:ext>
              </a:extLst>
            </p:cNvPr>
            <p:cNvPicPr>
              <a:picLocks noChangeAspect="1"/>
            </p:cNvPicPr>
            <p:nvPr/>
          </p:nvPicPr>
          <p:blipFill>
            <a:blip r:embed="rId4">
              <a:extLst>
                <a:ext uri="{28A0092B-C50C-407E-A947-70E740481C1C}">
                  <a14:useLocalDpi xmlns:a14="http://schemas.microsoft.com/office/drawing/2010/main" val="0"/>
                </a:ext>
              </a:extLst>
            </a:blip>
            <a:srcRect l="9298" t="9762" r="10222" b="12777"/>
            <a:stretch/>
          </p:blipFill>
          <p:spPr>
            <a:xfrm>
              <a:off x="4975904" y="1821796"/>
              <a:ext cx="4286741" cy="4125988"/>
            </a:xfrm>
            <a:prstGeom prst="rect">
              <a:avLst/>
            </a:prstGeom>
          </p:spPr>
        </p:pic>
        <p:sp>
          <p:nvSpPr>
            <p:cNvPr id="9" name="TextBox 8">
              <a:extLst>
                <a:ext uri="{FF2B5EF4-FFF2-40B4-BE49-F238E27FC236}">
                  <a16:creationId xmlns:a16="http://schemas.microsoft.com/office/drawing/2014/main" id="{F6096B8E-57D4-CCF0-FD0F-F7D01D01B48B}"/>
                </a:ext>
              </a:extLst>
            </p:cNvPr>
            <p:cNvSpPr txBox="1"/>
            <p:nvPr/>
          </p:nvSpPr>
          <p:spPr>
            <a:xfrm>
              <a:off x="7120876" y="2378589"/>
              <a:ext cx="4691213" cy="1297856"/>
            </a:xfrm>
            <a:prstGeom prst="rect">
              <a:avLst/>
            </a:prstGeom>
            <a:noFill/>
          </p:spPr>
          <p:txBody>
            <a:bodyPr wrap="square">
              <a:spAutoFit/>
            </a:bodyPr>
            <a:lstStyle/>
            <a:p>
              <a:pPr marL="277246" marR="0" lvl="0" indent="0" algn="r" defTabSz="277246" rtl="1" eaLnBrk="1" fontAlgn="auto" latinLnBrk="0" hangingPunct="1">
                <a:lnSpc>
                  <a:spcPct val="150000"/>
                </a:lnSpc>
                <a:spcBef>
                  <a:spcPts val="0"/>
                </a:spcBef>
                <a:spcAft>
                  <a:spcPts val="0"/>
                </a:spcAft>
                <a:buClrTx/>
                <a:buSzTx/>
                <a:buFontTx/>
                <a:buNone/>
                <a:tabLst/>
                <a:defRPr/>
              </a:pPr>
              <a:r>
                <a:rPr kumimoji="0" lang="ar-EG"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Neo Sans Arabic" panose="020B0504030504040204" pitchFamily="34" charset="-78"/>
                  <a:ea typeface="Times New Roman" panose="02020603050405020304" pitchFamily="18" charset="0"/>
                  <a:cs typeface="Neo Sans Arabic" panose="020B0504030504040204" pitchFamily="34" charset="-78"/>
                </a:rPr>
                <a:t>استراحة</a:t>
              </a:r>
            </a:p>
          </p:txBody>
        </p:sp>
      </p:grpSp>
      <p:pic>
        <p:nvPicPr>
          <p:cNvPr id="7" name="object 6">
            <a:extLst>
              <a:ext uri="{FF2B5EF4-FFF2-40B4-BE49-F238E27FC236}">
                <a16:creationId xmlns:a16="http://schemas.microsoft.com/office/drawing/2014/main" id="{E7796336-54AF-BE0D-20FB-E01D898ECC7F}"/>
              </a:ext>
            </a:extLst>
          </p:cNvPr>
          <p:cNvPicPr/>
          <p:nvPr/>
        </p:nvPicPr>
        <p:blipFill>
          <a:blip r:embed="rId5" cstate="print"/>
          <a:stretch>
            <a:fillRect/>
          </a:stretch>
        </p:blipFill>
        <p:spPr>
          <a:xfrm>
            <a:off x="10289897" y="154911"/>
            <a:ext cx="1633614" cy="944684"/>
          </a:xfrm>
          <a:prstGeom prst="rect">
            <a:avLst/>
          </a:prstGeom>
        </p:spPr>
      </p:pic>
    </p:spTree>
    <p:extLst>
      <p:ext uri="{BB962C8B-B14F-4D97-AF65-F5344CB8AC3E}">
        <p14:creationId xmlns:p14="http://schemas.microsoft.com/office/powerpoint/2010/main" val="2543693599"/>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B3A77-DA8E-9A0B-274C-2D1B11372147}"/>
            </a:ext>
          </a:extLst>
        </p:cNvPr>
        <p:cNvGrpSpPr/>
        <p:nvPr/>
      </p:nvGrpSpPr>
      <p:grpSpPr>
        <a:xfrm>
          <a:off x="0" y="0"/>
          <a:ext cx="0" cy="0"/>
          <a:chOff x="0" y="0"/>
          <a:chExt cx="0" cy="0"/>
        </a:xfrm>
      </p:grpSpPr>
      <p:grpSp>
        <p:nvGrpSpPr>
          <p:cNvPr id="65" name="object 2">
            <a:extLst>
              <a:ext uri="{FF2B5EF4-FFF2-40B4-BE49-F238E27FC236}">
                <a16:creationId xmlns:a16="http://schemas.microsoft.com/office/drawing/2014/main" id="{2815941F-8161-9F6A-B10F-0746BCE1CB53}"/>
              </a:ext>
            </a:extLst>
          </p:cNvPr>
          <p:cNvGrpSpPr/>
          <p:nvPr/>
        </p:nvGrpSpPr>
        <p:grpSpPr>
          <a:xfrm>
            <a:off x="-9198" y="2"/>
            <a:ext cx="12210398" cy="2337727"/>
            <a:chOff x="-15874" y="0"/>
            <a:chExt cx="20135850" cy="3855085"/>
          </a:xfrm>
        </p:grpSpPr>
        <p:sp>
          <p:nvSpPr>
            <p:cNvPr id="66" name="object 3">
              <a:extLst>
                <a:ext uri="{FF2B5EF4-FFF2-40B4-BE49-F238E27FC236}">
                  <a16:creationId xmlns:a16="http://schemas.microsoft.com/office/drawing/2014/main" id="{38F75031-4D0F-BBBB-924B-88340DB8D6AC}"/>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7" name="object 4">
              <a:extLst>
                <a:ext uri="{FF2B5EF4-FFF2-40B4-BE49-F238E27FC236}">
                  <a16:creationId xmlns:a16="http://schemas.microsoft.com/office/drawing/2014/main" id="{7AF017A9-CCE4-7E54-BF21-B8DE992DDF1B}"/>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grpSp>
      <p:grpSp>
        <p:nvGrpSpPr>
          <p:cNvPr id="68" name="object 7">
            <a:extLst>
              <a:ext uri="{FF2B5EF4-FFF2-40B4-BE49-F238E27FC236}">
                <a16:creationId xmlns:a16="http://schemas.microsoft.com/office/drawing/2014/main" id="{1962AA75-AE0D-3FE3-4F6B-ADA634AD4CC3}"/>
              </a:ext>
            </a:extLst>
          </p:cNvPr>
          <p:cNvGrpSpPr/>
          <p:nvPr/>
        </p:nvGrpSpPr>
        <p:grpSpPr>
          <a:xfrm>
            <a:off x="610708" y="6089796"/>
            <a:ext cx="10928133" cy="758577"/>
            <a:chOff x="1006398" y="10073811"/>
            <a:chExt cx="18021300" cy="1250950"/>
          </a:xfrm>
        </p:grpSpPr>
        <p:sp>
          <p:nvSpPr>
            <p:cNvPr id="69" name="object 8">
              <a:extLst>
                <a:ext uri="{FF2B5EF4-FFF2-40B4-BE49-F238E27FC236}">
                  <a16:creationId xmlns:a16="http://schemas.microsoft.com/office/drawing/2014/main" id="{884EB556-F114-4673-0F07-AD800B17D349}"/>
                </a:ext>
              </a:extLst>
            </p:cNvPr>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0" name="object 9">
              <a:extLst>
                <a:ext uri="{FF2B5EF4-FFF2-40B4-BE49-F238E27FC236}">
                  <a16:creationId xmlns:a16="http://schemas.microsoft.com/office/drawing/2014/main" id="{F1D4D169-8419-D1EA-CDFB-7B6C512261B2}"/>
                </a:ext>
              </a:extLst>
            </p:cNvPr>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3" name="object 3">
            <a:extLst>
              <a:ext uri="{FF2B5EF4-FFF2-40B4-BE49-F238E27FC236}">
                <a16:creationId xmlns:a16="http://schemas.microsoft.com/office/drawing/2014/main" id="{810B671A-9113-D345-89A9-A0A5CA9150B8}"/>
              </a:ext>
            </a:extLst>
          </p:cNvPr>
          <p:cNvSpPr/>
          <p:nvPr/>
        </p:nvSpPr>
        <p:spPr>
          <a:xfrm>
            <a:off x="11608293" y="317796"/>
            <a:ext cx="583373" cy="6539937"/>
          </a:xfrm>
          <a:custGeom>
            <a:avLst/>
            <a:gdLst/>
            <a:ahLst/>
            <a:cxnLst/>
            <a:rect l="l" t="t" r="r" b="b"/>
            <a:pathLst>
              <a:path w="962025" h="10784840">
                <a:moveTo>
                  <a:pt x="961863" y="0"/>
                </a:moveTo>
                <a:lnTo>
                  <a:pt x="648833" y="18513"/>
                </a:lnTo>
                <a:lnTo>
                  <a:pt x="601798" y="22889"/>
                </a:lnTo>
                <a:lnTo>
                  <a:pt x="555800" y="30321"/>
                </a:lnTo>
                <a:lnTo>
                  <a:pt x="510934" y="40702"/>
                </a:lnTo>
                <a:lnTo>
                  <a:pt x="467297" y="53924"/>
                </a:lnTo>
                <a:lnTo>
                  <a:pt x="424985" y="69877"/>
                </a:lnTo>
                <a:lnTo>
                  <a:pt x="384096" y="88453"/>
                </a:lnTo>
                <a:lnTo>
                  <a:pt x="344725" y="109544"/>
                </a:lnTo>
                <a:lnTo>
                  <a:pt x="306969" y="133041"/>
                </a:lnTo>
                <a:lnTo>
                  <a:pt x="270925" y="158835"/>
                </a:lnTo>
                <a:lnTo>
                  <a:pt x="236688" y="186818"/>
                </a:lnTo>
                <a:lnTo>
                  <a:pt x="204355" y="216880"/>
                </a:lnTo>
                <a:lnTo>
                  <a:pt x="174023" y="248915"/>
                </a:lnTo>
                <a:lnTo>
                  <a:pt x="145788" y="282812"/>
                </a:lnTo>
                <a:lnTo>
                  <a:pt x="119747" y="318464"/>
                </a:lnTo>
                <a:lnTo>
                  <a:pt x="95996" y="355761"/>
                </a:lnTo>
                <a:lnTo>
                  <a:pt x="74631" y="394596"/>
                </a:lnTo>
                <a:lnTo>
                  <a:pt x="55749" y="434859"/>
                </a:lnTo>
                <a:lnTo>
                  <a:pt x="39446" y="476442"/>
                </a:lnTo>
                <a:lnTo>
                  <a:pt x="25820" y="519237"/>
                </a:lnTo>
                <a:lnTo>
                  <a:pt x="14965" y="563134"/>
                </a:lnTo>
                <a:lnTo>
                  <a:pt x="6979" y="608026"/>
                </a:lnTo>
                <a:lnTo>
                  <a:pt x="1959" y="653803"/>
                </a:lnTo>
                <a:lnTo>
                  <a:pt x="0" y="700358"/>
                </a:lnTo>
                <a:lnTo>
                  <a:pt x="1198" y="747580"/>
                </a:lnTo>
                <a:lnTo>
                  <a:pt x="594831" y="10784488"/>
                </a:lnTo>
                <a:lnTo>
                  <a:pt x="961863" y="10784488"/>
                </a:lnTo>
                <a:lnTo>
                  <a:pt x="961863" y="0"/>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grpSp>
        <p:nvGrpSpPr>
          <p:cNvPr id="75" name="Group 74">
            <a:extLst>
              <a:ext uri="{FF2B5EF4-FFF2-40B4-BE49-F238E27FC236}">
                <a16:creationId xmlns:a16="http://schemas.microsoft.com/office/drawing/2014/main" id="{BB71CB80-BF9B-E36D-348A-343C0E006800}"/>
              </a:ext>
            </a:extLst>
          </p:cNvPr>
          <p:cNvGrpSpPr/>
          <p:nvPr/>
        </p:nvGrpSpPr>
        <p:grpSpPr>
          <a:xfrm>
            <a:off x="1193957" y="814558"/>
            <a:ext cx="9106949" cy="5664154"/>
            <a:chOff x="1663417" y="1325350"/>
            <a:chExt cx="15018033" cy="9340609"/>
          </a:xfrm>
        </p:grpSpPr>
        <p:grpSp>
          <p:nvGrpSpPr>
            <p:cNvPr id="15" name="Group 14">
              <a:extLst>
                <a:ext uri="{FF2B5EF4-FFF2-40B4-BE49-F238E27FC236}">
                  <a16:creationId xmlns:a16="http://schemas.microsoft.com/office/drawing/2014/main" id="{7B7E6946-7E70-600B-27F5-2320AFB9A9A2}"/>
                </a:ext>
              </a:extLst>
            </p:cNvPr>
            <p:cNvGrpSpPr/>
            <p:nvPr/>
          </p:nvGrpSpPr>
          <p:grpSpPr>
            <a:xfrm>
              <a:off x="1663417" y="4792529"/>
              <a:ext cx="15018033" cy="5873430"/>
              <a:chOff x="563093" y="1323975"/>
              <a:chExt cx="11065814" cy="4343400"/>
            </a:xfrm>
            <a:solidFill>
              <a:schemeClr val="bg1">
                <a:lumMod val="75000"/>
              </a:schemeClr>
            </a:solidFill>
          </p:grpSpPr>
          <p:sp>
            <p:nvSpPr>
              <p:cNvPr id="16" name="Shape 6">
                <a:extLst>
                  <a:ext uri="{FF2B5EF4-FFF2-40B4-BE49-F238E27FC236}">
                    <a16:creationId xmlns:a16="http://schemas.microsoft.com/office/drawing/2014/main" id="{AE0F2B2E-C513-AE44-6061-5AD0C2FD4021}"/>
                  </a:ext>
                </a:extLst>
              </p:cNvPr>
              <p:cNvSpPr/>
              <p:nvPr/>
            </p:nvSpPr>
            <p:spPr>
              <a:xfrm>
                <a:off x="563093" y="1323975"/>
                <a:ext cx="4538841" cy="1813066"/>
              </a:xfrm>
              <a:custGeom>
                <a:avLst/>
                <a:gdLst/>
                <a:ahLst/>
                <a:cxnLst>
                  <a:cxn ang="0">
                    <a:pos x="wd2" y="hd2"/>
                  </a:cxn>
                  <a:cxn ang="5400000">
                    <a:pos x="wd2" y="hd2"/>
                  </a:cxn>
                  <a:cxn ang="10800000">
                    <a:pos x="wd2" y="hd2"/>
                  </a:cxn>
                  <a:cxn ang="16200000">
                    <a:pos x="wd2" y="hd2"/>
                  </a:cxn>
                </a:cxnLst>
                <a:rect l="0" t="0" r="r" b="b"/>
                <a:pathLst>
                  <a:path w="21551" h="21600" extrusionOk="0">
                    <a:moveTo>
                      <a:pt x="18159" y="0"/>
                    </a:moveTo>
                    <a:cubicBezTo>
                      <a:pt x="18031" y="0"/>
                      <a:pt x="17913" y="147"/>
                      <a:pt x="17895" y="329"/>
                    </a:cubicBezTo>
                    <a:cubicBezTo>
                      <a:pt x="17878" y="512"/>
                      <a:pt x="17968" y="662"/>
                      <a:pt x="18097" y="662"/>
                    </a:cubicBezTo>
                    <a:cubicBezTo>
                      <a:pt x="18226" y="662"/>
                      <a:pt x="18344" y="512"/>
                      <a:pt x="18361" y="329"/>
                    </a:cubicBezTo>
                    <a:cubicBezTo>
                      <a:pt x="18377" y="147"/>
                      <a:pt x="18287" y="0"/>
                      <a:pt x="18159" y="0"/>
                    </a:cubicBezTo>
                    <a:close/>
                    <a:moveTo>
                      <a:pt x="18721" y="0"/>
                    </a:moveTo>
                    <a:cubicBezTo>
                      <a:pt x="18593" y="0"/>
                      <a:pt x="18476" y="147"/>
                      <a:pt x="18460" y="329"/>
                    </a:cubicBezTo>
                    <a:cubicBezTo>
                      <a:pt x="18444" y="512"/>
                      <a:pt x="18535" y="662"/>
                      <a:pt x="18664" y="662"/>
                    </a:cubicBezTo>
                    <a:cubicBezTo>
                      <a:pt x="18793" y="662"/>
                      <a:pt x="18910" y="512"/>
                      <a:pt x="18925" y="329"/>
                    </a:cubicBezTo>
                    <a:cubicBezTo>
                      <a:pt x="18940" y="147"/>
                      <a:pt x="18849" y="0"/>
                      <a:pt x="18721" y="0"/>
                    </a:cubicBezTo>
                    <a:close/>
                    <a:moveTo>
                      <a:pt x="19293" y="0"/>
                    </a:moveTo>
                    <a:cubicBezTo>
                      <a:pt x="19166" y="0"/>
                      <a:pt x="19050" y="147"/>
                      <a:pt x="19035" y="329"/>
                    </a:cubicBezTo>
                    <a:cubicBezTo>
                      <a:pt x="19020" y="512"/>
                      <a:pt x="19113" y="662"/>
                      <a:pt x="19242" y="662"/>
                    </a:cubicBezTo>
                    <a:cubicBezTo>
                      <a:pt x="19371" y="662"/>
                      <a:pt x="19487" y="512"/>
                      <a:pt x="19500" y="329"/>
                    </a:cubicBezTo>
                    <a:cubicBezTo>
                      <a:pt x="19514" y="147"/>
                      <a:pt x="19421" y="0"/>
                      <a:pt x="19293" y="0"/>
                    </a:cubicBezTo>
                    <a:close/>
                    <a:moveTo>
                      <a:pt x="19856" y="0"/>
                    </a:moveTo>
                    <a:cubicBezTo>
                      <a:pt x="19728" y="0"/>
                      <a:pt x="19613" y="147"/>
                      <a:pt x="19600" y="329"/>
                    </a:cubicBezTo>
                    <a:cubicBezTo>
                      <a:pt x="19586" y="512"/>
                      <a:pt x="19680" y="662"/>
                      <a:pt x="19809" y="662"/>
                    </a:cubicBezTo>
                    <a:cubicBezTo>
                      <a:pt x="19938" y="662"/>
                      <a:pt x="20053" y="512"/>
                      <a:pt x="20065" y="329"/>
                    </a:cubicBezTo>
                    <a:cubicBezTo>
                      <a:pt x="20077" y="147"/>
                      <a:pt x="19984" y="0"/>
                      <a:pt x="19856" y="0"/>
                    </a:cubicBezTo>
                    <a:close/>
                    <a:moveTo>
                      <a:pt x="16937" y="810"/>
                    </a:moveTo>
                    <a:cubicBezTo>
                      <a:pt x="16808" y="810"/>
                      <a:pt x="16686" y="961"/>
                      <a:pt x="16665" y="1147"/>
                    </a:cubicBezTo>
                    <a:cubicBezTo>
                      <a:pt x="16644" y="1335"/>
                      <a:pt x="16733" y="1487"/>
                      <a:pt x="16863" y="1487"/>
                    </a:cubicBezTo>
                    <a:cubicBezTo>
                      <a:pt x="16994" y="1487"/>
                      <a:pt x="17115" y="1335"/>
                      <a:pt x="17135" y="1147"/>
                    </a:cubicBezTo>
                    <a:cubicBezTo>
                      <a:pt x="17155" y="961"/>
                      <a:pt x="17066" y="810"/>
                      <a:pt x="16937" y="810"/>
                    </a:cubicBezTo>
                    <a:close/>
                    <a:moveTo>
                      <a:pt x="17509" y="810"/>
                    </a:moveTo>
                    <a:cubicBezTo>
                      <a:pt x="17380" y="810"/>
                      <a:pt x="17260" y="961"/>
                      <a:pt x="17240" y="1147"/>
                    </a:cubicBezTo>
                    <a:cubicBezTo>
                      <a:pt x="17220" y="1335"/>
                      <a:pt x="17310" y="1487"/>
                      <a:pt x="17441" y="1487"/>
                    </a:cubicBezTo>
                    <a:cubicBezTo>
                      <a:pt x="17571" y="1487"/>
                      <a:pt x="17692" y="1335"/>
                      <a:pt x="17711" y="1147"/>
                    </a:cubicBezTo>
                    <a:cubicBezTo>
                      <a:pt x="17729" y="961"/>
                      <a:pt x="17639" y="810"/>
                      <a:pt x="17509" y="810"/>
                    </a:cubicBezTo>
                    <a:close/>
                    <a:moveTo>
                      <a:pt x="18081" y="810"/>
                    </a:moveTo>
                    <a:cubicBezTo>
                      <a:pt x="17952" y="810"/>
                      <a:pt x="17833" y="961"/>
                      <a:pt x="17815" y="1147"/>
                    </a:cubicBezTo>
                    <a:cubicBezTo>
                      <a:pt x="17796" y="1335"/>
                      <a:pt x="17888" y="1487"/>
                      <a:pt x="18018" y="1487"/>
                    </a:cubicBezTo>
                    <a:cubicBezTo>
                      <a:pt x="18149" y="1487"/>
                      <a:pt x="18268" y="1335"/>
                      <a:pt x="18285" y="1147"/>
                    </a:cubicBezTo>
                    <a:cubicBezTo>
                      <a:pt x="18302" y="961"/>
                      <a:pt x="18211" y="810"/>
                      <a:pt x="18081" y="810"/>
                    </a:cubicBezTo>
                    <a:close/>
                    <a:moveTo>
                      <a:pt x="18654" y="810"/>
                    </a:moveTo>
                    <a:cubicBezTo>
                      <a:pt x="18524" y="810"/>
                      <a:pt x="18406" y="961"/>
                      <a:pt x="18390" y="1147"/>
                    </a:cubicBezTo>
                    <a:cubicBezTo>
                      <a:pt x="18373" y="1335"/>
                      <a:pt x="18465" y="1487"/>
                      <a:pt x="18595" y="1487"/>
                    </a:cubicBezTo>
                    <a:cubicBezTo>
                      <a:pt x="18726" y="1487"/>
                      <a:pt x="18845" y="1335"/>
                      <a:pt x="18860" y="1147"/>
                    </a:cubicBezTo>
                    <a:cubicBezTo>
                      <a:pt x="18876" y="961"/>
                      <a:pt x="18783" y="810"/>
                      <a:pt x="18654" y="810"/>
                    </a:cubicBezTo>
                    <a:close/>
                    <a:moveTo>
                      <a:pt x="19226" y="810"/>
                    </a:moveTo>
                    <a:cubicBezTo>
                      <a:pt x="19097" y="810"/>
                      <a:pt x="18980" y="961"/>
                      <a:pt x="18964" y="1147"/>
                    </a:cubicBezTo>
                    <a:cubicBezTo>
                      <a:pt x="18949" y="1335"/>
                      <a:pt x="19043" y="1487"/>
                      <a:pt x="19173" y="1487"/>
                    </a:cubicBezTo>
                    <a:cubicBezTo>
                      <a:pt x="19304" y="1487"/>
                      <a:pt x="19421" y="1335"/>
                      <a:pt x="19435" y="1147"/>
                    </a:cubicBezTo>
                    <a:cubicBezTo>
                      <a:pt x="19449" y="961"/>
                      <a:pt x="19355" y="810"/>
                      <a:pt x="19226" y="810"/>
                    </a:cubicBezTo>
                    <a:close/>
                    <a:moveTo>
                      <a:pt x="19799" y="810"/>
                    </a:moveTo>
                    <a:cubicBezTo>
                      <a:pt x="19669" y="810"/>
                      <a:pt x="19553" y="961"/>
                      <a:pt x="19539" y="1147"/>
                    </a:cubicBezTo>
                    <a:cubicBezTo>
                      <a:pt x="19526" y="1335"/>
                      <a:pt x="19620" y="1487"/>
                      <a:pt x="19751" y="1487"/>
                    </a:cubicBezTo>
                    <a:cubicBezTo>
                      <a:pt x="19881" y="1487"/>
                      <a:pt x="19997" y="1335"/>
                      <a:pt x="20010" y="1147"/>
                    </a:cubicBezTo>
                    <a:cubicBezTo>
                      <a:pt x="20022" y="961"/>
                      <a:pt x="19928" y="810"/>
                      <a:pt x="19799" y="810"/>
                    </a:cubicBezTo>
                    <a:close/>
                    <a:moveTo>
                      <a:pt x="15686" y="1646"/>
                    </a:moveTo>
                    <a:cubicBezTo>
                      <a:pt x="15555" y="1646"/>
                      <a:pt x="15429" y="1800"/>
                      <a:pt x="15405" y="1990"/>
                    </a:cubicBezTo>
                    <a:cubicBezTo>
                      <a:pt x="15380" y="2182"/>
                      <a:pt x="15467" y="2337"/>
                      <a:pt x="15599" y="2337"/>
                    </a:cubicBezTo>
                    <a:cubicBezTo>
                      <a:pt x="15731" y="2337"/>
                      <a:pt x="15857" y="2182"/>
                      <a:pt x="15880" y="1990"/>
                    </a:cubicBezTo>
                    <a:cubicBezTo>
                      <a:pt x="15903" y="1800"/>
                      <a:pt x="15816" y="1646"/>
                      <a:pt x="15686" y="1646"/>
                    </a:cubicBezTo>
                    <a:close/>
                    <a:moveTo>
                      <a:pt x="16258" y="1646"/>
                    </a:moveTo>
                    <a:cubicBezTo>
                      <a:pt x="16127" y="1646"/>
                      <a:pt x="16002" y="1800"/>
                      <a:pt x="15979" y="1990"/>
                    </a:cubicBezTo>
                    <a:cubicBezTo>
                      <a:pt x="15956" y="2182"/>
                      <a:pt x="16045" y="2337"/>
                      <a:pt x="16177" y="2337"/>
                    </a:cubicBezTo>
                    <a:cubicBezTo>
                      <a:pt x="16308" y="2337"/>
                      <a:pt x="16433" y="2182"/>
                      <a:pt x="16455" y="1990"/>
                    </a:cubicBezTo>
                    <a:cubicBezTo>
                      <a:pt x="16477" y="1800"/>
                      <a:pt x="16388" y="1646"/>
                      <a:pt x="16258" y="1646"/>
                    </a:cubicBezTo>
                    <a:close/>
                    <a:moveTo>
                      <a:pt x="16840" y="1646"/>
                    </a:moveTo>
                    <a:cubicBezTo>
                      <a:pt x="16709" y="1646"/>
                      <a:pt x="16586" y="1800"/>
                      <a:pt x="16564" y="1990"/>
                    </a:cubicBezTo>
                    <a:cubicBezTo>
                      <a:pt x="16543" y="2182"/>
                      <a:pt x="16632" y="2337"/>
                      <a:pt x="16764" y="2337"/>
                    </a:cubicBezTo>
                    <a:cubicBezTo>
                      <a:pt x="16896" y="2337"/>
                      <a:pt x="17019" y="2182"/>
                      <a:pt x="17040" y="1990"/>
                    </a:cubicBezTo>
                    <a:cubicBezTo>
                      <a:pt x="17060" y="1800"/>
                      <a:pt x="16970" y="1646"/>
                      <a:pt x="16840" y="1646"/>
                    </a:cubicBezTo>
                    <a:close/>
                    <a:moveTo>
                      <a:pt x="17422" y="1646"/>
                    </a:moveTo>
                    <a:cubicBezTo>
                      <a:pt x="17291" y="1646"/>
                      <a:pt x="17169" y="1800"/>
                      <a:pt x="17149" y="1990"/>
                    </a:cubicBezTo>
                    <a:cubicBezTo>
                      <a:pt x="17129" y="2182"/>
                      <a:pt x="17220" y="2337"/>
                      <a:pt x="17352" y="2337"/>
                    </a:cubicBezTo>
                    <a:cubicBezTo>
                      <a:pt x="17484" y="2337"/>
                      <a:pt x="17606" y="2182"/>
                      <a:pt x="17625" y="1990"/>
                    </a:cubicBezTo>
                    <a:cubicBezTo>
                      <a:pt x="17644" y="1800"/>
                      <a:pt x="17553" y="1646"/>
                      <a:pt x="17422" y="1646"/>
                    </a:cubicBezTo>
                    <a:close/>
                    <a:moveTo>
                      <a:pt x="18004" y="1646"/>
                    </a:moveTo>
                    <a:cubicBezTo>
                      <a:pt x="17874" y="1646"/>
                      <a:pt x="17753" y="1800"/>
                      <a:pt x="17734" y="1990"/>
                    </a:cubicBezTo>
                    <a:cubicBezTo>
                      <a:pt x="17716" y="2182"/>
                      <a:pt x="17808" y="2337"/>
                      <a:pt x="17940" y="2337"/>
                    </a:cubicBezTo>
                    <a:cubicBezTo>
                      <a:pt x="18071" y="2337"/>
                      <a:pt x="18192" y="2182"/>
                      <a:pt x="18210" y="1990"/>
                    </a:cubicBezTo>
                    <a:cubicBezTo>
                      <a:pt x="18227" y="1800"/>
                      <a:pt x="18135" y="1646"/>
                      <a:pt x="18004" y="1646"/>
                    </a:cubicBezTo>
                    <a:close/>
                    <a:moveTo>
                      <a:pt x="18587" y="1646"/>
                    </a:moveTo>
                    <a:cubicBezTo>
                      <a:pt x="18456" y="1646"/>
                      <a:pt x="18336" y="1800"/>
                      <a:pt x="18319" y="1990"/>
                    </a:cubicBezTo>
                    <a:cubicBezTo>
                      <a:pt x="18302" y="2182"/>
                      <a:pt x="18395" y="2337"/>
                      <a:pt x="18527" y="2337"/>
                    </a:cubicBezTo>
                    <a:cubicBezTo>
                      <a:pt x="18659" y="2337"/>
                      <a:pt x="18779" y="2182"/>
                      <a:pt x="18795" y="1990"/>
                    </a:cubicBezTo>
                    <a:cubicBezTo>
                      <a:pt x="18811" y="1800"/>
                      <a:pt x="18717" y="1646"/>
                      <a:pt x="18587" y="1646"/>
                    </a:cubicBezTo>
                    <a:close/>
                    <a:moveTo>
                      <a:pt x="19159" y="1646"/>
                    </a:moveTo>
                    <a:cubicBezTo>
                      <a:pt x="19028" y="1646"/>
                      <a:pt x="18909" y="1800"/>
                      <a:pt x="18894" y="1990"/>
                    </a:cubicBezTo>
                    <a:cubicBezTo>
                      <a:pt x="18878" y="2182"/>
                      <a:pt x="18972" y="2337"/>
                      <a:pt x="19104" y="2337"/>
                    </a:cubicBezTo>
                    <a:cubicBezTo>
                      <a:pt x="19236" y="2337"/>
                      <a:pt x="19355" y="2182"/>
                      <a:pt x="19369" y="1990"/>
                    </a:cubicBezTo>
                    <a:cubicBezTo>
                      <a:pt x="19384" y="1800"/>
                      <a:pt x="19289" y="1646"/>
                      <a:pt x="19159" y="1646"/>
                    </a:cubicBezTo>
                    <a:close/>
                    <a:moveTo>
                      <a:pt x="19741" y="1646"/>
                    </a:moveTo>
                    <a:cubicBezTo>
                      <a:pt x="19610" y="1646"/>
                      <a:pt x="19493" y="1800"/>
                      <a:pt x="19479" y="1990"/>
                    </a:cubicBezTo>
                    <a:cubicBezTo>
                      <a:pt x="19465" y="2182"/>
                      <a:pt x="19560" y="2337"/>
                      <a:pt x="19692" y="2337"/>
                    </a:cubicBezTo>
                    <a:cubicBezTo>
                      <a:pt x="19824" y="2337"/>
                      <a:pt x="19942" y="2182"/>
                      <a:pt x="19955" y="1990"/>
                    </a:cubicBezTo>
                    <a:cubicBezTo>
                      <a:pt x="19968" y="1800"/>
                      <a:pt x="19872" y="1646"/>
                      <a:pt x="19741" y="1646"/>
                    </a:cubicBezTo>
                    <a:close/>
                    <a:moveTo>
                      <a:pt x="20323" y="1646"/>
                    </a:moveTo>
                    <a:cubicBezTo>
                      <a:pt x="20193" y="1646"/>
                      <a:pt x="20077" y="1800"/>
                      <a:pt x="20064" y="1990"/>
                    </a:cubicBezTo>
                    <a:cubicBezTo>
                      <a:pt x="20052" y="2182"/>
                      <a:pt x="20148" y="2337"/>
                      <a:pt x="20280" y="2337"/>
                    </a:cubicBezTo>
                    <a:cubicBezTo>
                      <a:pt x="20412" y="2337"/>
                      <a:pt x="20528" y="2182"/>
                      <a:pt x="20540" y="1990"/>
                    </a:cubicBezTo>
                    <a:cubicBezTo>
                      <a:pt x="20551" y="1800"/>
                      <a:pt x="20454" y="1646"/>
                      <a:pt x="20323" y="1646"/>
                    </a:cubicBezTo>
                    <a:close/>
                    <a:moveTo>
                      <a:pt x="20906" y="1646"/>
                    </a:moveTo>
                    <a:cubicBezTo>
                      <a:pt x="20775" y="1646"/>
                      <a:pt x="20660" y="1800"/>
                      <a:pt x="20649" y="1990"/>
                    </a:cubicBezTo>
                    <a:cubicBezTo>
                      <a:pt x="20638" y="2182"/>
                      <a:pt x="20736" y="2337"/>
                      <a:pt x="20868" y="2337"/>
                    </a:cubicBezTo>
                    <a:cubicBezTo>
                      <a:pt x="21000" y="2337"/>
                      <a:pt x="21114" y="2182"/>
                      <a:pt x="21124" y="1990"/>
                    </a:cubicBezTo>
                    <a:cubicBezTo>
                      <a:pt x="21134" y="1800"/>
                      <a:pt x="21036" y="1646"/>
                      <a:pt x="20906" y="1646"/>
                    </a:cubicBezTo>
                    <a:close/>
                    <a:moveTo>
                      <a:pt x="8535" y="2482"/>
                    </a:moveTo>
                    <a:cubicBezTo>
                      <a:pt x="8403" y="2482"/>
                      <a:pt x="8261" y="2639"/>
                      <a:pt x="8218" y="2834"/>
                    </a:cubicBezTo>
                    <a:cubicBezTo>
                      <a:pt x="8174" y="3029"/>
                      <a:pt x="8247" y="3189"/>
                      <a:pt x="8380" y="3189"/>
                    </a:cubicBezTo>
                    <a:cubicBezTo>
                      <a:pt x="8514" y="3189"/>
                      <a:pt x="8657" y="3029"/>
                      <a:pt x="8699" y="2834"/>
                    </a:cubicBezTo>
                    <a:cubicBezTo>
                      <a:pt x="8741" y="2639"/>
                      <a:pt x="8667" y="2482"/>
                      <a:pt x="8535" y="2482"/>
                    </a:cubicBezTo>
                    <a:close/>
                    <a:moveTo>
                      <a:pt x="9127" y="2482"/>
                    </a:moveTo>
                    <a:cubicBezTo>
                      <a:pt x="8995" y="2482"/>
                      <a:pt x="8854" y="2639"/>
                      <a:pt x="8812" y="2834"/>
                    </a:cubicBezTo>
                    <a:cubicBezTo>
                      <a:pt x="8770" y="3029"/>
                      <a:pt x="8844" y="3189"/>
                      <a:pt x="8978" y="3189"/>
                    </a:cubicBezTo>
                    <a:cubicBezTo>
                      <a:pt x="9111" y="3189"/>
                      <a:pt x="9253" y="3029"/>
                      <a:pt x="9293" y="2834"/>
                    </a:cubicBezTo>
                    <a:cubicBezTo>
                      <a:pt x="9334" y="2639"/>
                      <a:pt x="9259" y="2482"/>
                      <a:pt x="9127" y="2482"/>
                    </a:cubicBezTo>
                    <a:close/>
                    <a:moveTo>
                      <a:pt x="9709" y="2482"/>
                    </a:moveTo>
                    <a:cubicBezTo>
                      <a:pt x="9576" y="2482"/>
                      <a:pt x="9437" y="2639"/>
                      <a:pt x="9397" y="2834"/>
                    </a:cubicBezTo>
                    <a:cubicBezTo>
                      <a:pt x="9356" y="3029"/>
                      <a:pt x="9431" y="3189"/>
                      <a:pt x="9565" y="3189"/>
                    </a:cubicBezTo>
                    <a:cubicBezTo>
                      <a:pt x="9698" y="3189"/>
                      <a:pt x="9839" y="3029"/>
                      <a:pt x="9878" y="2834"/>
                    </a:cubicBezTo>
                    <a:cubicBezTo>
                      <a:pt x="9917" y="2639"/>
                      <a:pt x="9841" y="2482"/>
                      <a:pt x="9709" y="2482"/>
                    </a:cubicBezTo>
                    <a:close/>
                    <a:moveTo>
                      <a:pt x="10301" y="2482"/>
                    </a:moveTo>
                    <a:cubicBezTo>
                      <a:pt x="10168" y="2482"/>
                      <a:pt x="10030" y="2639"/>
                      <a:pt x="9991" y="2834"/>
                    </a:cubicBezTo>
                    <a:cubicBezTo>
                      <a:pt x="9953" y="3029"/>
                      <a:pt x="10029" y="3189"/>
                      <a:pt x="10162" y="3189"/>
                    </a:cubicBezTo>
                    <a:cubicBezTo>
                      <a:pt x="10296" y="3189"/>
                      <a:pt x="10435" y="3029"/>
                      <a:pt x="10472" y="2834"/>
                    </a:cubicBezTo>
                    <a:cubicBezTo>
                      <a:pt x="10510" y="2639"/>
                      <a:pt x="10433" y="2482"/>
                      <a:pt x="10301" y="2482"/>
                    </a:cubicBezTo>
                    <a:close/>
                    <a:moveTo>
                      <a:pt x="10882" y="2482"/>
                    </a:moveTo>
                    <a:cubicBezTo>
                      <a:pt x="10750" y="2482"/>
                      <a:pt x="10613" y="2639"/>
                      <a:pt x="10576" y="2834"/>
                    </a:cubicBezTo>
                    <a:cubicBezTo>
                      <a:pt x="10538" y="3029"/>
                      <a:pt x="10617" y="3189"/>
                      <a:pt x="10750" y="3189"/>
                    </a:cubicBezTo>
                    <a:cubicBezTo>
                      <a:pt x="10883" y="3189"/>
                      <a:pt x="11021" y="3029"/>
                      <a:pt x="11057" y="2834"/>
                    </a:cubicBezTo>
                    <a:cubicBezTo>
                      <a:pt x="11093" y="2639"/>
                      <a:pt x="11015" y="2482"/>
                      <a:pt x="10882" y="2482"/>
                    </a:cubicBezTo>
                    <a:close/>
                    <a:moveTo>
                      <a:pt x="11474" y="2482"/>
                    </a:moveTo>
                    <a:cubicBezTo>
                      <a:pt x="11342" y="2482"/>
                      <a:pt x="11206" y="2639"/>
                      <a:pt x="11170" y="2834"/>
                    </a:cubicBezTo>
                    <a:cubicBezTo>
                      <a:pt x="11135" y="3029"/>
                      <a:pt x="11214" y="3189"/>
                      <a:pt x="11347" y="3189"/>
                    </a:cubicBezTo>
                    <a:cubicBezTo>
                      <a:pt x="11481" y="3189"/>
                      <a:pt x="11617" y="3029"/>
                      <a:pt x="11651" y="2834"/>
                    </a:cubicBezTo>
                    <a:cubicBezTo>
                      <a:pt x="11686" y="2639"/>
                      <a:pt x="11606" y="2482"/>
                      <a:pt x="11474" y="2482"/>
                    </a:cubicBezTo>
                    <a:close/>
                    <a:moveTo>
                      <a:pt x="14986" y="2482"/>
                    </a:moveTo>
                    <a:cubicBezTo>
                      <a:pt x="14854" y="2482"/>
                      <a:pt x="14725" y="2639"/>
                      <a:pt x="14699" y="2834"/>
                    </a:cubicBezTo>
                    <a:cubicBezTo>
                      <a:pt x="14672" y="3029"/>
                      <a:pt x="14759" y="3189"/>
                      <a:pt x="14892" y="3189"/>
                    </a:cubicBezTo>
                    <a:cubicBezTo>
                      <a:pt x="15026" y="3189"/>
                      <a:pt x="15155" y="3029"/>
                      <a:pt x="15180" y="2834"/>
                    </a:cubicBezTo>
                    <a:cubicBezTo>
                      <a:pt x="15205" y="2639"/>
                      <a:pt x="15118" y="2482"/>
                      <a:pt x="14986" y="2482"/>
                    </a:cubicBezTo>
                    <a:close/>
                    <a:moveTo>
                      <a:pt x="15578" y="2482"/>
                    </a:moveTo>
                    <a:cubicBezTo>
                      <a:pt x="15446" y="2482"/>
                      <a:pt x="15319" y="2639"/>
                      <a:pt x="15294" y="2834"/>
                    </a:cubicBezTo>
                    <a:cubicBezTo>
                      <a:pt x="15269" y="3029"/>
                      <a:pt x="15356" y="3189"/>
                      <a:pt x="15490" y="3189"/>
                    </a:cubicBezTo>
                    <a:cubicBezTo>
                      <a:pt x="15623" y="3189"/>
                      <a:pt x="15751" y="3029"/>
                      <a:pt x="15775" y="2834"/>
                    </a:cubicBezTo>
                    <a:cubicBezTo>
                      <a:pt x="15799" y="2639"/>
                      <a:pt x="15711" y="2482"/>
                      <a:pt x="15578" y="2482"/>
                    </a:cubicBezTo>
                    <a:close/>
                    <a:moveTo>
                      <a:pt x="16161" y="2482"/>
                    </a:moveTo>
                    <a:cubicBezTo>
                      <a:pt x="16028" y="2482"/>
                      <a:pt x="15902" y="2639"/>
                      <a:pt x="15879" y="2834"/>
                    </a:cubicBezTo>
                    <a:cubicBezTo>
                      <a:pt x="15855" y="3029"/>
                      <a:pt x="15944" y="3189"/>
                      <a:pt x="16078" y="3189"/>
                    </a:cubicBezTo>
                    <a:cubicBezTo>
                      <a:pt x="16211" y="3189"/>
                      <a:pt x="16337" y="3029"/>
                      <a:pt x="16360" y="2834"/>
                    </a:cubicBezTo>
                    <a:cubicBezTo>
                      <a:pt x="16382" y="2639"/>
                      <a:pt x="16293" y="2482"/>
                      <a:pt x="16161" y="2482"/>
                    </a:cubicBezTo>
                    <a:close/>
                    <a:moveTo>
                      <a:pt x="16752" y="2482"/>
                    </a:moveTo>
                    <a:cubicBezTo>
                      <a:pt x="16620" y="2482"/>
                      <a:pt x="16496" y="2639"/>
                      <a:pt x="16474" y="2834"/>
                    </a:cubicBezTo>
                    <a:cubicBezTo>
                      <a:pt x="16452" y="3029"/>
                      <a:pt x="16542" y="3189"/>
                      <a:pt x="16675" y="3189"/>
                    </a:cubicBezTo>
                    <a:cubicBezTo>
                      <a:pt x="16809" y="3189"/>
                      <a:pt x="16934" y="3029"/>
                      <a:pt x="16955" y="2834"/>
                    </a:cubicBezTo>
                    <a:cubicBezTo>
                      <a:pt x="16975" y="2639"/>
                      <a:pt x="16885" y="2482"/>
                      <a:pt x="16752" y="2482"/>
                    </a:cubicBezTo>
                    <a:close/>
                    <a:moveTo>
                      <a:pt x="17335" y="2482"/>
                    </a:moveTo>
                    <a:cubicBezTo>
                      <a:pt x="17203" y="2482"/>
                      <a:pt x="17079" y="2639"/>
                      <a:pt x="17058" y="2834"/>
                    </a:cubicBezTo>
                    <a:cubicBezTo>
                      <a:pt x="17038" y="3029"/>
                      <a:pt x="17130" y="3189"/>
                      <a:pt x="17263" y="3189"/>
                    </a:cubicBezTo>
                    <a:cubicBezTo>
                      <a:pt x="17396" y="3189"/>
                      <a:pt x="17520" y="3029"/>
                      <a:pt x="17540" y="2834"/>
                    </a:cubicBezTo>
                    <a:cubicBezTo>
                      <a:pt x="17559" y="2639"/>
                      <a:pt x="17467" y="2482"/>
                      <a:pt x="17335" y="2482"/>
                    </a:cubicBezTo>
                    <a:close/>
                    <a:moveTo>
                      <a:pt x="17927" y="2482"/>
                    </a:moveTo>
                    <a:cubicBezTo>
                      <a:pt x="17795" y="2482"/>
                      <a:pt x="17672" y="2639"/>
                      <a:pt x="17653" y="2834"/>
                    </a:cubicBezTo>
                    <a:cubicBezTo>
                      <a:pt x="17634" y="3029"/>
                      <a:pt x="17727" y="3189"/>
                      <a:pt x="17861" y="3189"/>
                    </a:cubicBezTo>
                    <a:cubicBezTo>
                      <a:pt x="17994" y="3189"/>
                      <a:pt x="18117" y="3029"/>
                      <a:pt x="18135" y="2834"/>
                    </a:cubicBezTo>
                    <a:cubicBezTo>
                      <a:pt x="18152" y="2639"/>
                      <a:pt x="18059" y="2482"/>
                      <a:pt x="17927" y="2482"/>
                    </a:cubicBezTo>
                    <a:close/>
                    <a:moveTo>
                      <a:pt x="18509" y="2482"/>
                    </a:moveTo>
                    <a:cubicBezTo>
                      <a:pt x="18377" y="2482"/>
                      <a:pt x="18256" y="2639"/>
                      <a:pt x="18238" y="2834"/>
                    </a:cubicBezTo>
                    <a:cubicBezTo>
                      <a:pt x="18221" y="3029"/>
                      <a:pt x="18315" y="3189"/>
                      <a:pt x="18448" y="3189"/>
                    </a:cubicBezTo>
                    <a:cubicBezTo>
                      <a:pt x="18582" y="3189"/>
                      <a:pt x="18703" y="3029"/>
                      <a:pt x="18719" y="2834"/>
                    </a:cubicBezTo>
                    <a:cubicBezTo>
                      <a:pt x="18736" y="2639"/>
                      <a:pt x="18642" y="2482"/>
                      <a:pt x="18509" y="2482"/>
                    </a:cubicBezTo>
                    <a:close/>
                    <a:moveTo>
                      <a:pt x="19102" y="2482"/>
                    </a:moveTo>
                    <a:cubicBezTo>
                      <a:pt x="18969" y="2482"/>
                      <a:pt x="18849" y="2639"/>
                      <a:pt x="18834" y="2834"/>
                    </a:cubicBezTo>
                    <a:cubicBezTo>
                      <a:pt x="18818" y="3029"/>
                      <a:pt x="18913" y="3189"/>
                      <a:pt x="19046" y="3189"/>
                    </a:cubicBezTo>
                    <a:cubicBezTo>
                      <a:pt x="19180" y="3189"/>
                      <a:pt x="19300" y="3029"/>
                      <a:pt x="19315" y="2834"/>
                    </a:cubicBezTo>
                    <a:cubicBezTo>
                      <a:pt x="19329" y="2639"/>
                      <a:pt x="19234" y="2482"/>
                      <a:pt x="19102" y="2482"/>
                    </a:cubicBezTo>
                    <a:close/>
                    <a:moveTo>
                      <a:pt x="19684" y="2482"/>
                    </a:moveTo>
                    <a:cubicBezTo>
                      <a:pt x="19551" y="2482"/>
                      <a:pt x="19433" y="2639"/>
                      <a:pt x="19419" y="2834"/>
                    </a:cubicBezTo>
                    <a:cubicBezTo>
                      <a:pt x="19404" y="3029"/>
                      <a:pt x="19500" y="3189"/>
                      <a:pt x="19634" y="3189"/>
                    </a:cubicBezTo>
                    <a:cubicBezTo>
                      <a:pt x="19767" y="3189"/>
                      <a:pt x="19886" y="3029"/>
                      <a:pt x="19900" y="2834"/>
                    </a:cubicBezTo>
                    <a:cubicBezTo>
                      <a:pt x="19913" y="2639"/>
                      <a:pt x="19816" y="2482"/>
                      <a:pt x="19684" y="2482"/>
                    </a:cubicBezTo>
                    <a:close/>
                    <a:moveTo>
                      <a:pt x="20266" y="2482"/>
                    </a:moveTo>
                    <a:cubicBezTo>
                      <a:pt x="20134" y="2482"/>
                      <a:pt x="20016" y="2639"/>
                      <a:pt x="20004" y="2834"/>
                    </a:cubicBezTo>
                    <a:cubicBezTo>
                      <a:pt x="19991" y="3029"/>
                      <a:pt x="20088" y="3189"/>
                      <a:pt x="20222" y="3189"/>
                    </a:cubicBezTo>
                    <a:cubicBezTo>
                      <a:pt x="20355" y="3189"/>
                      <a:pt x="20473" y="3029"/>
                      <a:pt x="20485" y="2834"/>
                    </a:cubicBezTo>
                    <a:cubicBezTo>
                      <a:pt x="20496" y="2639"/>
                      <a:pt x="20398" y="2482"/>
                      <a:pt x="20266" y="2482"/>
                    </a:cubicBezTo>
                    <a:close/>
                    <a:moveTo>
                      <a:pt x="7757" y="3368"/>
                    </a:moveTo>
                    <a:cubicBezTo>
                      <a:pt x="7623" y="3368"/>
                      <a:pt x="7477" y="3529"/>
                      <a:pt x="7432" y="3728"/>
                    </a:cubicBezTo>
                    <a:cubicBezTo>
                      <a:pt x="7386" y="3928"/>
                      <a:pt x="7458" y="4091"/>
                      <a:pt x="7593" y="4091"/>
                    </a:cubicBezTo>
                    <a:cubicBezTo>
                      <a:pt x="7728" y="4091"/>
                      <a:pt x="7874" y="3928"/>
                      <a:pt x="7918" y="3728"/>
                    </a:cubicBezTo>
                    <a:cubicBezTo>
                      <a:pt x="7963" y="3529"/>
                      <a:pt x="7890" y="3368"/>
                      <a:pt x="7757" y="3368"/>
                    </a:cubicBezTo>
                    <a:close/>
                    <a:moveTo>
                      <a:pt x="8348" y="3368"/>
                    </a:moveTo>
                    <a:cubicBezTo>
                      <a:pt x="8214" y="3368"/>
                      <a:pt x="8070" y="3529"/>
                      <a:pt x="8026" y="3728"/>
                    </a:cubicBezTo>
                    <a:cubicBezTo>
                      <a:pt x="7982" y="3928"/>
                      <a:pt x="8055" y="4091"/>
                      <a:pt x="8190" y="4091"/>
                    </a:cubicBezTo>
                    <a:cubicBezTo>
                      <a:pt x="8325" y="4091"/>
                      <a:pt x="8470" y="3928"/>
                      <a:pt x="8513" y="3728"/>
                    </a:cubicBezTo>
                    <a:cubicBezTo>
                      <a:pt x="8556" y="3529"/>
                      <a:pt x="8482" y="3368"/>
                      <a:pt x="8348" y="3368"/>
                    </a:cubicBezTo>
                    <a:close/>
                    <a:moveTo>
                      <a:pt x="8940" y="3368"/>
                    </a:moveTo>
                    <a:cubicBezTo>
                      <a:pt x="8806" y="3368"/>
                      <a:pt x="8663" y="3529"/>
                      <a:pt x="8621" y="3728"/>
                    </a:cubicBezTo>
                    <a:cubicBezTo>
                      <a:pt x="8578" y="3928"/>
                      <a:pt x="8653" y="4091"/>
                      <a:pt x="8787" y="4091"/>
                    </a:cubicBezTo>
                    <a:cubicBezTo>
                      <a:pt x="8923" y="4091"/>
                      <a:pt x="9066" y="3928"/>
                      <a:pt x="9108" y="3728"/>
                    </a:cubicBezTo>
                    <a:cubicBezTo>
                      <a:pt x="9149" y="3529"/>
                      <a:pt x="9074" y="3368"/>
                      <a:pt x="8940" y="3368"/>
                    </a:cubicBezTo>
                    <a:close/>
                    <a:moveTo>
                      <a:pt x="9532" y="3368"/>
                    </a:moveTo>
                    <a:cubicBezTo>
                      <a:pt x="9398" y="3368"/>
                      <a:pt x="9256" y="3529"/>
                      <a:pt x="9215" y="3728"/>
                    </a:cubicBezTo>
                    <a:cubicBezTo>
                      <a:pt x="9174" y="3928"/>
                      <a:pt x="9250" y="4091"/>
                      <a:pt x="9385" y="4091"/>
                    </a:cubicBezTo>
                    <a:cubicBezTo>
                      <a:pt x="9520" y="4091"/>
                      <a:pt x="9662" y="3928"/>
                      <a:pt x="9702" y="3728"/>
                    </a:cubicBezTo>
                    <a:cubicBezTo>
                      <a:pt x="9742" y="3529"/>
                      <a:pt x="9665" y="3368"/>
                      <a:pt x="9532" y="3368"/>
                    </a:cubicBezTo>
                    <a:close/>
                    <a:moveTo>
                      <a:pt x="10124" y="3368"/>
                    </a:moveTo>
                    <a:cubicBezTo>
                      <a:pt x="9990" y="3368"/>
                      <a:pt x="9849" y="3529"/>
                      <a:pt x="9810" y="3728"/>
                    </a:cubicBezTo>
                    <a:cubicBezTo>
                      <a:pt x="9770" y="3928"/>
                      <a:pt x="9847" y="4091"/>
                      <a:pt x="9982" y="4091"/>
                    </a:cubicBezTo>
                    <a:cubicBezTo>
                      <a:pt x="10117" y="4091"/>
                      <a:pt x="10258" y="3928"/>
                      <a:pt x="10297" y="3728"/>
                    </a:cubicBezTo>
                    <a:cubicBezTo>
                      <a:pt x="10335" y="3529"/>
                      <a:pt x="10257" y="3368"/>
                      <a:pt x="10124" y="3368"/>
                    </a:cubicBezTo>
                    <a:close/>
                    <a:moveTo>
                      <a:pt x="10716" y="3368"/>
                    </a:moveTo>
                    <a:cubicBezTo>
                      <a:pt x="10582" y="3368"/>
                      <a:pt x="10443" y="3529"/>
                      <a:pt x="10405" y="3728"/>
                    </a:cubicBezTo>
                    <a:cubicBezTo>
                      <a:pt x="10366" y="3928"/>
                      <a:pt x="10445" y="4091"/>
                      <a:pt x="10580" y="4091"/>
                    </a:cubicBezTo>
                    <a:cubicBezTo>
                      <a:pt x="10715" y="4091"/>
                      <a:pt x="10854" y="3928"/>
                      <a:pt x="10891" y="3728"/>
                    </a:cubicBezTo>
                    <a:cubicBezTo>
                      <a:pt x="10928" y="3529"/>
                      <a:pt x="10849" y="3368"/>
                      <a:pt x="10716" y="3368"/>
                    </a:cubicBezTo>
                    <a:close/>
                    <a:moveTo>
                      <a:pt x="11317" y="3368"/>
                    </a:moveTo>
                    <a:cubicBezTo>
                      <a:pt x="11183" y="3368"/>
                      <a:pt x="11046" y="3529"/>
                      <a:pt x="11009" y="3728"/>
                    </a:cubicBezTo>
                    <a:cubicBezTo>
                      <a:pt x="10973" y="3928"/>
                      <a:pt x="11052" y="4091"/>
                      <a:pt x="11187" y="4091"/>
                    </a:cubicBezTo>
                    <a:cubicBezTo>
                      <a:pt x="11322" y="4091"/>
                      <a:pt x="11460" y="3928"/>
                      <a:pt x="11496" y="3728"/>
                    </a:cubicBezTo>
                    <a:cubicBezTo>
                      <a:pt x="11531" y="3529"/>
                      <a:pt x="11451" y="3368"/>
                      <a:pt x="11317" y="3368"/>
                    </a:cubicBezTo>
                    <a:close/>
                    <a:moveTo>
                      <a:pt x="11909" y="3368"/>
                    </a:moveTo>
                    <a:cubicBezTo>
                      <a:pt x="11775" y="3368"/>
                      <a:pt x="11639" y="3529"/>
                      <a:pt x="11604" y="3728"/>
                    </a:cubicBezTo>
                    <a:cubicBezTo>
                      <a:pt x="11569" y="3928"/>
                      <a:pt x="11650" y="4091"/>
                      <a:pt x="11785" y="4091"/>
                    </a:cubicBezTo>
                    <a:cubicBezTo>
                      <a:pt x="11920" y="4091"/>
                      <a:pt x="12057" y="3928"/>
                      <a:pt x="12091" y="3728"/>
                    </a:cubicBezTo>
                    <a:cubicBezTo>
                      <a:pt x="12124" y="3529"/>
                      <a:pt x="12043" y="3368"/>
                      <a:pt x="11909" y="3368"/>
                    </a:cubicBezTo>
                    <a:close/>
                    <a:moveTo>
                      <a:pt x="12501" y="3368"/>
                    </a:moveTo>
                    <a:cubicBezTo>
                      <a:pt x="12368" y="3368"/>
                      <a:pt x="12232" y="3529"/>
                      <a:pt x="12199" y="3728"/>
                    </a:cubicBezTo>
                    <a:cubicBezTo>
                      <a:pt x="12165" y="3928"/>
                      <a:pt x="12248" y="4091"/>
                      <a:pt x="12383" y="4091"/>
                    </a:cubicBezTo>
                    <a:cubicBezTo>
                      <a:pt x="12518" y="4091"/>
                      <a:pt x="12653" y="3928"/>
                      <a:pt x="12685" y="3728"/>
                    </a:cubicBezTo>
                    <a:cubicBezTo>
                      <a:pt x="12718" y="3529"/>
                      <a:pt x="12635" y="3368"/>
                      <a:pt x="12501" y="3368"/>
                    </a:cubicBezTo>
                    <a:close/>
                    <a:moveTo>
                      <a:pt x="13093" y="3368"/>
                    </a:moveTo>
                    <a:cubicBezTo>
                      <a:pt x="12959" y="3368"/>
                      <a:pt x="12825" y="3529"/>
                      <a:pt x="12794" y="3728"/>
                    </a:cubicBezTo>
                    <a:cubicBezTo>
                      <a:pt x="12762" y="3928"/>
                      <a:pt x="12845" y="4091"/>
                      <a:pt x="12980" y="4091"/>
                    </a:cubicBezTo>
                    <a:cubicBezTo>
                      <a:pt x="13115" y="4091"/>
                      <a:pt x="13250" y="3928"/>
                      <a:pt x="13280" y="3728"/>
                    </a:cubicBezTo>
                    <a:cubicBezTo>
                      <a:pt x="13311" y="3529"/>
                      <a:pt x="13227" y="3368"/>
                      <a:pt x="13093" y="3368"/>
                    </a:cubicBezTo>
                    <a:close/>
                    <a:moveTo>
                      <a:pt x="13685" y="3368"/>
                    </a:moveTo>
                    <a:cubicBezTo>
                      <a:pt x="13551" y="3368"/>
                      <a:pt x="13419" y="3529"/>
                      <a:pt x="13388" y="3728"/>
                    </a:cubicBezTo>
                    <a:cubicBezTo>
                      <a:pt x="13358" y="3928"/>
                      <a:pt x="13443" y="4091"/>
                      <a:pt x="13578" y="4091"/>
                    </a:cubicBezTo>
                    <a:cubicBezTo>
                      <a:pt x="13713" y="4091"/>
                      <a:pt x="13846" y="3928"/>
                      <a:pt x="13875" y="3728"/>
                    </a:cubicBezTo>
                    <a:cubicBezTo>
                      <a:pt x="13904" y="3529"/>
                      <a:pt x="13819" y="3368"/>
                      <a:pt x="13685" y="3368"/>
                    </a:cubicBezTo>
                    <a:close/>
                    <a:moveTo>
                      <a:pt x="16063" y="3368"/>
                    </a:moveTo>
                    <a:cubicBezTo>
                      <a:pt x="15930" y="3368"/>
                      <a:pt x="15802" y="3529"/>
                      <a:pt x="15778" y="3728"/>
                    </a:cubicBezTo>
                    <a:cubicBezTo>
                      <a:pt x="15754" y="3928"/>
                      <a:pt x="15844" y="4091"/>
                      <a:pt x="15979" y="4091"/>
                    </a:cubicBezTo>
                    <a:cubicBezTo>
                      <a:pt x="16113" y="4091"/>
                      <a:pt x="16242" y="3928"/>
                      <a:pt x="16265" y="3728"/>
                    </a:cubicBezTo>
                    <a:cubicBezTo>
                      <a:pt x="16287" y="3529"/>
                      <a:pt x="16197" y="3368"/>
                      <a:pt x="16063" y="3368"/>
                    </a:cubicBezTo>
                    <a:close/>
                    <a:moveTo>
                      <a:pt x="16655" y="3368"/>
                    </a:moveTo>
                    <a:cubicBezTo>
                      <a:pt x="16521" y="3368"/>
                      <a:pt x="16395" y="3529"/>
                      <a:pt x="16373" y="3728"/>
                    </a:cubicBezTo>
                    <a:cubicBezTo>
                      <a:pt x="16350" y="3928"/>
                      <a:pt x="16441" y="4091"/>
                      <a:pt x="16576" y="4091"/>
                    </a:cubicBezTo>
                    <a:cubicBezTo>
                      <a:pt x="16711" y="4091"/>
                      <a:pt x="16838" y="3928"/>
                      <a:pt x="16859" y="3728"/>
                    </a:cubicBezTo>
                    <a:cubicBezTo>
                      <a:pt x="16881" y="3529"/>
                      <a:pt x="16789" y="3368"/>
                      <a:pt x="16655" y="3368"/>
                    </a:cubicBezTo>
                    <a:close/>
                    <a:moveTo>
                      <a:pt x="17248" y="3368"/>
                    </a:moveTo>
                    <a:cubicBezTo>
                      <a:pt x="17114" y="3368"/>
                      <a:pt x="16988" y="3529"/>
                      <a:pt x="16968" y="3728"/>
                    </a:cubicBezTo>
                    <a:cubicBezTo>
                      <a:pt x="16947" y="3928"/>
                      <a:pt x="17039" y="4091"/>
                      <a:pt x="17174" y="4091"/>
                    </a:cubicBezTo>
                    <a:cubicBezTo>
                      <a:pt x="17309" y="4091"/>
                      <a:pt x="17435" y="3928"/>
                      <a:pt x="17454" y="3728"/>
                    </a:cubicBezTo>
                    <a:cubicBezTo>
                      <a:pt x="17474" y="3529"/>
                      <a:pt x="17381" y="3368"/>
                      <a:pt x="17248" y="3368"/>
                    </a:cubicBezTo>
                    <a:close/>
                    <a:moveTo>
                      <a:pt x="17840" y="3368"/>
                    </a:moveTo>
                    <a:cubicBezTo>
                      <a:pt x="17706" y="3368"/>
                      <a:pt x="17582" y="3529"/>
                      <a:pt x="17563" y="3728"/>
                    </a:cubicBezTo>
                    <a:cubicBezTo>
                      <a:pt x="17543" y="3928"/>
                      <a:pt x="17637" y="4091"/>
                      <a:pt x="17772" y="4091"/>
                    </a:cubicBezTo>
                    <a:cubicBezTo>
                      <a:pt x="17907" y="4091"/>
                      <a:pt x="18031" y="3928"/>
                      <a:pt x="18049" y="3728"/>
                    </a:cubicBezTo>
                    <a:cubicBezTo>
                      <a:pt x="18067" y="3529"/>
                      <a:pt x="17974" y="3368"/>
                      <a:pt x="17840" y="3368"/>
                    </a:cubicBezTo>
                    <a:close/>
                    <a:moveTo>
                      <a:pt x="18432" y="3368"/>
                    </a:moveTo>
                    <a:cubicBezTo>
                      <a:pt x="18298" y="3368"/>
                      <a:pt x="18176" y="3529"/>
                      <a:pt x="18158" y="3728"/>
                    </a:cubicBezTo>
                    <a:cubicBezTo>
                      <a:pt x="18140" y="3928"/>
                      <a:pt x="18234" y="4091"/>
                      <a:pt x="18370" y="4091"/>
                    </a:cubicBezTo>
                    <a:cubicBezTo>
                      <a:pt x="18505" y="4091"/>
                      <a:pt x="18628" y="3928"/>
                      <a:pt x="18644" y="3728"/>
                    </a:cubicBezTo>
                    <a:cubicBezTo>
                      <a:pt x="18661" y="3529"/>
                      <a:pt x="18566" y="3368"/>
                      <a:pt x="18432" y="3368"/>
                    </a:cubicBezTo>
                    <a:close/>
                    <a:moveTo>
                      <a:pt x="19024" y="3368"/>
                    </a:moveTo>
                    <a:cubicBezTo>
                      <a:pt x="18891" y="3368"/>
                      <a:pt x="18769" y="3529"/>
                      <a:pt x="18753" y="3728"/>
                    </a:cubicBezTo>
                    <a:cubicBezTo>
                      <a:pt x="18736" y="3928"/>
                      <a:pt x="18833" y="4091"/>
                      <a:pt x="18968" y="4091"/>
                    </a:cubicBezTo>
                    <a:cubicBezTo>
                      <a:pt x="19103" y="4091"/>
                      <a:pt x="19224" y="3928"/>
                      <a:pt x="19239" y="3728"/>
                    </a:cubicBezTo>
                    <a:cubicBezTo>
                      <a:pt x="19254" y="3529"/>
                      <a:pt x="19158" y="3368"/>
                      <a:pt x="19024" y="3368"/>
                    </a:cubicBezTo>
                    <a:close/>
                    <a:moveTo>
                      <a:pt x="19627" y="3368"/>
                    </a:moveTo>
                    <a:cubicBezTo>
                      <a:pt x="19493" y="3368"/>
                      <a:pt x="19373" y="3529"/>
                      <a:pt x="19358" y="3728"/>
                    </a:cubicBezTo>
                    <a:cubicBezTo>
                      <a:pt x="19343" y="3928"/>
                      <a:pt x="19441" y="4091"/>
                      <a:pt x="19576" y="4091"/>
                    </a:cubicBezTo>
                    <a:cubicBezTo>
                      <a:pt x="19711" y="4091"/>
                      <a:pt x="19831" y="3928"/>
                      <a:pt x="19845" y="3728"/>
                    </a:cubicBezTo>
                    <a:cubicBezTo>
                      <a:pt x="19858" y="3529"/>
                      <a:pt x="19760" y="3368"/>
                      <a:pt x="19627" y="3368"/>
                    </a:cubicBezTo>
                    <a:close/>
                    <a:moveTo>
                      <a:pt x="20219" y="3368"/>
                    </a:moveTo>
                    <a:cubicBezTo>
                      <a:pt x="20085" y="3368"/>
                      <a:pt x="19966" y="3529"/>
                      <a:pt x="19953" y="3728"/>
                    </a:cubicBezTo>
                    <a:cubicBezTo>
                      <a:pt x="19940" y="3928"/>
                      <a:pt x="20039" y="4091"/>
                      <a:pt x="20174" y="4091"/>
                    </a:cubicBezTo>
                    <a:cubicBezTo>
                      <a:pt x="20309" y="4091"/>
                      <a:pt x="20428" y="3928"/>
                      <a:pt x="20440" y="3728"/>
                    </a:cubicBezTo>
                    <a:cubicBezTo>
                      <a:pt x="20452" y="3529"/>
                      <a:pt x="20352" y="3368"/>
                      <a:pt x="20219" y="3368"/>
                    </a:cubicBezTo>
                    <a:close/>
                    <a:moveTo>
                      <a:pt x="2146" y="4254"/>
                    </a:moveTo>
                    <a:cubicBezTo>
                      <a:pt x="2010" y="4254"/>
                      <a:pt x="1851" y="4419"/>
                      <a:pt x="1790" y="4623"/>
                    </a:cubicBezTo>
                    <a:cubicBezTo>
                      <a:pt x="1729" y="4828"/>
                      <a:pt x="1790" y="4995"/>
                      <a:pt x="1926" y="4995"/>
                    </a:cubicBezTo>
                    <a:cubicBezTo>
                      <a:pt x="2063" y="4995"/>
                      <a:pt x="2223" y="4828"/>
                      <a:pt x="2283" y="4623"/>
                    </a:cubicBezTo>
                    <a:cubicBezTo>
                      <a:pt x="2342" y="4419"/>
                      <a:pt x="2281" y="4254"/>
                      <a:pt x="2146" y="4254"/>
                    </a:cubicBezTo>
                    <a:close/>
                    <a:moveTo>
                      <a:pt x="2747" y="4254"/>
                    </a:moveTo>
                    <a:cubicBezTo>
                      <a:pt x="2612" y="4254"/>
                      <a:pt x="2454" y="4419"/>
                      <a:pt x="2395" y="4623"/>
                    </a:cubicBezTo>
                    <a:cubicBezTo>
                      <a:pt x="2335" y="4828"/>
                      <a:pt x="2397" y="4995"/>
                      <a:pt x="2533" y="4995"/>
                    </a:cubicBezTo>
                    <a:cubicBezTo>
                      <a:pt x="2670" y="4995"/>
                      <a:pt x="2829" y="4828"/>
                      <a:pt x="2887" y="4623"/>
                    </a:cubicBezTo>
                    <a:cubicBezTo>
                      <a:pt x="2945" y="4419"/>
                      <a:pt x="2883" y="4254"/>
                      <a:pt x="2747" y="4254"/>
                    </a:cubicBezTo>
                    <a:close/>
                    <a:moveTo>
                      <a:pt x="3349" y="4254"/>
                    </a:moveTo>
                    <a:cubicBezTo>
                      <a:pt x="3213" y="4254"/>
                      <a:pt x="3057" y="4419"/>
                      <a:pt x="2999" y="4623"/>
                    </a:cubicBezTo>
                    <a:cubicBezTo>
                      <a:pt x="2941" y="4828"/>
                      <a:pt x="3004" y="4995"/>
                      <a:pt x="3141" y="4995"/>
                    </a:cubicBezTo>
                    <a:cubicBezTo>
                      <a:pt x="3277" y="4995"/>
                      <a:pt x="3435" y="4828"/>
                      <a:pt x="3491" y="4623"/>
                    </a:cubicBezTo>
                    <a:cubicBezTo>
                      <a:pt x="3548" y="4419"/>
                      <a:pt x="3484" y="4254"/>
                      <a:pt x="3349" y="4254"/>
                    </a:cubicBezTo>
                    <a:close/>
                    <a:moveTo>
                      <a:pt x="3950" y="4254"/>
                    </a:moveTo>
                    <a:cubicBezTo>
                      <a:pt x="3815" y="4254"/>
                      <a:pt x="3660" y="4419"/>
                      <a:pt x="3603" y="4623"/>
                    </a:cubicBezTo>
                    <a:cubicBezTo>
                      <a:pt x="3547" y="4828"/>
                      <a:pt x="3611" y="4995"/>
                      <a:pt x="3748" y="4995"/>
                    </a:cubicBezTo>
                    <a:cubicBezTo>
                      <a:pt x="3884" y="4995"/>
                      <a:pt x="4040" y="4828"/>
                      <a:pt x="4096" y="4623"/>
                    </a:cubicBezTo>
                    <a:cubicBezTo>
                      <a:pt x="4151" y="4419"/>
                      <a:pt x="4086" y="4254"/>
                      <a:pt x="3950" y="4254"/>
                    </a:cubicBezTo>
                    <a:close/>
                    <a:moveTo>
                      <a:pt x="4552" y="4254"/>
                    </a:moveTo>
                    <a:cubicBezTo>
                      <a:pt x="4417" y="4254"/>
                      <a:pt x="4263" y="4419"/>
                      <a:pt x="4208" y="4623"/>
                    </a:cubicBezTo>
                    <a:cubicBezTo>
                      <a:pt x="4153" y="4828"/>
                      <a:pt x="4219" y="4995"/>
                      <a:pt x="4355" y="4995"/>
                    </a:cubicBezTo>
                    <a:cubicBezTo>
                      <a:pt x="4492" y="4995"/>
                      <a:pt x="4647" y="4828"/>
                      <a:pt x="4700" y="4623"/>
                    </a:cubicBezTo>
                    <a:cubicBezTo>
                      <a:pt x="4754" y="4419"/>
                      <a:pt x="4687" y="4254"/>
                      <a:pt x="4552" y="4254"/>
                    </a:cubicBezTo>
                    <a:close/>
                    <a:moveTo>
                      <a:pt x="5153" y="4254"/>
                    </a:moveTo>
                    <a:cubicBezTo>
                      <a:pt x="5018" y="4254"/>
                      <a:pt x="4865" y="4419"/>
                      <a:pt x="4812" y="4623"/>
                    </a:cubicBezTo>
                    <a:cubicBezTo>
                      <a:pt x="4759" y="4828"/>
                      <a:pt x="4826" y="4995"/>
                      <a:pt x="4963" y="4995"/>
                    </a:cubicBezTo>
                    <a:cubicBezTo>
                      <a:pt x="5099" y="4995"/>
                      <a:pt x="5252" y="4828"/>
                      <a:pt x="5305" y="4623"/>
                    </a:cubicBezTo>
                    <a:cubicBezTo>
                      <a:pt x="5356" y="4419"/>
                      <a:pt x="5288" y="4254"/>
                      <a:pt x="5153" y="4254"/>
                    </a:cubicBezTo>
                    <a:close/>
                    <a:moveTo>
                      <a:pt x="5755" y="4254"/>
                    </a:moveTo>
                    <a:cubicBezTo>
                      <a:pt x="5619" y="4254"/>
                      <a:pt x="5468" y="4419"/>
                      <a:pt x="5417" y="4623"/>
                    </a:cubicBezTo>
                    <a:cubicBezTo>
                      <a:pt x="5365" y="4828"/>
                      <a:pt x="5433" y="4995"/>
                      <a:pt x="5570" y="4995"/>
                    </a:cubicBezTo>
                    <a:cubicBezTo>
                      <a:pt x="5707" y="4995"/>
                      <a:pt x="5859" y="4828"/>
                      <a:pt x="5909" y="4623"/>
                    </a:cubicBezTo>
                    <a:cubicBezTo>
                      <a:pt x="5959" y="4419"/>
                      <a:pt x="5890" y="4254"/>
                      <a:pt x="5755" y="4254"/>
                    </a:cubicBezTo>
                    <a:close/>
                    <a:moveTo>
                      <a:pt x="6357" y="4254"/>
                    </a:moveTo>
                    <a:cubicBezTo>
                      <a:pt x="6221" y="4254"/>
                      <a:pt x="6071" y="4419"/>
                      <a:pt x="6021" y="4623"/>
                    </a:cubicBezTo>
                    <a:cubicBezTo>
                      <a:pt x="5971" y="4828"/>
                      <a:pt x="6041" y="4995"/>
                      <a:pt x="6177" y="4995"/>
                    </a:cubicBezTo>
                    <a:cubicBezTo>
                      <a:pt x="6314" y="4995"/>
                      <a:pt x="6465" y="4828"/>
                      <a:pt x="6514" y="4623"/>
                    </a:cubicBezTo>
                    <a:cubicBezTo>
                      <a:pt x="6562" y="4419"/>
                      <a:pt x="6492" y="4254"/>
                      <a:pt x="6357" y="4254"/>
                    </a:cubicBezTo>
                    <a:close/>
                    <a:moveTo>
                      <a:pt x="6948" y="4254"/>
                    </a:moveTo>
                    <a:cubicBezTo>
                      <a:pt x="6813" y="4254"/>
                      <a:pt x="6664" y="4419"/>
                      <a:pt x="6616" y="4623"/>
                    </a:cubicBezTo>
                    <a:cubicBezTo>
                      <a:pt x="6567" y="4828"/>
                      <a:pt x="6638" y="4995"/>
                      <a:pt x="6775" y="4995"/>
                    </a:cubicBezTo>
                    <a:cubicBezTo>
                      <a:pt x="6911" y="4995"/>
                      <a:pt x="7061" y="4828"/>
                      <a:pt x="7108" y="4623"/>
                    </a:cubicBezTo>
                    <a:cubicBezTo>
                      <a:pt x="7155" y="4419"/>
                      <a:pt x="7084" y="4254"/>
                      <a:pt x="6948" y="4254"/>
                    </a:cubicBezTo>
                    <a:close/>
                    <a:moveTo>
                      <a:pt x="7550" y="4254"/>
                    </a:moveTo>
                    <a:cubicBezTo>
                      <a:pt x="7414" y="4254"/>
                      <a:pt x="7267" y="4419"/>
                      <a:pt x="7220" y="4623"/>
                    </a:cubicBezTo>
                    <a:cubicBezTo>
                      <a:pt x="7173" y="4828"/>
                      <a:pt x="7246" y="4995"/>
                      <a:pt x="7382" y="4995"/>
                    </a:cubicBezTo>
                    <a:cubicBezTo>
                      <a:pt x="7519" y="4995"/>
                      <a:pt x="7667" y="4828"/>
                      <a:pt x="7713" y="4623"/>
                    </a:cubicBezTo>
                    <a:cubicBezTo>
                      <a:pt x="7758" y="4419"/>
                      <a:pt x="7685" y="4254"/>
                      <a:pt x="7550" y="4254"/>
                    </a:cubicBezTo>
                    <a:close/>
                    <a:moveTo>
                      <a:pt x="8152" y="4254"/>
                    </a:moveTo>
                    <a:cubicBezTo>
                      <a:pt x="8016" y="4254"/>
                      <a:pt x="7870" y="4419"/>
                      <a:pt x="7825" y="4623"/>
                    </a:cubicBezTo>
                    <a:cubicBezTo>
                      <a:pt x="7779" y="4828"/>
                      <a:pt x="7853" y="4995"/>
                      <a:pt x="7990" y="4995"/>
                    </a:cubicBezTo>
                    <a:cubicBezTo>
                      <a:pt x="8127" y="4995"/>
                      <a:pt x="8273" y="4828"/>
                      <a:pt x="8317" y="4623"/>
                    </a:cubicBezTo>
                    <a:cubicBezTo>
                      <a:pt x="8361" y="4419"/>
                      <a:pt x="8287" y="4254"/>
                      <a:pt x="8152" y="4254"/>
                    </a:cubicBezTo>
                    <a:close/>
                    <a:moveTo>
                      <a:pt x="8753" y="4254"/>
                    </a:moveTo>
                    <a:cubicBezTo>
                      <a:pt x="8618" y="4254"/>
                      <a:pt x="8473" y="4419"/>
                      <a:pt x="8430" y="4623"/>
                    </a:cubicBezTo>
                    <a:cubicBezTo>
                      <a:pt x="8386" y="4828"/>
                      <a:pt x="8460" y="4995"/>
                      <a:pt x="8597" y="4995"/>
                    </a:cubicBezTo>
                    <a:cubicBezTo>
                      <a:pt x="8734" y="4995"/>
                      <a:pt x="8879" y="4828"/>
                      <a:pt x="8922" y="4623"/>
                    </a:cubicBezTo>
                    <a:cubicBezTo>
                      <a:pt x="8964" y="4419"/>
                      <a:pt x="8888" y="4254"/>
                      <a:pt x="8753" y="4254"/>
                    </a:cubicBezTo>
                    <a:close/>
                    <a:moveTo>
                      <a:pt x="9355" y="4254"/>
                    </a:moveTo>
                    <a:cubicBezTo>
                      <a:pt x="9220" y="4254"/>
                      <a:pt x="9076" y="4419"/>
                      <a:pt x="9034" y="4623"/>
                    </a:cubicBezTo>
                    <a:cubicBezTo>
                      <a:pt x="8992" y="4828"/>
                      <a:pt x="9068" y="4995"/>
                      <a:pt x="9205" y="4995"/>
                    </a:cubicBezTo>
                    <a:cubicBezTo>
                      <a:pt x="9341" y="4995"/>
                      <a:pt x="9485" y="4828"/>
                      <a:pt x="9526" y="4623"/>
                    </a:cubicBezTo>
                    <a:cubicBezTo>
                      <a:pt x="9567" y="4419"/>
                      <a:pt x="9490" y="4254"/>
                      <a:pt x="9355" y="4254"/>
                    </a:cubicBezTo>
                    <a:close/>
                    <a:moveTo>
                      <a:pt x="9957" y="4254"/>
                    </a:moveTo>
                    <a:cubicBezTo>
                      <a:pt x="9821" y="4254"/>
                      <a:pt x="9679" y="4419"/>
                      <a:pt x="9639" y="4623"/>
                    </a:cubicBezTo>
                    <a:cubicBezTo>
                      <a:pt x="9598" y="4828"/>
                      <a:pt x="9676" y="4995"/>
                      <a:pt x="9812" y="4995"/>
                    </a:cubicBezTo>
                    <a:cubicBezTo>
                      <a:pt x="9949" y="4995"/>
                      <a:pt x="10092" y="4828"/>
                      <a:pt x="10131" y="4623"/>
                    </a:cubicBezTo>
                    <a:cubicBezTo>
                      <a:pt x="10170" y="4419"/>
                      <a:pt x="10092" y="4254"/>
                      <a:pt x="9957" y="4254"/>
                    </a:cubicBezTo>
                    <a:close/>
                    <a:moveTo>
                      <a:pt x="10559" y="4254"/>
                    </a:moveTo>
                    <a:cubicBezTo>
                      <a:pt x="10424" y="4254"/>
                      <a:pt x="10282" y="4419"/>
                      <a:pt x="10244" y="4623"/>
                    </a:cubicBezTo>
                    <a:cubicBezTo>
                      <a:pt x="10204" y="4828"/>
                      <a:pt x="10284" y="4995"/>
                      <a:pt x="10420" y="4995"/>
                    </a:cubicBezTo>
                    <a:cubicBezTo>
                      <a:pt x="10557" y="4995"/>
                      <a:pt x="10698" y="4828"/>
                      <a:pt x="10736" y="4623"/>
                    </a:cubicBezTo>
                    <a:cubicBezTo>
                      <a:pt x="10773" y="4419"/>
                      <a:pt x="10694" y="4254"/>
                      <a:pt x="10559" y="4254"/>
                    </a:cubicBezTo>
                    <a:close/>
                    <a:moveTo>
                      <a:pt x="11752" y="4254"/>
                    </a:moveTo>
                    <a:cubicBezTo>
                      <a:pt x="11617" y="4254"/>
                      <a:pt x="11479" y="4419"/>
                      <a:pt x="11443" y="4623"/>
                    </a:cubicBezTo>
                    <a:cubicBezTo>
                      <a:pt x="11407" y="4828"/>
                      <a:pt x="11489" y="4995"/>
                      <a:pt x="11625" y="4995"/>
                    </a:cubicBezTo>
                    <a:cubicBezTo>
                      <a:pt x="11762" y="4995"/>
                      <a:pt x="11901" y="4828"/>
                      <a:pt x="11935" y="4623"/>
                    </a:cubicBezTo>
                    <a:cubicBezTo>
                      <a:pt x="11970" y="4419"/>
                      <a:pt x="11888" y="4254"/>
                      <a:pt x="11752" y="4254"/>
                    </a:cubicBezTo>
                    <a:close/>
                    <a:moveTo>
                      <a:pt x="12354" y="4254"/>
                    </a:moveTo>
                    <a:cubicBezTo>
                      <a:pt x="12219" y="4254"/>
                      <a:pt x="12082" y="4419"/>
                      <a:pt x="12048" y="4623"/>
                    </a:cubicBezTo>
                    <a:cubicBezTo>
                      <a:pt x="12013" y="4828"/>
                      <a:pt x="12096" y="4995"/>
                      <a:pt x="12233" y="4995"/>
                    </a:cubicBezTo>
                    <a:cubicBezTo>
                      <a:pt x="12369" y="4995"/>
                      <a:pt x="12507" y="4828"/>
                      <a:pt x="12540" y="4623"/>
                    </a:cubicBezTo>
                    <a:cubicBezTo>
                      <a:pt x="12573" y="4419"/>
                      <a:pt x="12489" y="4254"/>
                      <a:pt x="12354" y="4254"/>
                    </a:cubicBezTo>
                    <a:close/>
                    <a:moveTo>
                      <a:pt x="12956" y="4254"/>
                    </a:moveTo>
                    <a:cubicBezTo>
                      <a:pt x="12821" y="4254"/>
                      <a:pt x="12685" y="4419"/>
                      <a:pt x="12652" y="4623"/>
                    </a:cubicBezTo>
                    <a:cubicBezTo>
                      <a:pt x="12620" y="4828"/>
                      <a:pt x="12704" y="4995"/>
                      <a:pt x="12841" y="4995"/>
                    </a:cubicBezTo>
                    <a:cubicBezTo>
                      <a:pt x="12977" y="4995"/>
                      <a:pt x="13114" y="4828"/>
                      <a:pt x="13145" y="4623"/>
                    </a:cubicBezTo>
                    <a:cubicBezTo>
                      <a:pt x="13176" y="4419"/>
                      <a:pt x="13092" y="4254"/>
                      <a:pt x="12956" y="4254"/>
                    </a:cubicBezTo>
                    <a:close/>
                    <a:moveTo>
                      <a:pt x="13558" y="4254"/>
                    </a:moveTo>
                    <a:cubicBezTo>
                      <a:pt x="13423" y="4254"/>
                      <a:pt x="13288" y="4419"/>
                      <a:pt x="13257" y="4623"/>
                    </a:cubicBezTo>
                    <a:cubicBezTo>
                      <a:pt x="13226" y="4828"/>
                      <a:pt x="13312" y="4995"/>
                      <a:pt x="13448" y="4995"/>
                    </a:cubicBezTo>
                    <a:cubicBezTo>
                      <a:pt x="13585" y="4995"/>
                      <a:pt x="13720" y="4828"/>
                      <a:pt x="13750" y="4623"/>
                    </a:cubicBezTo>
                    <a:cubicBezTo>
                      <a:pt x="13779" y="4419"/>
                      <a:pt x="13693" y="4254"/>
                      <a:pt x="13558" y="4254"/>
                    </a:cubicBezTo>
                    <a:close/>
                    <a:moveTo>
                      <a:pt x="14160" y="4254"/>
                    </a:moveTo>
                    <a:cubicBezTo>
                      <a:pt x="14025" y="4254"/>
                      <a:pt x="13891" y="4419"/>
                      <a:pt x="13862" y="4623"/>
                    </a:cubicBezTo>
                    <a:cubicBezTo>
                      <a:pt x="13833" y="4828"/>
                      <a:pt x="13920" y="4995"/>
                      <a:pt x="14056" y="4995"/>
                    </a:cubicBezTo>
                    <a:cubicBezTo>
                      <a:pt x="14193" y="4995"/>
                      <a:pt x="14326" y="4828"/>
                      <a:pt x="14354" y="4623"/>
                    </a:cubicBezTo>
                    <a:cubicBezTo>
                      <a:pt x="14382" y="4419"/>
                      <a:pt x="14295" y="4254"/>
                      <a:pt x="14160" y="4254"/>
                    </a:cubicBezTo>
                    <a:close/>
                    <a:moveTo>
                      <a:pt x="16558" y="4254"/>
                    </a:moveTo>
                    <a:cubicBezTo>
                      <a:pt x="16423" y="4254"/>
                      <a:pt x="16295" y="4419"/>
                      <a:pt x="16272" y="4623"/>
                    </a:cubicBezTo>
                    <a:cubicBezTo>
                      <a:pt x="16249" y="4828"/>
                      <a:pt x="16341" y="4995"/>
                      <a:pt x="16477" y="4995"/>
                    </a:cubicBezTo>
                    <a:cubicBezTo>
                      <a:pt x="16614" y="4995"/>
                      <a:pt x="16742" y="4828"/>
                      <a:pt x="16764" y="4623"/>
                    </a:cubicBezTo>
                    <a:cubicBezTo>
                      <a:pt x="16786" y="4419"/>
                      <a:pt x="16694" y="4254"/>
                      <a:pt x="16558" y="4254"/>
                    </a:cubicBezTo>
                    <a:close/>
                    <a:moveTo>
                      <a:pt x="17161" y="4254"/>
                    </a:moveTo>
                    <a:cubicBezTo>
                      <a:pt x="17025" y="4254"/>
                      <a:pt x="16898" y="4419"/>
                      <a:pt x="16877" y="4623"/>
                    </a:cubicBezTo>
                    <a:cubicBezTo>
                      <a:pt x="16855" y="4828"/>
                      <a:pt x="16949" y="4995"/>
                      <a:pt x="17085" y="4995"/>
                    </a:cubicBezTo>
                    <a:cubicBezTo>
                      <a:pt x="17222" y="4995"/>
                      <a:pt x="17349" y="4828"/>
                      <a:pt x="17369" y="4623"/>
                    </a:cubicBezTo>
                    <a:cubicBezTo>
                      <a:pt x="17389" y="4419"/>
                      <a:pt x="17296" y="4254"/>
                      <a:pt x="17161" y="4254"/>
                    </a:cubicBezTo>
                    <a:close/>
                    <a:moveTo>
                      <a:pt x="17763" y="4254"/>
                    </a:moveTo>
                    <a:cubicBezTo>
                      <a:pt x="17628" y="4254"/>
                      <a:pt x="17502" y="4419"/>
                      <a:pt x="17482" y="4623"/>
                    </a:cubicBezTo>
                    <a:cubicBezTo>
                      <a:pt x="17462" y="4828"/>
                      <a:pt x="17557" y="4995"/>
                      <a:pt x="17693" y="4995"/>
                    </a:cubicBezTo>
                    <a:cubicBezTo>
                      <a:pt x="17830" y="4995"/>
                      <a:pt x="17956" y="4828"/>
                      <a:pt x="17975" y="4623"/>
                    </a:cubicBezTo>
                    <a:cubicBezTo>
                      <a:pt x="17993" y="4419"/>
                      <a:pt x="17898" y="4254"/>
                      <a:pt x="17763" y="4254"/>
                    </a:cubicBezTo>
                    <a:close/>
                    <a:moveTo>
                      <a:pt x="18355" y="4254"/>
                    </a:moveTo>
                    <a:cubicBezTo>
                      <a:pt x="18219" y="4254"/>
                      <a:pt x="18095" y="4419"/>
                      <a:pt x="18077" y="4623"/>
                    </a:cubicBezTo>
                    <a:cubicBezTo>
                      <a:pt x="18059" y="4828"/>
                      <a:pt x="18154" y="4995"/>
                      <a:pt x="18291" y="4995"/>
                    </a:cubicBezTo>
                    <a:cubicBezTo>
                      <a:pt x="18428" y="4995"/>
                      <a:pt x="18552" y="4828"/>
                      <a:pt x="18569" y="4623"/>
                    </a:cubicBezTo>
                    <a:cubicBezTo>
                      <a:pt x="18586" y="4419"/>
                      <a:pt x="18490" y="4254"/>
                      <a:pt x="18355" y="4254"/>
                    </a:cubicBezTo>
                    <a:close/>
                    <a:moveTo>
                      <a:pt x="18957" y="4254"/>
                    </a:moveTo>
                    <a:cubicBezTo>
                      <a:pt x="18822" y="4254"/>
                      <a:pt x="18699" y="4419"/>
                      <a:pt x="18682" y="4623"/>
                    </a:cubicBezTo>
                    <a:cubicBezTo>
                      <a:pt x="18665" y="4828"/>
                      <a:pt x="18763" y="4995"/>
                      <a:pt x="18899" y="4995"/>
                    </a:cubicBezTo>
                    <a:cubicBezTo>
                      <a:pt x="19036" y="4995"/>
                      <a:pt x="19159" y="4828"/>
                      <a:pt x="19174" y="4623"/>
                    </a:cubicBezTo>
                    <a:cubicBezTo>
                      <a:pt x="19190" y="4419"/>
                      <a:pt x="19092" y="4254"/>
                      <a:pt x="18957" y="4254"/>
                    </a:cubicBezTo>
                    <a:close/>
                    <a:moveTo>
                      <a:pt x="19560" y="4254"/>
                    </a:moveTo>
                    <a:cubicBezTo>
                      <a:pt x="19424" y="4254"/>
                      <a:pt x="19302" y="4419"/>
                      <a:pt x="19287" y="4623"/>
                    </a:cubicBezTo>
                    <a:cubicBezTo>
                      <a:pt x="19272" y="4828"/>
                      <a:pt x="19371" y="4995"/>
                      <a:pt x="19508" y="4995"/>
                    </a:cubicBezTo>
                    <a:cubicBezTo>
                      <a:pt x="19644" y="4995"/>
                      <a:pt x="19766" y="4828"/>
                      <a:pt x="19780" y="4623"/>
                    </a:cubicBezTo>
                    <a:cubicBezTo>
                      <a:pt x="19793" y="4419"/>
                      <a:pt x="19695" y="4254"/>
                      <a:pt x="19560" y="4254"/>
                    </a:cubicBezTo>
                    <a:close/>
                    <a:moveTo>
                      <a:pt x="1278" y="5140"/>
                    </a:moveTo>
                    <a:cubicBezTo>
                      <a:pt x="1141" y="5140"/>
                      <a:pt x="979" y="5308"/>
                      <a:pt x="914" y="5518"/>
                    </a:cubicBezTo>
                    <a:cubicBezTo>
                      <a:pt x="850" y="5727"/>
                      <a:pt x="909" y="5898"/>
                      <a:pt x="1048" y="5898"/>
                    </a:cubicBezTo>
                    <a:cubicBezTo>
                      <a:pt x="1186" y="5898"/>
                      <a:pt x="1350" y="5727"/>
                      <a:pt x="1413" y="5518"/>
                    </a:cubicBezTo>
                    <a:cubicBezTo>
                      <a:pt x="1476" y="5308"/>
                      <a:pt x="1415" y="5140"/>
                      <a:pt x="1278" y="5140"/>
                    </a:cubicBezTo>
                    <a:close/>
                    <a:moveTo>
                      <a:pt x="1880" y="5140"/>
                    </a:moveTo>
                    <a:cubicBezTo>
                      <a:pt x="1743" y="5140"/>
                      <a:pt x="1581" y="5308"/>
                      <a:pt x="1519" y="5518"/>
                    </a:cubicBezTo>
                    <a:cubicBezTo>
                      <a:pt x="1456" y="5727"/>
                      <a:pt x="1517" y="5898"/>
                      <a:pt x="1655" y="5898"/>
                    </a:cubicBezTo>
                    <a:cubicBezTo>
                      <a:pt x="1793" y="5898"/>
                      <a:pt x="1955" y="5727"/>
                      <a:pt x="2017" y="5518"/>
                    </a:cubicBezTo>
                    <a:cubicBezTo>
                      <a:pt x="2078" y="5308"/>
                      <a:pt x="2016" y="5140"/>
                      <a:pt x="1880" y="5140"/>
                    </a:cubicBezTo>
                    <a:close/>
                    <a:moveTo>
                      <a:pt x="2491" y="5140"/>
                    </a:moveTo>
                    <a:cubicBezTo>
                      <a:pt x="2354" y="5140"/>
                      <a:pt x="2194" y="5308"/>
                      <a:pt x="2133" y="5518"/>
                    </a:cubicBezTo>
                    <a:cubicBezTo>
                      <a:pt x="2072" y="5727"/>
                      <a:pt x="2134" y="5898"/>
                      <a:pt x="2272" y="5898"/>
                    </a:cubicBezTo>
                    <a:cubicBezTo>
                      <a:pt x="2411" y="5898"/>
                      <a:pt x="2571" y="5727"/>
                      <a:pt x="2631" y="5518"/>
                    </a:cubicBezTo>
                    <a:cubicBezTo>
                      <a:pt x="2691" y="5308"/>
                      <a:pt x="2628" y="5140"/>
                      <a:pt x="2491" y="5140"/>
                    </a:cubicBezTo>
                    <a:close/>
                    <a:moveTo>
                      <a:pt x="3093" y="5140"/>
                    </a:moveTo>
                    <a:cubicBezTo>
                      <a:pt x="2956" y="5140"/>
                      <a:pt x="2797" y="5308"/>
                      <a:pt x="2737" y="5518"/>
                    </a:cubicBezTo>
                    <a:cubicBezTo>
                      <a:pt x="2678" y="5727"/>
                      <a:pt x="2741" y="5898"/>
                      <a:pt x="2880" y="5898"/>
                    </a:cubicBezTo>
                    <a:cubicBezTo>
                      <a:pt x="3018" y="5898"/>
                      <a:pt x="3177" y="5727"/>
                      <a:pt x="3235" y="5518"/>
                    </a:cubicBezTo>
                    <a:cubicBezTo>
                      <a:pt x="3293" y="5308"/>
                      <a:pt x="3229" y="5140"/>
                      <a:pt x="3093" y="5140"/>
                    </a:cubicBezTo>
                    <a:close/>
                    <a:moveTo>
                      <a:pt x="3704" y="5140"/>
                    </a:moveTo>
                    <a:cubicBezTo>
                      <a:pt x="3567" y="5140"/>
                      <a:pt x="3410" y="5308"/>
                      <a:pt x="3352" y="5518"/>
                    </a:cubicBezTo>
                    <a:cubicBezTo>
                      <a:pt x="3294" y="5727"/>
                      <a:pt x="3358" y="5898"/>
                      <a:pt x="3497" y="5898"/>
                    </a:cubicBezTo>
                    <a:cubicBezTo>
                      <a:pt x="3635" y="5898"/>
                      <a:pt x="3793" y="5727"/>
                      <a:pt x="3850" y="5518"/>
                    </a:cubicBezTo>
                    <a:cubicBezTo>
                      <a:pt x="3906" y="5308"/>
                      <a:pt x="3841" y="5140"/>
                      <a:pt x="3704" y="5140"/>
                    </a:cubicBezTo>
                    <a:close/>
                    <a:moveTo>
                      <a:pt x="4305" y="5140"/>
                    </a:moveTo>
                    <a:cubicBezTo>
                      <a:pt x="4169" y="5140"/>
                      <a:pt x="4012" y="5308"/>
                      <a:pt x="3956" y="5518"/>
                    </a:cubicBezTo>
                    <a:cubicBezTo>
                      <a:pt x="3900" y="5727"/>
                      <a:pt x="3966" y="5898"/>
                      <a:pt x="4104" y="5898"/>
                    </a:cubicBezTo>
                    <a:cubicBezTo>
                      <a:pt x="4243" y="5898"/>
                      <a:pt x="4399" y="5727"/>
                      <a:pt x="4454" y="5518"/>
                    </a:cubicBezTo>
                    <a:cubicBezTo>
                      <a:pt x="4509" y="5308"/>
                      <a:pt x="4442" y="5140"/>
                      <a:pt x="4305" y="5140"/>
                    </a:cubicBezTo>
                    <a:close/>
                    <a:moveTo>
                      <a:pt x="4917" y="5140"/>
                    </a:moveTo>
                    <a:cubicBezTo>
                      <a:pt x="4780" y="5140"/>
                      <a:pt x="4625" y="5308"/>
                      <a:pt x="4571" y="5518"/>
                    </a:cubicBezTo>
                    <a:cubicBezTo>
                      <a:pt x="4516" y="5727"/>
                      <a:pt x="4584" y="5898"/>
                      <a:pt x="4722" y="5898"/>
                    </a:cubicBezTo>
                    <a:cubicBezTo>
                      <a:pt x="4860" y="5898"/>
                      <a:pt x="5015" y="5727"/>
                      <a:pt x="5069" y="5518"/>
                    </a:cubicBezTo>
                    <a:cubicBezTo>
                      <a:pt x="5122" y="5308"/>
                      <a:pt x="5054" y="5140"/>
                      <a:pt x="4917" y="5140"/>
                    </a:cubicBezTo>
                    <a:close/>
                    <a:moveTo>
                      <a:pt x="5528" y="5140"/>
                    </a:moveTo>
                    <a:cubicBezTo>
                      <a:pt x="5391" y="5140"/>
                      <a:pt x="5238" y="5308"/>
                      <a:pt x="5185" y="5518"/>
                    </a:cubicBezTo>
                    <a:cubicBezTo>
                      <a:pt x="5132" y="5727"/>
                      <a:pt x="5201" y="5898"/>
                      <a:pt x="5339" y="5898"/>
                    </a:cubicBezTo>
                    <a:cubicBezTo>
                      <a:pt x="5477" y="5898"/>
                      <a:pt x="5632" y="5727"/>
                      <a:pt x="5683" y="5518"/>
                    </a:cubicBezTo>
                    <a:cubicBezTo>
                      <a:pt x="5735" y="5308"/>
                      <a:pt x="5665" y="5140"/>
                      <a:pt x="5528" y="5140"/>
                    </a:cubicBezTo>
                    <a:close/>
                    <a:moveTo>
                      <a:pt x="6130" y="5140"/>
                    </a:moveTo>
                    <a:cubicBezTo>
                      <a:pt x="5993" y="5140"/>
                      <a:pt x="5841" y="5308"/>
                      <a:pt x="5790" y="5518"/>
                    </a:cubicBezTo>
                    <a:cubicBezTo>
                      <a:pt x="5738" y="5727"/>
                      <a:pt x="5808" y="5898"/>
                      <a:pt x="5947" y="5898"/>
                    </a:cubicBezTo>
                    <a:cubicBezTo>
                      <a:pt x="6085" y="5898"/>
                      <a:pt x="6238" y="5727"/>
                      <a:pt x="6288" y="5518"/>
                    </a:cubicBezTo>
                    <a:cubicBezTo>
                      <a:pt x="6338" y="5308"/>
                      <a:pt x="6267" y="5140"/>
                      <a:pt x="6130" y="5140"/>
                    </a:cubicBezTo>
                    <a:close/>
                    <a:moveTo>
                      <a:pt x="6742" y="5140"/>
                    </a:moveTo>
                    <a:cubicBezTo>
                      <a:pt x="6605" y="5140"/>
                      <a:pt x="6454" y="5308"/>
                      <a:pt x="6404" y="5518"/>
                    </a:cubicBezTo>
                    <a:cubicBezTo>
                      <a:pt x="6355" y="5727"/>
                      <a:pt x="6426" y="5898"/>
                      <a:pt x="6564" y="5898"/>
                    </a:cubicBezTo>
                    <a:cubicBezTo>
                      <a:pt x="6702" y="5898"/>
                      <a:pt x="6854" y="5727"/>
                      <a:pt x="6903" y="5518"/>
                    </a:cubicBezTo>
                    <a:cubicBezTo>
                      <a:pt x="6951" y="5308"/>
                      <a:pt x="6879" y="5140"/>
                      <a:pt x="6742" y="5140"/>
                    </a:cubicBezTo>
                    <a:close/>
                    <a:moveTo>
                      <a:pt x="7343" y="5140"/>
                    </a:moveTo>
                    <a:cubicBezTo>
                      <a:pt x="7206" y="5140"/>
                      <a:pt x="7057" y="5308"/>
                      <a:pt x="7009" y="5518"/>
                    </a:cubicBezTo>
                    <a:cubicBezTo>
                      <a:pt x="6961" y="5727"/>
                      <a:pt x="7034" y="5898"/>
                      <a:pt x="7172" y="5898"/>
                    </a:cubicBezTo>
                    <a:cubicBezTo>
                      <a:pt x="7310" y="5898"/>
                      <a:pt x="7460" y="5727"/>
                      <a:pt x="7507" y="5518"/>
                    </a:cubicBezTo>
                    <a:cubicBezTo>
                      <a:pt x="7553" y="5308"/>
                      <a:pt x="7480" y="5140"/>
                      <a:pt x="7343" y="5140"/>
                    </a:cubicBezTo>
                    <a:close/>
                    <a:moveTo>
                      <a:pt x="7955" y="5140"/>
                    </a:moveTo>
                    <a:cubicBezTo>
                      <a:pt x="7818" y="5140"/>
                      <a:pt x="7670" y="5308"/>
                      <a:pt x="7623" y="5518"/>
                    </a:cubicBezTo>
                    <a:cubicBezTo>
                      <a:pt x="7577" y="5727"/>
                      <a:pt x="7651" y="5898"/>
                      <a:pt x="7789" y="5898"/>
                    </a:cubicBezTo>
                    <a:cubicBezTo>
                      <a:pt x="7928" y="5898"/>
                      <a:pt x="8077" y="5727"/>
                      <a:pt x="8122" y="5518"/>
                    </a:cubicBezTo>
                    <a:cubicBezTo>
                      <a:pt x="8167" y="5308"/>
                      <a:pt x="8092" y="5140"/>
                      <a:pt x="7955" y="5140"/>
                    </a:cubicBezTo>
                    <a:close/>
                    <a:moveTo>
                      <a:pt x="8567" y="5140"/>
                    </a:moveTo>
                    <a:cubicBezTo>
                      <a:pt x="8430" y="5140"/>
                      <a:pt x="8283" y="5308"/>
                      <a:pt x="8238" y="5518"/>
                    </a:cubicBezTo>
                    <a:cubicBezTo>
                      <a:pt x="8193" y="5727"/>
                      <a:pt x="8269" y="5898"/>
                      <a:pt x="8407" y="5898"/>
                    </a:cubicBezTo>
                    <a:cubicBezTo>
                      <a:pt x="8545" y="5898"/>
                      <a:pt x="8693" y="5727"/>
                      <a:pt x="8736" y="5518"/>
                    </a:cubicBezTo>
                    <a:cubicBezTo>
                      <a:pt x="8780" y="5308"/>
                      <a:pt x="8704" y="5140"/>
                      <a:pt x="8567" y="5140"/>
                    </a:cubicBezTo>
                    <a:close/>
                    <a:moveTo>
                      <a:pt x="9168" y="5140"/>
                    </a:moveTo>
                    <a:cubicBezTo>
                      <a:pt x="9032" y="5140"/>
                      <a:pt x="8886" y="5308"/>
                      <a:pt x="8843" y="5518"/>
                    </a:cubicBezTo>
                    <a:cubicBezTo>
                      <a:pt x="8799" y="5727"/>
                      <a:pt x="8876" y="5898"/>
                      <a:pt x="9015" y="5898"/>
                    </a:cubicBezTo>
                    <a:cubicBezTo>
                      <a:pt x="9153" y="5898"/>
                      <a:pt x="9299" y="5727"/>
                      <a:pt x="9341" y="5518"/>
                    </a:cubicBezTo>
                    <a:cubicBezTo>
                      <a:pt x="9383" y="5308"/>
                      <a:pt x="9305" y="5140"/>
                      <a:pt x="9168" y="5140"/>
                    </a:cubicBezTo>
                    <a:close/>
                    <a:moveTo>
                      <a:pt x="9780" y="5140"/>
                    </a:moveTo>
                    <a:cubicBezTo>
                      <a:pt x="9643" y="5140"/>
                      <a:pt x="9499" y="5308"/>
                      <a:pt x="9457" y="5518"/>
                    </a:cubicBezTo>
                    <a:cubicBezTo>
                      <a:pt x="9416" y="5727"/>
                      <a:pt x="9494" y="5898"/>
                      <a:pt x="9632" y="5898"/>
                    </a:cubicBezTo>
                    <a:cubicBezTo>
                      <a:pt x="9771" y="5898"/>
                      <a:pt x="9915" y="5727"/>
                      <a:pt x="9956" y="5518"/>
                    </a:cubicBezTo>
                    <a:cubicBezTo>
                      <a:pt x="9996" y="5308"/>
                      <a:pt x="9917" y="5140"/>
                      <a:pt x="9780" y="5140"/>
                    </a:cubicBezTo>
                    <a:close/>
                    <a:moveTo>
                      <a:pt x="10382" y="5140"/>
                    </a:moveTo>
                    <a:cubicBezTo>
                      <a:pt x="10245" y="5140"/>
                      <a:pt x="10102" y="5308"/>
                      <a:pt x="10062" y="5518"/>
                    </a:cubicBezTo>
                    <a:cubicBezTo>
                      <a:pt x="10022" y="5727"/>
                      <a:pt x="10102" y="5898"/>
                      <a:pt x="10240" y="5898"/>
                    </a:cubicBezTo>
                    <a:cubicBezTo>
                      <a:pt x="10378" y="5898"/>
                      <a:pt x="10522" y="5727"/>
                      <a:pt x="10560" y="5518"/>
                    </a:cubicBezTo>
                    <a:cubicBezTo>
                      <a:pt x="10599" y="5308"/>
                      <a:pt x="10519" y="5140"/>
                      <a:pt x="10382" y="5140"/>
                    </a:cubicBezTo>
                    <a:close/>
                    <a:moveTo>
                      <a:pt x="10993" y="5140"/>
                    </a:moveTo>
                    <a:cubicBezTo>
                      <a:pt x="10857" y="5140"/>
                      <a:pt x="10715" y="5308"/>
                      <a:pt x="10677" y="5518"/>
                    </a:cubicBezTo>
                    <a:cubicBezTo>
                      <a:pt x="10639" y="5727"/>
                      <a:pt x="10719" y="5898"/>
                      <a:pt x="10858" y="5898"/>
                    </a:cubicBezTo>
                    <a:cubicBezTo>
                      <a:pt x="10996" y="5898"/>
                      <a:pt x="11138" y="5727"/>
                      <a:pt x="11175" y="5518"/>
                    </a:cubicBezTo>
                    <a:cubicBezTo>
                      <a:pt x="11212" y="5308"/>
                      <a:pt x="11130" y="5140"/>
                      <a:pt x="10993" y="5140"/>
                    </a:cubicBezTo>
                    <a:close/>
                    <a:moveTo>
                      <a:pt x="11596" y="5140"/>
                    </a:moveTo>
                    <a:cubicBezTo>
                      <a:pt x="11459" y="5140"/>
                      <a:pt x="11318" y="5308"/>
                      <a:pt x="11282" y="5518"/>
                    </a:cubicBezTo>
                    <a:cubicBezTo>
                      <a:pt x="11245" y="5727"/>
                      <a:pt x="11327" y="5898"/>
                      <a:pt x="11465" y="5898"/>
                    </a:cubicBezTo>
                    <a:cubicBezTo>
                      <a:pt x="11604" y="5898"/>
                      <a:pt x="11745" y="5727"/>
                      <a:pt x="11780" y="5518"/>
                    </a:cubicBezTo>
                    <a:cubicBezTo>
                      <a:pt x="11815" y="5308"/>
                      <a:pt x="11732" y="5140"/>
                      <a:pt x="11596" y="5140"/>
                    </a:cubicBezTo>
                    <a:close/>
                    <a:moveTo>
                      <a:pt x="12208" y="5140"/>
                    </a:moveTo>
                    <a:cubicBezTo>
                      <a:pt x="12071" y="5140"/>
                      <a:pt x="11931" y="5308"/>
                      <a:pt x="11896" y="5518"/>
                    </a:cubicBezTo>
                    <a:cubicBezTo>
                      <a:pt x="11861" y="5727"/>
                      <a:pt x="11945" y="5898"/>
                      <a:pt x="12083" y="5898"/>
                    </a:cubicBezTo>
                    <a:cubicBezTo>
                      <a:pt x="12222" y="5898"/>
                      <a:pt x="12361" y="5727"/>
                      <a:pt x="12395" y="5518"/>
                    </a:cubicBezTo>
                    <a:cubicBezTo>
                      <a:pt x="12429" y="5308"/>
                      <a:pt x="12344" y="5140"/>
                      <a:pt x="12208" y="5140"/>
                    </a:cubicBezTo>
                    <a:close/>
                    <a:moveTo>
                      <a:pt x="12819" y="5140"/>
                    </a:moveTo>
                    <a:cubicBezTo>
                      <a:pt x="12683" y="5140"/>
                      <a:pt x="12545" y="5308"/>
                      <a:pt x="12511" y="5518"/>
                    </a:cubicBezTo>
                    <a:cubicBezTo>
                      <a:pt x="12478" y="5727"/>
                      <a:pt x="12563" y="5898"/>
                      <a:pt x="12701" y="5898"/>
                    </a:cubicBezTo>
                    <a:cubicBezTo>
                      <a:pt x="12839" y="5898"/>
                      <a:pt x="12978" y="5727"/>
                      <a:pt x="13010" y="5518"/>
                    </a:cubicBezTo>
                    <a:cubicBezTo>
                      <a:pt x="13042" y="5308"/>
                      <a:pt x="12956" y="5140"/>
                      <a:pt x="12819" y="5140"/>
                    </a:cubicBezTo>
                    <a:close/>
                    <a:moveTo>
                      <a:pt x="13421" y="5140"/>
                    </a:moveTo>
                    <a:cubicBezTo>
                      <a:pt x="13284" y="5140"/>
                      <a:pt x="13148" y="5308"/>
                      <a:pt x="13116" y="5518"/>
                    </a:cubicBezTo>
                    <a:cubicBezTo>
                      <a:pt x="13085" y="5727"/>
                      <a:pt x="13170" y="5898"/>
                      <a:pt x="13309" y="5898"/>
                    </a:cubicBezTo>
                    <a:cubicBezTo>
                      <a:pt x="13447" y="5898"/>
                      <a:pt x="13584" y="5727"/>
                      <a:pt x="13615" y="5518"/>
                    </a:cubicBezTo>
                    <a:cubicBezTo>
                      <a:pt x="13645" y="5308"/>
                      <a:pt x="13558" y="5140"/>
                      <a:pt x="13421" y="5140"/>
                    </a:cubicBezTo>
                    <a:close/>
                    <a:moveTo>
                      <a:pt x="14033" y="5140"/>
                    </a:moveTo>
                    <a:cubicBezTo>
                      <a:pt x="13896" y="5140"/>
                      <a:pt x="13761" y="5308"/>
                      <a:pt x="13731" y="5518"/>
                    </a:cubicBezTo>
                    <a:cubicBezTo>
                      <a:pt x="13701" y="5727"/>
                      <a:pt x="13788" y="5898"/>
                      <a:pt x="13926" y="5898"/>
                    </a:cubicBezTo>
                    <a:cubicBezTo>
                      <a:pt x="14065" y="5898"/>
                      <a:pt x="14200" y="5727"/>
                      <a:pt x="14229" y="5518"/>
                    </a:cubicBezTo>
                    <a:cubicBezTo>
                      <a:pt x="14258" y="5308"/>
                      <a:pt x="14170" y="5140"/>
                      <a:pt x="14033" y="5140"/>
                    </a:cubicBezTo>
                    <a:close/>
                    <a:moveTo>
                      <a:pt x="14635" y="5140"/>
                    </a:moveTo>
                    <a:cubicBezTo>
                      <a:pt x="14498" y="5140"/>
                      <a:pt x="14365" y="5308"/>
                      <a:pt x="14336" y="5518"/>
                    </a:cubicBezTo>
                    <a:cubicBezTo>
                      <a:pt x="14308" y="5727"/>
                      <a:pt x="14396" y="5898"/>
                      <a:pt x="14534" y="5898"/>
                    </a:cubicBezTo>
                    <a:cubicBezTo>
                      <a:pt x="14673" y="5898"/>
                      <a:pt x="14807" y="5727"/>
                      <a:pt x="14834" y="5518"/>
                    </a:cubicBezTo>
                    <a:cubicBezTo>
                      <a:pt x="14862" y="5308"/>
                      <a:pt x="14772" y="5140"/>
                      <a:pt x="14635" y="5140"/>
                    </a:cubicBezTo>
                    <a:close/>
                    <a:moveTo>
                      <a:pt x="15247" y="5140"/>
                    </a:moveTo>
                    <a:cubicBezTo>
                      <a:pt x="15110" y="5140"/>
                      <a:pt x="14978" y="5308"/>
                      <a:pt x="14951" y="5518"/>
                    </a:cubicBezTo>
                    <a:cubicBezTo>
                      <a:pt x="14924" y="5727"/>
                      <a:pt x="15014" y="5898"/>
                      <a:pt x="15152" y="5898"/>
                    </a:cubicBezTo>
                    <a:cubicBezTo>
                      <a:pt x="15291" y="5898"/>
                      <a:pt x="15423" y="5727"/>
                      <a:pt x="15449" y="5518"/>
                    </a:cubicBezTo>
                    <a:cubicBezTo>
                      <a:pt x="15475" y="5308"/>
                      <a:pt x="15384" y="5140"/>
                      <a:pt x="15247" y="5140"/>
                    </a:cubicBezTo>
                    <a:close/>
                    <a:moveTo>
                      <a:pt x="16461" y="5140"/>
                    </a:moveTo>
                    <a:cubicBezTo>
                      <a:pt x="16324" y="5140"/>
                      <a:pt x="16195" y="5308"/>
                      <a:pt x="16171" y="5518"/>
                    </a:cubicBezTo>
                    <a:cubicBezTo>
                      <a:pt x="16148" y="5727"/>
                      <a:pt x="16240" y="5898"/>
                      <a:pt x="16378" y="5898"/>
                    </a:cubicBezTo>
                    <a:cubicBezTo>
                      <a:pt x="16517" y="5898"/>
                      <a:pt x="16647" y="5727"/>
                      <a:pt x="16669" y="5518"/>
                    </a:cubicBezTo>
                    <a:cubicBezTo>
                      <a:pt x="16691" y="5308"/>
                      <a:pt x="16598" y="5140"/>
                      <a:pt x="16461" y="5140"/>
                    </a:cubicBezTo>
                    <a:close/>
                    <a:moveTo>
                      <a:pt x="17064" y="5140"/>
                    </a:moveTo>
                    <a:cubicBezTo>
                      <a:pt x="16927" y="5140"/>
                      <a:pt x="16798" y="5308"/>
                      <a:pt x="16776" y="5518"/>
                    </a:cubicBezTo>
                    <a:cubicBezTo>
                      <a:pt x="16754" y="5727"/>
                      <a:pt x="16848" y="5898"/>
                      <a:pt x="16986" y="5898"/>
                    </a:cubicBezTo>
                    <a:cubicBezTo>
                      <a:pt x="17125" y="5898"/>
                      <a:pt x="17254" y="5727"/>
                      <a:pt x="17274" y="5518"/>
                    </a:cubicBezTo>
                    <a:cubicBezTo>
                      <a:pt x="17295" y="5308"/>
                      <a:pt x="17200" y="5140"/>
                      <a:pt x="17064" y="5140"/>
                    </a:cubicBezTo>
                    <a:close/>
                    <a:moveTo>
                      <a:pt x="17676" y="5140"/>
                    </a:moveTo>
                    <a:cubicBezTo>
                      <a:pt x="17539" y="5140"/>
                      <a:pt x="17412" y="5308"/>
                      <a:pt x="17391" y="5518"/>
                    </a:cubicBezTo>
                    <a:cubicBezTo>
                      <a:pt x="17371" y="5727"/>
                      <a:pt x="17466" y="5898"/>
                      <a:pt x="17605" y="5898"/>
                    </a:cubicBezTo>
                    <a:cubicBezTo>
                      <a:pt x="17743" y="5898"/>
                      <a:pt x="17871" y="5727"/>
                      <a:pt x="17890" y="5518"/>
                    </a:cubicBezTo>
                    <a:cubicBezTo>
                      <a:pt x="17909" y="5308"/>
                      <a:pt x="17813" y="5140"/>
                      <a:pt x="17676" y="5140"/>
                    </a:cubicBezTo>
                    <a:close/>
                    <a:moveTo>
                      <a:pt x="20707" y="5140"/>
                    </a:moveTo>
                    <a:cubicBezTo>
                      <a:pt x="20570" y="5140"/>
                      <a:pt x="20449" y="5308"/>
                      <a:pt x="20437" y="5518"/>
                    </a:cubicBezTo>
                    <a:cubicBezTo>
                      <a:pt x="20425" y="5727"/>
                      <a:pt x="20527" y="5898"/>
                      <a:pt x="20665" y="5898"/>
                    </a:cubicBezTo>
                    <a:cubicBezTo>
                      <a:pt x="20804" y="5898"/>
                      <a:pt x="20924" y="5727"/>
                      <a:pt x="20935" y="5518"/>
                    </a:cubicBezTo>
                    <a:cubicBezTo>
                      <a:pt x="20946" y="5308"/>
                      <a:pt x="20844" y="5140"/>
                      <a:pt x="20707" y="5140"/>
                    </a:cubicBezTo>
                    <a:close/>
                    <a:moveTo>
                      <a:pt x="21320" y="5140"/>
                    </a:moveTo>
                    <a:cubicBezTo>
                      <a:pt x="21183" y="5140"/>
                      <a:pt x="21063" y="5308"/>
                      <a:pt x="21053" y="5518"/>
                    </a:cubicBezTo>
                    <a:cubicBezTo>
                      <a:pt x="21042" y="5727"/>
                      <a:pt x="21146" y="5898"/>
                      <a:pt x="21284" y="5898"/>
                    </a:cubicBezTo>
                    <a:cubicBezTo>
                      <a:pt x="21422" y="5898"/>
                      <a:pt x="21542" y="5727"/>
                      <a:pt x="21551" y="5518"/>
                    </a:cubicBezTo>
                    <a:cubicBezTo>
                      <a:pt x="21560" y="5308"/>
                      <a:pt x="21456" y="5140"/>
                      <a:pt x="21320" y="5140"/>
                    </a:cubicBezTo>
                    <a:close/>
                    <a:moveTo>
                      <a:pt x="1604" y="6077"/>
                    </a:moveTo>
                    <a:cubicBezTo>
                      <a:pt x="1465" y="6077"/>
                      <a:pt x="1301" y="6250"/>
                      <a:pt x="1237" y="6464"/>
                    </a:cubicBezTo>
                    <a:cubicBezTo>
                      <a:pt x="1173" y="6679"/>
                      <a:pt x="1233" y="6854"/>
                      <a:pt x="1373" y="6854"/>
                    </a:cubicBezTo>
                    <a:cubicBezTo>
                      <a:pt x="1513" y="6854"/>
                      <a:pt x="1678" y="6679"/>
                      <a:pt x="1741" y="6464"/>
                    </a:cubicBezTo>
                    <a:cubicBezTo>
                      <a:pt x="1804" y="6250"/>
                      <a:pt x="1742" y="6077"/>
                      <a:pt x="1604" y="6077"/>
                    </a:cubicBezTo>
                    <a:close/>
                    <a:moveTo>
                      <a:pt x="2225" y="6077"/>
                    </a:moveTo>
                    <a:cubicBezTo>
                      <a:pt x="2087" y="6077"/>
                      <a:pt x="1924" y="6250"/>
                      <a:pt x="1861" y="6464"/>
                    </a:cubicBezTo>
                    <a:cubicBezTo>
                      <a:pt x="1799" y="6679"/>
                      <a:pt x="1861" y="6854"/>
                      <a:pt x="2001" y="6854"/>
                    </a:cubicBezTo>
                    <a:cubicBezTo>
                      <a:pt x="2141" y="6854"/>
                      <a:pt x="2304" y="6679"/>
                      <a:pt x="2366" y="6464"/>
                    </a:cubicBezTo>
                    <a:cubicBezTo>
                      <a:pt x="2427" y="6250"/>
                      <a:pt x="2364" y="6077"/>
                      <a:pt x="2225" y="6077"/>
                    </a:cubicBezTo>
                    <a:close/>
                    <a:moveTo>
                      <a:pt x="2836" y="6077"/>
                    </a:moveTo>
                    <a:cubicBezTo>
                      <a:pt x="2698" y="6077"/>
                      <a:pt x="2537" y="6250"/>
                      <a:pt x="2476" y="6464"/>
                    </a:cubicBezTo>
                    <a:cubicBezTo>
                      <a:pt x="2415" y="6679"/>
                      <a:pt x="2478" y="6854"/>
                      <a:pt x="2618" y="6854"/>
                    </a:cubicBezTo>
                    <a:cubicBezTo>
                      <a:pt x="2758" y="6854"/>
                      <a:pt x="2920" y="6679"/>
                      <a:pt x="2980" y="6464"/>
                    </a:cubicBezTo>
                    <a:cubicBezTo>
                      <a:pt x="3039" y="6250"/>
                      <a:pt x="2975" y="6077"/>
                      <a:pt x="2836" y="6077"/>
                    </a:cubicBezTo>
                    <a:close/>
                    <a:moveTo>
                      <a:pt x="3448" y="6077"/>
                    </a:moveTo>
                    <a:cubicBezTo>
                      <a:pt x="3309" y="6077"/>
                      <a:pt x="3149" y="6250"/>
                      <a:pt x="3090" y="6464"/>
                    </a:cubicBezTo>
                    <a:cubicBezTo>
                      <a:pt x="3031" y="6679"/>
                      <a:pt x="3096" y="6854"/>
                      <a:pt x="3236" y="6854"/>
                    </a:cubicBezTo>
                    <a:cubicBezTo>
                      <a:pt x="3375" y="6854"/>
                      <a:pt x="3536" y="6679"/>
                      <a:pt x="3594" y="6464"/>
                    </a:cubicBezTo>
                    <a:cubicBezTo>
                      <a:pt x="3652" y="6250"/>
                      <a:pt x="3586" y="6077"/>
                      <a:pt x="3448" y="6077"/>
                    </a:cubicBezTo>
                    <a:close/>
                    <a:moveTo>
                      <a:pt x="4069" y="6077"/>
                    </a:moveTo>
                    <a:cubicBezTo>
                      <a:pt x="3931" y="6077"/>
                      <a:pt x="3772" y="6250"/>
                      <a:pt x="3715" y="6464"/>
                    </a:cubicBezTo>
                    <a:cubicBezTo>
                      <a:pt x="3657" y="6679"/>
                      <a:pt x="3724" y="6854"/>
                      <a:pt x="3863" y="6854"/>
                    </a:cubicBezTo>
                    <a:cubicBezTo>
                      <a:pt x="4003" y="6854"/>
                      <a:pt x="4162" y="6679"/>
                      <a:pt x="4219" y="6464"/>
                    </a:cubicBezTo>
                    <a:cubicBezTo>
                      <a:pt x="4275" y="6250"/>
                      <a:pt x="4208" y="6077"/>
                      <a:pt x="4069" y="6077"/>
                    </a:cubicBezTo>
                    <a:close/>
                    <a:moveTo>
                      <a:pt x="4681" y="6077"/>
                    </a:moveTo>
                    <a:cubicBezTo>
                      <a:pt x="4542" y="6077"/>
                      <a:pt x="4385" y="6250"/>
                      <a:pt x="4329" y="6464"/>
                    </a:cubicBezTo>
                    <a:cubicBezTo>
                      <a:pt x="4273" y="6679"/>
                      <a:pt x="4341" y="6854"/>
                      <a:pt x="4481" y="6854"/>
                    </a:cubicBezTo>
                    <a:cubicBezTo>
                      <a:pt x="4621" y="6854"/>
                      <a:pt x="4779" y="6679"/>
                      <a:pt x="4833" y="6464"/>
                    </a:cubicBezTo>
                    <a:cubicBezTo>
                      <a:pt x="4888" y="6250"/>
                      <a:pt x="4819" y="6077"/>
                      <a:pt x="4681" y="6077"/>
                    </a:cubicBezTo>
                    <a:close/>
                    <a:moveTo>
                      <a:pt x="5292" y="6077"/>
                    </a:moveTo>
                    <a:cubicBezTo>
                      <a:pt x="5154" y="6077"/>
                      <a:pt x="4998" y="6250"/>
                      <a:pt x="4944" y="6464"/>
                    </a:cubicBezTo>
                    <a:cubicBezTo>
                      <a:pt x="4889" y="6679"/>
                      <a:pt x="4958" y="6854"/>
                      <a:pt x="5098" y="6854"/>
                    </a:cubicBezTo>
                    <a:cubicBezTo>
                      <a:pt x="5238" y="6854"/>
                      <a:pt x="5395" y="6679"/>
                      <a:pt x="5448" y="6464"/>
                    </a:cubicBezTo>
                    <a:cubicBezTo>
                      <a:pt x="5500" y="6250"/>
                      <a:pt x="5431" y="6077"/>
                      <a:pt x="5292" y="6077"/>
                    </a:cubicBezTo>
                    <a:close/>
                    <a:moveTo>
                      <a:pt x="5904" y="6077"/>
                    </a:moveTo>
                    <a:cubicBezTo>
                      <a:pt x="5765" y="6077"/>
                      <a:pt x="5611" y="6250"/>
                      <a:pt x="5558" y="6464"/>
                    </a:cubicBezTo>
                    <a:cubicBezTo>
                      <a:pt x="5505" y="6679"/>
                      <a:pt x="5576" y="6854"/>
                      <a:pt x="5716" y="6854"/>
                    </a:cubicBezTo>
                    <a:cubicBezTo>
                      <a:pt x="5856" y="6854"/>
                      <a:pt x="6011" y="6679"/>
                      <a:pt x="6062" y="6464"/>
                    </a:cubicBezTo>
                    <a:cubicBezTo>
                      <a:pt x="6113" y="6250"/>
                      <a:pt x="6042" y="6077"/>
                      <a:pt x="5904" y="6077"/>
                    </a:cubicBezTo>
                    <a:close/>
                    <a:moveTo>
                      <a:pt x="6525" y="6077"/>
                    </a:moveTo>
                    <a:cubicBezTo>
                      <a:pt x="6387" y="6077"/>
                      <a:pt x="6234" y="6250"/>
                      <a:pt x="6183" y="6464"/>
                    </a:cubicBezTo>
                    <a:cubicBezTo>
                      <a:pt x="6132" y="6679"/>
                      <a:pt x="6204" y="6854"/>
                      <a:pt x="6344" y="6854"/>
                    </a:cubicBezTo>
                    <a:cubicBezTo>
                      <a:pt x="6483" y="6854"/>
                      <a:pt x="6637" y="6679"/>
                      <a:pt x="6687" y="6464"/>
                    </a:cubicBezTo>
                    <a:cubicBezTo>
                      <a:pt x="6736" y="6250"/>
                      <a:pt x="6664" y="6077"/>
                      <a:pt x="6525" y="6077"/>
                    </a:cubicBezTo>
                    <a:close/>
                    <a:moveTo>
                      <a:pt x="7137" y="6077"/>
                    </a:moveTo>
                    <a:cubicBezTo>
                      <a:pt x="6998" y="6077"/>
                      <a:pt x="6847" y="6250"/>
                      <a:pt x="6798" y="6464"/>
                    </a:cubicBezTo>
                    <a:cubicBezTo>
                      <a:pt x="6748" y="6679"/>
                      <a:pt x="6821" y="6854"/>
                      <a:pt x="6961" y="6854"/>
                    </a:cubicBezTo>
                    <a:cubicBezTo>
                      <a:pt x="7101" y="6854"/>
                      <a:pt x="7253" y="6679"/>
                      <a:pt x="7301" y="6464"/>
                    </a:cubicBezTo>
                    <a:cubicBezTo>
                      <a:pt x="7349" y="6250"/>
                      <a:pt x="7275" y="6077"/>
                      <a:pt x="7137" y="6077"/>
                    </a:cubicBezTo>
                    <a:close/>
                    <a:moveTo>
                      <a:pt x="7749" y="6077"/>
                    </a:moveTo>
                    <a:cubicBezTo>
                      <a:pt x="7610" y="6077"/>
                      <a:pt x="7460" y="6250"/>
                      <a:pt x="7412" y="6464"/>
                    </a:cubicBezTo>
                    <a:cubicBezTo>
                      <a:pt x="7365" y="6679"/>
                      <a:pt x="7439" y="6854"/>
                      <a:pt x="7579" y="6854"/>
                    </a:cubicBezTo>
                    <a:cubicBezTo>
                      <a:pt x="7719" y="6854"/>
                      <a:pt x="7870" y="6679"/>
                      <a:pt x="7916" y="6464"/>
                    </a:cubicBezTo>
                    <a:cubicBezTo>
                      <a:pt x="7962" y="6250"/>
                      <a:pt x="7887" y="6077"/>
                      <a:pt x="7749" y="6077"/>
                    </a:cubicBezTo>
                    <a:close/>
                    <a:moveTo>
                      <a:pt x="8370" y="6077"/>
                    </a:moveTo>
                    <a:cubicBezTo>
                      <a:pt x="8232" y="6077"/>
                      <a:pt x="8083" y="6250"/>
                      <a:pt x="8037" y="6464"/>
                    </a:cubicBezTo>
                    <a:cubicBezTo>
                      <a:pt x="7991" y="6679"/>
                      <a:pt x="8067" y="6854"/>
                      <a:pt x="8207" y="6854"/>
                    </a:cubicBezTo>
                    <a:cubicBezTo>
                      <a:pt x="8346" y="6854"/>
                      <a:pt x="8496" y="6679"/>
                      <a:pt x="8541" y="6464"/>
                    </a:cubicBezTo>
                    <a:cubicBezTo>
                      <a:pt x="8585" y="6250"/>
                      <a:pt x="8509" y="6077"/>
                      <a:pt x="8370" y="6077"/>
                    </a:cubicBezTo>
                    <a:close/>
                    <a:moveTo>
                      <a:pt x="8982" y="6077"/>
                    </a:moveTo>
                    <a:cubicBezTo>
                      <a:pt x="8844" y="6077"/>
                      <a:pt x="8696" y="6250"/>
                      <a:pt x="8652" y="6464"/>
                    </a:cubicBezTo>
                    <a:cubicBezTo>
                      <a:pt x="8607" y="6679"/>
                      <a:pt x="8685" y="6854"/>
                      <a:pt x="8824" y="6854"/>
                    </a:cubicBezTo>
                    <a:cubicBezTo>
                      <a:pt x="8964" y="6854"/>
                      <a:pt x="9113" y="6679"/>
                      <a:pt x="9156" y="6464"/>
                    </a:cubicBezTo>
                    <a:cubicBezTo>
                      <a:pt x="9198" y="6250"/>
                      <a:pt x="9120" y="6077"/>
                      <a:pt x="8982" y="6077"/>
                    </a:cubicBezTo>
                    <a:close/>
                    <a:moveTo>
                      <a:pt x="9594" y="6077"/>
                    </a:moveTo>
                    <a:cubicBezTo>
                      <a:pt x="9455" y="6077"/>
                      <a:pt x="9309" y="6250"/>
                      <a:pt x="9266" y="6464"/>
                    </a:cubicBezTo>
                    <a:cubicBezTo>
                      <a:pt x="9224" y="6679"/>
                      <a:pt x="9302" y="6854"/>
                      <a:pt x="9442" y="6854"/>
                    </a:cubicBezTo>
                    <a:cubicBezTo>
                      <a:pt x="9582" y="6854"/>
                      <a:pt x="9729" y="6679"/>
                      <a:pt x="9770" y="6464"/>
                    </a:cubicBezTo>
                    <a:cubicBezTo>
                      <a:pt x="9811" y="6250"/>
                      <a:pt x="9732" y="6077"/>
                      <a:pt x="9594" y="6077"/>
                    </a:cubicBezTo>
                    <a:close/>
                    <a:moveTo>
                      <a:pt x="10216" y="6077"/>
                    </a:moveTo>
                    <a:cubicBezTo>
                      <a:pt x="10077" y="6077"/>
                      <a:pt x="9932" y="6250"/>
                      <a:pt x="9891" y="6464"/>
                    </a:cubicBezTo>
                    <a:cubicBezTo>
                      <a:pt x="9850" y="6679"/>
                      <a:pt x="9930" y="6854"/>
                      <a:pt x="10070" y="6854"/>
                    </a:cubicBezTo>
                    <a:cubicBezTo>
                      <a:pt x="10210" y="6854"/>
                      <a:pt x="10356" y="6679"/>
                      <a:pt x="10395" y="6464"/>
                    </a:cubicBezTo>
                    <a:cubicBezTo>
                      <a:pt x="10435" y="6250"/>
                      <a:pt x="10354" y="6077"/>
                      <a:pt x="10216" y="6077"/>
                    </a:cubicBezTo>
                    <a:close/>
                    <a:moveTo>
                      <a:pt x="10827" y="6077"/>
                    </a:moveTo>
                    <a:cubicBezTo>
                      <a:pt x="10688" y="6077"/>
                      <a:pt x="10545" y="6250"/>
                      <a:pt x="10506" y="6464"/>
                    </a:cubicBezTo>
                    <a:cubicBezTo>
                      <a:pt x="10466" y="6679"/>
                      <a:pt x="10548" y="6854"/>
                      <a:pt x="10688" y="6854"/>
                    </a:cubicBezTo>
                    <a:cubicBezTo>
                      <a:pt x="10827" y="6854"/>
                      <a:pt x="10972" y="6679"/>
                      <a:pt x="11010" y="6464"/>
                    </a:cubicBezTo>
                    <a:cubicBezTo>
                      <a:pt x="11047" y="6250"/>
                      <a:pt x="10965" y="6077"/>
                      <a:pt x="10827" y="6077"/>
                    </a:cubicBezTo>
                    <a:close/>
                    <a:moveTo>
                      <a:pt x="13284" y="6077"/>
                    </a:moveTo>
                    <a:cubicBezTo>
                      <a:pt x="13146" y="6077"/>
                      <a:pt x="13008" y="6250"/>
                      <a:pt x="12975" y="6464"/>
                    </a:cubicBezTo>
                    <a:cubicBezTo>
                      <a:pt x="12943" y="6679"/>
                      <a:pt x="13029" y="6854"/>
                      <a:pt x="13169" y="6854"/>
                    </a:cubicBezTo>
                    <a:cubicBezTo>
                      <a:pt x="13309" y="6854"/>
                      <a:pt x="13448" y="6679"/>
                      <a:pt x="13480" y="6464"/>
                    </a:cubicBezTo>
                    <a:cubicBezTo>
                      <a:pt x="13511" y="6250"/>
                      <a:pt x="13423" y="6077"/>
                      <a:pt x="13284" y="6077"/>
                    </a:cubicBezTo>
                    <a:close/>
                    <a:moveTo>
                      <a:pt x="13896" y="6077"/>
                    </a:moveTo>
                    <a:cubicBezTo>
                      <a:pt x="13758" y="6077"/>
                      <a:pt x="13621" y="6250"/>
                      <a:pt x="13590" y="6464"/>
                    </a:cubicBezTo>
                    <a:cubicBezTo>
                      <a:pt x="13559" y="6679"/>
                      <a:pt x="13648" y="6854"/>
                      <a:pt x="13787" y="6854"/>
                    </a:cubicBezTo>
                    <a:cubicBezTo>
                      <a:pt x="13927" y="6854"/>
                      <a:pt x="14064" y="6679"/>
                      <a:pt x="14094" y="6464"/>
                    </a:cubicBezTo>
                    <a:cubicBezTo>
                      <a:pt x="14123" y="6250"/>
                      <a:pt x="14035" y="6077"/>
                      <a:pt x="13896" y="6077"/>
                    </a:cubicBezTo>
                    <a:close/>
                    <a:moveTo>
                      <a:pt x="16977" y="6077"/>
                    </a:moveTo>
                    <a:cubicBezTo>
                      <a:pt x="16838" y="6077"/>
                      <a:pt x="16708" y="6250"/>
                      <a:pt x="16685" y="6464"/>
                    </a:cubicBezTo>
                    <a:cubicBezTo>
                      <a:pt x="16663" y="6679"/>
                      <a:pt x="16758" y="6854"/>
                      <a:pt x="16898" y="6854"/>
                    </a:cubicBezTo>
                    <a:cubicBezTo>
                      <a:pt x="17038" y="6854"/>
                      <a:pt x="17169" y="6679"/>
                      <a:pt x="17190" y="6464"/>
                    </a:cubicBezTo>
                    <a:cubicBezTo>
                      <a:pt x="17211" y="6250"/>
                      <a:pt x="17115" y="6077"/>
                      <a:pt x="16977" y="6077"/>
                    </a:cubicBezTo>
                    <a:close/>
                    <a:moveTo>
                      <a:pt x="1949" y="7014"/>
                    </a:moveTo>
                    <a:cubicBezTo>
                      <a:pt x="1809" y="7014"/>
                      <a:pt x="1644" y="7191"/>
                      <a:pt x="1580" y="7410"/>
                    </a:cubicBezTo>
                    <a:cubicBezTo>
                      <a:pt x="1516" y="7630"/>
                      <a:pt x="1578" y="7810"/>
                      <a:pt x="1719" y="7810"/>
                    </a:cubicBezTo>
                    <a:cubicBezTo>
                      <a:pt x="1861" y="7810"/>
                      <a:pt x="2027" y="7630"/>
                      <a:pt x="2090" y="7410"/>
                    </a:cubicBezTo>
                    <a:cubicBezTo>
                      <a:pt x="2153" y="7191"/>
                      <a:pt x="2089" y="7014"/>
                      <a:pt x="1949" y="7014"/>
                    </a:cubicBezTo>
                    <a:close/>
                    <a:moveTo>
                      <a:pt x="2570" y="7014"/>
                    </a:moveTo>
                    <a:cubicBezTo>
                      <a:pt x="2430" y="7014"/>
                      <a:pt x="2266" y="7191"/>
                      <a:pt x="2204" y="7410"/>
                    </a:cubicBezTo>
                    <a:cubicBezTo>
                      <a:pt x="2142" y="7630"/>
                      <a:pt x="2205" y="7810"/>
                      <a:pt x="2347" y="7810"/>
                    </a:cubicBezTo>
                    <a:cubicBezTo>
                      <a:pt x="2489" y="7810"/>
                      <a:pt x="2653" y="7630"/>
                      <a:pt x="2714" y="7410"/>
                    </a:cubicBezTo>
                    <a:cubicBezTo>
                      <a:pt x="2775" y="7191"/>
                      <a:pt x="2710" y="7014"/>
                      <a:pt x="2570" y="7014"/>
                    </a:cubicBezTo>
                    <a:close/>
                    <a:moveTo>
                      <a:pt x="5056" y="7014"/>
                    </a:moveTo>
                    <a:cubicBezTo>
                      <a:pt x="4916" y="7014"/>
                      <a:pt x="4757" y="7191"/>
                      <a:pt x="4702" y="7410"/>
                    </a:cubicBezTo>
                    <a:cubicBezTo>
                      <a:pt x="4647" y="7630"/>
                      <a:pt x="4716" y="7810"/>
                      <a:pt x="4857" y="7810"/>
                    </a:cubicBezTo>
                    <a:cubicBezTo>
                      <a:pt x="4999" y="7810"/>
                      <a:pt x="5158" y="7630"/>
                      <a:pt x="5212" y="7410"/>
                    </a:cubicBezTo>
                    <a:cubicBezTo>
                      <a:pt x="5266" y="7191"/>
                      <a:pt x="5196" y="7014"/>
                      <a:pt x="5056" y="7014"/>
                    </a:cubicBezTo>
                    <a:close/>
                    <a:moveTo>
                      <a:pt x="5678" y="7014"/>
                    </a:moveTo>
                    <a:cubicBezTo>
                      <a:pt x="5537" y="7014"/>
                      <a:pt x="5380" y="7191"/>
                      <a:pt x="5327" y="7410"/>
                    </a:cubicBezTo>
                    <a:cubicBezTo>
                      <a:pt x="5273" y="7630"/>
                      <a:pt x="5343" y="7810"/>
                      <a:pt x="5485" y="7810"/>
                    </a:cubicBezTo>
                    <a:cubicBezTo>
                      <a:pt x="5627" y="7810"/>
                      <a:pt x="5784" y="7630"/>
                      <a:pt x="5837" y="7410"/>
                    </a:cubicBezTo>
                    <a:cubicBezTo>
                      <a:pt x="5889" y="7191"/>
                      <a:pt x="5818" y="7014"/>
                      <a:pt x="5678" y="7014"/>
                    </a:cubicBezTo>
                    <a:close/>
                    <a:moveTo>
                      <a:pt x="6299" y="7014"/>
                    </a:moveTo>
                    <a:cubicBezTo>
                      <a:pt x="6159" y="7014"/>
                      <a:pt x="6003" y="7191"/>
                      <a:pt x="5951" y="7410"/>
                    </a:cubicBezTo>
                    <a:cubicBezTo>
                      <a:pt x="5899" y="7630"/>
                      <a:pt x="5971" y="7810"/>
                      <a:pt x="6113" y="7810"/>
                    </a:cubicBezTo>
                    <a:cubicBezTo>
                      <a:pt x="6254" y="7810"/>
                      <a:pt x="6411" y="7630"/>
                      <a:pt x="6462" y="7410"/>
                    </a:cubicBezTo>
                    <a:cubicBezTo>
                      <a:pt x="6512" y="7191"/>
                      <a:pt x="6439" y="7014"/>
                      <a:pt x="6299" y="7014"/>
                    </a:cubicBezTo>
                    <a:close/>
                    <a:moveTo>
                      <a:pt x="6921" y="7014"/>
                    </a:moveTo>
                    <a:cubicBezTo>
                      <a:pt x="6780" y="7014"/>
                      <a:pt x="6626" y="7191"/>
                      <a:pt x="6576" y="7410"/>
                    </a:cubicBezTo>
                    <a:cubicBezTo>
                      <a:pt x="6526" y="7630"/>
                      <a:pt x="6599" y="7810"/>
                      <a:pt x="6740" y="7810"/>
                    </a:cubicBezTo>
                    <a:cubicBezTo>
                      <a:pt x="6882" y="7810"/>
                      <a:pt x="7037" y="7630"/>
                      <a:pt x="7086" y="7410"/>
                    </a:cubicBezTo>
                    <a:cubicBezTo>
                      <a:pt x="7135" y="7191"/>
                      <a:pt x="7061" y="7014"/>
                      <a:pt x="6921" y="7014"/>
                    </a:cubicBezTo>
                    <a:close/>
                    <a:moveTo>
                      <a:pt x="7542" y="7014"/>
                    </a:moveTo>
                    <a:cubicBezTo>
                      <a:pt x="7402" y="7014"/>
                      <a:pt x="7249" y="7191"/>
                      <a:pt x="7201" y="7410"/>
                    </a:cubicBezTo>
                    <a:cubicBezTo>
                      <a:pt x="7152" y="7630"/>
                      <a:pt x="7227" y="7810"/>
                      <a:pt x="7368" y="7810"/>
                    </a:cubicBezTo>
                    <a:cubicBezTo>
                      <a:pt x="7510" y="7810"/>
                      <a:pt x="7663" y="7630"/>
                      <a:pt x="7711" y="7410"/>
                    </a:cubicBezTo>
                    <a:cubicBezTo>
                      <a:pt x="7758" y="7191"/>
                      <a:pt x="7683" y="7014"/>
                      <a:pt x="7542" y="7014"/>
                    </a:cubicBezTo>
                    <a:close/>
                    <a:moveTo>
                      <a:pt x="8164" y="7014"/>
                    </a:moveTo>
                    <a:cubicBezTo>
                      <a:pt x="8024" y="7014"/>
                      <a:pt x="7872" y="7191"/>
                      <a:pt x="7825" y="7410"/>
                    </a:cubicBezTo>
                    <a:cubicBezTo>
                      <a:pt x="7778" y="7630"/>
                      <a:pt x="7855" y="7810"/>
                      <a:pt x="7996" y="7810"/>
                    </a:cubicBezTo>
                    <a:cubicBezTo>
                      <a:pt x="8138" y="7810"/>
                      <a:pt x="8290" y="7630"/>
                      <a:pt x="8336" y="7410"/>
                    </a:cubicBezTo>
                    <a:cubicBezTo>
                      <a:pt x="8381" y="7191"/>
                      <a:pt x="8304" y="7014"/>
                      <a:pt x="8164" y="7014"/>
                    </a:cubicBezTo>
                    <a:close/>
                    <a:moveTo>
                      <a:pt x="8786" y="7014"/>
                    </a:moveTo>
                    <a:cubicBezTo>
                      <a:pt x="8645" y="7014"/>
                      <a:pt x="8495" y="7191"/>
                      <a:pt x="8450" y="7410"/>
                    </a:cubicBezTo>
                    <a:cubicBezTo>
                      <a:pt x="8405" y="7630"/>
                      <a:pt x="8483" y="7810"/>
                      <a:pt x="8624" y="7810"/>
                    </a:cubicBezTo>
                    <a:cubicBezTo>
                      <a:pt x="8766" y="7810"/>
                      <a:pt x="8916" y="7630"/>
                      <a:pt x="8960" y="7410"/>
                    </a:cubicBezTo>
                    <a:cubicBezTo>
                      <a:pt x="9004" y="7191"/>
                      <a:pt x="8926" y="7014"/>
                      <a:pt x="8786" y="7014"/>
                    </a:cubicBezTo>
                    <a:close/>
                    <a:moveTo>
                      <a:pt x="9407" y="7014"/>
                    </a:moveTo>
                    <a:cubicBezTo>
                      <a:pt x="9267" y="7014"/>
                      <a:pt x="9118" y="7191"/>
                      <a:pt x="9075" y="7410"/>
                    </a:cubicBezTo>
                    <a:cubicBezTo>
                      <a:pt x="9031" y="7630"/>
                      <a:pt x="9110" y="7810"/>
                      <a:pt x="9252" y="7810"/>
                    </a:cubicBezTo>
                    <a:cubicBezTo>
                      <a:pt x="9394" y="7810"/>
                      <a:pt x="9543" y="7630"/>
                      <a:pt x="9585" y="7410"/>
                    </a:cubicBezTo>
                    <a:cubicBezTo>
                      <a:pt x="9627" y="7191"/>
                      <a:pt x="9547" y="7014"/>
                      <a:pt x="9407" y="7014"/>
                    </a:cubicBezTo>
                    <a:close/>
                    <a:moveTo>
                      <a:pt x="10029" y="7014"/>
                    </a:moveTo>
                    <a:cubicBezTo>
                      <a:pt x="9889" y="7014"/>
                      <a:pt x="9741" y="7191"/>
                      <a:pt x="9700" y="7410"/>
                    </a:cubicBezTo>
                    <a:cubicBezTo>
                      <a:pt x="9658" y="7630"/>
                      <a:pt x="9738" y="7810"/>
                      <a:pt x="9880" y="7810"/>
                    </a:cubicBezTo>
                    <a:cubicBezTo>
                      <a:pt x="10021" y="7810"/>
                      <a:pt x="10169" y="7630"/>
                      <a:pt x="10210" y="7410"/>
                    </a:cubicBezTo>
                    <a:cubicBezTo>
                      <a:pt x="10250" y="7191"/>
                      <a:pt x="10169" y="7014"/>
                      <a:pt x="10029" y="7014"/>
                    </a:cubicBezTo>
                    <a:close/>
                    <a:moveTo>
                      <a:pt x="10650" y="7014"/>
                    </a:moveTo>
                    <a:cubicBezTo>
                      <a:pt x="10510" y="7014"/>
                      <a:pt x="10364" y="7191"/>
                      <a:pt x="10324" y="7410"/>
                    </a:cubicBezTo>
                    <a:cubicBezTo>
                      <a:pt x="10284" y="7630"/>
                      <a:pt x="10366" y="7810"/>
                      <a:pt x="10508" y="7810"/>
                    </a:cubicBezTo>
                    <a:cubicBezTo>
                      <a:pt x="10649" y="7810"/>
                      <a:pt x="10796" y="7630"/>
                      <a:pt x="10835" y="7410"/>
                    </a:cubicBezTo>
                    <a:cubicBezTo>
                      <a:pt x="10873" y="7191"/>
                      <a:pt x="10791" y="7014"/>
                      <a:pt x="10650" y="7014"/>
                    </a:cubicBezTo>
                    <a:close/>
                    <a:moveTo>
                      <a:pt x="13148" y="7014"/>
                    </a:moveTo>
                    <a:cubicBezTo>
                      <a:pt x="13008" y="7014"/>
                      <a:pt x="12867" y="7191"/>
                      <a:pt x="12834" y="7410"/>
                    </a:cubicBezTo>
                    <a:cubicBezTo>
                      <a:pt x="12801" y="7630"/>
                      <a:pt x="12888" y="7810"/>
                      <a:pt x="13030" y="7810"/>
                    </a:cubicBezTo>
                    <a:cubicBezTo>
                      <a:pt x="13172" y="7810"/>
                      <a:pt x="13313" y="7630"/>
                      <a:pt x="13345" y="7410"/>
                    </a:cubicBezTo>
                    <a:cubicBezTo>
                      <a:pt x="13376" y="7191"/>
                      <a:pt x="13288" y="7014"/>
                      <a:pt x="13148" y="7014"/>
                    </a:cubicBezTo>
                    <a:close/>
                    <a:moveTo>
                      <a:pt x="13770" y="7014"/>
                    </a:moveTo>
                    <a:cubicBezTo>
                      <a:pt x="13630" y="7014"/>
                      <a:pt x="13491" y="7191"/>
                      <a:pt x="13459" y="7410"/>
                    </a:cubicBezTo>
                    <a:cubicBezTo>
                      <a:pt x="13427" y="7630"/>
                      <a:pt x="13517" y="7810"/>
                      <a:pt x="13658" y="7810"/>
                    </a:cubicBezTo>
                    <a:cubicBezTo>
                      <a:pt x="13800" y="7810"/>
                      <a:pt x="13939" y="7630"/>
                      <a:pt x="13969" y="7410"/>
                    </a:cubicBezTo>
                    <a:cubicBezTo>
                      <a:pt x="13999" y="7191"/>
                      <a:pt x="13910" y="7014"/>
                      <a:pt x="13770" y="7014"/>
                    </a:cubicBezTo>
                    <a:close/>
                    <a:moveTo>
                      <a:pt x="14392" y="7014"/>
                    </a:moveTo>
                    <a:cubicBezTo>
                      <a:pt x="14252" y="7014"/>
                      <a:pt x="14114" y="7191"/>
                      <a:pt x="14084" y="7410"/>
                    </a:cubicBezTo>
                    <a:cubicBezTo>
                      <a:pt x="14054" y="7630"/>
                      <a:pt x="14145" y="7810"/>
                      <a:pt x="14286" y="7810"/>
                    </a:cubicBezTo>
                    <a:cubicBezTo>
                      <a:pt x="14428" y="7810"/>
                      <a:pt x="14566" y="7630"/>
                      <a:pt x="14594" y="7410"/>
                    </a:cubicBezTo>
                    <a:cubicBezTo>
                      <a:pt x="14623" y="7191"/>
                      <a:pt x="14532" y="7014"/>
                      <a:pt x="14392" y="7014"/>
                    </a:cubicBezTo>
                    <a:close/>
                    <a:moveTo>
                      <a:pt x="15014" y="7014"/>
                    </a:moveTo>
                    <a:cubicBezTo>
                      <a:pt x="14874" y="7014"/>
                      <a:pt x="14737" y="7191"/>
                      <a:pt x="14709" y="7410"/>
                    </a:cubicBezTo>
                    <a:cubicBezTo>
                      <a:pt x="14681" y="7630"/>
                      <a:pt x="14773" y="7810"/>
                      <a:pt x="14914" y="7810"/>
                    </a:cubicBezTo>
                    <a:cubicBezTo>
                      <a:pt x="15056" y="7810"/>
                      <a:pt x="15193" y="7630"/>
                      <a:pt x="15219" y="7410"/>
                    </a:cubicBezTo>
                    <a:cubicBezTo>
                      <a:pt x="15246" y="7191"/>
                      <a:pt x="15154" y="7014"/>
                      <a:pt x="15014" y="7014"/>
                    </a:cubicBezTo>
                    <a:close/>
                    <a:moveTo>
                      <a:pt x="411" y="8002"/>
                    </a:moveTo>
                    <a:cubicBezTo>
                      <a:pt x="269" y="8002"/>
                      <a:pt x="98" y="8182"/>
                      <a:pt x="29" y="8407"/>
                    </a:cubicBezTo>
                    <a:cubicBezTo>
                      <a:pt x="-40" y="8632"/>
                      <a:pt x="20" y="8817"/>
                      <a:pt x="163" y="8817"/>
                    </a:cubicBezTo>
                    <a:cubicBezTo>
                      <a:pt x="306" y="8817"/>
                      <a:pt x="478" y="8632"/>
                      <a:pt x="546" y="8407"/>
                    </a:cubicBezTo>
                    <a:cubicBezTo>
                      <a:pt x="613" y="8182"/>
                      <a:pt x="553" y="8002"/>
                      <a:pt x="411" y="8002"/>
                    </a:cubicBezTo>
                    <a:close/>
                    <a:moveTo>
                      <a:pt x="1032" y="8002"/>
                    </a:moveTo>
                    <a:cubicBezTo>
                      <a:pt x="890" y="8002"/>
                      <a:pt x="721" y="8182"/>
                      <a:pt x="653" y="8407"/>
                    </a:cubicBezTo>
                    <a:cubicBezTo>
                      <a:pt x="586" y="8632"/>
                      <a:pt x="647" y="8817"/>
                      <a:pt x="791" y="8817"/>
                    </a:cubicBezTo>
                    <a:cubicBezTo>
                      <a:pt x="934" y="8817"/>
                      <a:pt x="1104" y="8632"/>
                      <a:pt x="1170" y="8407"/>
                    </a:cubicBezTo>
                    <a:cubicBezTo>
                      <a:pt x="1236" y="8182"/>
                      <a:pt x="1174" y="8002"/>
                      <a:pt x="1032" y="8002"/>
                    </a:cubicBezTo>
                    <a:close/>
                    <a:moveTo>
                      <a:pt x="6073" y="8002"/>
                    </a:moveTo>
                    <a:cubicBezTo>
                      <a:pt x="5931" y="8002"/>
                      <a:pt x="5773" y="8182"/>
                      <a:pt x="5720" y="8407"/>
                    </a:cubicBezTo>
                    <a:cubicBezTo>
                      <a:pt x="5666" y="8632"/>
                      <a:pt x="5739" y="8817"/>
                      <a:pt x="5882" y="8817"/>
                    </a:cubicBezTo>
                    <a:cubicBezTo>
                      <a:pt x="6026" y="8817"/>
                      <a:pt x="6184" y="8632"/>
                      <a:pt x="6236" y="8407"/>
                    </a:cubicBezTo>
                    <a:cubicBezTo>
                      <a:pt x="6288" y="8182"/>
                      <a:pt x="6215" y="8002"/>
                      <a:pt x="6073" y="8002"/>
                    </a:cubicBezTo>
                    <a:close/>
                    <a:moveTo>
                      <a:pt x="6704" y="8002"/>
                    </a:moveTo>
                    <a:cubicBezTo>
                      <a:pt x="6563" y="8002"/>
                      <a:pt x="6406" y="8182"/>
                      <a:pt x="6354" y="8407"/>
                    </a:cubicBezTo>
                    <a:cubicBezTo>
                      <a:pt x="6303" y="8632"/>
                      <a:pt x="6377" y="8817"/>
                      <a:pt x="6520" y="8817"/>
                    </a:cubicBezTo>
                    <a:cubicBezTo>
                      <a:pt x="6663" y="8817"/>
                      <a:pt x="6821" y="8632"/>
                      <a:pt x="6871" y="8407"/>
                    </a:cubicBezTo>
                    <a:cubicBezTo>
                      <a:pt x="6921" y="8182"/>
                      <a:pt x="6846" y="8002"/>
                      <a:pt x="6704" y="8002"/>
                    </a:cubicBezTo>
                    <a:close/>
                    <a:moveTo>
                      <a:pt x="7336" y="8002"/>
                    </a:moveTo>
                    <a:cubicBezTo>
                      <a:pt x="7194" y="8002"/>
                      <a:pt x="7039" y="8182"/>
                      <a:pt x="6989" y="8407"/>
                    </a:cubicBezTo>
                    <a:cubicBezTo>
                      <a:pt x="6939" y="8632"/>
                      <a:pt x="7015" y="8817"/>
                      <a:pt x="7158" y="8817"/>
                    </a:cubicBezTo>
                    <a:cubicBezTo>
                      <a:pt x="7302" y="8817"/>
                      <a:pt x="7457" y="8632"/>
                      <a:pt x="7506" y="8407"/>
                    </a:cubicBezTo>
                    <a:cubicBezTo>
                      <a:pt x="7554" y="8182"/>
                      <a:pt x="7478" y="8002"/>
                      <a:pt x="7336" y="8002"/>
                    </a:cubicBezTo>
                    <a:close/>
                    <a:moveTo>
                      <a:pt x="7957" y="8002"/>
                    </a:moveTo>
                    <a:cubicBezTo>
                      <a:pt x="7816" y="8002"/>
                      <a:pt x="7662" y="8182"/>
                      <a:pt x="7614" y="8407"/>
                    </a:cubicBezTo>
                    <a:cubicBezTo>
                      <a:pt x="7566" y="8632"/>
                      <a:pt x="7643" y="8817"/>
                      <a:pt x="7786" y="8817"/>
                    </a:cubicBezTo>
                    <a:cubicBezTo>
                      <a:pt x="7929" y="8817"/>
                      <a:pt x="8083" y="8632"/>
                      <a:pt x="8130" y="8407"/>
                    </a:cubicBezTo>
                    <a:cubicBezTo>
                      <a:pt x="8177" y="8182"/>
                      <a:pt x="8099" y="8002"/>
                      <a:pt x="7957" y="8002"/>
                    </a:cubicBezTo>
                    <a:close/>
                    <a:moveTo>
                      <a:pt x="8589" y="8002"/>
                    </a:moveTo>
                    <a:cubicBezTo>
                      <a:pt x="8447" y="8002"/>
                      <a:pt x="8295" y="8182"/>
                      <a:pt x="8249" y="8407"/>
                    </a:cubicBezTo>
                    <a:cubicBezTo>
                      <a:pt x="8202" y="8632"/>
                      <a:pt x="8281" y="8817"/>
                      <a:pt x="8424" y="8817"/>
                    </a:cubicBezTo>
                    <a:cubicBezTo>
                      <a:pt x="8567" y="8817"/>
                      <a:pt x="8720" y="8632"/>
                      <a:pt x="8765" y="8407"/>
                    </a:cubicBezTo>
                    <a:cubicBezTo>
                      <a:pt x="8810" y="8182"/>
                      <a:pt x="8731" y="8002"/>
                      <a:pt x="8589" y="8002"/>
                    </a:cubicBezTo>
                    <a:close/>
                    <a:moveTo>
                      <a:pt x="9221" y="8002"/>
                    </a:moveTo>
                    <a:cubicBezTo>
                      <a:pt x="9079" y="8002"/>
                      <a:pt x="8928" y="8182"/>
                      <a:pt x="8883" y="8407"/>
                    </a:cubicBezTo>
                    <a:cubicBezTo>
                      <a:pt x="8839" y="8632"/>
                      <a:pt x="8919" y="8817"/>
                      <a:pt x="9062" y="8817"/>
                    </a:cubicBezTo>
                    <a:cubicBezTo>
                      <a:pt x="9205" y="8817"/>
                      <a:pt x="9357" y="8632"/>
                      <a:pt x="9400" y="8407"/>
                    </a:cubicBezTo>
                    <a:cubicBezTo>
                      <a:pt x="9443" y="8182"/>
                      <a:pt x="9363" y="8002"/>
                      <a:pt x="9221" y="8002"/>
                    </a:cubicBezTo>
                    <a:close/>
                    <a:moveTo>
                      <a:pt x="9853" y="8002"/>
                    </a:moveTo>
                    <a:cubicBezTo>
                      <a:pt x="9711" y="8002"/>
                      <a:pt x="9561" y="8182"/>
                      <a:pt x="9518" y="8407"/>
                    </a:cubicBezTo>
                    <a:cubicBezTo>
                      <a:pt x="9475" y="8632"/>
                      <a:pt x="9557" y="8817"/>
                      <a:pt x="9700" y="8817"/>
                    </a:cubicBezTo>
                    <a:cubicBezTo>
                      <a:pt x="9843" y="8817"/>
                      <a:pt x="9994" y="8632"/>
                      <a:pt x="10035" y="8407"/>
                    </a:cubicBezTo>
                    <a:cubicBezTo>
                      <a:pt x="10077" y="8182"/>
                      <a:pt x="9995" y="8002"/>
                      <a:pt x="9853" y="8002"/>
                    </a:cubicBezTo>
                    <a:close/>
                    <a:moveTo>
                      <a:pt x="10484" y="8002"/>
                    </a:moveTo>
                    <a:cubicBezTo>
                      <a:pt x="10342" y="8002"/>
                      <a:pt x="10194" y="8182"/>
                      <a:pt x="10153" y="8407"/>
                    </a:cubicBezTo>
                    <a:cubicBezTo>
                      <a:pt x="10112" y="8632"/>
                      <a:pt x="10194" y="8817"/>
                      <a:pt x="10338" y="8817"/>
                    </a:cubicBezTo>
                    <a:cubicBezTo>
                      <a:pt x="10481" y="8817"/>
                      <a:pt x="10630" y="8632"/>
                      <a:pt x="10670" y="8407"/>
                    </a:cubicBezTo>
                    <a:cubicBezTo>
                      <a:pt x="10709" y="8182"/>
                      <a:pt x="10626" y="8002"/>
                      <a:pt x="10484" y="8002"/>
                    </a:cubicBezTo>
                    <a:close/>
                    <a:moveTo>
                      <a:pt x="11106" y="8002"/>
                    </a:moveTo>
                    <a:cubicBezTo>
                      <a:pt x="10964" y="8002"/>
                      <a:pt x="10817" y="8182"/>
                      <a:pt x="10778" y="8407"/>
                    </a:cubicBezTo>
                    <a:cubicBezTo>
                      <a:pt x="10739" y="8632"/>
                      <a:pt x="10823" y="8817"/>
                      <a:pt x="10966" y="8817"/>
                    </a:cubicBezTo>
                    <a:cubicBezTo>
                      <a:pt x="11109" y="8817"/>
                      <a:pt x="11257" y="8632"/>
                      <a:pt x="11295" y="8407"/>
                    </a:cubicBezTo>
                    <a:cubicBezTo>
                      <a:pt x="11333" y="8182"/>
                      <a:pt x="11248" y="8002"/>
                      <a:pt x="11106" y="8002"/>
                    </a:cubicBezTo>
                    <a:close/>
                    <a:moveTo>
                      <a:pt x="11738" y="8002"/>
                    </a:moveTo>
                    <a:cubicBezTo>
                      <a:pt x="11596" y="8002"/>
                      <a:pt x="11450" y="8182"/>
                      <a:pt x="11413" y="8407"/>
                    </a:cubicBezTo>
                    <a:cubicBezTo>
                      <a:pt x="11375" y="8632"/>
                      <a:pt x="11461" y="8817"/>
                      <a:pt x="11604" y="8817"/>
                    </a:cubicBezTo>
                    <a:cubicBezTo>
                      <a:pt x="11748" y="8817"/>
                      <a:pt x="11893" y="8632"/>
                      <a:pt x="11930" y="8407"/>
                    </a:cubicBezTo>
                    <a:cubicBezTo>
                      <a:pt x="11966" y="8182"/>
                      <a:pt x="11880" y="8002"/>
                      <a:pt x="11738" y="8002"/>
                    </a:cubicBezTo>
                    <a:close/>
                    <a:moveTo>
                      <a:pt x="13001" y="8002"/>
                    </a:moveTo>
                    <a:cubicBezTo>
                      <a:pt x="12860" y="8002"/>
                      <a:pt x="12717" y="8182"/>
                      <a:pt x="12683" y="8407"/>
                    </a:cubicBezTo>
                    <a:cubicBezTo>
                      <a:pt x="12649" y="8632"/>
                      <a:pt x="12737" y="8817"/>
                      <a:pt x="12880" y="8817"/>
                    </a:cubicBezTo>
                    <a:cubicBezTo>
                      <a:pt x="13024" y="8817"/>
                      <a:pt x="13167" y="8632"/>
                      <a:pt x="13200" y="8407"/>
                    </a:cubicBezTo>
                    <a:cubicBezTo>
                      <a:pt x="13232" y="8182"/>
                      <a:pt x="13143" y="8002"/>
                      <a:pt x="13001" y="8002"/>
                    </a:cubicBezTo>
                    <a:close/>
                    <a:moveTo>
                      <a:pt x="13633" y="8002"/>
                    </a:moveTo>
                    <a:cubicBezTo>
                      <a:pt x="13491" y="8002"/>
                      <a:pt x="13350" y="8182"/>
                      <a:pt x="13318" y="8407"/>
                    </a:cubicBezTo>
                    <a:cubicBezTo>
                      <a:pt x="13286" y="8632"/>
                      <a:pt x="13375" y="8817"/>
                      <a:pt x="13519" y="8817"/>
                    </a:cubicBezTo>
                    <a:cubicBezTo>
                      <a:pt x="13662" y="8817"/>
                      <a:pt x="13803" y="8632"/>
                      <a:pt x="13834" y="8407"/>
                    </a:cubicBezTo>
                    <a:cubicBezTo>
                      <a:pt x="13865" y="8182"/>
                      <a:pt x="13775" y="8002"/>
                      <a:pt x="13633" y="8002"/>
                    </a:cubicBezTo>
                    <a:close/>
                    <a:moveTo>
                      <a:pt x="14255" y="8002"/>
                    </a:moveTo>
                    <a:cubicBezTo>
                      <a:pt x="14113" y="8002"/>
                      <a:pt x="13974" y="8182"/>
                      <a:pt x="13943" y="8407"/>
                    </a:cubicBezTo>
                    <a:cubicBezTo>
                      <a:pt x="13912" y="8632"/>
                      <a:pt x="14004" y="8817"/>
                      <a:pt x="14147" y="8817"/>
                    </a:cubicBezTo>
                    <a:cubicBezTo>
                      <a:pt x="14290" y="8817"/>
                      <a:pt x="14430" y="8632"/>
                      <a:pt x="14460" y="8407"/>
                    </a:cubicBezTo>
                    <a:cubicBezTo>
                      <a:pt x="14489" y="8182"/>
                      <a:pt x="14397" y="8002"/>
                      <a:pt x="14255" y="8002"/>
                    </a:cubicBezTo>
                    <a:close/>
                    <a:moveTo>
                      <a:pt x="14887" y="8002"/>
                    </a:moveTo>
                    <a:cubicBezTo>
                      <a:pt x="14745" y="8002"/>
                      <a:pt x="14607" y="8182"/>
                      <a:pt x="14578" y="8407"/>
                    </a:cubicBezTo>
                    <a:cubicBezTo>
                      <a:pt x="14549" y="8632"/>
                      <a:pt x="14642" y="8817"/>
                      <a:pt x="14785" y="8817"/>
                    </a:cubicBezTo>
                    <a:cubicBezTo>
                      <a:pt x="14929" y="8817"/>
                      <a:pt x="15067" y="8632"/>
                      <a:pt x="15095" y="8407"/>
                    </a:cubicBezTo>
                    <a:cubicBezTo>
                      <a:pt x="15122" y="8182"/>
                      <a:pt x="15029" y="8002"/>
                      <a:pt x="14887" y="8002"/>
                    </a:cubicBezTo>
                    <a:close/>
                    <a:moveTo>
                      <a:pt x="15519" y="8002"/>
                    </a:moveTo>
                    <a:cubicBezTo>
                      <a:pt x="15378" y="8002"/>
                      <a:pt x="15240" y="8182"/>
                      <a:pt x="15213" y="8407"/>
                    </a:cubicBezTo>
                    <a:cubicBezTo>
                      <a:pt x="15186" y="8632"/>
                      <a:pt x="15280" y="8817"/>
                      <a:pt x="15423" y="8817"/>
                    </a:cubicBezTo>
                    <a:cubicBezTo>
                      <a:pt x="15567" y="8817"/>
                      <a:pt x="15704" y="8632"/>
                      <a:pt x="15730" y="8407"/>
                    </a:cubicBezTo>
                    <a:cubicBezTo>
                      <a:pt x="15756" y="8182"/>
                      <a:pt x="15661" y="8002"/>
                      <a:pt x="15519" y="8002"/>
                    </a:cubicBezTo>
                    <a:close/>
                    <a:moveTo>
                      <a:pt x="5837" y="8989"/>
                    </a:moveTo>
                    <a:cubicBezTo>
                      <a:pt x="5693" y="8989"/>
                      <a:pt x="5533" y="9174"/>
                      <a:pt x="5478" y="9405"/>
                    </a:cubicBezTo>
                    <a:cubicBezTo>
                      <a:pt x="5423" y="9636"/>
                      <a:pt x="5496" y="9824"/>
                      <a:pt x="5641" y="9824"/>
                    </a:cubicBezTo>
                    <a:cubicBezTo>
                      <a:pt x="5786" y="9824"/>
                      <a:pt x="5948" y="9636"/>
                      <a:pt x="6001" y="9405"/>
                    </a:cubicBezTo>
                    <a:cubicBezTo>
                      <a:pt x="6054" y="9174"/>
                      <a:pt x="5980" y="8989"/>
                      <a:pt x="5837" y="8989"/>
                    </a:cubicBezTo>
                    <a:close/>
                    <a:moveTo>
                      <a:pt x="6478" y="8989"/>
                    </a:moveTo>
                    <a:cubicBezTo>
                      <a:pt x="6335" y="8989"/>
                      <a:pt x="6176" y="9174"/>
                      <a:pt x="6123" y="9405"/>
                    </a:cubicBezTo>
                    <a:cubicBezTo>
                      <a:pt x="6070" y="9636"/>
                      <a:pt x="6144" y="9824"/>
                      <a:pt x="6289" y="9824"/>
                    </a:cubicBezTo>
                    <a:cubicBezTo>
                      <a:pt x="6435" y="9824"/>
                      <a:pt x="6594" y="9636"/>
                      <a:pt x="6646" y="9405"/>
                    </a:cubicBezTo>
                    <a:cubicBezTo>
                      <a:pt x="6697" y="9174"/>
                      <a:pt x="6622" y="8989"/>
                      <a:pt x="6478" y="8989"/>
                    </a:cubicBezTo>
                    <a:close/>
                    <a:moveTo>
                      <a:pt x="7110" y="8989"/>
                    </a:moveTo>
                    <a:cubicBezTo>
                      <a:pt x="6966" y="8989"/>
                      <a:pt x="6809" y="9174"/>
                      <a:pt x="6758" y="9405"/>
                    </a:cubicBezTo>
                    <a:cubicBezTo>
                      <a:pt x="6706" y="9636"/>
                      <a:pt x="6782" y="9824"/>
                      <a:pt x="6927" y="9824"/>
                    </a:cubicBezTo>
                    <a:cubicBezTo>
                      <a:pt x="7073" y="9824"/>
                      <a:pt x="7231" y="9636"/>
                      <a:pt x="7281" y="9405"/>
                    </a:cubicBezTo>
                    <a:cubicBezTo>
                      <a:pt x="7330" y="9174"/>
                      <a:pt x="7254" y="8989"/>
                      <a:pt x="7110" y="8989"/>
                    </a:cubicBezTo>
                    <a:close/>
                    <a:moveTo>
                      <a:pt x="7751" y="8989"/>
                    </a:moveTo>
                    <a:cubicBezTo>
                      <a:pt x="7608" y="8989"/>
                      <a:pt x="7452" y="9174"/>
                      <a:pt x="7402" y="9405"/>
                    </a:cubicBezTo>
                    <a:cubicBezTo>
                      <a:pt x="7353" y="9636"/>
                      <a:pt x="7431" y="9824"/>
                      <a:pt x="7576" y="9824"/>
                    </a:cubicBezTo>
                    <a:cubicBezTo>
                      <a:pt x="7721" y="9824"/>
                      <a:pt x="7878" y="9636"/>
                      <a:pt x="7926" y="9405"/>
                    </a:cubicBezTo>
                    <a:cubicBezTo>
                      <a:pt x="7973" y="9174"/>
                      <a:pt x="7895" y="8989"/>
                      <a:pt x="7751" y="8989"/>
                    </a:cubicBezTo>
                    <a:close/>
                    <a:moveTo>
                      <a:pt x="8393" y="8989"/>
                    </a:moveTo>
                    <a:cubicBezTo>
                      <a:pt x="8249" y="8989"/>
                      <a:pt x="8095" y="9174"/>
                      <a:pt x="8047" y="9405"/>
                    </a:cubicBezTo>
                    <a:cubicBezTo>
                      <a:pt x="8000" y="9636"/>
                      <a:pt x="8079" y="9824"/>
                      <a:pt x="8224" y="9824"/>
                    </a:cubicBezTo>
                    <a:cubicBezTo>
                      <a:pt x="8369" y="9824"/>
                      <a:pt x="8524" y="9636"/>
                      <a:pt x="8570" y="9405"/>
                    </a:cubicBezTo>
                    <a:cubicBezTo>
                      <a:pt x="8616" y="9174"/>
                      <a:pt x="8537" y="8989"/>
                      <a:pt x="8393" y="8989"/>
                    </a:cubicBezTo>
                    <a:close/>
                    <a:moveTo>
                      <a:pt x="9025" y="8989"/>
                    </a:moveTo>
                    <a:cubicBezTo>
                      <a:pt x="8881" y="8989"/>
                      <a:pt x="8728" y="9174"/>
                      <a:pt x="8682" y="9405"/>
                    </a:cubicBezTo>
                    <a:cubicBezTo>
                      <a:pt x="8636" y="9636"/>
                      <a:pt x="8717" y="9824"/>
                      <a:pt x="8862" y="9824"/>
                    </a:cubicBezTo>
                    <a:cubicBezTo>
                      <a:pt x="9007" y="9824"/>
                      <a:pt x="9161" y="9636"/>
                      <a:pt x="9205" y="9405"/>
                    </a:cubicBezTo>
                    <a:cubicBezTo>
                      <a:pt x="9249" y="9174"/>
                      <a:pt x="9168" y="8989"/>
                      <a:pt x="9025" y="8989"/>
                    </a:cubicBezTo>
                    <a:close/>
                    <a:moveTo>
                      <a:pt x="9666" y="8989"/>
                    </a:moveTo>
                    <a:cubicBezTo>
                      <a:pt x="9523" y="8989"/>
                      <a:pt x="9371" y="9174"/>
                      <a:pt x="9327" y="9405"/>
                    </a:cubicBezTo>
                    <a:cubicBezTo>
                      <a:pt x="9283" y="9636"/>
                      <a:pt x="9365" y="9824"/>
                      <a:pt x="9510" y="9824"/>
                    </a:cubicBezTo>
                    <a:cubicBezTo>
                      <a:pt x="9655" y="9824"/>
                      <a:pt x="9807" y="9636"/>
                      <a:pt x="9850" y="9405"/>
                    </a:cubicBezTo>
                    <a:cubicBezTo>
                      <a:pt x="9892" y="9174"/>
                      <a:pt x="9810" y="8989"/>
                      <a:pt x="9666" y="8989"/>
                    </a:cubicBezTo>
                    <a:close/>
                    <a:moveTo>
                      <a:pt x="10298" y="8989"/>
                    </a:moveTo>
                    <a:cubicBezTo>
                      <a:pt x="10154" y="8989"/>
                      <a:pt x="10004" y="9174"/>
                      <a:pt x="9962" y="9405"/>
                    </a:cubicBezTo>
                    <a:cubicBezTo>
                      <a:pt x="9920" y="9636"/>
                      <a:pt x="10003" y="9824"/>
                      <a:pt x="10148" y="9824"/>
                    </a:cubicBezTo>
                    <a:cubicBezTo>
                      <a:pt x="10293" y="9824"/>
                      <a:pt x="10444" y="9636"/>
                      <a:pt x="10485" y="9405"/>
                    </a:cubicBezTo>
                    <a:cubicBezTo>
                      <a:pt x="10525" y="9174"/>
                      <a:pt x="10441" y="8989"/>
                      <a:pt x="10298" y="8989"/>
                    </a:cubicBezTo>
                    <a:close/>
                    <a:moveTo>
                      <a:pt x="10940" y="8989"/>
                    </a:moveTo>
                    <a:cubicBezTo>
                      <a:pt x="10796" y="8989"/>
                      <a:pt x="10647" y="9174"/>
                      <a:pt x="10607" y="9405"/>
                    </a:cubicBezTo>
                    <a:cubicBezTo>
                      <a:pt x="10566" y="9636"/>
                      <a:pt x="10651" y="9824"/>
                      <a:pt x="10796" y="9824"/>
                    </a:cubicBezTo>
                    <a:cubicBezTo>
                      <a:pt x="10941" y="9824"/>
                      <a:pt x="11091" y="9636"/>
                      <a:pt x="11130" y="9405"/>
                    </a:cubicBezTo>
                    <a:cubicBezTo>
                      <a:pt x="11169" y="9174"/>
                      <a:pt x="11083" y="8989"/>
                      <a:pt x="10940" y="8989"/>
                    </a:cubicBezTo>
                    <a:close/>
                    <a:moveTo>
                      <a:pt x="11572" y="8989"/>
                    </a:moveTo>
                    <a:cubicBezTo>
                      <a:pt x="11428" y="8989"/>
                      <a:pt x="11280" y="9174"/>
                      <a:pt x="11242" y="9405"/>
                    </a:cubicBezTo>
                    <a:cubicBezTo>
                      <a:pt x="11203" y="9636"/>
                      <a:pt x="11290" y="9824"/>
                      <a:pt x="11435" y="9824"/>
                    </a:cubicBezTo>
                    <a:cubicBezTo>
                      <a:pt x="11580" y="9824"/>
                      <a:pt x="11728" y="9636"/>
                      <a:pt x="11765" y="9405"/>
                    </a:cubicBezTo>
                    <a:cubicBezTo>
                      <a:pt x="11802" y="9174"/>
                      <a:pt x="11715" y="8989"/>
                      <a:pt x="11572" y="8989"/>
                    </a:cubicBezTo>
                    <a:close/>
                    <a:moveTo>
                      <a:pt x="12213" y="8989"/>
                    </a:moveTo>
                    <a:cubicBezTo>
                      <a:pt x="12070" y="8989"/>
                      <a:pt x="11924" y="9174"/>
                      <a:pt x="11887" y="9405"/>
                    </a:cubicBezTo>
                    <a:cubicBezTo>
                      <a:pt x="11850" y="9636"/>
                      <a:pt x="11938" y="9824"/>
                      <a:pt x="12083" y="9824"/>
                    </a:cubicBezTo>
                    <a:cubicBezTo>
                      <a:pt x="12228" y="9824"/>
                      <a:pt x="12374" y="9636"/>
                      <a:pt x="12410" y="9405"/>
                    </a:cubicBezTo>
                    <a:cubicBezTo>
                      <a:pt x="12445" y="9174"/>
                      <a:pt x="12357" y="8989"/>
                      <a:pt x="12213" y="8989"/>
                    </a:cubicBezTo>
                    <a:close/>
                    <a:moveTo>
                      <a:pt x="12855" y="8989"/>
                    </a:moveTo>
                    <a:cubicBezTo>
                      <a:pt x="12711" y="8989"/>
                      <a:pt x="12567" y="9174"/>
                      <a:pt x="12532" y="9405"/>
                    </a:cubicBezTo>
                    <a:cubicBezTo>
                      <a:pt x="12497" y="9636"/>
                      <a:pt x="12586" y="9824"/>
                      <a:pt x="12731" y="9824"/>
                    </a:cubicBezTo>
                    <a:cubicBezTo>
                      <a:pt x="12876" y="9824"/>
                      <a:pt x="13021" y="9636"/>
                      <a:pt x="13055" y="9405"/>
                    </a:cubicBezTo>
                    <a:cubicBezTo>
                      <a:pt x="13088" y="9174"/>
                      <a:pt x="12998" y="8989"/>
                      <a:pt x="12855" y="8989"/>
                    </a:cubicBezTo>
                    <a:close/>
                    <a:moveTo>
                      <a:pt x="13487" y="8989"/>
                    </a:moveTo>
                    <a:cubicBezTo>
                      <a:pt x="13343" y="8989"/>
                      <a:pt x="13200" y="9174"/>
                      <a:pt x="13167" y="9405"/>
                    </a:cubicBezTo>
                    <a:cubicBezTo>
                      <a:pt x="13134" y="9636"/>
                      <a:pt x="13224" y="9824"/>
                      <a:pt x="13369" y="9824"/>
                    </a:cubicBezTo>
                    <a:cubicBezTo>
                      <a:pt x="13514" y="9824"/>
                      <a:pt x="13658" y="9636"/>
                      <a:pt x="13690" y="9405"/>
                    </a:cubicBezTo>
                    <a:cubicBezTo>
                      <a:pt x="13721" y="9174"/>
                      <a:pt x="13630" y="8989"/>
                      <a:pt x="13487" y="8989"/>
                    </a:cubicBezTo>
                    <a:close/>
                    <a:moveTo>
                      <a:pt x="14129" y="8989"/>
                    </a:moveTo>
                    <a:cubicBezTo>
                      <a:pt x="13985" y="8989"/>
                      <a:pt x="13843" y="9174"/>
                      <a:pt x="13812" y="9405"/>
                    </a:cubicBezTo>
                    <a:cubicBezTo>
                      <a:pt x="13781" y="9636"/>
                      <a:pt x="13873" y="9824"/>
                      <a:pt x="14018" y="9824"/>
                    </a:cubicBezTo>
                    <a:cubicBezTo>
                      <a:pt x="14163" y="9824"/>
                      <a:pt x="14305" y="9636"/>
                      <a:pt x="14335" y="9405"/>
                    </a:cubicBezTo>
                    <a:cubicBezTo>
                      <a:pt x="14365" y="9174"/>
                      <a:pt x="14272" y="8989"/>
                      <a:pt x="14129" y="8989"/>
                    </a:cubicBezTo>
                    <a:close/>
                    <a:moveTo>
                      <a:pt x="6242" y="10027"/>
                    </a:moveTo>
                    <a:cubicBezTo>
                      <a:pt x="6097" y="10027"/>
                      <a:pt x="5936" y="10217"/>
                      <a:pt x="5881" y="10453"/>
                    </a:cubicBezTo>
                    <a:cubicBezTo>
                      <a:pt x="5827" y="10691"/>
                      <a:pt x="5902" y="10883"/>
                      <a:pt x="6049" y="10883"/>
                    </a:cubicBezTo>
                    <a:cubicBezTo>
                      <a:pt x="6196" y="10883"/>
                      <a:pt x="6358" y="10691"/>
                      <a:pt x="6411" y="10453"/>
                    </a:cubicBezTo>
                    <a:cubicBezTo>
                      <a:pt x="6464" y="10217"/>
                      <a:pt x="6388" y="10027"/>
                      <a:pt x="6242" y="10027"/>
                    </a:cubicBezTo>
                    <a:close/>
                    <a:moveTo>
                      <a:pt x="6894" y="10027"/>
                    </a:moveTo>
                    <a:cubicBezTo>
                      <a:pt x="6748" y="10027"/>
                      <a:pt x="6589" y="10217"/>
                      <a:pt x="6536" y="10453"/>
                    </a:cubicBezTo>
                    <a:cubicBezTo>
                      <a:pt x="6484" y="10691"/>
                      <a:pt x="6560" y="10883"/>
                      <a:pt x="6707" y="10883"/>
                    </a:cubicBezTo>
                    <a:cubicBezTo>
                      <a:pt x="6854" y="10883"/>
                      <a:pt x="7015" y="10691"/>
                      <a:pt x="7066" y="10453"/>
                    </a:cubicBezTo>
                    <a:cubicBezTo>
                      <a:pt x="7117" y="10217"/>
                      <a:pt x="7039" y="10027"/>
                      <a:pt x="6894" y="10027"/>
                    </a:cubicBezTo>
                    <a:close/>
                    <a:moveTo>
                      <a:pt x="7535" y="10027"/>
                    </a:moveTo>
                    <a:cubicBezTo>
                      <a:pt x="7390" y="10027"/>
                      <a:pt x="7232" y="10217"/>
                      <a:pt x="7181" y="10453"/>
                    </a:cubicBezTo>
                    <a:cubicBezTo>
                      <a:pt x="7130" y="10691"/>
                      <a:pt x="7208" y="10883"/>
                      <a:pt x="7355" y="10883"/>
                    </a:cubicBezTo>
                    <a:cubicBezTo>
                      <a:pt x="7502" y="10883"/>
                      <a:pt x="7661" y="10691"/>
                      <a:pt x="7711" y="10453"/>
                    </a:cubicBezTo>
                    <a:cubicBezTo>
                      <a:pt x="7759" y="10217"/>
                      <a:pt x="7681" y="10027"/>
                      <a:pt x="7535" y="10027"/>
                    </a:cubicBezTo>
                    <a:close/>
                    <a:moveTo>
                      <a:pt x="8177" y="10027"/>
                    </a:moveTo>
                    <a:cubicBezTo>
                      <a:pt x="8032" y="10027"/>
                      <a:pt x="7875" y="10217"/>
                      <a:pt x="7826" y="10453"/>
                    </a:cubicBezTo>
                    <a:cubicBezTo>
                      <a:pt x="7777" y="10691"/>
                      <a:pt x="7856" y="10883"/>
                      <a:pt x="8003" y="10883"/>
                    </a:cubicBezTo>
                    <a:cubicBezTo>
                      <a:pt x="8150" y="10883"/>
                      <a:pt x="8308" y="10691"/>
                      <a:pt x="8355" y="10453"/>
                    </a:cubicBezTo>
                    <a:cubicBezTo>
                      <a:pt x="8402" y="10217"/>
                      <a:pt x="8322" y="10027"/>
                      <a:pt x="8177" y="10027"/>
                    </a:cubicBezTo>
                    <a:close/>
                    <a:moveTo>
                      <a:pt x="8829" y="10027"/>
                    </a:moveTo>
                    <a:cubicBezTo>
                      <a:pt x="8683" y="10027"/>
                      <a:pt x="8527" y="10217"/>
                      <a:pt x="8481" y="10453"/>
                    </a:cubicBezTo>
                    <a:cubicBezTo>
                      <a:pt x="8434" y="10691"/>
                      <a:pt x="8514" y="10883"/>
                      <a:pt x="8662" y="10883"/>
                    </a:cubicBezTo>
                    <a:cubicBezTo>
                      <a:pt x="8809" y="10883"/>
                      <a:pt x="8965" y="10691"/>
                      <a:pt x="9010" y="10453"/>
                    </a:cubicBezTo>
                    <a:cubicBezTo>
                      <a:pt x="9055" y="10217"/>
                      <a:pt x="8974" y="10027"/>
                      <a:pt x="8829" y="10027"/>
                    </a:cubicBezTo>
                    <a:close/>
                    <a:moveTo>
                      <a:pt x="9470" y="10027"/>
                    </a:moveTo>
                    <a:cubicBezTo>
                      <a:pt x="9325" y="10027"/>
                      <a:pt x="9171" y="10217"/>
                      <a:pt x="9126" y="10453"/>
                    </a:cubicBezTo>
                    <a:cubicBezTo>
                      <a:pt x="9080" y="10691"/>
                      <a:pt x="9163" y="10883"/>
                      <a:pt x="9310" y="10883"/>
                    </a:cubicBezTo>
                    <a:cubicBezTo>
                      <a:pt x="9457" y="10883"/>
                      <a:pt x="9612" y="10691"/>
                      <a:pt x="9655" y="10453"/>
                    </a:cubicBezTo>
                    <a:cubicBezTo>
                      <a:pt x="9699" y="10217"/>
                      <a:pt x="9616" y="10027"/>
                      <a:pt x="9470" y="10027"/>
                    </a:cubicBezTo>
                    <a:close/>
                    <a:moveTo>
                      <a:pt x="10122" y="10027"/>
                    </a:moveTo>
                    <a:cubicBezTo>
                      <a:pt x="9976" y="10027"/>
                      <a:pt x="9824" y="10217"/>
                      <a:pt x="9781" y="10453"/>
                    </a:cubicBezTo>
                    <a:cubicBezTo>
                      <a:pt x="9737" y="10691"/>
                      <a:pt x="9821" y="10883"/>
                      <a:pt x="9968" y="10883"/>
                    </a:cubicBezTo>
                    <a:cubicBezTo>
                      <a:pt x="10115" y="10883"/>
                      <a:pt x="10268" y="10691"/>
                      <a:pt x="10310" y="10453"/>
                    </a:cubicBezTo>
                    <a:cubicBezTo>
                      <a:pt x="10352" y="10217"/>
                      <a:pt x="10267" y="10027"/>
                      <a:pt x="10122" y="10027"/>
                    </a:cubicBezTo>
                    <a:close/>
                    <a:moveTo>
                      <a:pt x="10763" y="10027"/>
                    </a:moveTo>
                    <a:cubicBezTo>
                      <a:pt x="10618" y="10027"/>
                      <a:pt x="10467" y="10217"/>
                      <a:pt x="10426" y="10453"/>
                    </a:cubicBezTo>
                    <a:cubicBezTo>
                      <a:pt x="10384" y="10691"/>
                      <a:pt x="10469" y="10883"/>
                      <a:pt x="10616" y="10883"/>
                    </a:cubicBezTo>
                    <a:cubicBezTo>
                      <a:pt x="10763" y="10883"/>
                      <a:pt x="10915" y="10691"/>
                      <a:pt x="10955" y="10453"/>
                    </a:cubicBezTo>
                    <a:cubicBezTo>
                      <a:pt x="10995" y="10217"/>
                      <a:pt x="10909" y="10027"/>
                      <a:pt x="10763" y="10027"/>
                    </a:cubicBezTo>
                    <a:close/>
                    <a:moveTo>
                      <a:pt x="11405" y="10027"/>
                    </a:moveTo>
                    <a:cubicBezTo>
                      <a:pt x="11260" y="10027"/>
                      <a:pt x="11110" y="10217"/>
                      <a:pt x="11070" y="10453"/>
                    </a:cubicBezTo>
                    <a:cubicBezTo>
                      <a:pt x="11031" y="10691"/>
                      <a:pt x="11118" y="10883"/>
                      <a:pt x="11265" y="10883"/>
                    </a:cubicBezTo>
                    <a:cubicBezTo>
                      <a:pt x="11412" y="10883"/>
                      <a:pt x="11562" y="10691"/>
                      <a:pt x="11600" y="10453"/>
                    </a:cubicBezTo>
                    <a:cubicBezTo>
                      <a:pt x="11638" y="10217"/>
                      <a:pt x="11551" y="10027"/>
                      <a:pt x="11405" y="10027"/>
                    </a:cubicBezTo>
                    <a:close/>
                    <a:moveTo>
                      <a:pt x="12057" y="10027"/>
                    </a:moveTo>
                    <a:cubicBezTo>
                      <a:pt x="11911" y="10027"/>
                      <a:pt x="11763" y="10217"/>
                      <a:pt x="11726" y="10453"/>
                    </a:cubicBezTo>
                    <a:cubicBezTo>
                      <a:pt x="11688" y="10691"/>
                      <a:pt x="11776" y="10883"/>
                      <a:pt x="11923" y="10883"/>
                    </a:cubicBezTo>
                    <a:cubicBezTo>
                      <a:pt x="12070" y="10883"/>
                      <a:pt x="12219" y="10691"/>
                      <a:pt x="12255" y="10453"/>
                    </a:cubicBezTo>
                    <a:cubicBezTo>
                      <a:pt x="12291" y="10217"/>
                      <a:pt x="12202" y="10027"/>
                      <a:pt x="12057" y="10027"/>
                    </a:cubicBezTo>
                    <a:close/>
                    <a:moveTo>
                      <a:pt x="12698" y="10027"/>
                    </a:moveTo>
                    <a:cubicBezTo>
                      <a:pt x="12553" y="10027"/>
                      <a:pt x="12406" y="10217"/>
                      <a:pt x="12371" y="10453"/>
                    </a:cubicBezTo>
                    <a:cubicBezTo>
                      <a:pt x="12335" y="10691"/>
                      <a:pt x="12425" y="10883"/>
                      <a:pt x="12572" y="10883"/>
                    </a:cubicBezTo>
                    <a:cubicBezTo>
                      <a:pt x="12719" y="10883"/>
                      <a:pt x="12866" y="10691"/>
                      <a:pt x="12900" y="10453"/>
                    </a:cubicBezTo>
                    <a:cubicBezTo>
                      <a:pt x="12935" y="10217"/>
                      <a:pt x="12844" y="10027"/>
                      <a:pt x="12698" y="10027"/>
                    </a:cubicBezTo>
                    <a:close/>
                    <a:moveTo>
                      <a:pt x="13340" y="10027"/>
                    </a:moveTo>
                    <a:cubicBezTo>
                      <a:pt x="13195" y="10027"/>
                      <a:pt x="13050" y="10217"/>
                      <a:pt x="13016" y="10453"/>
                    </a:cubicBezTo>
                    <a:cubicBezTo>
                      <a:pt x="12982" y="10691"/>
                      <a:pt x="13073" y="10883"/>
                      <a:pt x="13220" y="10883"/>
                    </a:cubicBezTo>
                    <a:cubicBezTo>
                      <a:pt x="13367" y="10883"/>
                      <a:pt x="13512" y="10691"/>
                      <a:pt x="13545" y="10453"/>
                    </a:cubicBezTo>
                    <a:cubicBezTo>
                      <a:pt x="13578" y="10217"/>
                      <a:pt x="13486" y="10027"/>
                      <a:pt x="13340" y="10027"/>
                    </a:cubicBezTo>
                    <a:close/>
                    <a:moveTo>
                      <a:pt x="13992" y="10027"/>
                    </a:moveTo>
                    <a:cubicBezTo>
                      <a:pt x="13847" y="10027"/>
                      <a:pt x="13703" y="10217"/>
                      <a:pt x="13671" y="10453"/>
                    </a:cubicBezTo>
                    <a:cubicBezTo>
                      <a:pt x="13639" y="10691"/>
                      <a:pt x="13732" y="10883"/>
                      <a:pt x="13878" y="10883"/>
                    </a:cubicBezTo>
                    <a:cubicBezTo>
                      <a:pt x="14025" y="10883"/>
                      <a:pt x="14170" y="10691"/>
                      <a:pt x="14201" y="10453"/>
                    </a:cubicBezTo>
                    <a:cubicBezTo>
                      <a:pt x="14231" y="10217"/>
                      <a:pt x="14138" y="10027"/>
                      <a:pt x="13992" y="10027"/>
                    </a:cubicBezTo>
                    <a:close/>
                    <a:moveTo>
                      <a:pt x="14634" y="10027"/>
                    </a:moveTo>
                    <a:cubicBezTo>
                      <a:pt x="14489" y="10027"/>
                      <a:pt x="14346" y="10217"/>
                      <a:pt x="14316" y="10453"/>
                    </a:cubicBezTo>
                    <a:cubicBezTo>
                      <a:pt x="14286" y="10691"/>
                      <a:pt x="14380" y="10883"/>
                      <a:pt x="14527" y="10883"/>
                    </a:cubicBezTo>
                    <a:cubicBezTo>
                      <a:pt x="14674" y="10883"/>
                      <a:pt x="14817" y="10691"/>
                      <a:pt x="14845" y="10453"/>
                    </a:cubicBezTo>
                    <a:cubicBezTo>
                      <a:pt x="14874" y="10217"/>
                      <a:pt x="14780" y="10027"/>
                      <a:pt x="14634" y="10027"/>
                    </a:cubicBezTo>
                    <a:close/>
                    <a:moveTo>
                      <a:pt x="6007" y="11065"/>
                    </a:moveTo>
                    <a:cubicBezTo>
                      <a:pt x="5860" y="11065"/>
                      <a:pt x="5695" y="11260"/>
                      <a:pt x="5640" y="11502"/>
                    </a:cubicBezTo>
                    <a:cubicBezTo>
                      <a:pt x="5584" y="11746"/>
                      <a:pt x="5659" y="11943"/>
                      <a:pt x="5808" y="11943"/>
                    </a:cubicBezTo>
                    <a:cubicBezTo>
                      <a:pt x="5957" y="11943"/>
                      <a:pt x="6122" y="11746"/>
                      <a:pt x="6176" y="11502"/>
                    </a:cubicBezTo>
                    <a:cubicBezTo>
                      <a:pt x="6230" y="11260"/>
                      <a:pt x="6154" y="11065"/>
                      <a:pt x="6007" y="11065"/>
                    </a:cubicBezTo>
                    <a:close/>
                    <a:moveTo>
                      <a:pt x="6658" y="11065"/>
                    </a:moveTo>
                    <a:cubicBezTo>
                      <a:pt x="6511" y="11065"/>
                      <a:pt x="6348" y="11260"/>
                      <a:pt x="6295" y="11502"/>
                    </a:cubicBezTo>
                    <a:cubicBezTo>
                      <a:pt x="6241" y="11746"/>
                      <a:pt x="6317" y="11943"/>
                      <a:pt x="6466" y="11943"/>
                    </a:cubicBezTo>
                    <a:cubicBezTo>
                      <a:pt x="6615" y="11943"/>
                      <a:pt x="6779" y="11746"/>
                      <a:pt x="6831" y="11502"/>
                    </a:cubicBezTo>
                    <a:cubicBezTo>
                      <a:pt x="6883" y="11260"/>
                      <a:pt x="6806" y="11065"/>
                      <a:pt x="6658" y="11065"/>
                    </a:cubicBezTo>
                    <a:close/>
                    <a:moveTo>
                      <a:pt x="7320" y="11065"/>
                    </a:moveTo>
                    <a:cubicBezTo>
                      <a:pt x="7173" y="11065"/>
                      <a:pt x="7011" y="11260"/>
                      <a:pt x="6960" y="11502"/>
                    </a:cubicBezTo>
                    <a:cubicBezTo>
                      <a:pt x="6908" y="11746"/>
                      <a:pt x="6986" y="11943"/>
                      <a:pt x="7135" y="11943"/>
                    </a:cubicBezTo>
                    <a:cubicBezTo>
                      <a:pt x="7283" y="11943"/>
                      <a:pt x="7445" y="11746"/>
                      <a:pt x="7496" y="11502"/>
                    </a:cubicBezTo>
                    <a:cubicBezTo>
                      <a:pt x="7546" y="11260"/>
                      <a:pt x="7467" y="11065"/>
                      <a:pt x="7320" y="11065"/>
                    </a:cubicBezTo>
                    <a:close/>
                    <a:moveTo>
                      <a:pt x="7971" y="11065"/>
                    </a:moveTo>
                    <a:cubicBezTo>
                      <a:pt x="7824" y="11065"/>
                      <a:pt x="7664" y="11260"/>
                      <a:pt x="7614" y="11502"/>
                    </a:cubicBezTo>
                    <a:cubicBezTo>
                      <a:pt x="7564" y="11746"/>
                      <a:pt x="7644" y="11943"/>
                      <a:pt x="7793" y="11943"/>
                    </a:cubicBezTo>
                    <a:cubicBezTo>
                      <a:pt x="7941" y="11943"/>
                      <a:pt x="8102" y="11746"/>
                      <a:pt x="8150" y="11502"/>
                    </a:cubicBezTo>
                    <a:cubicBezTo>
                      <a:pt x="8199" y="11260"/>
                      <a:pt x="8118" y="11065"/>
                      <a:pt x="7971" y="11065"/>
                    </a:cubicBezTo>
                    <a:close/>
                    <a:moveTo>
                      <a:pt x="8623" y="11065"/>
                    </a:moveTo>
                    <a:cubicBezTo>
                      <a:pt x="8475" y="11065"/>
                      <a:pt x="8317" y="11260"/>
                      <a:pt x="8269" y="11502"/>
                    </a:cubicBezTo>
                    <a:cubicBezTo>
                      <a:pt x="8221" y="11746"/>
                      <a:pt x="8302" y="11943"/>
                      <a:pt x="8451" y="11943"/>
                    </a:cubicBezTo>
                    <a:cubicBezTo>
                      <a:pt x="8600" y="11943"/>
                      <a:pt x="8759" y="11746"/>
                      <a:pt x="8805" y="11502"/>
                    </a:cubicBezTo>
                    <a:cubicBezTo>
                      <a:pt x="8852" y="11260"/>
                      <a:pt x="8770" y="11065"/>
                      <a:pt x="8623" y="11065"/>
                    </a:cubicBezTo>
                    <a:close/>
                    <a:moveTo>
                      <a:pt x="9274" y="11065"/>
                    </a:moveTo>
                    <a:cubicBezTo>
                      <a:pt x="9127" y="11065"/>
                      <a:pt x="8970" y="11260"/>
                      <a:pt x="8924" y="11502"/>
                    </a:cubicBezTo>
                    <a:cubicBezTo>
                      <a:pt x="8878" y="11746"/>
                      <a:pt x="8961" y="11943"/>
                      <a:pt x="9110" y="11943"/>
                    </a:cubicBezTo>
                    <a:cubicBezTo>
                      <a:pt x="9259" y="11943"/>
                      <a:pt x="9416" y="11746"/>
                      <a:pt x="9461" y="11502"/>
                    </a:cubicBezTo>
                    <a:cubicBezTo>
                      <a:pt x="9505" y="11260"/>
                      <a:pt x="9422" y="11065"/>
                      <a:pt x="9274" y="11065"/>
                    </a:cubicBezTo>
                    <a:close/>
                    <a:moveTo>
                      <a:pt x="9926" y="11065"/>
                    </a:moveTo>
                    <a:cubicBezTo>
                      <a:pt x="9778" y="11065"/>
                      <a:pt x="9624" y="11260"/>
                      <a:pt x="9579" y="11502"/>
                    </a:cubicBezTo>
                    <a:cubicBezTo>
                      <a:pt x="9535" y="11746"/>
                      <a:pt x="9619" y="11943"/>
                      <a:pt x="9768" y="11943"/>
                    </a:cubicBezTo>
                    <a:cubicBezTo>
                      <a:pt x="9917" y="11943"/>
                      <a:pt x="10072" y="11746"/>
                      <a:pt x="10115" y="11502"/>
                    </a:cubicBezTo>
                    <a:cubicBezTo>
                      <a:pt x="10158" y="11260"/>
                      <a:pt x="10073" y="11065"/>
                      <a:pt x="9926" y="11065"/>
                    </a:cubicBezTo>
                    <a:close/>
                    <a:moveTo>
                      <a:pt x="10587" y="11065"/>
                    </a:moveTo>
                    <a:cubicBezTo>
                      <a:pt x="10440" y="11065"/>
                      <a:pt x="10287" y="11260"/>
                      <a:pt x="10244" y="11502"/>
                    </a:cubicBezTo>
                    <a:cubicBezTo>
                      <a:pt x="10202" y="11746"/>
                      <a:pt x="10288" y="11943"/>
                      <a:pt x="10437" y="11943"/>
                    </a:cubicBezTo>
                    <a:cubicBezTo>
                      <a:pt x="10585" y="11943"/>
                      <a:pt x="10740" y="11746"/>
                      <a:pt x="10781" y="11502"/>
                    </a:cubicBezTo>
                    <a:cubicBezTo>
                      <a:pt x="10821" y="11260"/>
                      <a:pt x="10735" y="11065"/>
                      <a:pt x="10587" y="11065"/>
                    </a:cubicBezTo>
                    <a:close/>
                    <a:moveTo>
                      <a:pt x="11239" y="11065"/>
                    </a:moveTo>
                    <a:cubicBezTo>
                      <a:pt x="11092" y="11065"/>
                      <a:pt x="10940" y="11260"/>
                      <a:pt x="10899" y="11502"/>
                    </a:cubicBezTo>
                    <a:cubicBezTo>
                      <a:pt x="10859" y="11746"/>
                      <a:pt x="10947" y="11943"/>
                      <a:pt x="11095" y="11943"/>
                    </a:cubicBezTo>
                    <a:cubicBezTo>
                      <a:pt x="11244" y="11943"/>
                      <a:pt x="11397" y="11746"/>
                      <a:pt x="11436" y="11502"/>
                    </a:cubicBezTo>
                    <a:cubicBezTo>
                      <a:pt x="11475" y="11260"/>
                      <a:pt x="11386" y="11065"/>
                      <a:pt x="11239" y="11065"/>
                    </a:cubicBezTo>
                    <a:close/>
                    <a:moveTo>
                      <a:pt x="11891" y="11065"/>
                    </a:moveTo>
                    <a:cubicBezTo>
                      <a:pt x="11743" y="11065"/>
                      <a:pt x="11593" y="11260"/>
                      <a:pt x="11555" y="11502"/>
                    </a:cubicBezTo>
                    <a:cubicBezTo>
                      <a:pt x="11516" y="11746"/>
                      <a:pt x="11605" y="11943"/>
                      <a:pt x="11754" y="11943"/>
                    </a:cubicBezTo>
                    <a:cubicBezTo>
                      <a:pt x="11902" y="11943"/>
                      <a:pt x="12053" y="11746"/>
                      <a:pt x="12091" y="11502"/>
                    </a:cubicBezTo>
                    <a:cubicBezTo>
                      <a:pt x="12128" y="11260"/>
                      <a:pt x="12038" y="11065"/>
                      <a:pt x="11891" y="11065"/>
                    </a:cubicBezTo>
                    <a:close/>
                    <a:moveTo>
                      <a:pt x="12542" y="11065"/>
                    </a:moveTo>
                    <a:cubicBezTo>
                      <a:pt x="12395" y="11065"/>
                      <a:pt x="12246" y="11260"/>
                      <a:pt x="12210" y="11502"/>
                    </a:cubicBezTo>
                    <a:cubicBezTo>
                      <a:pt x="12173" y="11746"/>
                      <a:pt x="12263" y="11943"/>
                      <a:pt x="12412" y="11943"/>
                    </a:cubicBezTo>
                    <a:cubicBezTo>
                      <a:pt x="12561" y="11943"/>
                      <a:pt x="12711" y="11746"/>
                      <a:pt x="12746" y="11502"/>
                    </a:cubicBezTo>
                    <a:cubicBezTo>
                      <a:pt x="12781" y="11260"/>
                      <a:pt x="12690" y="11065"/>
                      <a:pt x="12542" y="11065"/>
                    </a:cubicBezTo>
                    <a:close/>
                    <a:moveTo>
                      <a:pt x="13194" y="11065"/>
                    </a:moveTo>
                    <a:cubicBezTo>
                      <a:pt x="13047" y="11065"/>
                      <a:pt x="12899" y="11260"/>
                      <a:pt x="12865" y="11502"/>
                    </a:cubicBezTo>
                    <a:cubicBezTo>
                      <a:pt x="12830" y="11746"/>
                      <a:pt x="12922" y="11943"/>
                      <a:pt x="13071" y="11943"/>
                    </a:cubicBezTo>
                    <a:cubicBezTo>
                      <a:pt x="13219" y="11943"/>
                      <a:pt x="13367" y="11746"/>
                      <a:pt x="13401" y="11502"/>
                    </a:cubicBezTo>
                    <a:cubicBezTo>
                      <a:pt x="13434" y="11260"/>
                      <a:pt x="13341" y="11065"/>
                      <a:pt x="13194" y="11065"/>
                    </a:cubicBezTo>
                    <a:close/>
                    <a:moveTo>
                      <a:pt x="5761" y="12129"/>
                    </a:moveTo>
                    <a:cubicBezTo>
                      <a:pt x="5612" y="12129"/>
                      <a:pt x="5445" y="12329"/>
                      <a:pt x="5388" y="12578"/>
                    </a:cubicBezTo>
                    <a:cubicBezTo>
                      <a:pt x="5331" y="12827"/>
                      <a:pt x="5407" y="13030"/>
                      <a:pt x="5557" y="13030"/>
                    </a:cubicBezTo>
                    <a:cubicBezTo>
                      <a:pt x="5708" y="13030"/>
                      <a:pt x="5876" y="12827"/>
                      <a:pt x="5932" y="12578"/>
                    </a:cubicBezTo>
                    <a:cubicBezTo>
                      <a:pt x="5987" y="12329"/>
                      <a:pt x="5910" y="12129"/>
                      <a:pt x="5761" y="12129"/>
                    </a:cubicBezTo>
                    <a:close/>
                    <a:moveTo>
                      <a:pt x="6423" y="12129"/>
                    </a:moveTo>
                    <a:cubicBezTo>
                      <a:pt x="6274" y="12129"/>
                      <a:pt x="6108" y="12329"/>
                      <a:pt x="6053" y="12578"/>
                    </a:cubicBezTo>
                    <a:cubicBezTo>
                      <a:pt x="5998" y="12827"/>
                      <a:pt x="6075" y="13030"/>
                      <a:pt x="6226" y="13030"/>
                    </a:cubicBezTo>
                    <a:cubicBezTo>
                      <a:pt x="6376" y="13030"/>
                      <a:pt x="6543" y="12827"/>
                      <a:pt x="6596" y="12578"/>
                    </a:cubicBezTo>
                    <a:cubicBezTo>
                      <a:pt x="6650" y="12329"/>
                      <a:pt x="6572" y="12129"/>
                      <a:pt x="6423" y="12129"/>
                    </a:cubicBezTo>
                    <a:close/>
                    <a:moveTo>
                      <a:pt x="7094" y="12129"/>
                    </a:moveTo>
                    <a:cubicBezTo>
                      <a:pt x="6945" y="12129"/>
                      <a:pt x="6781" y="12329"/>
                      <a:pt x="6728" y="12578"/>
                    </a:cubicBezTo>
                    <a:cubicBezTo>
                      <a:pt x="6675" y="12827"/>
                      <a:pt x="6753" y="13030"/>
                      <a:pt x="6904" y="13030"/>
                    </a:cubicBezTo>
                    <a:cubicBezTo>
                      <a:pt x="7055" y="13030"/>
                      <a:pt x="7219" y="12827"/>
                      <a:pt x="7271" y="12578"/>
                    </a:cubicBezTo>
                    <a:cubicBezTo>
                      <a:pt x="7323" y="12329"/>
                      <a:pt x="7243" y="12129"/>
                      <a:pt x="7094" y="12129"/>
                    </a:cubicBezTo>
                    <a:close/>
                    <a:moveTo>
                      <a:pt x="7756" y="12129"/>
                    </a:moveTo>
                    <a:cubicBezTo>
                      <a:pt x="7606" y="12129"/>
                      <a:pt x="7444" y="12329"/>
                      <a:pt x="7393" y="12578"/>
                    </a:cubicBezTo>
                    <a:cubicBezTo>
                      <a:pt x="7342" y="12827"/>
                      <a:pt x="7422" y="13030"/>
                      <a:pt x="7573" y="13030"/>
                    </a:cubicBezTo>
                    <a:cubicBezTo>
                      <a:pt x="7723" y="13030"/>
                      <a:pt x="7886" y="12827"/>
                      <a:pt x="7936" y="12578"/>
                    </a:cubicBezTo>
                    <a:cubicBezTo>
                      <a:pt x="7986" y="12329"/>
                      <a:pt x="7905" y="12129"/>
                      <a:pt x="7756" y="12129"/>
                    </a:cubicBezTo>
                    <a:close/>
                    <a:moveTo>
                      <a:pt x="8417" y="12129"/>
                    </a:moveTo>
                    <a:cubicBezTo>
                      <a:pt x="8268" y="12129"/>
                      <a:pt x="8107" y="12329"/>
                      <a:pt x="8058" y="12578"/>
                    </a:cubicBezTo>
                    <a:cubicBezTo>
                      <a:pt x="8008" y="12827"/>
                      <a:pt x="8090" y="13030"/>
                      <a:pt x="8241" y="13030"/>
                    </a:cubicBezTo>
                    <a:cubicBezTo>
                      <a:pt x="8392" y="13030"/>
                      <a:pt x="8553" y="12827"/>
                      <a:pt x="8601" y="12578"/>
                    </a:cubicBezTo>
                    <a:cubicBezTo>
                      <a:pt x="8648" y="12329"/>
                      <a:pt x="8566" y="12129"/>
                      <a:pt x="8417" y="12129"/>
                    </a:cubicBezTo>
                    <a:close/>
                    <a:moveTo>
                      <a:pt x="9079" y="12129"/>
                    </a:moveTo>
                    <a:cubicBezTo>
                      <a:pt x="8930" y="12129"/>
                      <a:pt x="8770" y="12329"/>
                      <a:pt x="8723" y="12578"/>
                    </a:cubicBezTo>
                    <a:cubicBezTo>
                      <a:pt x="8675" y="12827"/>
                      <a:pt x="8759" y="13030"/>
                      <a:pt x="8910" y="13030"/>
                    </a:cubicBezTo>
                    <a:cubicBezTo>
                      <a:pt x="9060" y="13030"/>
                      <a:pt x="9220" y="12827"/>
                      <a:pt x="9266" y="12578"/>
                    </a:cubicBezTo>
                    <a:cubicBezTo>
                      <a:pt x="9312" y="12329"/>
                      <a:pt x="9228" y="12129"/>
                      <a:pt x="9079" y="12129"/>
                    </a:cubicBezTo>
                    <a:close/>
                    <a:moveTo>
                      <a:pt x="9740" y="12129"/>
                    </a:moveTo>
                    <a:cubicBezTo>
                      <a:pt x="9591" y="12129"/>
                      <a:pt x="9433" y="12329"/>
                      <a:pt x="9388" y="12578"/>
                    </a:cubicBezTo>
                    <a:cubicBezTo>
                      <a:pt x="9342" y="12827"/>
                      <a:pt x="9427" y="13030"/>
                      <a:pt x="9578" y="13030"/>
                    </a:cubicBezTo>
                    <a:cubicBezTo>
                      <a:pt x="9729" y="13030"/>
                      <a:pt x="9887" y="12827"/>
                      <a:pt x="9931" y="12578"/>
                    </a:cubicBezTo>
                    <a:cubicBezTo>
                      <a:pt x="9975" y="12329"/>
                      <a:pt x="9889" y="12129"/>
                      <a:pt x="9740" y="12129"/>
                    </a:cubicBezTo>
                    <a:close/>
                    <a:moveTo>
                      <a:pt x="10402" y="12129"/>
                    </a:moveTo>
                    <a:cubicBezTo>
                      <a:pt x="10252" y="12129"/>
                      <a:pt x="10097" y="12329"/>
                      <a:pt x="10053" y="12578"/>
                    </a:cubicBezTo>
                    <a:cubicBezTo>
                      <a:pt x="10009" y="12827"/>
                      <a:pt x="10096" y="13030"/>
                      <a:pt x="10247" y="13030"/>
                    </a:cubicBezTo>
                    <a:cubicBezTo>
                      <a:pt x="10397" y="13030"/>
                      <a:pt x="10554" y="12827"/>
                      <a:pt x="10596" y="12578"/>
                    </a:cubicBezTo>
                    <a:cubicBezTo>
                      <a:pt x="10638" y="12329"/>
                      <a:pt x="10551" y="12129"/>
                      <a:pt x="10402" y="12129"/>
                    </a:cubicBezTo>
                    <a:close/>
                    <a:moveTo>
                      <a:pt x="11064" y="12129"/>
                    </a:moveTo>
                    <a:cubicBezTo>
                      <a:pt x="10914" y="12129"/>
                      <a:pt x="10760" y="12329"/>
                      <a:pt x="10718" y="12578"/>
                    </a:cubicBezTo>
                    <a:cubicBezTo>
                      <a:pt x="10676" y="12827"/>
                      <a:pt x="10765" y="13030"/>
                      <a:pt x="10916" y="13030"/>
                    </a:cubicBezTo>
                    <a:cubicBezTo>
                      <a:pt x="11066" y="13030"/>
                      <a:pt x="11221" y="12827"/>
                      <a:pt x="11262" y="12578"/>
                    </a:cubicBezTo>
                    <a:cubicBezTo>
                      <a:pt x="11301" y="12329"/>
                      <a:pt x="11213" y="12129"/>
                      <a:pt x="11064" y="12129"/>
                    </a:cubicBezTo>
                    <a:close/>
                    <a:moveTo>
                      <a:pt x="11725" y="12129"/>
                    </a:moveTo>
                    <a:cubicBezTo>
                      <a:pt x="11576" y="12129"/>
                      <a:pt x="11423" y="12329"/>
                      <a:pt x="11383" y="12578"/>
                    </a:cubicBezTo>
                    <a:cubicBezTo>
                      <a:pt x="11344" y="12827"/>
                      <a:pt x="11433" y="13030"/>
                      <a:pt x="11584" y="13030"/>
                    </a:cubicBezTo>
                    <a:cubicBezTo>
                      <a:pt x="11735" y="13030"/>
                      <a:pt x="11888" y="12827"/>
                      <a:pt x="11926" y="12578"/>
                    </a:cubicBezTo>
                    <a:cubicBezTo>
                      <a:pt x="11964" y="12329"/>
                      <a:pt x="11874" y="12129"/>
                      <a:pt x="11725" y="12129"/>
                    </a:cubicBezTo>
                    <a:close/>
                    <a:moveTo>
                      <a:pt x="12386" y="12129"/>
                    </a:moveTo>
                    <a:cubicBezTo>
                      <a:pt x="12237" y="12129"/>
                      <a:pt x="12086" y="12329"/>
                      <a:pt x="12048" y="12578"/>
                    </a:cubicBezTo>
                    <a:cubicBezTo>
                      <a:pt x="12011" y="12827"/>
                      <a:pt x="12102" y="13030"/>
                      <a:pt x="12252" y="13030"/>
                    </a:cubicBezTo>
                    <a:cubicBezTo>
                      <a:pt x="12403" y="13030"/>
                      <a:pt x="12555" y="12827"/>
                      <a:pt x="12591" y="12578"/>
                    </a:cubicBezTo>
                    <a:cubicBezTo>
                      <a:pt x="12628" y="12329"/>
                      <a:pt x="12535" y="12129"/>
                      <a:pt x="12386" y="12129"/>
                    </a:cubicBezTo>
                    <a:close/>
                    <a:moveTo>
                      <a:pt x="6187" y="13243"/>
                    </a:moveTo>
                    <a:cubicBezTo>
                      <a:pt x="6036" y="13243"/>
                      <a:pt x="5868" y="13448"/>
                      <a:pt x="5812" y="13702"/>
                    </a:cubicBezTo>
                    <a:cubicBezTo>
                      <a:pt x="5755" y="13959"/>
                      <a:pt x="5832" y="14167"/>
                      <a:pt x="5985" y="14167"/>
                    </a:cubicBezTo>
                    <a:cubicBezTo>
                      <a:pt x="6138" y="14167"/>
                      <a:pt x="6307" y="13959"/>
                      <a:pt x="6362" y="13702"/>
                    </a:cubicBezTo>
                    <a:cubicBezTo>
                      <a:pt x="6417" y="13448"/>
                      <a:pt x="6338" y="13243"/>
                      <a:pt x="6187" y="13243"/>
                    </a:cubicBezTo>
                    <a:close/>
                    <a:moveTo>
                      <a:pt x="6858" y="13243"/>
                    </a:moveTo>
                    <a:cubicBezTo>
                      <a:pt x="6707" y="13243"/>
                      <a:pt x="6541" y="13448"/>
                      <a:pt x="6487" y="13702"/>
                    </a:cubicBezTo>
                    <a:cubicBezTo>
                      <a:pt x="6432" y="13959"/>
                      <a:pt x="6511" y="14167"/>
                      <a:pt x="6663" y="14167"/>
                    </a:cubicBezTo>
                    <a:cubicBezTo>
                      <a:pt x="6816" y="14167"/>
                      <a:pt x="6984" y="13959"/>
                      <a:pt x="7037" y="13702"/>
                    </a:cubicBezTo>
                    <a:cubicBezTo>
                      <a:pt x="7090" y="13448"/>
                      <a:pt x="7009" y="13243"/>
                      <a:pt x="6858" y="13243"/>
                    </a:cubicBezTo>
                    <a:close/>
                    <a:moveTo>
                      <a:pt x="7530" y="13243"/>
                    </a:moveTo>
                    <a:cubicBezTo>
                      <a:pt x="7379" y="13243"/>
                      <a:pt x="7214" y="13448"/>
                      <a:pt x="7161" y="13702"/>
                    </a:cubicBezTo>
                    <a:cubicBezTo>
                      <a:pt x="7109" y="13959"/>
                      <a:pt x="7189" y="14167"/>
                      <a:pt x="7342" y="14167"/>
                    </a:cubicBezTo>
                    <a:cubicBezTo>
                      <a:pt x="7495" y="14167"/>
                      <a:pt x="7661" y="13959"/>
                      <a:pt x="7712" y="13702"/>
                    </a:cubicBezTo>
                    <a:cubicBezTo>
                      <a:pt x="7763" y="13448"/>
                      <a:pt x="7681" y="13243"/>
                      <a:pt x="7530" y="13243"/>
                    </a:cubicBezTo>
                    <a:close/>
                    <a:moveTo>
                      <a:pt x="8202" y="13243"/>
                    </a:moveTo>
                    <a:cubicBezTo>
                      <a:pt x="8050" y="13243"/>
                      <a:pt x="7887" y="13448"/>
                      <a:pt x="7837" y="13702"/>
                    </a:cubicBezTo>
                    <a:cubicBezTo>
                      <a:pt x="7786" y="13959"/>
                      <a:pt x="7868" y="14167"/>
                      <a:pt x="8021" y="14167"/>
                    </a:cubicBezTo>
                    <a:cubicBezTo>
                      <a:pt x="8174" y="14167"/>
                      <a:pt x="8337" y="13959"/>
                      <a:pt x="8387" y="13702"/>
                    </a:cubicBezTo>
                    <a:cubicBezTo>
                      <a:pt x="8436" y="13448"/>
                      <a:pt x="8353" y="13243"/>
                      <a:pt x="8202" y="13243"/>
                    </a:cubicBezTo>
                    <a:close/>
                    <a:moveTo>
                      <a:pt x="8873" y="13243"/>
                    </a:moveTo>
                    <a:cubicBezTo>
                      <a:pt x="8722" y="13243"/>
                      <a:pt x="8560" y="13448"/>
                      <a:pt x="8512" y="13702"/>
                    </a:cubicBezTo>
                    <a:cubicBezTo>
                      <a:pt x="8463" y="13959"/>
                      <a:pt x="8547" y="14167"/>
                      <a:pt x="8700" y="14167"/>
                    </a:cubicBezTo>
                    <a:cubicBezTo>
                      <a:pt x="8852" y="14167"/>
                      <a:pt x="9015" y="13959"/>
                      <a:pt x="9062" y="13702"/>
                    </a:cubicBezTo>
                    <a:cubicBezTo>
                      <a:pt x="9109" y="13448"/>
                      <a:pt x="9024" y="13243"/>
                      <a:pt x="8873" y="13243"/>
                    </a:cubicBezTo>
                    <a:close/>
                    <a:moveTo>
                      <a:pt x="9534" y="13243"/>
                    </a:moveTo>
                    <a:cubicBezTo>
                      <a:pt x="9383" y="13243"/>
                      <a:pt x="9223" y="13448"/>
                      <a:pt x="9177" y="13702"/>
                    </a:cubicBezTo>
                    <a:cubicBezTo>
                      <a:pt x="9130" y="13959"/>
                      <a:pt x="9215" y="14167"/>
                      <a:pt x="9368" y="14167"/>
                    </a:cubicBezTo>
                    <a:cubicBezTo>
                      <a:pt x="9521" y="14167"/>
                      <a:pt x="9681" y="13959"/>
                      <a:pt x="9727" y="13702"/>
                    </a:cubicBezTo>
                    <a:cubicBezTo>
                      <a:pt x="9772" y="13448"/>
                      <a:pt x="9685" y="13243"/>
                      <a:pt x="9534" y="13243"/>
                    </a:cubicBezTo>
                    <a:close/>
                    <a:moveTo>
                      <a:pt x="10206" y="13243"/>
                    </a:moveTo>
                    <a:cubicBezTo>
                      <a:pt x="10055" y="13243"/>
                      <a:pt x="9896" y="13448"/>
                      <a:pt x="9852" y="13702"/>
                    </a:cubicBezTo>
                    <a:cubicBezTo>
                      <a:pt x="9807" y="13959"/>
                      <a:pt x="9894" y="14167"/>
                      <a:pt x="10047" y="14167"/>
                    </a:cubicBezTo>
                    <a:cubicBezTo>
                      <a:pt x="10199" y="14167"/>
                      <a:pt x="10359" y="13959"/>
                      <a:pt x="10402" y="13702"/>
                    </a:cubicBezTo>
                    <a:cubicBezTo>
                      <a:pt x="10445" y="13448"/>
                      <a:pt x="10357" y="13243"/>
                      <a:pt x="10206" y="13243"/>
                    </a:cubicBezTo>
                    <a:close/>
                    <a:moveTo>
                      <a:pt x="10877" y="13243"/>
                    </a:moveTo>
                    <a:cubicBezTo>
                      <a:pt x="10726" y="13243"/>
                      <a:pt x="10569" y="13448"/>
                      <a:pt x="10527" y="13702"/>
                    </a:cubicBezTo>
                    <a:cubicBezTo>
                      <a:pt x="10484" y="13959"/>
                      <a:pt x="10573" y="14167"/>
                      <a:pt x="10726" y="14167"/>
                    </a:cubicBezTo>
                    <a:cubicBezTo>
                      <a:pt x="10878" y="14167"/>
                      <a:pt x="11036" y="13959"/>
                      <a:pt x="11077" y="13702"/>
                    </a:cubicBezTo>
                    <a:cubicBezTo>
                      <a:pt x="11118" y="13448"/>
                      <a:pt x="11028" y="13243"/>
                      <a:pt x="10877" y="13243"/>
                    </a:cubicBezTo>
                    <a:close/>
                    <a:moveTo>
                      <a:pt x="11549" y="13243"/>
                    </a:moveTo>
                    <a:cubicBezTo>
                      <a:pt x="11398" y="13243"/>
                      <a:pt x="11243" y="13448"/>
                      <a:pt x="11202" y="13702"/>
                    </a:cubicBezTo>
                    <a:cubicBezTo>
                      <a:pt x="11161" y="13959"/>
                      <a:pt x="11252" y="14167"/>
                      <a:pt x="11404" y="14167"/>
                    </a:cubicBezTo>
                    <a:cubicBezTo>
                      <a:pt x="11557" y="14167"/>
                      <a:pt x="11713" y="13959"/>
                      <a:pt x="11752" y="13702"/>
                    </a:cubicBezTo>
                    <a:cubicBezTo>
                      <a:pt x="11791" y="13448"/>
                      <a:pt x="11700" y="13243"/>
                      <a:pt x="11549" y="13243"/>
                    </a:cubicBezTo>
                    <a:close/>
                    <a:moveTo>
                      <a:pt x="12220" y="13243"/>
                    </a:moveTo>
                    <a:cubicBezTo>
                      <a:pt x="12069" y="13243"/>
                      <a:pt x="11916" y="13448"/>
                      <a:pt x="11877" y="13702"/>
                    </a:cubicBezTo>
                    <a:cubicBezTo>
                      <a:pt x="11838" y="13959"/>
                      <a:pt x="11931" y="14167"/>
                      <a:pt x="12083" y="14167"/>
                    </a:cubicBezTo>
                    <a:cubicBezTo>
                      <a:pt x="12236" y="14167"/>
                      <a:pt x="12390" y="13959"/>
                      <a:pt x="12427" y="13702"/>
                    </a:cubicBezTo>
                    <a:cubicBezTo>
                      <a:pt x="12465" y="13448"/>
                      <a:pt x="12371" y="13243"/>
                      <a:pt x="12220" y="13243"/>
                    </a:cubicBezTo>
                    <a:close/>
                    <a:moveTo>
                      <a:pt x="6623" y="14383"/>
                    </a:moveTo>
                    <a:cubicBezTo>
                      <a:pt x="6470" y="14383"/>
                      <a:pt x="6301" y="14594"/>
                      <a:pt x="6245" y="14855"/>
                    </a:cubicBezTo>
                    <a:cubicBezTo>
                      <a:pt x="6189" y="15117"/>
                      <a:pt x="6269" y="15332"/>
                      <a:pt x="6423" y="15332"/>
                    </a:cubicBezTo>
                    <a:cubicBezTo>
                      <a:pt x="6578" y="15332"/>
                      <a:pt x="6748" y="15117"/>
                      <a:pt x="6803" y="14855"/>
                    </a:cubicBezTo>
                    <a:cubicBezTo>
                      <a:pt x="6857" y="14594"/>
                      <a:pt x="6776" y="14383"/>
                      <a:pt x="6623" y="14383"/>
                    </a:cubicBezTo>
                    <a:close/>
                    <a:moveTo>
                      <a:pt x="7295" y="14383"/>
                    </a:moveTo>
                    <a:cubicBezTo>
                      <a:pt x="7141" y="14383"/>
                      <a:pt x="6974" y="14594"/>
                      <a:pt x="6920" y="14855"/>
                    </a:cubicBezTo>
                    <a:cubicBezTo>
                      <a:pt x="6866" y="15117"/>
                      <a:pt x="6947" y="15332"/>
                      <a:pt x="7102" y="15332"/>
                    </a:cubicBezTo>
                    <a:cubicBezTo>
                      <a:pt x="7256" y="15332"/>
                      <a:pt x="7425" y="15117"/>
                      <a:pt x="7477" y="14855"/>
                    </a:cubicBezTo>
                    <a:cubicBezTo>
                      <a:pt x="7529" y="14594"/>
                      <a:pt x="7447" y="14383"/>
                      <a:pt x="7295" y="14383"/>
                    </a:cubicBezTo>
                    <a:close/>
                    <a:moveTo>
                      <a:pt x="7976" y="14383"/>
                    </a:moveTo>
                    <a:cubicBezTo>
                      <a:pt x="7823" y="14383"/>
                      <a:pt x="7657" y="14594"/>
                      <a:pt x="7605" y="14855"/>
                    </a:cubicBezTo>
                    <a:cubicBezTo>
                      <a:pt x="7553" y="15117"/>
                      <a:pt x="7636" y="15332"/>
                      <a:pt x="7791" y="15332"/>
                    </a:cubicBezTo>
                    <a:cubicBezTo>
                      <a:pt x="7945" y="15332"/>
                      <a:pt x="8112" y="15117"/>
                      <a:pt x="8162" y="14855"/>
                    </a:cubicBezTo>
                    <a:cubicBezTo>
                      <a:pt x="8212" y="14594"/>
                      <a:pt x="8129" y="14383"/>
                      <a:pt x="7976" y="14383"/>
                    </a:cubicBezTo>
                    <a:close/>
                    <a:moveTo>
                      <a:pt x="8658" y="14383"/>
                    </a:moveTo>
                    <a:cubicBezTo>
                      <a:pt x="8505" y="14383"/>
                      <a:pt x="8340" y="14594"/>
                      <a:pt x="8290" y="14855"/>
                    </a:cubicBezTo>
                    <a:cubicBezTo>
                      <a:pt x="8240" y="15117"/>
                      <a:pt x="8325" y="15332"/>
                      <a:pt x="8480" y="15332"/>
                    </a:cubicBezTo>
                    <a:cubicBezTo>
                      <a:pt x="8634" y="15332"/>
                      <a:pt x="8799" y="15117"/>
                      <a:pt x="8848" y="14855"/>
                    </a:cubicBezTo>
                    <a:cubicBezTo>
                      <a:pt x="8896" y="14594"/>
                      <a:pt x="8811" y="14383"/>
                      <a:pt x="8658" y="14383"/>
                    </a:cubicBezTo>
                    <a:close/>
                    <a:moveTo>
                      <a:pt x="9338" y="14383"/>
                    </a:moveTo>
                    <a:cubicBezTo>
                      <a:pt x="9185" y="14383"/>
                      <a:pt x="9023" y="14594"/>
                      <a:pt x="8975" y="14855"/>
                    </a:cubicBezTo>
                    <a:cubicBezTo>
                      <a:pt x="8927" y="15117"/>
                      <a:pt x="9013" y="15332"/>
                      <a:pt x="9168" y="15332"/>
                    </a:cubicBezTo>
                    <a:cubicBezTo>
                      <a:pt x="9323" y="15332"/>
                      <a:pt x="9486" y="15117"/>
                      <a:pt x="9532" y="14855"/>
                    </a:cubicBezTo>
                    <a:cubicBezTo>
                      <a:pt x="9579" y="14594"/>
                      <a:pt x="9492" y="14383"/>
                      <a:pt x="9338" y="14383"/>
                    </a:cubicBezTo>
                    <a:close/>
                    <a:moveTo>
                      <a:pt x="10010" y="14383"/>
                    </a:moveTo>
                    <a:cubicBezTo>
                      <a:pt x="9857" y="14383"/>
                      <a:pt x="9696" y="14594"/>
                      <a:pt x="9650" y="14855"/>
                    </a:cubicBezTo>
                    <a:cubicBezTo>
                      <a:pt x="9604" y="15117"/>
                      <a:pt x="9692" y="15332"/>
                      <a:pt x="9847" y="15332"/>
                    </a:cubicBezTo>
                    <a:cubicBezTo>
                      <a:pt x="10002" y="15332"/>
                      <a:pt x="10163" y="15117"/>
                      <a:pt x="10208" y="14855"/>
                    </a:cubicBezTo>
                    <a:cubicBezTo>
                      <a:pt x="10252" y="14594"/>
                      <a:pt x="10163" y="14383"/>
                      <a:pt x="10010" y="14383"/>
                    </a:cubicBezTo>
                    <a:close/>
                    <a:moveTo>
                      <a:pt x="10692" y="14383"/>
                    </a:moveTo>
                    <a:cubicBezTo>
                      <a:pt x="10539" y="14383"/>
                      <a:pt x="10379" y="14594"/>
                      <a:pt x="10335" y="14855"/>
                    </a:cubicBezTo>
                    <a:cubicBezTo>
                      <a:pt x="10291" y="15117"/>
                      <a:pt x="10381" y="15332"/>
                      <a:pt x="10536" y="15332"/>
                    </a:cubicBezTo>
                    <a:cubicBezTo>
                      <a:pt x="10691" y="15332"/>
                      <a:pt x="10851" y="15117"/>
                      <a:pt x="10893" y="14855"/>
                    </a:cubicBezTo>
                    <a:cubicBezTo>
                      <a:pt x="10935" y="14594"/>
                      <a:pt x="10845" y="14383"/>
                      <a:pt x="10692" y="14383"/>
                    </a:cubicBezTo>
                    <a:close/>
                    <a:moveTo>
                      <a:pt x="11373" y="14383"/>
                    </a:moveTo>
                    <a:cubicBezTo>
                      <a:pt x="11220" y="14383"/>
                      <a:pt x="11062" y="14594"/>
                      <a:pt x="11021" y="14855"/>
                    </a:cubicBezTo>
                    <a:cubicBezTo>
                      <a:pt x="10979" y="15117"/>
                      <a:pt x="11070" y="15332"/>
                      <a:pt x="11225" y="15332"/>
                    </a:cubicBezTo>
                    <a:cubicBezTo>
                      <a:pt x="11380" y="15332"/>
                      <a:pt x="11538" y="15117"/>
                      <a:pt x="11578" y="14855"/>
                    </a:cubicBezTo>
                    <a:cubicBezTo>
                      <a:pt x="11618" y="14594"/>
                      <a:pt x="11526" y="14383"/>
                      <a:pt x="11373" y="14383"/>
                    </a:cubicBezTo>
                    <a:close/>
                    <a:moveTo>
                      <a:pt x="7059" y="15547"/>
                    </a:moveTo>
                    <a:cubicBezTo>
                      <a:pt x="6904" y="15547"/>
                      <a:pt x="6734" y="15763"/>
                      <a:pt x="6678" y="16032"/>
                    </a:cubicBezTo>
                    <a:cubicBezTo>
                      <a:pt x="6623" y="16302"/>
                      <a:pt x="6704" y="16522"/>
                      <a:pt x="6861" y="16522"/>
                    </a:cubicBezTo>
                    <a:cubicBezTo>
                      <a:pt x="7018" y="16522"/>
                      <a:pt x="7189" y="16302"/>
                      <a:pt x="7243" y="16032"/>
                    </a:cubicBezTo>
                    <a:cubicBezTo>
                      <a:pt x="7297" y="15763"/>
                      <a:pt x="7214" y="15547"/>
                      <a:pt x="7059" y="15547"/>
                    </a:cubicBezTo>
                    <a:close/>
                    <a:moveTo>
                      <a:pt x="7751" y="15547"/>
                    </a:moveTo>
                    <a:cubicBezTo>
                      <a:pt x="7595" y="15547"/>
                      <a:pt x="7427" y="15763"/>
                      <a:pt x="7373" y="16032"/>
                    </a:cubicBezTo>
                    <a:cubicBezTo>
                      <a:pt x="7320" y="16302"/>
                      <a:pt x="7403" y="16522"/>
                      <a:pt x="7560" y="16522"/>
                    </a:cubicBezTo>
                    <a:cubicBezTo>
                      <a:pt x="7717" y="16522"/>
                      <a:pt x="7886" y="16302"/>
                      <a:pt x="7938" y="16032"/>
                    </a:cubicBezTo>
                    <a:cubicBezTo>
                      <a:pt x="7990" y="15763"/>
                      <a:pt x="7906" y="15547"/>
                      <a:pt x="7751" y="15547"/>
                    </a:cubicBezTo>
                    <a:close/>
                    <a:moveTo>
                      <a:pt x="8442" y="15547"/>
                    </a:moveTo>
                    <a:cubicBezTo>
                      <a:pt x="8287" y="15547"/>
                      <a:pt x="8120" y="15763"/>
                      <a:pt x="8068" y="16032"/>
                    </a:cubicBezTo>
                    <a:cubicBezTo>
                      <a:pt x="8017" y="16302"/>
                      <a:pt x="8103" y="16522"/>
                      <a:pt x="8260" y="16522"/>
                    </a:cubicBezTo>
                    <a:cubicBezTo>
                      <a:pt x="8416" y="16522"/>
                      <a:pt x="8584" y="16302"/>
                      <a:pt x="8634" y="16032"/>
                    </a:cubicBezTo>
                    <a:cubicBezTo>
                      <a:pt x="8683" y="15763"/>
                      <a:pt x="8597" y="15547"/>
                      <a:pt x="8442" y="15547"/>
                    </a:cubicBezTo>
                    <a:close/>
                    <a:moveTo>
                      <a:pt x="11187" y="15547"/>
                    </a:moveTo>
                    <a:cubicBezTo>
                      <a:pt x="11032" y="15547"/>
                      <a:pt x="10872" y="15763"/>
                      <a:pt x="10830" y="16032"/>
                    </a:cubicBezTo>
                    <a:cubicBezTo>
                      <a:pt x="10786" y="16302"/>
                      <a:pt x="10879" y="16522"/>
                      <a:pt x="11035" y="16522"/>
                    </a:cubicBezTo>
                    <a:cubicBezTo>
                      <a:pt x="11192" y="16522"/>
                      <a:pt x="11353" y="16302"/>
                      <a:pt x="11394" y="16032"/>
                    </a:cubicBezTo>
                    <a:cubicBezTo>
                      <a:pt x="11435" y="15763"/>
                      <a:pt x="11342" y="15547"/>
                      <a:pt x="11187" y="15547"/>
                    </a:cubicBezTo>
                    <a:close/>
                    <a:moveTo>
                      <a:pt x="7516" y="16737"/>
                    </a:moveTo>
                    <a:cubicBezTo>
                      <a:pt x="7358" y="16737"/>
                      <a:pt x="7187" y="16959"/>
                      <a:pt x="7132" y="17235"/>
                    </a:cubicBezTo>
                    <a:cubicBezTo>
                      <a:pt x="7077" y="17513"/>
                      <a:pt x="7161" y="17739"/>
                      <a:pt x="7320" y="17739"/>
                    </a:cubicBezTo>
                    <a:cubicBezTo>
                      <a:pt x="7479" y="17739"/>
                      <a:pt x="7651" y="17513"/>
                      <a:pt x="7705" y="17235"/>
                    </a:cubicBezTo>
                    <a:cubicBezTo>
                      <a:pt x="7757" y="16959"/>
                      <a:pt x="7673" y="16737"/>
                      <a:pt x="7516" y="16737"/>
                    </a:cubicBezTo>
                    <a:close/>
                    <a:moveTo>
                      <a:pt x="8217" y="16737"/>
                    </a:moveTo>
                    <a:cubicBezTo>
                      <a:pt x="8060" y="16737"/>
                      <a:pt x="7890" y="16959"/>
                      <a:pt x="7837" y="17235"/>
                    </a:cubicBezTo>
                    <a:cubicBezTo>
                      <a:pt x="7784" y="17513"/>
                      <a:pt x="7870" y="17739"/>
                      <a:pt x="8029" y="17739"/>
                    </a:cubicBezTo>
                    <a:cubicBezTo>
                      <a:pt x="8188" y="17739"/>
                      <a:pt x="8359" y="17513"/>
                      <a:pt x="8410" y="17235"/>
                    </a:cubicBezTo>
                    <a:cubicBezTo>
                      <a:pt x="8461" y="16959"/>
                      <a:pt x="8374" y="16737"/>
                      <a:pt x="8217" y="16737"/>
                    </a:cubicBezTo>
                    <a:close/>
                    <a:moveTo>
                      <a:pt x="11703" y="16737"/>
                    </a:moveTo>
                    <a:cubicBezTo>
                      <a:pt x="11546" y="16737"/>
                      <a:pt x="11385" y="16959"/>
                      <a:pt x="11344" y="17235"/>
                    </a:cubicBezTo>
                    <a:cubicBezTo>
                      <a:pt x="11301" y="17513"/>
                      <a:pt x="11396" y="17739"/>
                      <a:pt x="11555" y="17739"/>
                    </a:cubicBezTo>
                    <a:cubicBezTo>
                      <a:pt x="11714" y="17739"/>
                      <a:pt x="11876" y="17513"/>
                      <a:pt x="11916" y="17235"/>
                    </a:cubicBezTo>
                    <a:cubicBezTo>
                      <a:pt x="11956" y="16959"/>
                      <a:pt x="11861" y="16737"/>
                      <a:pt x="11703" y="16737"/>
                    </a:cubicBezTo>
                    <a:close/>
                    <a:moveTo>
                      <a:pt x="7281" y="17953"/>
                    </a:moveTo>
                    <a:cubicBezTo>
                      <a:pt x="7121" y="17953"/>
                      <a:pt x="6947" y="18182"/>
                      <a:pt x="6891" y="18466"/>
                    </a:cubicBezTo>
                    <a:cubicBezTo>
                      <a:pt x="6834" y="18750"/>
                      <a:pt x="6918" y="18983"/>
                      <a:pt x="7080" y="18983"/>
                    </a:cubicBezTo>
                    <a:cubicBezTo>
                      <a:pt x="7241" y="18983"/>
                      <a:pt x="7416" y="18750"/>
                      <a:pt x="7471" y="18466"/>
                    </a:cubicBezTo>
                    <a:cubicBezTo>
                      <a:pt x="7525" y="18182"/>
                      <a:pt x="7440" y="17953"/>
                      <a:pt x="7281" y="17953"/>
                    </a:cubicBezTo>
                    <a:close/>
                    <a:moveTo>
                      <a:pt x="7982" y="17953"/>
                    </a:moveTo>
                    <a:cubicBezTo>
                      <a:pt x="7823" y="17953"/>
                      <a:pt x="7650" y="18182"/>
                      <a:pt x="7595" y="18466"/>
                    </a:cubicBezTo>
                    <a:cubicBezTo>
                      <a:pt x="7541" y="18750"/>
                      <a:pt x="7628" y="18983"/>
                      <a:pt x="7789" y="18983"/>
                    </a:cubicBezTo>
                    <a:cubicBezTo>
                      <a:pt x="7950" y="18983"/>
                      <a:pt x="8124" y="18750"/>
                      <a:pt x="8176" y="18466"/>
                    </a:cubicBezTo>
                    <a:cubicBezTo>
                      <a:pt x="8229" y="18182"/>
                      <a:pt x="8141" y="17953"/>
                      <a:pt x="7982" y="17953"/>
                    </a:cubicBezTo>
                    <a:close/>
                    <a:moveTo>
                      <a:pt x="8693" y="17953"/>
                    </a:moveTo>
                    <a:cubicBezTo>
                      <a:pt x="8534" y="17953"/>
                      <a:pt x="8363" y="18182"/>
                      <a:pt x="8311" y="18466"/>
                    </a:cubicBezTo>
                    <a:cubicBezTo>
                      <a:pt x="8259" y="18750"/>
                      <a:pt x="8347" y="18983"/>
                      <a:pt x="8508" y="18983"/>
                    </a:cubicBezTo>
                    <a:cubicBezTo>
                      <a:pt x="8669" y="18983"/>
                      <a:pt x="8841" y="18750"/>
                      <a:pt x="8891" y="18466"/>
                    </a:cubicBezTo>
                    <a:cubicBezTo>
                      <a:pt x="8941" y="18182"/>
                      <a:pt x="8852" y="17953"/>
                      <a:pt x="8693" y="17953"/>
                    </a:cubicBezTo>
                    <a:close/>
                    <a:moveTo>
                      <a:pt x="9404" y="17953"/>
                    </a:moveTo>
                    <a:cubicBezTo>
                      <a:pt x="9245" y="17953"/>
                      <a:pt x="9076" y="18182"/>
                      <a:pt x="9026" y="18466"/>
                    </a:cubicBezTo>
                    <a:cubicBezTo>
                      <a:pt x="8976" y="18750"/>
                      <a:pt x="9066" y="18983"/>
                      <a:pt x="9227" y="18983"/>
                    </a:cubicBezTo>
                    <a:cubicBezTo>
                      <a:pt x="9389" y="18983"/>
                      <a:pt x="9558" y="18750"/>
                      <a:pt x="9606" y="18466"/>
                    </a:cubicBezTo>
                    <a:cubicBezTo>
                      <a:pt x="9654" y="18182"/>
                      <a:pt x="9564" y="17953"/>
                      <a:pt x="9404" y="17953"/>
                    </a:cubicBezTo>
                    <a:close/>
                    <a:moveTo>
                      <a:pt x="11518" y="17953"/>
                    </a:moveTo>
                    <a:cubicBezTo>
                      <a:pt x="11359" y="17953"/>
                      <a:pt x="11195" y="18182"/>
                      <a:pt x="11152" y="18466"/>
                    </a:cubicBezTo>
                    <a:cubicBezTo>
                      <a:pt x="11109" y="18750"/>
                      <a:pt x="11204" y="18983"/>
                      <a:pt x="11365" y="18983"/>
                    </a:cubicBezTo>
                    <a:cubicBezTo>
                      <a:pt x="11527" y="18983"/>
                      <a:pt x="11691" y="18750"/>
                      <a:pt x="11733" y="18466"/>
                    </a:cubicBezTo>
                    <a:cubicBezTo>
                      <a:pt x="11774" y="18182"/>
                      <a:pt x="11678" y="17953"/>
                      <a:pt x="11518" y="17953"/>
                    </a:cubicBezTo>
                    <a:close/>
                    <a:moveTo>
                      <a:pt x="12230" y="17953"/>
                    </a:moveTo>
                    <a:cubicBezTo>
                      <a:pt x="12070" y="17953"/>
                      <a:pt x="11909" y="18182"/>
                      <a:pt x="11868" y="18466"/>
                    </a:cubicBezTo>
                    <a:cubicBezTo>
                      <a:pt x="11827" y="18750"/>
                      <a:pt x="11924" y="18983"/>
                      <a:pt x="12085" y="18983"/>
                    </a:cubicBezTo>
                    <a:cubicBezTo>
                      <a:pt x="12246" y="18983"/>
                      <a:pt x="12409" y="18750"/>
                      <a:pt x="12448" y="18466"/>
                    </a:cubicBezTo>
                    <a:cubicBezTo>
                      <a:pt x="12487" y="18182"/>
                      <a:pt x="12389" y="17953"/>
                      <a:pt x="12230" y="17953"/>
                    </a:cubicBezTo>
                    <a:close/>
                    <a:moveTo>
                      <a:pt x="8468" y="19219"/>
                    </a:moveTo>
                    <a:cubicBezTo>
                      <a:pt x="8306" y="19219"/>
                      <a:pt x="8132" y="19455"/>
                      <a:pt x="8079" y="19746"/>
                    </a:cubicBezTo>
                    <a:cubicBezTo>
                      <a:pt x="8026" y="20039"/>
                      <a:pt x="8114" y="20279"/>
                      <a:pt x="8278" y="20279"/>
                    </a:cubicBezTo>
                    <a:cubicBezTo>
                      <a:pt x="8441" y="20279"/>
                      <a:pt x="8616" y="20039"/>
                      <a:pt x="8668" y="19746"/>
                    </a:cubicBezTo>
                    <a:cubicBezTo>
                      <a:pt x="8719" y="19455"/>
                      <a:pt x="8630" y="19219"/>
                      <a:pt x="8468" y="19219"/>
                    </a:cubicBezTo>
                    <a:close/>
                    <a:moveTo>
                      <a:pt x="9179" y="19219"/>
                    </a:moveTo>
                    <a:cubicBezTo>
                      <a:pt x="9018" y="19219"/>
                      <a:pt x="8845" y="19455"/>
                      <a:pt x="8794" y="19746"/>
                    </a:cubicBezTo>
                    <a:cubicBezTo>
                      <a:pt x="8743" y="20039"/>
                      <a:pt x="8834" y="20279"/>
                      <a:pt x="8997" y="20279"/>
                    </a:cubicBezTo>
                    <a:cubicBezTo>
                      <a:pt x="9161" y="20279"/>
                      <a:pt x="9334" y="20039"/>
                      <a:pt x="9383" y="19746"/>
                    </a:cubicBezTo>
                    <a:cubicBezTo>
                      <a:pt x="9432" y="19455"/>
                      <a:pt x="9341" y="19219"/>
                      <a:pt x="9179" y="19219"/>
                    </a:cubicBezTo>
                    <a:close/>
                    <a:moveTo>
                      <a:pt x="9901" y="19219"/>
                    </a:moveTo>
                    <a:cubicBezTo>
                      <a:pt x="9739" y="19219"/>
                      <a:pt x="9568" y="19455"/>
                      <a:pt x="9520" y="19746"/>
                    </a:cubicBezTo>
                    <a:cubicBezTo>
                      <a:pt x="9471" y="20039"/>
                      <a:pt x="9564" y="20279"/>
                      <a:pt x="9727" y="20279"/>
                    </a:cubicBezTo>
                    <a:cubicBezTo>
                      <a:pt x="9891" y="20279"/>
                      <a:pt x="10061" y="20039"/>
                      <a:pt x="10109" y="19746"/>
                    </a:cubicBezTo>
                    <a:cubicBezTo>
                      <a:pt x="10155" y="19455"/>
                      <a:pt x="10062" y="19219"/>
                      <a:pt x="9901" y="19219"/>
                    </a:cubicBezTo>
                    <a:close/>
                    <a:moveTo>
                      <a:pt x="9686" y="20510"/>
                    </a:moveTo>
                    <a:cubicBezTo>
                      <a:pt x="9522" y="20510"/>
                      <a:pt x="9348" y="20752"/>
                      <a:pt x="9298" y="21052"/>
                    </a:cubicBezTo>
                    <a:cubicBezTo>
                      <a:pt x="9248" y="21353"/>
                      <a:pt x="9341" y="21600"/>
                      <a:pt x="9507" y="21600"/>
                    </a:cubicBezTo>
                    <a:cubicBezTo>
                      <a:pt x="9673" y="21600"/>
                      <a:pt x="9847" y="21353"/>
                      <a:pt x="9896" y="21052"/>
                    </a:cubicBezTo>
                    <a:cubicBezTo>
                      <a:pt x="9944" y="20752"/>
                      <a:pt x="9850" y="20510"/>
                      <a:pt x="9686" y="20510"/>
                    </a:cubicBezTo>
                    <a:close/>
                  </a:path>
                </a:pathLst>
              </a:custGeom>
              <a:solidFill>
                <a:srgbClr val="3E7FBF">
                  <a:alpha val="69804"/>
                </a:srgbClr>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54492" rtl="0" eaLnBrk="1" fontAlgn="auto" latinLnBrk="0" hangingPunct="1">
                  <a:lnSpc>
                    <a:spcPct val="100000"/>
                  </a:lnSpc>
                  <a:spcBef>
                    <a:spcPts val="0"/>
                  </a:spcBef>
                  <a:spcAft>
                    <a:spcPts val="0"/>
                  </a:spcAft>
                  <a:buClrTx/>
                  <a:buSzTx/>
                  <a:buFontTx/>
                  <a:buNone/>
                  <a:tabLst/>
                  <a:defRPr sz="1400">
                    <a:solidFill>
                      <a:srgbClr val="FFFFFF"/>
                    </a:solidFill>
                    <a:effectLst>
                      <a:outerShdw blurRad="38100" dist="12700" dir="5400000" rotWithShape="0">
                        <a:srgbClr val="000000">
                          <a:alpha val="50000"/>
                        </a:srgbClr>
                      </a:outerShdw>
                    </a:effectLst>
                  </a:defRPr>
                </a:pPr>
                <a:endParaRPr kumimoji="0" sz="637"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Calibri"/>
                  <a:ea typeface="+mn-ea"/>
                  <a:cs typeface="+mn-cs"/>
                </a:endParaRPr>
              </a:p>
            </p:txBody>
          </p:sp>
          <p:sp>
            <p:nvSpPr>
              <p:cNvPr id="17" name="Shape 7">
                <a:extLst>
                  <a:ext uri="{FF2B5EF4-FFF2-40B4-BE49-F238E27FC236}">
                    <a16:creationId xmlns:a16="http://schemas.microsoft.com/office/drawing/2014/main" id="{0EA32329-B11A-03E3-084E-CE5379B46449}"/>
                  </a:ext>
                </a:extLst>
              </p:cNvPr>
              <p:cNvSpPr/>
              <p:nvPr/>
            </p:nvSpPr>
            <p:spPr>
              <a:xfrm>
                <a:off x="5202873" y="1681049"/>
                <a:ext cx="2157970" cy="736664"/>
              </a:xfrm>
              <a:custGeom>
                <a:avLst/>
                <a:gdLst/>
                <a:ahLst/>
                <a:cxnLst>
                  <a:cxn ang="0">
                    <a:pos x="wd2" y="hd2"/>
                  </a:cxn>
                  <a:cxn ang="5400000">
                    <a:pos x="wd2" y="hd2"/>
                  </a:cxn>
                  <a:cxn ang="10800000">
                    <a:pos x="wd2" y="hd2"/>
                  </a:cxn>
                  <a:cxn ang="16200000">
                    <a:pos x="wd2" y="hd2"/>
                  </a:cxn>
                </a:cxnLst>
                <a:rect l="0" t="0" r="r" b="b"/>
                <a:pathLst>
                  <a:path w="21545" h="21600" extrusionOk="0">
                    <a:moveTo>
                      <a:pt x="7346" y="0"/>
                    </a:moveTo>
                    <a:cubicBezTo>
                      <a:pt x="7061" y="0"/>
                      <a:pt x="6832" y="406"/>
                      <a:pt x="6834" y="908"/>
                    </a:cubicBezTo>
                    <a:cubicBezTo>
                      <a:pt x="6835" y="1412"/>
                      <a:pt x="7069" y="1823"/>
                      <a:pt x="7357" y="1823"/>
                    </a:cubicBezTo>
                    <a:cubicBezTo>
                      <a:pt x="7644" y="1823"/>
                      <a:pt x="7873" y="1412"/>
                      <a:pt x="7869" y="908"/>
                    </a:cubicBezTo>
                    <a:cubicBezTo>
                      <a:pt x="7865" y="406"/>
                      <a:pt x="7630" y="0"/>
                      <a:pt x="7346" y="0"/>
                    </a:cubicBezTo>
                    <a:close/>
                    <a:moveTo>
                      <a:pt x="8592" y="0"/>
                    </a:moveTo>
                    <a:cubicBezTo>
                      <a:pt x="8308" y="0"/>
                      <a:pt x="8081" y="406"/>
                      <a:pt x="8086" y="908"/>
                    </a:cubicBezTo>
                    <a:cubicBezTo>
                      <a:pt x="8091" y="1412"/>
                      <a:pt x="8328" y="1823"/>
                      <a:pt x="8615" y="1823"/>
                    </a:cubicBezTo>
                    <a:cubicBezTo>
                      <a:pt x="8903" y="1823"/>
                      <a:pt x="9130" y="1412"/>
                      <a:pt x="9122" y="908"/>
                    </a:cubicBezTo>
                    <a:cubicBezTo>
                      <a:pt x="9115" y="406"/>
                      <a:pt x="8878" y="0"/>
                      <a:pt x="8592" y="0"/>
                    </a:cubicBezTo>
                    <a:close/>
                    <a:moveTo>
                      <a:pt x="9860" y="0"/>
                    </a:moveTo>
                    <a:cubicBezTo>
                      <a:pt x="9575" y="0"/>
                      <a:pt x="9350" y="406"/>
                      <a:pt x="9359" y="908"/>
                    </a:cubicBezTo>
                    <a:cubicBezTo>
                      <a:pt x="9367" y="1412"/>
                      <a:pt x="9607" y="1823"/>
                      <a:pt x="9894" y="1823"/>
                    </a:cubicBezTo>
                    <a:cubicBezTo>
                      <a:pt x="10181" y="1823"/>
                      <a:pt x="10405" y="1412"/>
                      <a:pt x="10394" y="908"/>
                    </a:cubicBezTo>
                    <a:cubicBezTo>
                      <a:pt x="10383" y="406"/>
                      <a:pt x="10144" y="0"/>
                      <a:pt x="9860" y="0"/>
                    </a:cubicBezTo>
                    <a:close/>
                    <a:moveTo>
                      <a:pt x="11127" y="0"/>
                    </a:moveTo>
                    <a:cubicBezTo>
                      <a:pt x="10842" y="0"/>
                      <a:pt x="10621" y="406"/>
                      <a:pt x="10633" y="908"/>
                    </a:cubicBezTo>
                    <a:cubicBezTo>
                      <a:pt x="10644" y="1412"/>
                      <a:pt x="10886" y="1823"/>
                      <a:pt x="11174" y="1823"/>
                    </a:cubicBezTo>
                    <a:cubicBezTo>
                      <a:pt x="11462" y="1823"/>
                      <a:pt x="11682" y="1412"/>
                      <a:pt x="11667" y="908"/>
                    </a:cubicBezTo>
                    <a:cubicBezTo>
                      <a:pt x="11653" y="406"/>
                      <a:pt x="11412" y="0"/>
                      <a:pt x="11127" y="0"/>
                    </a:cubicBezTo>
                    <a:close/>
                    <a:moveTo>
                      <a:pt x="12395" y="0"/>
                    </a:moveTo>
                    <a:cubicBezTo>
                      <a:pt x="12110" y="0"/>
                      <a:pt x="11891" y="406"/>
                      <a:pt x="11906" y="908"/>
                    </a:cubicBezTo>
                    <a:cubicBezTo>
                      <a:pt x="11921" y="1412"/>
                      <a:pt x="12167" y="1823"/>
                      <a:pt x="12454" y="1823"/>
                    </a:cubicBezTo>
                    <a:cubicBezTo>
                      <a:pt x="12741" y="1823"/>
                      <a:pt x="12959" y="1412"/>
                      <a:pt x="12941" y="908"/>
                    </a:cubicBezTo>
                    <a:cubicBezTo>
                      <a:pt x="12924" y="406"/>
                      <a:pt x="12680" y="0"/>
                      <a:pt x="12395" y="0"/>
                    </a:cubicBezTo>
                    <a:close/>
                    <a:moveTo>
                      <a:pt x="6085" y="2181"/>
                    </a:moveTo>
                    <a:cubicBezTo>
                      <a:pt x="5798" y="2181"/>
                      <a:pt x="5562" y="2595"/>
                      <a:pt x="5560" y="3110"/>
                    </a:cubicBezTo>
                    <a:cubicBezTo>
                      <a:pt x="5558" y="3626"/>
                      <a:pt x="5794" y="4047"/>
                      <a:pt x="6084" y="4047"/>
                    </a:cubicBezTo>
                    <a:cubicBezTo>
                      <a:pt x="6374" y="4047"/>
                      <a:pt x="6608" y="3626"/>
                      <a:pt x="6607" y="3110"/>
                    </a:cubicBezTo>
                    <a:cubicBezTo>
                      <a:pt x="6606" y="2595"/>
                      <a:pt x="6372" y="2181"/>
                      <a:pt x="6085" y="2181"/>
                    </a:cubicBezTo>
                    <a:close/>
                    <a:moveTo>
                      <a:pt x="7352" y="2181"/>
                    </a:moveTo>
                    <a:cubicBezTo>
                      <a:pt x="7064" y="2181"/>
                      <a:pt x="6832" y="2595"/>
                      <a:pt x="6834" y="3110"/>
                    </a:cubicBezTo>
                    <a:cubicBezTo>
                      <a:pt x="6835" y="3626"/>
                      <a:pt x="7073" y="4047"/>
                      <a:pt x="7363" y="4047"/>
                    </a:cubicBezTo>
                    <a:cubicBezTo>
                      <a:pt x="7653" y="4047"/>
                      <a:pt x="7886" y="3626"/>
                      <a:pt x="7881" y="3110"/>
                    </a:cubicBezTo>
                    <a:cubicBezTo>
                      <a:pt x="7877" y="2595"/>
                      <a:pt x="7639" y="2181"/>
                      <a:pt x="7352" y="2181"/>
                    </a:cubicBezTo>
                    <a:close/>
                    <a:moveTo>
                      <a:pt x="8619" y="2181"/>
                    </a:moveTo>
                    <a:cubicBezTo>
                      <a:pt x="8332" y="2181"/>
                      <a:pt x="8102" y="2595"/>
                      <a:pt x="8107" y="3110"/>
                    </a:cubicBezTo>
                    <a:cubicBezTo>
                      <a:pt x="8112" y="3626"/>
                      <a:pt x="8352" y="4047"/>
                      <a:pt x="8642" y="4047"/>
                    </a:cubicBezTo>
                    <a:cubicBezTo>
                      <a:pt x="8934" y="4047"/>
                      <a:pt x="9163" y="3626"/>
                      <a:pt x="9155" y="3110"/>
                    </a:cubicBezTo>
                    <a:cubicBezTo>
                      <a:pt x="9147" y="2595"/>
                      <a:pt x="8908" y="2181"/>
                      <a:pt x="8619" y="2181"/>
                    </a:cubicBezTo>
                    <a:close/>
                    <a:moveTo>
                      <a:pt x="9908" y="2181"/>
                    </a:moveTo>
                    <a:cubicBezTo>
                      <a:pt x="9620" y="2181"/>
                      <a:pt x="9393" y="2595"/>
                      <a:pt x="9401" y="3110"/>
                    </a:cubicBezTo>
                    <a:cubicBezTo>
                      <a:pt x="9410" y="3626"/>
                      <a:pt x="9653" y="4047"/>
                      <a:pt x="9944" y="4047"/>
                    </a:cubicBezTo>
                    <a:cubicBezTo>
                      <a:pt x="10234" y="4047"/>
                      <a:pt x="10460" y="3626"/>
                      <a:pt x="10448" y="3110"/>
                    </a:cubicBezTo>
                    <a:cubicBezTo>
                      <a:pt x="10437" y="2595"/>
                      <a:pt x="10196" y="2181"/>
                      <a:pt x="9908" y="2181"/>
                    </a:cubicBezTo>
                    <a:close/>
                    <a:moveTo>
                      <a:pt x="11175" y="2181"/>
                    </a:moveTo>
                    <a:cubicBezTo>
                      <a:pt x="10887" y="2181"/>
                      <a:pt x="10664" y="2595"/>
                      <a:pt x="10675" y="3110"/>
                    </a:cubicBezTo>
                    <a:cubicBezTo>
                      <a:pt x="10687" y="3626"/>
                      <a:pt x="10932" y="4047"/>
                      <a:pt x="11223" y="4047"/>
                    </a:cubicBezTo>
                    <a:cubicBezTo>
                      <a:pt x="11514" y="4047"/>
                      <a:pt x="11737" y="3626"/>
                      <a:pt x="11722" y="3110"/>
                    </a:cubicBezTo>
                    <a:cubicBezTo>
                      <a:pt x="11708" y="2595"/>
                      <a:pt x="11464" y="2181"/>
                      <a:pt x="11175" y="2181"/>
                    </a:cubicBezTo>
                    <a:close/>
                    <a:moveTo>
                      <a:pt x="12464" y="2181"/>
                    </a:moveTo>
                    <a:cubicBezTo>
                      <a:pt x="12176" y="2181"/>
                      <a:pt x="11955" y="2595"/>
                      <a:pt x="11970" y="3110"/>
                    </a:cubicBezTo>
                    <a:cubicBezTo>
                      <a:pt x="11985" y="3626"/>
                      <a:pt x="12234" y="4047"/>
                      <a:pt x="12524" y="4047"/>
                    </a:cubicBezTo>
                    <a:cubicBezTo>
                      <a:pt x="12815" y="4047"/>
                      <a:pt x="13035" y="3626"/>
                      <a:pt x="13017" y="3110"/>
                    </a:cubicBezTo>
                    <a:cubicBezTo>
                      <a:pt x="12999" y="2595"/>
                      <a:pt x="12752" y="2181"/>
                      <a:pt x="12464" y="2181"/>
                    </a:cubicBezTo>
                    <a:close/>
                    <a:moveTo>
                      <a:pt x="13836" y="2181"/>
                    </a:moveTo>
                    <a:cubicBezTo>
                      <a:pt x="13549" y="2181"/>
                      <a:pt x="13331" y="2595"/>
                      <a:pt x="13350" y="3110"/>
                    </a:cubicBezTo>
                    <a:cubicBezTo>
                      <a:pt x="13369" y="3626"/>
                      <a:pt x="13619" y="4047"/>
                      <a:pt x="13909" y="4047"/>
                    </a:cubicBezTo>
                    <a:cubicBezTo>
                      <a:pt x="14200" y="4047"/>
                      <a:pt x="14418" y="3626"/>
                      <a:pt x="14396" y="3110"/>
                    </a:cubicBezTo>
                    <a:cubicBezTo>
                      <a:pt x="14374" y="2595"/>
                      <a:pt x="14124" y="2181"/>
                      <a:pt x="13836" y="2181"/>
                    </a:cubicBezTo>
                    <a:close/>
                    <a:moveTo>
                      <a:pt x="15104" y="2181"/>
                    </a:moveTo>
                    <a:cubicBezTo>
                      <a:pt x="14816" y="2181"/>
                      <a:pt x="14600" y="2595"/>
                      <a:pt x="14623" y="3110"/>
                    </a:cubicBezTo>
                    <a:cubicBezTo>
                      <a:pt x="14645" y="3626"/>
                      <a:pt x="14900" y="4047"/>
                      <a:pt x="15190" y="4047"/>
                    </a:cubicBezTo>
                    <a:cubicBezTo>
                      <a:pt x="15480" y="4047"/>
                      <a:pt x="15696" y="3626"/>
                      <a:pt x="15671" y="3110"/>
                    </a:cubicBezTo>
                    <a:cubicBezTo>
                      <a:pt x="15645" y="2595"/>
                      <a:pt x="15392" y="2181"/>
                      <a:pt x="15104" y="2181"/>
                    </a:cubicBezTo>
                    <a:close/>
                    <a:moveTo>
                      <a:pt x="4783" y="4487"/>
                    </a:moveTo>
                    <a:cubicBezTo>
                      <a:pt x="4491" y="4487"/>
                      <a:pt x="4250" y="4913"/>
                      <a:pt x="4245" y="5439"/>
                    </a:cubicBezTo>
                    <a:cubicBezTo>
                      <a:pt x="4239" y="5969"/>
                      <a:pt x="4474" y="6400"/>
                      <a:pt x="4768" y="6400"/>
                    </a:cubicBezTo>
                    <a:cubicBezTo>
                      <a:pt x="5062" y="6400"/>
                      <a:pt x="5303" y="5969"/>
                      <a:pt x="5305" y="5439"/>
                    </a:cubicBezTo>
                    <a:cubicBezTo>
                      <a:pt x="5308" y="4913"/>
                      <a:pt x="5074" y="4487"/>
                      <a:pt x="4783" y="4487"/>
                    </a:cubicBezTo>
                    <a:close/>
                    <a:moveTo>
                      <a:pt x="6070" y="4487"/>
                    </a:moveTo>
                    <a:cubicBezTo>
                      <a:pt x="5780" y="4487"/>
                      <a:pt x="5541" y="4913"/>
                      <a:pt x="5539" y="5439"/>
                    </a:cubicBezTo>
                    <a:cubicBezTo>
                      <a:pt x="5537" y="5969"/>
                      <a:pt x="5775" y="6400"/>
                      <a:pt x="6068" y="6400"/>
                    </a:cubicBezTo>
                    <a:cubicBezTo>
                      <a:pt x="6362" y="6400"/>
                      <a:pt x="6600" y="5969"/>
                      <a:pt x="6599" y="5439"/>
                    </a:cubicBezTo>
                    <a:cubicBezTo>
                      <a:pt x="6598" y="4913"/>
                      <a:pt x="6361" y="4487"/>
                      <a:pt x="6070" y="4487"/>
                    </a:cubicBezTo>
                    <a:close/>
                    <a:moveTo>
                      <a:pt x="7358" y="4487"/>
                    </a:moveTo>
                    <a:cubicBezTo>
                      <a:pt x="7067" y="4487"/>
                      <a:pt x="6832" y="4913"/>
                      <a:pt x="6834" y="5439"/>
                    </a:cubicBezTo>
                    <a:cubicBezTo>
                      <a:pt x="6835" y="5969"/>
                      <a:pt x="7075" y="6400"/>
                      <a:pt x="7369" y="6400"/>
                    </a:cubicBezTo>
                    <a:cubicBezTo>
                      <a:pt x="7663" y="6400"/>
                      <a:pt x="7898" y="5969"/>
                      <a:pt x="7894" y="5439"/>
                    </a:cubicBezTo>
                    <a:cubicBezTo>
                      <a:pt x="7889" y="4913"/>
                      <a:pt x="7649" y="4487"/>
                      <a:pt x="7358" y="4487"/>
                    </a:cubicBezTo>
                    <a:close/>
                    <a:moveTo>
                      <a:pt x="10040" y="4487"/>
                    </a:moveTo>
                    <a:cubicBezTo>
                      <a:pt x="9749" y="4487"/>
                      <a:pt x="9520" y="4913"/>
                      <a:pt x="9529" y="5439"/>
                    </a:cubicBezTo>
                    <a:cubicBezTo>
                      <a:pt x="9537" y="5969"/>
                      <a:pt x="9784" y="6400"/>
                      <a:pt x="10078" y="6400"/>
                    </a:cubicBezTo>
                    <a:cubicBezTo>
                      <a:pt x="10372" y="6400"/>
                      <a:pt x="10600" y="5969"/>
                      <a:pt x="10588" y="5439"/>
                    </a:cubicBezTo>
                    <a:cubicBezTo>
                      <a:pt x="10577" y="4913"/>
                      <a:pt x="10331" y="4487"/>
                      <a:pt x="10040" y="4487"/>
                    </a:cubicBezTo>
                    <a:close/>
                    <a:moveTo>
                      <a:pt x="11245" y="4487"/>
                    </a:moveTo>
                    <a:cubicBezTo>
                      <a:pt x="10953" y="4487"/>
                      <a:pt x="10727" y="4913"/>
                      <a:pt x="10739" y="5439"/>
                    </a:cubicBezTo>
                    <a:cubicBezTo>
                      <a:pt x="10751" y="5969"/>
                      <a:pt x="10999" y="6400"/>
                      <a:pt x="11293" y="6400"/>
                    </a:cubicBezTo>
                    <a:cubicBezTo>
                      <a:pt x="11588" y="6400"/>
                      <a:pt x="11813" y="5969"/>
                      <a:pt x="11799" y="5439"/>
                    </a:cubicBezTo>
                    <a:cubicBezTo>
                      <a:pt x="11784" y="4913"/>
                      <a:pt x="11537" y="4487"/>
                      <a:pt x="11245" y="4487"/>
                    </a:cubicBezTo>
                    <a:close/>
                    <a:moveTo>
                      <a:pt x="12533" y="4487"/>
                    </a:moveTo>
                    <a:cubicBezTo>
                      <a:pt x="12242" y="4487"/>
                      <a:pt x="12018" y="4913"/>
                      <a:pt x="12033" y="5439"/>
                    </a:cubicBezTo>
                    <a:cubicBezTo>
                      <a:pt x="12049" y="5969"/>
                      <a:pt x="12301" y="6400"/>
                      <a:pt x="12595" y="6400"/>
                    </a:cubicBezTo>
                    <a:cubicBezTo>
                      <a:pt x="12890" y="6400"/>
                      <a:pt x="13112" y="5969"/>
                      <a:pt x="13094" y="5439"/>
                    </a:cubicBezTo>
                    <a:cubicBezTo>
                      <a:pt x="13075" y="4913"/>
                      <a:pt x="12825" y="4487"/>
                      <a:pt x="12533" y="4487"/>
                    </a:cubicBezTo>
                    <a:close/>
                    <a:moveTo>
                      <a:pt x="13927" y="4487"/>
                    </a:moveTo>
                    <a:cubicBezTo>
                      <a:pt x="13636" y="4487"/>
                      <a:pt x="13415" y="4913"/>
                      <a:pt x="13434" y="5439"/>
                    </a:cubicBezTo>
                    <a:cubicBezTo>
                      <a:pt x="13454" y="5969"/>
                      <a:pt x="13709" y="6400"/>
                      <a:pt x="14002" y="6400"/>
                    </a:cubicBezTo>
                    <a:cubicBezTo>
                      <a:pt x="14296" y="6400"/>
                      <a:pt x="14516" y="5969"/>
                      <a:pt x="14494" y="5439"/>
                    </a:cubicBezTo>
                    <a:cubicBezTo>
                      <a:pt x="14471" y="4913"/>
                      <a:pt x="14218" y="4487"/>
                      <a:pt x="13927" y="4487"/>
                    </a:cubicBezTo>
                    <a:close/>
                    <a:moveTo>
                      <a:pt x="15215" y="4487"/>
                    </a:moveTo>
                    <a:cubicBezTo>
                      <a:pt x="14925" y="4487"/>
                      <a:pt x="14707" y="4913"/>
                      <a:pt x="14730" y="5439"/>
                    </a:cubicBezTo>
                    <a:cubicBezTo>
                      <a:pt x="14753" y="5969"/>
                      <a:pt x="15010" y="6400"/>
                      <a:pt x="15303" y="6400"/>
                    </a:cubicBezTo>
                    <a:cubicBezTo>
                      <a:pt x="15597" y="6400"/>
                      <a:pt x="15815" y="5969"/>
                      <a:pt x="15789" y="5439"/>
                    </a:cubicBezTo>
                    <a:cubicBezTo>
                      <a:pt x="15763" y="4913"/>
                      <a:pt x="15506" y="4487"/>
                      <a:pt x="15215" y="4487"/>
                    </a:cubicBezTo>
                    <a:close/>
                    <a:moveTo>
                      <a:pt x="16504" y="4487"/>
                    </a:moveTo>
                    <a:cubicBezTo>
                      <a:pt x="16212" y="4487"/>
                      <a:pt x="15998" y="4913"/>
                      <a:pt x="16024" y="5439"/>
                    </a:cubicBezTo>
                    <a:cubicBezTo>
                      <a:pt x="16050" y="5969"/>
                      <a:pt x="16310" y="6400"/>
                      <a:pt x="16605" y="6400"/>
                    </a:cubicBezTo>
                    <a:cubicBezTo>
                      <a:pt x="16898" y="6400"/>
                      <a:pt x="17114" y="5969"/>
                      <a:pt x="17084" y="5439"/>
                    </a:cubicBezTo>
                    <a:cubicBezTo>
                      <a:pt x="17055" y="4913"/>
                      <a:pt x="16795" y="4487"/>
                      <a:pt x="16504" y="4487"/>
                    </a:cubicBezTo>
                    <a:close/>
                    <a:moveTo>
                      <a:pt x="17793" y="4487"/>
                    </a:moveTo>
                    <a:cubicBezTo>
                      <a:pt x="17501" y="4487"/>
                      <a:pt x="17289" y="4913"/>
                      <a:pt x="17319" y="5439"/>
                    </a:cubicBezTo>
                    <a:cubicBezTo>
                      <a:pt x="17349" y="5969"/>
                      <a:pt x="17612" y="6400"/>
                      <a:pt x="17907" y="6400"/>
                    </a:cubicBezTo>
                    <a:cubicBezTo>
                      <a:pt x="18201" y="6400"/>
                      <a:pt x="18412" y="5969"/>
                      <a:pt x="18379" y="5439"/>
                    </a:cubicBezTo>
                    <a:cubicBezTo>
                      <a:pt x="18346" y="4913"/>
                      <a:pt x="18084" y="4487"/>
                      <a:pt x="17793" y="4487"/>
                    </a:cubicBezTo>
                    <a:close/>
                    <a:moveTo>
                      <a:pt x="19082" y="4487"/>
                    </a:moveTo>
                    <a:cubicBezTo>
                      <a:pt x="18791" y="4487"/>
                      <a:pt x="18581" y="4913"/>
                      <a:pt x="18614" y="5439"/>
                    </a:cubicBezTo>
                    <a:cubicBezTo>
                      <a:pt x="18648" y="5969"/>
                      <a:pt x="18915" y="6400"/>
                      <a:pt x="19209" y="6400"/>
                    </a:cubicBezTo>
                    <a:cubicBezTo>
                      <a:pt x="19502" y="6400"/>
                      <a:pt x="19712" y="5969"/>
                      <a:pt x="19675" y="5439"/>
                    </a:cubicBezTo>
                    <a:cubicBezTo>
                      <a:pt x="19639" y="4913"/>
                      <a:pt x="19373" y="4487"/>
                      <a:pt x="19082" y="4487"/>
                    </a:cubicBezTo>
                    <a:close/>
                    <a:moveTo>
                      <a:pt x="20391" y="4487"/>
                    </a:moveTo>
                    <a:cubicBezTo>
                      <a:pt x="20100" y="4487"/>
                      <a:pt x="19894" y="4913"/>
                      <a:pt x="19931" y="5439"/>
                    </a:cubicBezTo>
                    <a:cubicBezTo>
                      <a:pt x="19968" y="5969"/>
                      <a:pt x="20236" y="6400"/>
                      <a:pt x="20530" y="6400"/>
                    </a:cubicBezTo>
                    <a:cubicBezTo>
                      <a:pt x="20824" y="6400"/>
                      <a:pt x="21031" y="5969"/>
                      <a:pt x="20991" y="5439"/>
                    </a:cubicBezTo>
                    <a:cubicBezTo>
                      <a:pt x="20951" y="4913"/>
                      <a:pt x="20683" y="4487"/>
                      <a:pt x="20391" y="4487"/>
                    </a:cubicBezTo>
                    <a:close/>
                    <a:moveTo>
                      <a:pt x="2234" y="6793"/>
                    </a:moveTo>
                    <a:cubicBezTo>
                      <a:pt x="1939" y="6793"/>
                      <a:pt x="1690" y="7228"/>
                      <a:pt x="1678" y="7767"/>
                    </a:cubicBezTo>
                    <a:cubicBezTo>
                      <a:pt x="1665" y="8309"/>
                      <a:pt x="1896" y="8752"/>
                      <a:pt x="2194" y="8752"/>
                    </a:cubicBezTo>
                    <a:cubicBezTo>
                      <a:pt x="2492" y="8752"/>
                      <a:pt x="2741" y="8309"/>
                      <a:pt x="2751" y="7767"/>
                    </a:cubicBezTo>
                    <a:cubicBezTo>
                      <a:pt x="2760" y="7228"/>
                      <a:pt x="2528" y="6793"/>
                      <a:pt x="2234" y="6793"/>
                    </a:cubicBezTo>
                    <a:close/>
                    <a:moveTo>
                      <a:pt x="4768" y="6793"/>
                    </a:moveTo>
                    <a:cubicBezTo>
                      <a:pt x="4473" y="6793"/>
                      <a:pt x="4229" y="7228"/>
                      <a:pt x="4223" y="7767"/>
                    </a:cubicBezTo>
                    <a:cubicBezTo>
                      <a:pt x="4218" y="8309"/>
                      <a:pt x="4455" y="8752"/>
                      <a:pt x="4753" y="8752"/>
                    </a:cubicBezTo>
                    <a:cubicBezTo>
                      <a:pt x="5050" y="8752"/>
                      <a:pt x="5294" y="8309"/>
                      <a:pt x="5296" y="7767"/>
                    </a:cubicBezTo>
                    <a:cubicBezTo>
                      <a:pt x="5299" y="7228"/>
                      <a:pt x="5063" y="6793"/>
                      <a:pt x="4768" y="6793"/>
                    </a:cubicBezTo>
                    <a:close/>
                    <a:moveTo>
                      <a:pt x="6076" y="6793"/>
                    </a:moveTo>
                    <a:cubicBezTo>
                      <a:pt x="5782" y="6793"/>
                      <a:pt x="5541" y="7228"/>
                      <a:pt x="5539" y="7767"/>
                    </a:cubicBezTo>
                    <a:cubicBezTo>
                      <a:pt x="5537" y="8309"/>
                      <a:pt x="5778" y="8752"/>
                      <a:pt x="6075" y="8752"/>
                    </a:cubicBezTo>
                    <a:cubicBezTo>
                      <a:pt x="6372" y="8752"/>
                      <a:pt x="6613" y="8309"/>
                      <a:pt x="6612" y="7767"/>
                    </a:cubicBezTo>
                    <a:cubicBezTo>
                      <a:pt x="6611" y="7228"/>
                      <a:pt x="6371" y="6793"/>
                      <a:pt x="6076" y="6793"/>
                    </a:cubicBezTo>
                    <a:close/>
                    <a:moveTo>
                      <a:pt x="7386" y="6793"/>
                    </a:moveTo>
                    <a:cubicBezTo>
                      <a:pt x="7091" y="6793"/>
                      <a:pt x="6853" y="7228"/>
                      <a:pt x="6855" y="7767"/>
                    </a:cubicBezTo>
                    <a:cubicBezTo>
                      <a:pt x="6856" y="8309"/>
                      <a:pt x="7099" y="8752"/>
                      <a:pt x="7397" y="8752"/>
                    </a:cubicBezTo>
                    <a:cubicBezTo>
                      <a:pt x="7694" y="8752"/>
                      <a:pt x="7932" y="8309"/>
                      <a:pt x="7928" y="7767"/>
                    </a:cubicBezTo>
                    <a:cubicBezTo>
                      <a:pt x="7923" y="7228"/>
                      <a:pt x="7680" y="6793"/>
                      <a:pt x="7386" y="6793"/>
                    </a:cubicBezTo>
                    <a:close/>
                    <a:moveTo>
                      <a:pt x="10089" y="6793"/>
                    </a:moveTo>
                    <a:cubicBezTo>
                      <a:pt x="9795" y="6793"/>
                      <a:pt x="9562" y="7228"/>
                      <a:pt x="9571" y="7767"/>
                    </a:cubicBezTo>
                    <a:cubicBezTo>
                      <a:pt x="9580" y="8309"/>
                      <a:pt x="9829" y="8752"/>
                      <a:pt x="10127" y="8752"/>
                    </a:cubicBezTo>
                    <a:cubicBezTo>
                      <a:pt x="10425" y="8752"/>
                      <a:pt x="10656" y="8309"/>
                      <a:pt x="10644" y="7767"/>
                    </a:cubicBezTo>
                    <a:cubicBezTo>
                      <a:pt x="10632" y="7228"/>
                      <a:pt x="10384" y="6793"/>
                      <a:pt x="10089" y="6793"/>
                    </a:cubicBezTo>
                    <a:close/>
                    <a:moveTo>
                      <a:pt x="11399" y="6793"/>
                    </a:moveTo>
                    <a:cubicBezTo>
                      <a:pt x="11104" y="6793"/>
                      <a:pt x="10875" y="7228"/>
                      <a:pt x="10887" y="7767"/>
                    </a:cubicBezTo>
                    <a:cubicBezTo>
                      <a:pt x="10900" y="8309"/>
                      <a:pt x="11152" y="8752"/>
                      <a:pt x="11450" y="8752"/>
                    </a:cubicBezTo>
                    <a:cubicBezTo>
                      <a:pt x="11747" y="8752"/>
                      <a:pt x="11976" y="8309"/>
                      <a:pt x="11960" y="7767"/>
                    </a:cubicBezTo>
                    <a:cubicBezTo>
                      <a:pt x="11945" y="7228"/>
                      <a:pt x="11693" y="6793"/>
                      <a:pt x="11399" y="6793"/>
                    </a:cubicBezTo>
                    <a:close/>
                    <a:moveTo>
                      <a:pt x="12708" y="6793"/>
                    </a:moveTo>
                    <a:cubicBezTo>
                      <a:pt x="12413" y="6793"/>
                      <a:pt x="12187" y="7228"/>
                      <a:pt x="12203" y="7767"/>
                    </a:cubicBezTo>
                    <a:cubicBezTo>
                      <a:pt x="12219" y="8309"/>
                      <a:pt x="12474" y="8752"/>
                      <a:pt x="12772" y="8752"/>
                    </a:cubicBezTo>
                    <a:cubicBezTo>
                      <a:pt x="13069" y="8752"/>
                      <a:pt x="13295" y="8309"/>
                      <a:pt x="13276" y="7767"/>
                    </a:cubicBezTo>
                    <a:cubicBezTo>
                      <a:pt x="13257" y="7228"/>
                      <a:pt x="13002" y="6793"/>
                      <a:pt x="12708" y="6793"/>
                    </a:cubicBezTo>
                    <a:close/>
                    <a:moveTo>
                      <a:pt x="14017" y="6793"/>
                    </a:moveTo>
                    <a:cubicBezTo>
                      <a:pt x="13723" y="6793"/>
                      <a:pt x="13500" y="7228"/>
                      <a:pt x="13519" y="7767"/>
                    </a:cubicBezTo>
                    <a:cubicBezTo>
                      <a:pt x="13539" y="8309"/>
                      <a:pt x="13797" y="8752"/>
                      <a:pt x="14094" y="8752"/>
                    </a:cubicBezTo>
                    <a:cubicBezTo>
                      <a:pt x="14392" y="8752"/>
                      <a:pt x="14614" y="8309"/>
                      <a:pt x="14591" y="7767"/>
                    </a:cubicBezTo>
                    <a:cubicBezTo>
                      <a:pt x="14568" y="7228"/>
                      <a:pt x="14312" y="6793"/>
                      <a:pt x="14017" y="6793"/>
                    </a:cubicBezTo>
                    <a:close/>
                    <a:moveTo>
                      <a:pt x="15326" y="6793"/>
                    </a:moveTo>
                    <a:cubicBezTo>
                      <a:pt x="15033" y="6793"/>
                      <a:pt x="14812" y="7228"/>
                      <a:pt x="14836" y="7767"/>
                    </a:cubicBezTo>
                    <a:cubicBezTo>
                      <a:pt x="14859" y="8309"/>
                      <a:pt x="15120" y="8752"/>
                      <a:pt x="15417" y="8752"/>
                    </a:cubicBezTo>
                    <a:cubicBezTo>
                      <a:pt x="15714" y="8752"/>
                      <a:pt x="15934" y="8309"/>
                      <a:pt x="15908" y="7767"/>
                    </a:cubicBezTo>
                    <a:cubicBezTo>
                      <a:pt x="15882" y="7228"/>
                      <a:pt x="15622" y="6793"/>
                      <a:pt x="15326" y="6793"/>
                    </a:cubicBezTo>
                    <a:close/>
                    <a:moveTo>
                      <a:pt x="16637" y="6793"/>
                    </a:moveTo>
                    <a:cubicBezTo>
                      <a:pt x="16342" y="6793"/>
                      <a:pt x="16124" y="7228"/>
                      <a:pt x="16151" y="7767"/>
                    </a:cubicBezTo>
                    <a:cubicBezTo>
                      <a:pt x="16178" y="8309"/>
                      <a:pt x="16442" y="8752"/>
                      <a:pt x="16740" y="8752"/>
                    </a:cubicBezTo>
                    <a:cubicBezTo>
                      <a:pt x="17037" y="8752"/>
                      <a:pt x="17254" y="8309"/>
                      <a:pt x="17224" y="7767"/>
                    </a:cubicBezTo>
                    <a:cubicBezTo>
                      <a:pt x="17194" y="7228"/>
                      <a:pt x="16931" y="6793"/>
                      <a:pt x="16637" y="6793"/>
                    </a:cubicBezTo>
                    <a:close/>
                    <a:moveTo>
                      <a:pt x="17946" y="6793"/>
                    </a:moveTo>
                    <a:cubicBezTo>
                      <a:pt x="17652" y="6793"/>
                      <a:pt x="17437" y="7228"/>
                      <a:pt x="17468" y="7767"/>
                    </a:cubicBezTo>
                    <a:cubicBezTo>
                      <a:pt x="17498" y="8309"/>
                      <a:pt x="17765" y="8752"/>
                      <a:pt x="18063" y="8752"/>
                    </a:cubicBezTo>
                    <a:cubicBezTo>
                      <a:pt x="18360" y="8752"/>
                      <a:pt x="18574" y="8309"/>
                      <a:pt x="18540" y="7767"/>
                    </a:cubicBezTo>
                    <a:cubicBezTo>
                      <a:pt x="18506" y="7228"/>
                      <a:pt x="18241" y="6793"/>
                      <a:pt x="17946" y="6793"/>
                    </a:cubicBezTo>
                    <a:close/>
                    <a:moveTo>
                      <a:pt x="19236" y="6793"/>
                    </a:moveTo>
                    <a:cubicBezTo>
                      <a:pt x="18942" y="6793"/>
                      <a:pt x="18729" y="7228"/>
                      <a:pt x="18763" y="7767"/>
                    </a:cubicBezTo>
                    <a:cubicBezTo>
                      <a:pt x="18797" y="8309"/>
                      <a:pt x="19068" y="8752"/>
                      <a:pt x="19366" y="8752"/>
                    </a:cubicBezTo>
                    <a:cubicBezTo>
                      <a:pt x="19663" y="8752"/>
                      <a:pt x="19874" y="8309"/>
                      <a:pt x="19836" y="7767"/>
                    </a:cubicBezTo>
                    <a:cubicBezTo>
                      <a:pt x="19800" y="7228"/>
                      <a:pt x="19530" y="6793"/>
                      <a:pt x="19236" y="6793"/>
                    </a:cubicBezTo>
                    <a:close/>
                    <a:moveTo>
                      <a:pt x="20545" y="6793"/>
                    </a:moveTo>
                    <a:cubicBezTo>
                      <a:pt x="20250" y="6793"/>
                      <a:pt x="20042" y="7228"/>
                      <a:pt x="20080" y="7767"/>
                    </a:cubicBezTo>
                    <a:cubicBezTo>
                      <a:pt x="20118" y="8309"/>
                      <a:pt x="20389" y="8752"/>
                      <a:pt x="20687" y="8752"/>
                    </a:cubicBezTo>
                    <a:cubicBezTo>
                      <a:pt x="20985" y="8752"/>
                      <a:pt x="21193" y="8309"/>
                      <a:pt x="21152" y="7767"/>
                    </a:cubicBezTo>
                    <a:cubicBezTo>
                      <a:pt x="21111" y="7228"/>
                      <a:pt x="20839" y="6793"/>
                      <a:pt x="20545" y="6793"/>
                    </a:cubicBezTo>
                    <a:close/>
                    <a:moveTo>
                      <a:pt x="869" y="9223"/>
                    </a:moveTo>
                    <a:cubicBezTo>
                      <a:pt x="570" y="9223"/>
                      <a:pt x="315" y="9668"/>
                      <a:pt x="298" y="10221"/>
                    </a:cubicBezTo>
                    <a:cubicBezTo>
                      <a:pt x="282" y="10776"/>
                      <a:pt x="513" y="11229"/>
                      <a:pt x="814" y="11229"/>
                    </a:cubicBezTo>
                    <a:cubicBezTo>
                      <a:pt x="1116" y="11229"/>
                      <a:pt x="1371" y="10776"/>
                      <a:pt x="1385" y="10221"/>
                    </a:cubicBezTo>
                    <a:cubicBezTo>
                      <a:pt x="1398" y="9668"/>
                      <a:pt x="1167" y="9223"/>
                      <a:pt x="869" y="9223"/>
                    </a:cubicBezTo>
                    <a:close/>
                    <a:moveTo>
                      <a:pt x="2199" y="9223"/>
                    </a:moveTo>
                    <a:cubicBezTo>
                      <a:pt x="1900" y="9223"/>
                      <a:pt x="1648" y="9668"/>
                      <a:pt x="1635" y="10221"/>
                    </a:cubicBezTo>
                    <a:cubicBezTo>
                      <a:pt x="1622" y="10776"/>
                      <a:pt x="1856" y="11229"/>
                      <a:pt x="2158" y="11229"/>
                    </a:cubicBezTo>
                    <a:cubicBezTo>
                      <a:pt x="2459" y="11229"/>
                      <a:pt x="2712" y="10776"/>
                      <a:pt x="2721" y="10221"/>
                    </a:cubicBezTo>
                    <a:cubicBezTo>
                      <a:pt x="2731" y="9668"/>
                      <a:pt x="2497" y="9223"/>
                      <a:pt x="2199" y="9223"/>
                    </a:cubicBezTo>
                    <a:close/>
                    <a:moveTo>
                      <a:pt x="4837" y="9223"/>
                    </a:moveTo>
                    <a:cubicBezTo>
                      <a:pt x="4539" y="9223"/>
                      <a:pt x="4293" y="9668"/>
                      <a:pt x="4287" y="10221"/>
                    </a:cubicBezTo>
                    <a:cubicBezTo>
                      <a:pt x="4282" y="10776"/>
                      <a:pt x="4522" y="11229"/>
                      <a:pt x="4823" y="11229"/>
                    </a:cubicBezTo>
                    <a:cubicBezTo>
                      <a:pt x="5124" y="11229"/>
                      <a:pt x="5371" y="10776"/>
                      <a:pt x="5373" y="10221"/>
                    </a:cubicBezTo>
                    <a:cubicBezTo>
                      <a:pt x="5376" y="9668"/>
                      <a:pt x="5136" y="9223"/>
                      <a:pt x="4837" y="9223"/>
                    </a:cubicBezTo>
                    <a:close/>
                    <a:moveTo>
                      <a:pt x="6167" y="9223"/>
                    </a:moveTo>
                    <a:cubicBezTo>
                      <a:pt x="5868" y="9223"/>
                      <a:pt x="5626" y="9668"/>
                      <a:pt x="5624" y="10221"/>
                    </a:cubicBezTo>
                    <a:cubicBezTo>
                      <a:pt x="5622" y="10776"/>
                      <a:pt x="5865" y="11229"/>
                      <a:pt x="6166" y="11229"/>
                    </a:cubicBezTo>
                    <a:cubicBezTo>
                      <a:pt x="6468" y="11229"/>
                      <a:pt x="6711" y="10776"/>
                      <a:pt x="6710" y="10221"/>
                    </a:cubicBezTo>
                    <a:cubicBezTo>
                      <a:pt x="6708" y="9668"/>
                      <a:pt x="6466" y="9223"/>
                      <a:pt x="6167" y="9223"/>
                    </a:cubicBezTo>
                    <a:close/>
                    <a:moveTo>
                      <a:pt x="7497" y="9223"/>
                    </a:moveTo>
                    <a:cubicBezTo>
                      <a:pt x="7200" y="9223"/>
                      <a:pt x="6959" y="9668"/>
                      <a:pt x="6961" y="10221"/>
                    </a:cubicBezTo>
                    <a:cubicBezTo>
                      <a:pt x="6963" y="10776"/>
                      <a:pt x="7209" y="11229"/>
                      <a:pt x="7510" y="11229"/>
                    </a:cubicBezTo>
                    <a:cubicBezTo>
                      <a:pt x="7812" y="11229"/>
                      <a:pt x="8051" y="10776"/>
                      <a:pt x="8046" y="10221"/>
                    </a:cubicBezTo>
                    <a:cubicBezTo>
                      <a:pt x="8041" y="9668"/>
                      <a:pt x="7796" y="9223"/>
                      <a:pt x="7497" y="9223"/>
                    </a:cubicBezTo>
                    <a:close/>
                    <a:moveTo>
                      <a:pt x="8806" y="9223"/>
                    </a:moveTo>
                    <a:cubicBezTo>
                      <a:pt x="8508" y="9223"/>
                      <a:pt x="8271" y="9668"/>
                      <a:pt x="8277" y="10221"/>
                    </a:cubicBezTo>
                    <a:cubicBezTo>
                      <a:pt x="8282" y="10776"/>
                      <a:pt x="8531" y="11229"/>
                      <a:pt x="8832" y="11229"/>
                    </a:cubicBezTo>
                    <a:cubicBezTo>
                      <a:pt x="9134" y="11229"/>
                      <a:pt x="9371" y="10776"/>
                      <a:pt x="9362" y="10221"/>
                    </a:cubicBezTo>
                    <a:cubicBezTo>
                      <a:pt x="9353" y="9668"/>
                      <a:pt x="9105" y="9223"/>
                      <a:pt x="8806" y="9223"/>
                    </a:cubicBezTo>
                    <a:close/>
                    <a:moveTo>
                      <a:pt x="10137" y="9223"/>
                    </a:moveTo>
                    <a:cubicBezTo>
                      <a:pt x="9839" y="9223"/>
                      <a:pt x="9604" y="9668"/>
                      <a:pt x="9613" y="10221"/>
                    </a:cubicBezTo>
                    <a:cubicBezTo>
                      <a:pt x="9623" y="10776"/>
                      <a:pt x="9876" y="11229"/>
                      <a:pt x="10176" y="11229"/>
                    </a:cubicBezTo>
                    <a:cubicBezTo>
                      <a:pt x="10478" y="11229"/>
                      <a:pt x="10712" y="10776"/>
                      <a:pt x="10700" y="10221"/>
                    </a:cubicBezTo>
                    <a:cubicBezTo>
                      <a:pt x="10687" y="9668"/>
                      <a:pt x="10436" y="9223"/>
                      <a:pt x="10137" y="9223"/>
                    </a:cubicBezTo>
                    <a:close/>
                    <a:moveTo>
                      <a:pt x="11468" y="9223"/>
                    </a:moveTo>
                    <a:cubicBezTo>
                      <a:pt x="11170" y="9223"/>
                      <a:pt x="10938" y="9668"/>
                      <a:pt x="10951" y="10221"/>
                    </a:cubicBezTo>
                    <a:cubicBezTo>
                      <a:pt x="10964" y="10776"/>
                      <a:pt x="11220" y="11229"/>
                      <a:pt x="11521" y="11229"/>
                    </a:cubicBezTo>
                    <a:cubicBezTo>
                      <a:pt x="11821" y="11229"/>
                      <a:pt x="12053" y="10776"/>
                      <a:pt x="12037" y="10221"/>
                    </a:cubicBezTo>
                    <a:cubicBezTo>
                      <a:pt x="12021" y="9668"/>
                      <a:pt x="11766" y="9223"/>
                      <a:pt x="11468" y="9223"/>
                    </a:cubicBezTo>
                    <a:close/>
                    <a:moveTo>
                      <a:pt x="12777" y="9223"/>
                    </a:moveTo>
                    <a:cubicBezTo>
                      <a:pt x="12479" y="9223"/>
                      <a:pt x="12250" y="9668"/>
                      <a:pt x="12267" y="10221"/>
                    </a:cubicBezTo>
                    <a:cubicBezTo>
                      <a:pt x="12283" y="10776"/>
                      <a:pt x="12541" y="11229"/>
                      <a:pt x="12843" y="11229"/>
                    </a:cubicBezTo>
                    <a:cubicBezTo>
                      <a:pt x="13144" y="11229"/>
                      <a:pt x="13373" y="10776"/>
                      <a:pt x="13353" y="10221"/>
                    </a:cubicBezTo>
                    <a:cubicBezTo>
                      <a:pt x="13333" y="9668"/>
                      <a:pt x="13075" y="9223"/>
                      <a:pt x="12777" y="9223"/>
                    </a:cubicBezTo>
                    <a:close/>
                    <a:moveTo>
                      <a:pt x="14107" y="9223"/>
                    </a:moveTo>
                    <a:cubicBezTo>
                      <a:pt x="13809" y="9223"/>
                      <a:pt x="13584" y="9668"/>
                      <a:pt x="13604" y="10221"/>
                    </a:cubicBezTo>
                    <a:cubicBezTo>
                      <a:pt x="13625" y="10776"/>
                      <a:pt x="13886" y="11229"/>
                      <a:pt x="14186" y="11229"/>
                    </a:cubicBezTo>
                    <a:cubicBezTo>
                      <a:pt x="14488" y="11229"/>
                      <a:pt x="14713" y="10776"/>
                      <a:pt x="14689" y="10221"/>
                    </a:cubicBezTo>
                    <a:cubicBezTo>
                      <a:pt x="14666" y="9668"/>
                      <a:pt x="14406" y="9223"/>
                      <a:pt x="14107" y="9223"/>
                    </a:cubicBezTo>
                    <a:close/>
                    <a:moveTo>
                      <a:pt x="15439" y="9223"/>
                    </a:moveTo>
                    <a:cubicBezTo>
                      <a:pt x="15141" y="9223"/>
                      <a:pt x="14918" y="9668"/>
                      <a:pt x="14942" y="10221"/>
                    </a:cubicBezTo>
                    <a:cubicBezTo>
                      <a:pt x="14966" y="10776"/>
                      <a:pt x="15230" y="11229"/>
                      <a:pt x="15531" y="11229"/>
                    </a:cubicBezTo>
                    <a:cubicBezTo>
                      <a:pt x="15832" y="11229"/>
                      <a:pt x="16055" y="10776"/>
                      <a:pt x="16027" y="10221"/>
                    </a:cubicBezTo>
                    <a:cubicBezTo>
                      <a:pt x="16000" y="9668"/>
                      <a:pt x="15737" y="9223"/>
                      <a:pt x="15439" y="9223"/>
                    </a:cubicBezTo>
                    <a:close/>
                    <a:moveTo>
                      <a:pt x="16748" y="9223"/>
                    </a:moveTo>
                    <a:cubicBezTo>
                      <a:pt x="16449" y="9223"/>
                      <a:pt x="16231" y="9668"/>
                      <a:pt x="16258" y="10221"/>
                    </a:cubicBezTo>
                    <a:cubicBezTo>
                      <a:pt x="16286" y="10776"/>
                      <a:pt x="16553" y="11229"/>
                      <a:pt x="16854" y="11229"/>
                    </a:cubicBezTo>
                    <a:cubicBezTo>
                      <a:pt x="17155" y="11229"/>
                      <a:pt x="17374" y="10776"/>
                      <a:pt x="17344" y="10221"/>
                    </a:cubicBezTo>
                    <a:cubicBezTo>
                      <a:pt x="17313" y="9668"/>
                      <a:pt x="17046" y="9223"/>
                      <a:pt x="16748" y="9223"/>
                    </a:cubicBezTo>
                    <a:close/>
                    <a:moveTo>
                      <a:pt x="18079" y="9223"/>
                    </a:moveTo>
                    <a:cubicBezTo>
                      <a:pt x="17781" y="9223"/>
                      <a:pt x="17564" y="9668"/>
                      <a:pt x="17596" y="10221"/>
                    </a:cubicBezTo>
                    <a:cubicBezTo>
                      <a:pt x="17627" y="10776"/>
                      <a:pt x="17897" y="11229"/>
                      <a:pt x="18198" y="11229"/>
                    </a:cubicBezTo>
                    <a:cubicBezTo>
                      <a:pt x="18500" y="11229"/>
                      <a:pt x="18715" y="10776"/>
                      <a:pt x="18681" y="10221"/>
                    </a:cubicBezTo>
                    <a:cubicBezTo>
                      <a:pt x="18646" y="9668"/>
                      <a:pt x="18377" y="9223"/>
                      <a:pt x="18079" y="9223"/>
                    </a:cubicBezTo>
                    <a:close/>
                    <a:moveTo>
                      <a:pt x="19411" y="9223"/>
                    </a:moveTo>
                    <a:cubicBezTo>
                      <a:pt x="19112" y="9223"/>
                      <a:pt x="18898" y="9668"/>
                      <a:pt x="18933" y="10221"/>
                    </a:cubicBezTo>
                    <a:cubicBezTo>
                      <a:pt x="18968" y="10776"/>
                      <a:pt x="19242" y="11229"/>
                      <a:pt x="19543" y="11229"/>
                    </a:cubicBezTo>
                    <a:cubicBezTo>
                      <a:pt x="19844" y="11229"/>
                      <a:pt x="20058" y="10776"/>
                      <a:pt x="20019" y="10221"/>
                    </a:cubicBezTo>
                    <a:cubicBezTo>
                      <a:pt x="19981" y="9668"/>
                      <a:pt x="19708" y="9223"/>
                      <a:pt x="19411" y="9223"/>
                    </a:cubicBezTo>
                    <a:close/>
                    <a:moveTo>
                      <a:pt x="20720" y="9223"/>
                    </a:moveTo>
                    <a:cubicBezTo>
                      <a:pt x="20421" y="9223"/>
                      <a:pt x="20211" y="9668"/>
                      <a:pt x="20250" y="10221"/>
                    </a:cubicBezTo>
                    <a:cubicBezTo>
                      <a:pt x="20289" y="10776"/>
                      <a:pt x="20564" y="11229"/>
                      <a:pt x="20866" y="11229"/>
                    </a:cubicBezTo>
                    <a:cubicBezTo>
                      <a:pt x="21167" y="11229"/>
                      <a:pt x="21377" y="10776"/>
                      <a:pt x="21335" y="10221"/>
                    </a:cubicBezTo>
                    <a:cubicBezTo>
                      <a:pt x="21294" y="9668"/>
                      <a:pt x="21018" y="9223"/>
                      <a:pt x="20720" y="9223"/>
                    </a:cubicBezTo>
                    <a:close/>
                    <a:moveTo>
                      <a:pt x="791" y="11654"/>
                    </a:moveTo>
                    <a:cubicBezTo>
                      <a:pt x="489" y="11654"/>
                      <a:pt x="230" y="12110"/>
                      <a:pt x="213" y="12676"/>
                    </a:cubicBezTo>
                    <a:cubicBezTo>
                      <a:pt x="197" y="13246"/>
                      <a:pt x="430" y="13709"/>
                      <a:pt x="735" y="13709"/>
                    </a:cubicBezTo>
                    <a:cubicBezTo>
                      <a:pt x="1040" y="13709"/>
                      <a:pt x="1299" y="13246"/>
                      <a:pt x="1313" y="12676"/>
                    </a:cubicBezTo>
                    <a:cubicBezTo>
                      <a:pt x="1327" y="12110"/>
                      <a:pt x="1093" y="11654"/>
                      <a:pt x="791" y="11654"/>
                    </a:cubicBezTo>
                    <a:close/>
                    <a:moveTo>
                      <a:pt x="3472" y="11654"/>
                    </a:moveTo>
                    <a:cubicBezTo>
                      <a:pt x="3170" y="11654"/>
                      <a:pt x="2917" y="12110"/>
                      <a:pt x="2908" y="12676"/>
                    </a:cubicBezTo>
                    <a:cubicBezTo>
                      <a:pt x="2898" y="13246"/>
                      <a:pt x="3139" y="13709"/>
                      <a:pt x="3444" y="13709"/>
                    </a:cubicBezTo>
                    <a:cubicBezTo>
                      <a:pt x="3749" y="13709"/>
                      <a:pt x="4002" y="13246"/>
                      <a:pt x="4008" y="12676"/>
                    </a:cubicBezTo>
                    <a:cubicBezTo>
                      <a:pt x="4014" y="12110"/>
                      <a:pt x="3774" y="11654"/>
                      <a:pt x="3472" y="11654"/>
                    </a:cubicBezTo>
                    <a:close/>
                    <a:moveTo>
                      <a:pt x="4823" y="11654"/>
                    </a:moveTo>
                    <a:cubicBezTo>
                      <a:pt x="4521" y="11654"/>
                      <a:pt x="4271" y="12110"/>
                      <a:pt x="4266" y="12676"/>
                    </a:cubicBezTo>
                    <a:cubicBezTo>
                      <a:pt x="4260" y="13246"/>
                      <a:pt x="4503" y="13709"/>
                      <a:pt x="4808" y="13709"/>
                    </a:cubicBezTo>
                    <a:cubicBezTo>
                      <a:pt x="5114" y="13709"/>
                      <a:pt x="5362" y="13246"/>
                      <a:pt x="5365" y="12676"/>
                    </a:cubicBezTo>
                    <a:cubicBezTo>
                      <a:pt x="5368" y="12110"/>
                      <a:pt x="5125" y="11654"/>
                      <a:pt x="4823" y="11654"/>
                    </a:cubicBezTo>
                    <a:close/>
                    <a:moveTo>
                      <a:pt x="6153" y="11654"/>
                    </a:moveTo>
                    <a:cubicBezTo>
                      <a:pt x="5850" y="11654"/>
                      <a:pt x="5605" y="12110"/>
                      <a:pt x="5603" y="12676"/>
                    </a:cubicBezTo>
                    <a:cubicBezTo>
                      <a:pt x="5601" y="13246"/>
                      <a:pt x="5847" y="13709"/>
                      <a:pt x="6152" y="13709"/>
                    </a:cubicBezTo>
                    <a:cubicBezTo>
                      <a:pt x="6457" y="13709"/>
                      <a:pt x="6703" y="13246"/>
                      <a:pt x="6702" y="12676"/>
                    </a:cubicBezTo>
                    <a:cubicBezTo>
                      <a:pt x="6700" y="12110"/>
                      <a:pt x="6455" y="11654"/>
                      <a:pt x="6153" y="11654"/>
                    </a:cubicBezTo>
                    <a:close/>
                    <a:moveTo>
                      <a:pt x="7504" y="11654"/>
                    </a:moveTo>
                    <a:cubicBezTo>
                      <a:pt x="7203" y="11654"/>
                      <a:pt x="6959" y="12110"/>
                      <a:pt x="6961" y="12676"/>
                    </a:cubicBezTo>
                    <a:cubicBezTo>
                      <a:pt x="6963" y="13246"/>
                      <a:pt x="7212" y="13709"/>
                      <a:pt x="7517" y="13709"/>
                    </a:cubicBezTo>
                    <a:cubicBezTo>
                      <a:pt x="7822" y="13709"/>
                      <a:pt x="8065" y="13246"/>
                      <a:pt x="8060" y="12676"/>
                    </a:cubicBezTo>
                    <a:cubicBezTo>
                      <a:pt x="8055" y="12110"/>
                      <a:pt x="7806" y="11654"/>
                      <a:pt x="7504" y="11654"/>
                    </a:cubicBezTo>
                    <a:close/>
                    <a:moveTo>
                      <a:pt x="8834" y="11654"/>
                    </a:moveTo>
                    <a:cubicBezTo>
                      <a:pt x="8532" y="11654"/>
                      <a:pt x="8292" y="12110"/>
                      <a:pt x="8298" y="12676"/>
                    </a:cubicBezTo>
                    <a:cubicBezTo>
                      <a:pt x="8304" y="13246"/>
                      <a:pt x="8556" y="13709"/>
                      <a:pt x="8861" y="13709"/>
                    </a:cubicBezTo>
                    <a:cubicBezTo>
                      <a:pt x="9166" y="13709"/>
                      <a:pt x="9406" y="13246"/>
                      <a:pt x="9397" y="12676"/>
                    </a:cubicBezTo>
                    <a:cubicBezTo>
                      <a:pt x="9388" y="12110"/>
                      <a:pt x="9136" y="11654"/>
                      <a:pt x="8834" y="11654"/>
                    </a:cubicBezTo>
                    <a:close/>
                    <a:moveTo>
                      <a:pt x="10186" y="11654"/>
                    </a:moveTo>
                    <a:cubicBezTo>
                      <a:pt x="9884" y="11654"/>
                      <a:pt x="9647" y="12110"/>
                      <a:pt x="9656" y="12676"/>
                    </a:cubicBezTo>
                    <a:cubicBezTo>
                      <a:pt x="9666" y="13246"/>
                      <a:pt x="9921" y="13709"/>
                      <a:pt x="10226" y="13709"/>
                    </a:cubicBezTo>
                    <a:cubicBezTo>
                      <a:pt x="10531" y="13709"/>
                      <a:pt x="10769" y="13246"/>
                      <a:pt x="10756" y="12676"/>
                    </a:cubicBezTo>
                    <a:cubicBezTo>
                      <a:pt x="10743" y="12110"/>
                      <a:pt x="10488" y="11654"/>
                      <a:pt x="10186" y="11654"/>
                    </a:cubicBezTo>
                    <a:close/>
                    <a:moveTo>
                      <a:pt x="11517" y="11654"/>
                    </a:moveTo>
                    <a:cubicBezTo>
                      <a:pt x="11215" y="11654"/>
                      <a:pt x="10980" y="12110"/>
                      <a:pt x="10993" y="12676"/>
                    </a:cubicBezTo>
                    <a:cubicBezTo>
                      <a:pt x="11007" y="13246"/>
                      <a:pt x="11266" y="13709"/>
                      <a:pt x="11570" y="13709"/>
                    </a:cubicBezTo>
                    <a:cubicBezTo>
                      <a:pt x="11875" y="13709"/>
                      <a:pt x="12109" y="13246"/>
                      <a:pt x="12093" y="12676"/>
                    </a:cubicBezTo>
                    <a:cubicBezTo>
                      <a:pt x="12077" y="12110"/>
                      <a:pt x="11818" y="11654"/>
                      <a:pt x="11517" y="11654"/>
                    </a:cubicBezTo>
                    <a:close/>
                    <a:moveTo>
                      <a:pt x="12868" y="11654"/>
                    </a:moveTo>
                    <a:cubicBezTo>
                      <a:pt x="12566" y="11654"/>
                      <a:pt x="12334" y="12110"/>
                      <a:pt x="12352" y="12676"/>
                    </a:cubicBezTo>
                    <a:cubicBezTo>
                      <a:pt x="12369" y="13246"/>
                      <a:pt x="12630" y="13709"/>
                      <a:pt x="12935" y="13709"/>
                    </a:cubicBezTo>
                    <a:cubicBezTo>
                      <a:pt x="13240" y="13709"/>
                      <a:pt x="13471" y="13246"/>
                      <a:pt x="13451" y="12676"/>
                    </a:cubicBezTo>
                    <a:cubicBezTo>
                      <a:pt x="13431" y="12110"/>
                      <a:pt x="13170" y="11654"/>
                      <a:pt x="12868" y="11654"/>
                    </a:cubicBezTo>
                    <a:close/>
                    <a:moveTo>
                      <a:pt x="14198" y="11654"/>
                    </a:moveTo>
                    <a:cubicBezTo>
                      <a:pt x="13896" y="11654"/>
                      <a:pt x="13668" y="12110"/>
                      <a:pt x="13689" y="12676"/>
                    </a:cubicBezTo>
                    <a:cubicBezTo>
                      <a:pt x="13710" y="13246"/>
                      <a:pt x="13975" y="13709"/>
                      <a:pt x="14279" y="13709"/>
                    </a:cubicBezTo>
                    <a:cubicBezTo>
                      <a:pt x="14585" y="13709"/>
                      <a:pt x="14812" y="13246"/>
                      <a:pt x="14788" y="12676"/>
                    </a:cubicBezTo>
                    <a:cubicBezTo>
                      <a:pt x="14764" y="12110"/>
                      <a:pt x="14500" y="11654"/>
                      <a:pt x="14198" y="11654"/>
                    </a:cubicBezTo>
                    <a:close/>
                    <a:moveTo>
                      <a:pt x="15550" y="11654"/>
                    </a:moveTo>
                    <a:cubicBezTo>
                      <a:pt x="15249" y="11654"/>
                      <a:pt x="15024" y="12110"/>
                      <a:pt x="15048" y="12676"/>
                    </a:cubicBezTo>
                    <a:cubicBezTo>
                      <a:pt x="15073" y="13246"/>
                      <a:pt x="15340" y="13709"/>
                      <a:pt x="15645" y="13709"/>
                    </a:cubicBezTo>
                    <a:cubicBezTo>
                      <a:pt x="15950" y="13709"/>
                      <a:pt x="16175" y="13246"/>
                      <a:pt x="16147" y="12676"/>
                    </a:cubicBezTo>
                    <a:cubicBezTo>
                      <a:pt x="16120" y="12110"/>
                      <a:pt x="15852" y="11654"/>
                      <a:pt x="15550" y="11654"/>
                    </a:cubicBezTo>
                    <a:close/>
                    <a:moveTo>
                      <a:pt x="16881" y="11654"/>
                    </a:moveTo>
                    <a:cubicBezTo>
                      <a:pt x="16578" y="11654"/>
                      <a:pt x="16357" y="12110"/>
                      <a:pt x="16385" y="12676"/>
                    </a:cubicBezTo>
                    <a:cubicBezTo>
                      <a:pt x="16414" y="13246"/>
                      <a:pt x="16684" y="13709"/>
                      <a:pt x="16990" y="13709"/>
                    </a:cubicBezTo>
                    <a:cubicBezTo>
                      <a:pt x="17294" y="13709"/>
                      <a:pt x="17516" y="13246"/>
                      <a:pt x="17484" y="12676"/>
                    </a:cubicBezTo>
                    <a:cubicBezTo>
                      <a:pt x="17453" y="12110"/>
                      <a:pt x="17182" y="11654"/>
                      <a:pt x="16881" y="11654"/>
                    </a:cubicBezTo>
                    <a:close/>
                    <a:moveTo>
                      <a:pt x="18233" y="11654"/>
                    </a:moveTo>
                    <a:cubicBezTo>
                      <a:pt x="17931" y="11654"/>
                      <a:pt x="17712" y="12110"/>
                      <a:pt x="17744" y="12676"/>
                    </a:cubicBezTo>
                    <a:cubicBezTo>
                      <a:pt x="17777" y="13246"/>
                      <a:pt x="18049" y="13709"/>
                      <a:pt x="18355" y="13709"/>
                    </a:cubicBezTo>
                    <a:cubicBezTo>
                      <a:pt x="18660" y="13709"/>
                      <a:pt x="18878" y="13246"/>
                      <a:pt x="18843" y="12676"/>
                    </a:cubicBezTo>
                    <a:cubicBezTo>
                      <a:pt x="18808" y="12110"/>
                      <a:pt x="18535" y="11654"/>
                      <a:pt x="18233" y="11654"/>
                    </a:cubicBezTo>
                    <a:close/>
                    <a:moveTo>
                      <a:pt x="19565" y="11654"/>
                    </a:moveTo>
                    <a:cubicBezTo>
                      <a:pt x="19263" y="11654"/>
                      <a:pt x="19046" y="12110"/>
                      <a:pt x="19082" y="12676"/>
                    </a:cubicBezTo>
                    <a:cubicBezTo>
                      <a:pt x="19118" y="13246"/>
                      <a:pt x="19396" y="13709"/>
                      <a:pt x="19700" y="13709"/>
                    </a:cubicBezTo>
                    <a:cubicBezTo>
                      <a:pt x="20005" y="13709"/>
                      <a:pt x="20221" y="13246"/>
                      <a:pt x="20182" y="12676"/>
                    </a:cubicBezTo>
                    <a:cubicBezTo>
                      <a:pt x="20143" y="12110"/>
                      <a:pt x="19866" y="11654"/>
                      <a:pt x="19565" y="11654"/>
                    </a:cubicBezTo>
                    <a:close/>
                    <a:moveTo>
                      <a:pt x="20915" y="11654"/>
                    </a:moveTo>
                    <a:cubicBezTo>
                      <a:pt x="20613" y="11654"/>
                      <a:pt x="20401" y="12110"/>
                      <a:pt x="20441" y="12676"/>
                    </a:cubicBezTo>
                    <a:cubicBezTo>
                      <a:pt x="20481" y="13246"/>
                      <a:pt x="20760" y="13709"/>
                      <a:pt x="21065" y="13709"/>
                    </a:cubicBezTo>
                    <a:cubicBezTo>
                      <a:pt x="21370" y="13709"/>
                      <a:pt x="21583" y="13246"/>
                      <a:pt x="21540" y="12676"/>
                    </a:cubicBezTo>
                    <a:cubicBezTo>
                      <a:pt x="21497" y="12110"/>
                      <a:pt x="21218" y="11654"/>
                      <a:pt x="20915" y="11654"/>
                    </a:cubicBezTo>
                    <a:close/>
                    <a:moveTo>
                      <a:pt x="2086" y="14209"/>
                    </a:moveTo>
                    <a:cubicBezTo>
                      <a:pt x="1780" y="14209"/>
                      <a:pt x="1521" y="14675"/>
                      <a:pt x="1508" y="15257"/>
                    </a:cubicBezTo>
                    <a:cubicBezTo>
                      <a:pt x="1494" y="15841"/>
                      <a:pt x="1734" y="16316"/>
                      <a:pt x="2043" y="16316"/>
                    </a:cubicBezTo>
                    <a:cubicBezTo>
                      <a:pt x="2352" y="16316"/>
                      <a:pt x="2611" y="15841"/>
                      <a:pt x="2621" y="15257"/>
                    </a:cubicBezTo>
                    <a:cubicBezTo>
                      <a:pt x="2632" y="14675"/>
                      <a:pt x="2392" y="14209"/>
                      <a:pt x="2086" y="14209"/>
                    </a:cubicBezTo>
                    <a:close/>
                    <a:moveTo>
                      <a:pt x="3437" y="14209"/>
                    </a:moveTo>
                    <a:cubicBezTo>
                      <a:pt x="3131" y="14209"/>
                      <a:pt x="2875" y="14675"/>
                      <a:pt x="2865" y="15257"/>
                    </a:cubicBezTo>
                    <a:cubicBezTo>
                      <a:pt x="2856" y="15841"/>
                      <a:pt x="3099" y="16316"/>
                      <a:pt x="3408" y="16316"/>
                    </a:cubicBezTo>
                    <a:cubicBezTo>
                      <a:pt x="3717" y="16316"/>
                      <a:pt x="3972" y="15841"/>
                      <a:pt x="3979" y="15257"/>
                    </a:cubicBezTo>
                    <a:cubicBezTo>
                      <a:pt x="3985" y="14675"/>
                      <a:pt x="3743" y="14209"/>
                      <a:pt x="3437" y="14209"/>
                    </a:cubicBezTo>
                    <a:close/>
                    <a:moveTo>
                      <a:pt x="4809" y="14209"/>
                    </a:moveTo>
                    <a:cubicBezTo>
                      <a:pt x="4503" y="14209"/>
                      <a:pt x="4250" y="14675"/>
                      <a:pt x="4245" y="15257"/>
                    </a:cubicBezTo>
                    <a:cubicBezTo>
                      <a:pt x="4239" y="15841"/>
                      <a:pt x="4485" y="16316"/>
                      <a:pt x="4794" y="16316"/>
                    </a:cubicBezTo>
                    <a:cubicBezTo>
                      <a:pt x="5103" y="16316"/>
                      <a:pt x="5356" y="15841"/>
                      <a:pt x="5358" y="15257"/>
                    </a:cubicBezTo>
                    <a:cubicBezTo>
                      <a:pt x="5361" y="14675"/>
                      <a:pt x="5115" y="14209"/>
                      <a:pt x="4809" y="14209"/>
                    </a:cubicBezTo>
                    <a:close/>
                    <a:moveTo>
                      <a:pt x="6160" y="14209"/>
                    </a:moveTo>
                    <a:cubicBezTo>
                      <a:pt x="5854" y="14209"/>
                      <a:pt x="5605" y="14675"/>
                      <a:pt x="5603" y="15257"/>
                    </a:cubicBezTo>
                    <a:cubicBezTo>
                      <a:pt x="5601" y="15841"/>
                      <a:pt x="5850" y="16316"/>
                      <a:pt x="6159" y="16316"/>
                    </a:cubicBezTo>
                    <a:cubicBezTo>
                      <a:pt x="6469" y="16316"/>
                      <a:pt x="6717" y="15841"/>
                      <a:pt x="6716" y="15257"/>
                    </a:cubicBezTo>
                    <a:cubicBezTo>
                      <a:pt x="6714" y="14675"/>
                      <a:pt x="6466" y="14209"/>
                      <a:pt x="6160" y="14209"/>
                    </a:cubicBezTo>
                    <a:close/>
                    <a:moveTo>
                      <a:pt x="7511" y="14209"/>
                    </a:moveTo>
                    <a:cubicBezTo>
                      <a:pt x="7206" y="14209"/>
                      <a:pt x="6959" y="14675"/>
                      <a:pt x="6961" y="15257"/>
                    </a:cubicBezTo>
                    <a:cubicBezTo>
                      <a:pt x="6963" y="15841"/>
                      <a:pt x="7216" y="16316"/>
                      <a:pt x="7524" y="16316"/>
                    </a:cubicBezTo>
                    <a:cubicBezTo>
                      <a:pt x="7833" y="16316"/>
                      <a:pt x="8080" y="15841"/>
                      <a:pt x="8074" y="15257"/>
                    </a:cubicBezTo>
                    <a:cubicBezTo>
                      <a:pt x="8069" y="14675"/>
                      <a:pt x="7817" y="14209"/>
                      <a:pt x="7511" y="14209"/>
                    </a:cubicBezTo>
                    <a:close/>
                    <a:moveTo>
                      <a:pt x="8883" y="14209"/>
                    </a:moveTo>
                    <a:cubicBezTo>
                      <a:pt x="8577" y="14209"/>
                      <a:pt x="8334" y="14675"/>
                      <a:pt x="8340" y="15257"/>
                    </a:cubicBezTo>
                    <a:cubicBezTo>
                      <a:pt x="8346" y="15841"/>
                      <a:pt x="8601" y="16316"/>
                      <a:pt x="8911" y="16316"/>
                    </a:cubicBezTo>
                    <a:cubicBezTo>
                      <a:pt x="9220" y="16316"/>
                      <a:pt x="9462" y="15841"/>
                      <a:pt x="9453" y="15257"/>
                    </a:cubicBezTo>
                    <a:cubicBezTo>
                      <a:pt x="9444" y="14675"/>
                      <a:pt x="9189" y="14209"/>
                      <a:pt x="8883" y="14209"/>
                    </a:cubicBezTo>
                    <a:close/>
                    <a:moveTo>
                      <a:pt x="10235" y="14209"/>
                    </a:moveTo>
                    <a:cubicBezTo>
                      <a:pt x="9929" y="14209"/>
                      <a:pt x="9689" y="14675"/>
                      <a:pt x="9698" y="15257"/>
                    </a:cubicBezTo>
                    <a:cubicBezTo>
                      <a:pt x="9708" y="15841"/>
                      <a:pt x="9967" y="16316"/>
                      <a:pt x="10276" y="16316"/>
                    </a:cubicBezTo>
                    <a:cubicBezTo>
                      <a:pt x="10585" y="16316"/>
                      <a:pt x="10825" y="15841"/>
                      <a:pt x="10812" y="15257"/>
                    </a:cubicBezTo>
                    <a:cubicBezTo>
                      <a:pt x="10799" y="14675"/>
                      <a:pt x="10541" y="14209"/>
                      <a:pt x="10235" y="14209"/>
                    </a:cubicBezTo>
                    <a:close/>
                    <a:moveTo>
                      <a:pt x="11586" y="14209"/>
                    </a:moveTo>
                    <a:cubicBezTo>
                      <a:pt x="11281" y="14209"/>
                      <a:pt x="11043" y="14675"/>
                      <a:pt x="11057" y="15257"/>
                    </a:cubicBezTo>
                    <a:cubicBezTo>
                      <a:pt x="11071" y="15841"/>
                      <a:pt x="11333" y="16316"/>
                      <a:pt x="11642" y="16316"/>
                    </a:cubicBezTo>
                    <a:cubicBezTo>
                      <a:pt x="11950" y="16316"/>
                      <a:pt x="12188" y="15841"/>
                      <a:pt x="12171" y="15257"/>
                    </a:cubicBezTo>
                    <a:cubicBezTo>
                      <a:pt x="12154" y="14675"/>
                      <a:pt x="11891" y="14209"/>
                      <a:pt x="11586" y="14209"/>
                    </a:cubicBezTo>
                    <a:close/>
                    <a:moveTo>
                      <a:pt x="12938" y="14209"/>
                    </a:moveTo>
                    <a:cubicBezTo>
                      <a:pt x="12632" y="14209"/>
                      <a:pt x="12398" y="14675"/>
                      <a:pt x="12415" y="15257"/>
                    </a:cubicBezTo>
                    <a:cubicBezTo>
                      <a:pt x="12433" y="15841"/>
                      <a:pt x="12698" y="16316"/>
                      <a:pt x="13007" y="16316"/>
                    </a:cubicBezTo>
                    <a:cubicBezTo>
                      <a:pt x="13316" y="16316"/>
                      <a:pt x="13550" y="15841"/>
                      <a:pt x="13529" y="15257"/>
                    </a:cubicBezTo>
                    <a:cubicBezTo>
                      <a:pt x="13508" y="14675"/>
                      <a:pt x="13243" y="14209"/>
                      <a:pt x="12938" y="14209"/>
                    </a:cubicBezTo>
                    <a:close/>
                    <a:moveTo>
                      <a:pt x="14310" y="14209"/>
                    </a:moveTo>
                    <a:cubicBezTo>
                      <a:pt x="14004" y="14209"/>
                      <a:pt x="13774" y="14675"/>
                      <a:pt x="13795" y="15257"/>
                    </a:cubicBezTo>
                    <a:cubicBezTo>
                      <a:pt x="13817" y="15841"/>
                      <a:pt x="14085" y="16316"/>
                      <a:pt x="14393" y="16316"/>
                    </a:cubicBezTo>
                    <a:cubicBezTo>
                      <a:pt x="14703" y="16316"/>
                      <a:pt x="14933" y="15841"/>
                      <a:pt x="14908" y="15257"/>
                    </a:cubicBezTo>
                    <a:cubicBezTo>
                      <a:pt x="14883" y="14675"/>
                      <a:pt x="14616" y="14209"/>
                      <a:pt x="14310" y="14209"/>
                    </a:cubicBezTo>
                    <a:close/>
                    <a:moveTo>
                      <a:pt x="15662" y="14209"/>
                    </a:moveTo>
                    <a:cubicBezTo>
                      <a:pt x="15357" y="14209"/>
                      <a:pt x="15129" y="14675"/>
                      <a:pt x="15154" y="15257"/>
                    </a:cubicBezTo>
                    <a:cubicBezTo>
                      <a:pt x="15180" y="15841"/>
                      <a:pt x="15451" y="16316"/>
                      <a:pt x="15759" y="16316"/>
                    </a:cubicBezTo>
                    <a:cubicBezTo>
                      <a:pt x="16068" y="16316"/>
                      <a:pt x="16296" y="15841"/>
                      <a:pt x="16267" y="15257"/>
                    </a:cubicBezTo>
                    <a:cubicBezTo>
                      <a:pt x="16239" y="14675"/>
                      <a:pt x="15968" y="14209"/>
                      <a:pt x="15662" y="14209"/>
                    </a:cubicBezTo>
                    <a:close/>
                    <a:moveTo>
                      <a:pt x="18366" y="14209"/>
                    </a:moveTo>
                    <a:cubicBezTo>
                      <a:pt x="18060" y="14209"/>
                      <a:pt x="17839" y="14675"/>
                      <a:pt x="17872" y="15257"/>
                    </a:cubicBezTo>
                    <a:cubicBezTo>
                      <a:pt x="17905" y="15841"/>
                      <a:pt x="18182" y="16316"/>
                      <a:pt x="18492" y="16316"/>
                    </a:cubicBezTo>
                    <a:cubicBezTo>
                      <a:pt x="18800" y="16316"/>
                      <a:pt x="19021" y="15841"/>
                      <a:pt x="18984" y="15257"/>
                    </a:cubicBezTo>
                    <a:cubicBezTo>
                      <a:pt x="18948" y="14675"/>
                      <a:pt x="18672" y="14209"/>
                      <a:pt x="18366" y="14209"/>
                    </a:cubicBezTo>
                    <a:close/>
                    <a:moveTo>
                      <a:pt x="19740" y="14209"/>
                    </a:moveTo>
                    <a:cubicBezTo>
                      <a:pt x="19435" y="14209"/>
                      <a:pt x="19215" y="14675"/>
                      <a:pt x="19252" y="15257"/>
                    </a:cubicBezTo>
                    <a:cubicBezTo>
                      <a:pt x="19289" y="15841"/>
                      <a:pt x="19571" y="16316"/>
                      <a:pt x="19880" y="16316"/>
                    </a:cubicBezTo>
                    <a:cubicBezTo>
                      <a:pt x="20188" y="16316"/>
                      <a:pt x="20406" y="15841"/>
                      <a:pt x="20366" y="15257"/>
                    </a:cubicBezTo>
                    <a:cubicBezTo>
                      <a:pt x="20326" y="14675"/>
                      <a:pt x="20045" y="14209"/>
                      <a:pt x="19740" y="14209"/>
                    </a:cubicBezTo>
                    <a:close/>
                    <a:moveTo>
                      <a:pt x="658" y="16764"/>
                    </a:moveTo>
                    <a:cubicBezTo>
                      <a:pt x="348" y="16764"/>
                      <a:pt x="83" y="17244"/>
                      <a:pt x="65" y="17839"/>
                    </a:cubicBezTo>
                    <a:cubicBezTo>
                      <a:pt x="47" y="18438"/>
                      <a:pt x="286" y="18924"/>
                      <a:pt x="599" y="18924"/>
                    </a:cubicBezTo>
                    <a:cubicBezTo>
                      <a:pt x="912" y="18924"/>
                      <a:pt x="1178" y="18438"/>
                      <a:pt x="1192" y="17839"/>
                    </a:cubicBezTo>
                    <a:cubicBezTo>
                      <a:pt x="1207" y="17244"/>
                      <a:pt x="967" y="16764"/>
                      <a:pt x="658" y="16764"/>
                    </a:cubicBezTo>
                    <a:close/>
                    <a:moveTo>
                      <a:pt x="2030" y="16764"/>
                    </a:moveTo>
                    <a:cubicBezTo>
                      <a:pt x="1721" y="16764"/>
                      <a:pt x="1458" y="17244"/>
                      <a:pt x="1444" y="17839"/>
                    </a:cubicBezTo>
                    <a:cubicBezTo>
                      <a:pt x="1430" y="18438"/>
                      <a:pt x="1673" y="18924"/>
                      <a:pt x="1986" y="18924"/>
                    </a:cubicBezTo>
                    <a:cubicBezTo>
                      <a:pt x="2299" y="18924"/>
                      <a:pt x="2561" y="18438"/>
                      <a:pt x="2572" y="17839"/>
                    </a:cubicBezTo>
                    <a:cubicBezTo>
                      <a:pt x="2582" y="17244"/>
                      <a:pt x="2340" y="16764"/>
                      <a:pt x="2030" y="16764"/>
                    </a:cubicBezTo>
                    <a:close/>
                    <a:moveTo>
                      <a:pt x="3402" y="16764"/>
                    </a:moveTo>
                    <a:cubicBezTo>
                      <a:pt x="3092" y="16764"/>
                      <a:pt x="2833" y="17244"/>
                      <a:pt x="2823" y="17839"/>
                    </a:cubicBezTo>
                    <a:cubicBezTo>
                      <a:pt x="2813" y="18438"/>
                      <a:pt x="3060" y="18924"/>
                      <a:pt x="3373" y="18924"/>
                    </a:cubicBezTo>
                    <a:cubicBezTo>
                      <a:pt x="3686" y="18924"/>
                      <a:pt x="3944" y="18438"/>
                      <a:pt x="3951" y="17839"/>
                    </a:cubicBezTo>
                    <a:cubicBezTo>
                      <a:pt x="3957" y="17244"/>
                      <a:pt x="3711" y="16764"/>
                      <a:pt x="3402" y="16764"/>
                    </a:cubicBezTo>
                    <a:close/>
                    <a:moveTo>
                      <a:pt x="4794" y="16764"/>
                    </a:moveTo>
                    <a:cubicBezTo>
                      <a:pt x="4485" y="16764"/>
                      <a:pt x="4229" y="17244"/>
                      <a:pt x="4223" y="17839"/>
                    </a:cubicBezTo>
                    <a:cubicBezTo>
                      <a:pt x="4218" y="18438"/>
                      <a:pt x="4467" y="18924"/>
                      <a:pt x="4780" y="18924"/>
                    </a:cubicBezTo>
                    <a:cubicBezTo>
                      <a:pt x="5093" y="18924"/>
                      <a:pt x="5348" y="18438"/>
                      <a:pt x="5351" y="17839"/>
                    </a:cubicBezTo>
                    <a:cubicBezTo>
                      <a:pt x="5353" y="17244"/>
                      <a:pt x="5104" y="16764"/>
                      <a:pt x="4794" y="16764"/>
                    </a:cubicBezTo>
                    <a:close/>
                    <a:moveTo>
                      <a:pt x="6166" y="16764"/>
                    </a:moveTo>
                    <a:cubicBezTo>
                      <a:pt x="5857" y="16764"/>
                      <a:pt x="5605" y="17244"/>
                      <a:pt x="5603" y="17839"/>
                    </a:cubicBezTo>
                    <a:cubicBezTo>
                      <a:pt x="5601" y="18438"/>
                      <a:pt x="5853" y="18924"/>
                      <a:pt x="6166" y="18924"/>
                    </a:cubicBezTo>
                    <a:cubicBezTo>
                      <a:pt x="6479" y="18924"/>
                      <a:pt x="6731" y="18438"/>
                      <a:pt x="6729" y="17839"/>
                    </a:cubicBezTo>
                    <a:cubicBezTo>
                      <a:pt x="6728" y="17244"/>
                      <a:pt x="6477" y="16764"/>
                      <a:pt x="6166" y="16764"/>
                    </a:cubicBezTo>
                    <a:close/>
                    <a:moveTo>
                      <a:pt x="7539" y="16764"/>
                    </a:moveTo>
                    <a:cubicBezTo>
                      <a:pt x="7230" y="16764"/>
                      <a:pt x="6980" y="17244"/>
                      <a:pt x="6982" y="17839"/>
                    </a:cubicBezTo>
                    <a:cubicBezTo>
                      <a:pt x="6984" y="18438"/>
                      <a:pt x="7240" y="18924"/>
                      <a:pt x="7552" y="18924"/>
                    </a:cubicBezTo>
                    <a:cubicBezTo>
                      <a:pt x="7866" y="18924"/>
                      <a:pt x="8115" y="18438"/>
                      <a:pt x="8109" y="17839"/>
                    </a:cubicBezTo>
                    <a:cubicBezTo>
                      <a:pt x="8104" y="17244"/>
                      <a:pt x="7849" y="16764"/>
                      <a:pt x="7539" y="16764"/>
                    </a:cubicBezTo>
                    <a:close/>
                    <a:moveTo>
                      <a:pt x="8911" y="16764"/>
                    </a:moveTo>
                    <a:cubicBezTo>
                      <a:pt x="8601" y="16764"/>
                      <a:pt x="8355" y="17244"/>
                      <a:pt x="8361" y="17839"/>
                    </a:cubicBezTo>
                    <a:cubicBezTo>
                      <a:pt x="8368" y="18438"/>
                      <a:pt x="8626" y="18924"/>
                      <a:pt x="8939" y="18924"/>
                    </a:cubicBezTo>
                    <a:cubicBezTo>
                      <a:pt x="9252" y="18924"/>
                      <a:pt x="9498" y="18438"/>
                      <a:pt x="9488" y="17839"/>
                    </a:cubicBezTo>
                    <a:cubicBezTo>
                      <a:pt x="9479" y="17244"/>
                      <a:pt x="9221" y="16764"/>
                      <a:pt x="8911" y="16764"/>
                    </a:cubicBezTo>
                    <a:close/>
                    <a:moveTo>
                      <a:pt x="10284" y="16764"/>
                    </a:moveTo>
                    <a:cubicBezTo>
                      <a:pt x="9975" y="16764"/>
                      <a:pt x="9731" y="17244"/>
                      <a:pt x="9741" y="17839"/>
                    </a:cubicBezTo>
                    <a:cubicBezTo>
                      <a:pt x="9751" y="18438"/>
                      <a:pt x="10014" y="18924"/>
                      <a:pt x="10326" y="18924"/>
                    </a:cubicBezTo>
                    <a:cubicBezTo>
                      <a:pt x="10640" y="18924"/>
                      <a:pt x="10882" y="18438"/>
                      <a:pt x="10869" y="17839"/>
                    </a:cubicBezTo>
                    <a:cubicBezTo>
                      <a:pt x="10855" y="17244"/>
                      <a:pt x="10594" y="16764"/>
                      <a:pt x="10284" y="16764"/>
                    </a:cubicBezTo>
                    <a:close/>
                    <a:moveTo>
                      <a:pt x="15774" y="16764"/>
                    </a:moveTo>
                    <a:cubicBezTo>
                      <a:pt x="15465" y="16764"/>
                      <a:pt x="15234" y="17244"/>
                      <a:pt x="15260" y="17839"/>
                    </a:cubicBezTo>
                    <a:cubicBezTo>
                      <a:pt x="15286" y="18438"/>
                      <a:pt x="15561" y="18924"/>
                      <a:pt x="15874" y="18924"/>
                    </a:cubicBezTo>
                    <a:cubicBezTo>
                      <a:pt x="16186" y="18924"/>
                      <a:pt x="16417" y="18438"/>
                      <a:pt x="16387" y="17839"/>
                    </a:cubicBezTo>
                    <a:cubicBezTo>
                      <a:pt x="16358" y="17244"/>
                      <a:pt x="16084" y="16764"/>
                      <a:pt x="15774" y="16764"/>
                    </a:cubicBezTo>
                    <a:close/>
                    <a:moveTo>
                      <a:pt x="18520" y="16764"/>
                    </a:moveTo>
                    <a:cubicBezTo>
                      <a:pt x="18210" y="16764"/>
                      <a:pt x="17986" y="17244"/>
                      <a:pt x="18020" y="17839"/>
                    </a:cubicBezTo>
                    <a:cubicBezTo>
                      <a:pt x="18054" y="18438"/>
                      <a:pt x="18336" y="18924"/>
                      <a:pt x="18649" y="18924"/>
                    </a:cubicBezTo>
                    <a:cubicBezTo>
                      <a:pt x="18961" y="18924"/>
                      <a:pt x="19184" y="18438"/>
                      <a:pt x="19147" y="17839"/>
                    </a:cubicBezTo>
                    <a:cubicBezTo>
                      <a:pt x="19110" y="17244"/>
                      <a:pt x="18830" y="16764"/>
                      <a:pt x="18520" y="16764"/>
                    </a:cubicBezTo>
                    <a:close/>
                    <a:moveTo>
                      <a:pt x="19894" y="16764"/>
                    </a:moveTo>
                    <a:cubicBezTo>
                      <a:pt x="19585" y="16764"/>
                      <a:pt x="19362" y="17244"/>
                      <a:pt x="19400" y="17839"/>
                    </a:cubicBezTo>
                    <a:cubicBezTo>
                      <a:pt x="19438" y="18438"/>
                      <a:pt x="19724" y="18924"/>
                      <a:pt x="20037" y="18924"/>
                    </a:cubicBezTo>
                    <a:cubicBezTo>
                      <a:pt x="20349" y="18924"/>
                      <a:pt x="20570" y="18438"/>
                      <a:pt x="20529" y="17839"/>
                    </a:cubicBezTo>
                    <a:cubicBezTo>
                      <a:pt x="20488" y="17244"/>
                      <a:pt x="20203" y="16764"/>
                      <a:pt x="19894" y="16764"/>
                    </a:cubicBezTo>
                    <a:close/>
                    <a:moveTo>
                      <a:pt x="602" y="19382"/>
                    </a:moveTo>
                    <a:cubicBezTo>
                      <a:pt x="288" y="19382"/>
                      <a:pt x="19" y="19875"/>
                      <a:pt x="1" y="20486"/>
                    </a:cubicBezTo>
                    <a:cubicBezTo>
                      <a:pt x="-17" y="21100"/>
                      <a:pt x="225" y="21600"/>
                      <a:pt x="542" y="21600"/>
                    </a:cubicBezTo>
                    <a:cubicBezTo>
                      <a:pt x="859" y="21600"/>
                      <a:pt x="1128" y="21100"/>
                      <a:pt x="1143" y="20486"/>
                    </a:cubicBezTo>
                    <a:cubicBezTo>
                      <a:pt x="1158" y="19875"/>
                      <a:pt x="916" y="19382"/>
                      <a:pt x="602" y="19382"/>
                    </a:cubicBezTo>
                    <a:close/>
                    <a:moveTo>
                      <a:pt x="1974" y="19382"/>
                    </a:moveTo>
                    <a:cubicBezTo>
                      <a:pt x="1660" y="19382"/>
                      <a:pt x="1395" y="19875"/>
                      <a:pt x="1381" y="20486"/>
                    </a:cubicBezTo>
                    <a:cubicBezTo>
                      <a:pt x="1366" y="21100"/>
                      <a:pt x="1612" y="21600"/>
                      <a:pt x="1929" y="21600"/>
                    </a:cubicBezTo>
                    <a:cubicBezTo>
                      <a:pt x="2246" y="21600"/>
                      <a:pt x="2512" y="21100"/>
                      <a:pt x="2523" y="20486"/>
                    </a:cubicBezTo>
                    <a:cubicBezTo>
                      <a:pt x="2533" y="19875"/>
                      <a:pt x="2287" y="19382"/>
                      <a:pt x="1974" y="19382"/>
                    </a:cubicBezTo>
                    <a:close/>
                    <a:moveTo>
                      <a:pt x="8940" y="19382"/>
                    </a:moveTo>
                    <a:cubicBezTo>
                      <a:pt x="8626" y="19382"/>
                      <a:pt x="8377" y="19875"/>
                      <a:pt x="8383" y="20486"/>
                    </a:cubicBezTo>
                    <a:cubicBezTo>
                      <a:pt x="8389" y="21100"/>
                      <a:pt x="8651" y="21600"/>
                      <a:pt x="8968" y="21600"/>
                    </a:cubicBezTo>
                    <a:cubicBezTo>
                      <a:pt x="9285" y="21600"/>
                      <a:pt x="9534" y="21100"/>
                      <a:pt x="9524" y="20486"/>
                    </a:cubicBezTo>
                    <a:cubicBezTo>
                      <a:pt x="9514" y="19875"/>
                      <a:pt x="9253" y="19382"/>
                      <a:pt x="8940" y="19382"/>
                    </a:cubicBezTo>
                    <a:close/>
                    <a:moveTo>
                      <a:pt x="10333" y="19382"/>
                    </a:moveTo>
                    <a:cubicBezTo>
                      <a:pt x="10020" y="19382"/>
                      <a:pt x="9773" y="19875"/>
                      <a:pt x="9783" y="20486"/>
                    </a:cubicBezTo>
                    <a:cubicBezTo>
                      <a:pt x="9794" y="21100"/>
                      <a:pt x="10060" y="21600"/>
                      <a:pt x="10376" y="21600"/>
                    </a:cubicBezTo>
                    <a:cubicBezTo>
                      <a:pt x="10693" y="21600"/>
                      <a:pt x="10939" y="21100"/>
                      <a:pt x="10925" y="20486"/>
                    </a:cubicBezTo>
                    <a:cubicBezTo>
                      <a:pt x="10911" y="19875"/>
                      <a:pt x="10647" y="19382"/>
                      <a:pt x="10333" y="19382"/>
                    </a:cubicBezTo>
                    <a:close/>
                    <a:moveTo>
                      <a:pt x="11727" y="19382"/>
                    </a:moveTo>
                    <a:cubicBezTo>
                      <a:pt x="11414" y="19382"/>
                      <a:pt x="11170" y="19875"/>
                      <a:pt x="11184" y="20486"/>
                    </a:cubicBezTo>
                    <a:cubicBezTo>
                      <a:pt x="11199" y="21100"/>
                      <a:pt x="11468" y="21600"/>
                      <a:pt x="11785" y="21600"/>
                    </a:cubicBezTo>
                    <a:cubicBezTo>
                      <a:pt x="12101" y="21600"/>
                      <a:pt x="12344" y="21100"/>
                      <a:pt x="12326" y="20486"/>
                    </a:cubicBezTo>
                    <a:cubicBezTo>
                      <a:pt x="12309" y="19875"/>
                      <a:pt x="12040" y="19382"/>
                      <a:pt x="11727" y="19382"/>
                    </a:cubicBezTo>
                    <a:close/>
                    <a:moveTo>
                      <a:pt x="13120" y="19382"/>
                    </a:moveTo>
                    <a:cubicBezTo>
                      <a:pt x="12806" y="19382"/>
                      <a:pt x="12567" y="19875"/>
                      <a:pt x="12586" y="20486"/>
                    </a:cubicBezTo>
                    <a:cubicBezTo>
                      <a:pt x="12604" y="21100"/>
                      <a:pt x="12876" y="21600"/>
                      <a:pt x="13193" y="21600"/>
                    </a:cubicBezTo>
                    <a:cubicBezTo>
                      <a:pt x="13510" y="21600"/>
                      <a:pt x="13749" y="21100"/>
                      <a:pt x="13727" y="20486"/>
                    </a:cubicBezTo>
                    <a:cubicBezTo>
                      <a:pt x="13705" y="19875"/>
                      <a:pt x="13433" y="19382"/>
                      <a:pt x="13120" y="19382"/>
                    </a:cubicBezTo>
                    <a:close/>
                    <a:moveTo>
                      <a:pt x="14513" y="19382"/>
                    </a:moveTo>
                    <a:cubicBezTo>
                      <a:pt x="14200" y="19382"/>
                      <a:pt x="13964" y="19875"/>
                      <a:pt x="13986" y="20486"/>
                    </a:cubicBezTo>
                    <a:cubicBezTo>
                      <a:pt x="14009" y="21100"/>
                      <a:pt x="14285" y="21600"/>
                      <a:pt x="14601" y="21600"/>
                    </a:cubicBezTo>
                    <a:cubicBezTo>
                      <a:pt x="14918" y="21600"/>
                      <a:pt x="15153" y="21100"/>
                      <a:pt x="15127" y="20486"/>
                    </a:cubicBezTo>
                    <a:cubicBezTo>
                      <a:pt x="15102" y="19875"/>
                      <a:pt x="14827" y="19382"/>
                      <a:pt x="14513" y="19382"/>
                    </a:cubicBezTo>
                    <a:close/>
                    <a:moveTo>
                      <a:pt x="15907" y="19382"/>
                    </a:moveTo>
                    <a:cubicBezTo>
                      <a:pt x="15594" y="19382"/>
                      <a:pt x="15361" y="19875"/>
                      <a:pt x="15387" y="20486"/>
                    </a:cubicBezTo>
                    <a:cubicBezTo>
                      <a:pt x="15414" y="21100"/>
                      <a:pt x="15693" y="21600"/>
                      <a:pt x="16009" y="21600"/>
                    </a:cubicBezTo>
                    <a:cubicBezTo>
                      <a:pt x="16326" y="21600"/>
                      <a:pt x="16559" y="21100"/>
                      <a:pt x="16529" y="20486"/>
                    </a:cubicBezTo>
                    <a:cubicBezTo>
                      <a:pt x="16499" y="19875"/>
                      <a:pt x="16221" y="19382"/>
                      <a:pt x="15907" y="19382"/>
                    </a:cubicBezTo>
                    <a:close/>
                    <a:moveTo>
                      <a:pt x="17301" y="19382"/>
                    </a:moveTo>
                    <a:cubicBezTo>
                      <a:pt x="16987" y="19382"/>
                      <a:pt x="16758" y="19875"/>
                      <a:pt x="16789" y="20486"/>
                    </a:cubicBezTo>
                    <a:cubicBezTo>
                      <a:pt x="16819" y="21100"/>
                      <a:pt x="17101" y="21600"/>
                      <a:pt x="17419" y="21600"/>
                    </a:cubicBezTo>
                    <a:cubicBezTo>
                      <a:pt x="17735" y="21600"/>
                      <a:pt x="17965" y="21100"/>
                      <a:pt x="17931" y="20486"/>
                    </a:cubicBezTo>
                    <a:cubicBezTo>
                      <a:pt x="17897" y="19875"/>
                      <a:pt x="17614" y="19382"/>
                      <a:pt x="17301" y="19382"/>
                    </a:cubicBezTo>
                    <a:close/>
                    <a:moveTo>
                      <a:pt x="20069" y="19382"/>
                    </a:moveTo>
                    <a:cubicBezTo>
                      <a:pt x="19756" y="19382"/>
                      <a:pt x="19532" y="19875"/>
                      <a:pt x="19571" y="20486"/>
                    </a:cubicBezTo>
                    <a:cubicBezTo>
                      <a:pt x="19610" y="21100"/>
                      <a:pt x="19899" y="21600"/>
                      <a:pt x="20216" y="21600"/>
                    </a:cubicBezTo>
                    <a:cubicBezTo>
                      <a:pt x="20532" y="21600"/>
                      <a:pt x="20755" y="21100"/>
                      <a:pt x="20713" y="20486"/>
                    </a:cubicBezTo>
                    <a:cubicBezTo>
                      <a:pt x="20671" y="19875"/>
                      <a:pt x="20382" y="19382"/>
                      <a:pt x="20069" y="19382"/>
                    </a:cubicBezTo>
                    <a:close/>
                  </a:path>
                </a:pathLst>
              </a:custGeom>
              <a:solidFill>
                <a:srgbClr val="33B9A0">
                  <a:alpha val="74902"/>
                </a:srgbClr>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54492" rtl="0" eaLnBrk="1" fontAlgn="auto" latinLnBrk="0" hangingPunct="1">
                  <a:lnSpc>
                    <a:spcPct val="100000"/>
                  </a:lnSpc>
                  <a:spcBef>
                    <a:spcPts val="0"/>
                  </a:spcBef>
                  <a:spcAft>
                    <a:spcPts val="0"/>
                  </a:spcAft>
                  <a:buClrTx/>
                  <a:buSzTx/>
                  <a:buFontTx/>
                  <a:buNone/>
                  <a:tabLst/>
                  <a:defRPr sz="1400">
                    <a:solidFill>
                      <a:srgbClr val="FFFFFF"/>
                    </a:solidFill>
                    <a:effectLst>
                      <a:outerShdw blurRad="38100" dist="12700" dir="5400000" rotWithShape="0">
                        <a:srgbClr val="000000">
                          <a:alpha val="50000"/>
                        </a:srgbClr>
                      </a:outerShdw>
                    </a:effectLst>
                  </a:defRPr>
                </a:pPr>
                <a:endParaRPr kumimoji="0" sz="637"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a:ea typeface="+mn-ea"/>
                  <a:cs typeface="+mn-cs"/>
                </a:endParaRPr>
              </a:p>
            </p:txBody>
          </p:sp>
          <p:sp>
            <p:nvSpPr>
              <p:cNvPr id="18" name="Shape 8">
                <a:extLst>
                  <a:ext uri="{FF2B5EF4-FFF2-40B4-BE49-F238E27FC236}">
                    <a16:creationId xmlns:a16="http://schemas.microsoft.com/office/drawing/2014/main" id="{88184C27-8D13-83AF-439C-62E4B1AC3C5A}"/>
                  </a:ext>
                </a:extLst>
              </p:cNvPr>
              <p:cNvSpPr/>
              <p:nvPr/>
            </p:nvSpPr>
            <p:spPr>
              <a:xfrm>
                <a:off x="6796971" y="1532267"/>
                <a:ext cx="3901426" cy="2212184"/>
              </a:xfrm>
              <a:custGeom>
                <a:avLst/>
                <a:gdLst/>
                <a:ahLst/>
                <a:cxnLst>
                  <a:cxn ang="0">
                    <a:pos x="wd2" y="hd2"/>
                  </a:cxn>
                  <a:cxn ang="5400000">
                    <a:pos x="wd2" y="hd2"/>
                  </a:cxn>
                  <a:cxn ang="10800000">
                    <a:pos x="wd2" y="hd2"/>
                  </a:cxn>
                  <a:cxn ang="16200000">
                    <a:pos x="wd2" y="hd2"/>
                  </a:cxn>
                </a:cxnLst>
                <a:rect l="0" t="0" r="r" b="b"/>
                <a:pathLst>
                  <a:path w="21530" h="21600" extrusionOk="0">
                    <a:moveTo>
                      <a:pt x="2112" y="0"/>
                    </a:moveTo>
                    <a:cubicBezTo>
                      <a:pt x="1958" y="0"/>
                      <a:pt x="1849" y="129"/>
                      <a:pt x="1867" y="289"/>
                    </a:cubicBezTo>
                    <a:cubicBezTo>
                      <a:pt x="1886" y="449"/>
                      <a:pt x="2027" y="580"/>
                      <a:pt x="2182" y="580"/>
                    </a:cubicBezTo>
                    <a:cubicBezTo>
                      <a:pt x="2337" y="580"/>
                      <a:pt x="2446" y="449"/>
                      <a:pt x="2426" y="289"/>
                    </a:cubicBezTo>
                    <a:cubicBezTo>
                      <a:pt x="2406" y="129"/>
                      <a:pt x="2265" y="0"/>
                      <a:pt x="2112" y="0"/>
                    </a:cubicBezTo>
                    <a:close/>
                    <a:moveTo>
                      <a:pt x="2802" y="0"/>
                    </a:moveTo>
                    <a:cubicBezTo>
                      <a:pt x="2648" y="0"/>
                      <a:pt x="2539" y="129"/>
                      <a:pt x="2560" y="289"/>
                    </a:cubicBezTo>
                    <a:cubicBezTo>
                      <a:pt x="2580" y="449"/>
                      <a:pt x="2723" y="580"/>
                      <a:pt x="2878" y="580"/>
                    </a:cubicBezTo>
                    <a:cubicBezTo>
                      <a:pt x="3033" y="580"/>
                      <a:pt x="3141" y="449"/>
                      <a:pt x="3119" y="289"/>
                    </a:cubicBezTo>
                    <a:cubicBezTo>
                      <a:pt x="3097" y="129"/>
                      <a:pt x="2955" y="0"/>
                      <a:pt x="2802" y="0"/>
                    </a:cubicBezTo>
                    <a:close/>
                    <a:moveTo>
                      <a:pt x="8246" y="0"/>
                    </a:moveTo>
                    <a:cubicBezTo>
                      <a:pt x="8092" y="0"/>
                      <a:pt x="7995" y="129"/>
                      <a:pt x="8030" y="289"/>
                    </a:cubicBezTo>
                    <a:cubicBezTo>
                      <a:pt x="8064" y="449"/>
                      <a:pt x="8218" y="580"/>
                      <a:pt x="8373" y="580"/>
                    </a:cubicBezTo>
                    <a:cubicBezTo>
                      <a:pt x="8529" y="580"/>
                      <a:pt x="8625" y="449"/>
                      <a:pt x="8589" y="289"/>
                    </a:cubicBezTo>
                    <a:cubicBezTo>
                      <a:pt x="8553" y="129"/>
                      <a:pt x="8400" y="0"/>
                      <a:pt x="8246" y="0"/>
                    </a:cubicBezTo>
                    <a:close/>
                    <a:moveTo>
                      <a:pt x="818" y="726"/>
                    </a:moveTo>
                    <a:cubicBezTo>
                      <a:pt x="663" y="726"/>
                      <a:pt x="549" y="858"/>
                      <a:pt x="565" y="1021"/>
                    </a:cubicBezTo>
                    <a:cubicBezTo>
                      <a:pt x="580" y="1186"/>
                      <a:pt x="719" y="1319"/>
                      <a:pt x="877" y="1319"/>
                    </a:cubicBezTo>
                    <a:cubicBezTo>
                      <a:pt x="1034" y="1319"/>
                      <a:pt x="1147" y="1186"/>
                      <a:pt x="1130" y="1021"/>
                    </a:cubicBezTo>
                    <a:cubicBezTo>
                      <a:pt x="1113" y="858"/>
                      <a:pt x="974" y="726"/>
                      <a:pt x="818" y="726"/>
                    </a:cubicBezTo>
                    <a:close/>
                    <a:moveTo>
                      <a:pt x="1508" y="726"/>
                    </a:moveTo>
                    <a:cubicBezTo>
                      <a:pt x="1352" y="726"/>
                      <a:pt x="1240" y="858"/>
                      <a:pt x="1257" y="1021"/>
                    </a:cubicBezTo>
                    <a:cubicBezTo>
                      <a:pt x="1274" y="1186"/>
                      <a:pt x="1416" y="1319"/>
                      <a:pt x="1573" y="1319"/>
                    </a:cubicBezTo>
                    <a:cubicBezTo>
                      <a:pt x="1730" y="1319"/>
                      <a:pt x="1842" y="1186"/>
                      <a:pt x="1823" y="1021"/>
                    </a:cubicBezTo>
                    <a:cubicBezTo>
                      <a:pt x="1804" y="858"/>
                      <a:pt x="1663" y="726"/>
                      <a:pt x="1508" y="726"/>
                    </a:cubicBezTo>
                    <a:close/>
                    <a:moveTo>
                      <a:pt x="5643" y="726"/>
                    </a:moveTo>
                    <a:cubicBezTo>
                      <a:pt x="5487" y="726"/>
                      <a:pt x="5384" y="858"/>
                      <a:pt x="5412" y="1021"/>
                    </a:cubicBezTo>
                    <a:cubicBezTo>
                      <a:pt x="5440" y="1186"/>
                      <a:pt x="5590" y="1319"/>
                      <a:pt x="5748" y="1319"/>
                    </a:cubicBezTo>
                    <a:cubicBezTo>
                      <a:pt x="5904" y="1319"/>
                      <a:pt x="6007" y="1186"/>
                      <a:pt x="5978" y="1021"/>
                    </a:cubicBezTo>
                    <a:cubicBezTo>
                      <a:pt x="5948" y="858"/>
                      <a:pt x="5798" y="726"/>
                      <a:pt x="5643" y="726"/>
                    </a:cubicBezTo>
                    <a:close/>
                    <a:moveTo>
                      <a:pt x="6333" y="726"/>
                    </a:moveTo>
                    <a:cubicBezTo>
                      <a:pt x="6177" y="726"/>
                      <a:pt x="6075" y="858"/>
                      <a:pt x="6105" y="1021"/>
                    </a:cubicBezTo>
                    <a:cubicBezTo>
                      <a:pt x="6135" y="1186"/>
                      <a:pt x="6286" y="1319"/>
                      <a:pt x="6443" y="1319"/>
                    </a:cubicBezTo>
                    <a:cubicBezTo>
                      <a:pt x="6600" y="1319"/>
                      <a:pt x="6702" y="1186"/>
                      <a:pt x="6670" y="1021"/>
                    </a:cubicBezTo>
                    <a:cubicBezTo>
                      <a:pt x="6639" y="858"/>
                      <a:pt x="6488" y="726"/>
                      <a:pt x="6333" y="726"/>
                    </a:cubicBezTo>
                    <a:close/>
                    <a:moveTo>
                      <a:pt x="7034" y="726"/>
                    </a:moveTo>
                    <a:cubicBezTo>
                      <a:pt x="6878" y="726"/>
                      <a:pt x="6777" y="858"/>
                      <a:pt x="6809" y="1021"/>
                    </a:cubicBezTo>
                    <a:cubicBezTo>
                      <a:pt x="6841" y="1186"/>
                      <a:pt x="6994" y="1319"/>
                      <a:pt x="7151" y="1319"/>
                    </a:cubicBezTo>
                    <a:cubicBezTo>
                      <a:pt x="7308" y="1319"/>
                      <a:pt x="7408" y="1186"/>
                      <a:pt x="7375" y="1021"/>
                    </a:cubicBezTo>
                    <a:cubicBezTo>
                      <a:pt x="7341" y="858"/>
                      <a:pt x="7189" y="726"/>
                      <a:pt x="7034" y="726"/>
                    </a:cubicBezTo>
                    <a:close/>
                    <a:moveTo>
                      <a:pt x="7723" y="726"/>
                    </a:moveTo>
                    <a:cubicBezTo>
                      <a:pt x="7568" y="726"/>
                      <a:pt x="7468" y="858"/>
                      <a:pt x="7502" y="1021"/>
                    </a:cubicBezTo>
                    <a:cubicBezTo>
                      <a:pt x="7535" y="1186"/>
                      <a:pt x="7690" y="1319"/>
                      <a:pt x="7847" y="1319"/>
                    </a:cubicBezTo>
                    <a:cubicBezTo>
                      <a:pt x="8004" y="1319"/>
                      <a:pt x="8102" y="1186"/>
                      <a:pt x="8067" y="1021"/>
                    </a:cubicBezTo>
                    <a:cubicBezTo>
                      <a:pt x="8032" y="858"/>
                      <a:pt x="7878" y="726"/>
                      <a:pt x="7723" y="726"/>
                    </a:cubicBezTo>
                    <a:close/>
                    <a:moveTo>
                      <a:pt x="8412" y="726"/>
                    </a:moveTo>
                    <a:cubicBezTo>
                      <a:pt x="8257" y="726"/>
                      <a:pt x="8159" y="858"/>
                      <a:pt x="8195" y="1021"/>
                    </a:cubicBezTo>
                    <a:cubicBezTo>
                      <a:pt x="8230" y="1186"/>
                      <a:pt x="8386" y="1319"/>
                      <a:pt x="8543" y="1319"/>
                    </a:cubicBezTo>
                    <a:cubicBezTo>
                      <a:pt x="8700" y="1319"/>
                      <a:pt x="8797" y="1186"/>
                      <a:pt x="8760" y="1021"/>
                    </a:cubicBezTo>
                    <a:cubicBezTo>
                      <a:pt x="8723" y="858"/>
                      <a:pt x="8568" y="726"/>
                      <a:pt x="8412" y="726"/>
                    </a:cubicBezTo>
                    <a:close/>
                    <a:moveTo>
                      <a:pt x="9101" y="726"/>
                    </a:moveTo>
                    <a:cubicBezTo>
                      <a:pt x="8946" y="726"/>
                      <a:pt x="8850" y="858"/>
                      <a:pt x="8887" y="1021"/>
                    </a:cubicBezTo>
                    <a:cubicBezTo>
                      <a:pt x="8925" y="1186"/>
                      <a:pt x="9082" y="1319"/>
                      <a:pt x="9238" y="1319"/>
                    </a:cubicBezTo>
                    <a:cubicBezTo>
                      <a:pt x="9396" y="1319"/>
                      <a:pt x="9491" y="1186"/>
                      <a:pt x="9453" y="1021"/>
                    </a:cubicBezTo>
                    <a:cubicBezTo>
                      <a:pt x="9414" y="858"/>
                      <a:pt x="9257" y="726"/>
                      <a:pt x="9101" y="726"/>
                    </a:cubicBezTo>
                    <a:close/>
                    <a:moveTo>
                      <a:pt x="9791" y="726"/>
                    </a:moveTo>
                    <a:cubicBezTo>
                      <a:pt x="9636" y="726"/>
                      <a:pt x="9541" y="858"/>
                      <a:pt x="9580" y="1021"/>
                    </a:cubicBezTo>
                    <a:cubicBezTo>
                      <a:pt x="9619" y="1186"/>
                      <a:pt x="9778" y="1319"/>
                      <a:pt x="9935" y="1319"/>
                    </a:cubicBezTo>
                    <a:cubicBezTo>
                      <a:pt x="10092" y="1319"/>
                      <a:pt x="10186" y="1186"/>
                      <a:pt x="10146" y="1021"/>
                    </a:cubicBezTo>
                    <a:cubicBezTo>
                      <a:pt x="10105" y="858"/>
                      <a:pt x="9947" y="726"/>
                      <a:pt x="9791" y="726"/>
                    </a:cubicBezTo>
                    <a:close/>
                    <a:moveTo>
                      <a:pt x="11171" y="726"/>
                    </a:moveTo>
                    <a:cubicBezTo>
                      <a:pt x="11015" y="726"/>
                      <a:pt x="10923" y="858"/>
                      <a:pt x="10966" y="1021"/>
                    </a:cubicBezTo>
                    <a:cubicBezTo>
                      <a:pt x="11008" y="1186"/>
                      <a:pt x="11170" y="1319"/>
                      <a:pt x="11327" y="1319"/>
                    </a:cubicBezTo>
                    <a:cubicBezTo>
                      <a:pt x="11484" y="1319"/>
                      <a:pt x="11575" y="1186"/>
                      <a:pt x="11531" y="1021"/>
                    </a:cubicBezTo>
                    <a:cubicBezTo>
                      <a:pt x="11487" y="858"/>
                      <a:pt x="11326" y="726"/>
                      <a:pt x="11171" y="726"/>
                    </a:cubicBezTo>
                    <a:close/>
                    <a:moveTo>
                      <a:pt x="11860" y="726"/>
                    </a:moveTo>
                    <a:cubicBezTo>
                      <a:pt x="11705" y="726"/>
                      <a:pt x="11614" y="858"/>
                      <a:pt x="11659" y="1021"/>
                    </a:cubicBezTo>
                    <a:cubicBezTo>
                      <a:pt x="11703" y="1186"/>
                      <a:pt x="11866" y="1319"/>
                      <a:pt x="12023" y="1319"/>
                    </a:cubicBezTo>
                    <a:cubicBezTo>
                      <a:pt x="12180" y="1319"/>
                      <a:pt x="12270" y="1186"/>
                      <a:pt x="12224" y="1021"/>
                    </a:cubicBezTo>
                    <a:cubicBezTo>
                      <a:pt x="12179" y="858"/>
                      <a:pt x="12016" y="726"/>
                      <a:pt x="11860" y="726"/>
                    </a:cubicBezTo>
                    <a:close/>
                    <a:moveTo>
                      <a:pt x="13929" y="726"/>
                    </a:moveTo>
                    <a:cubicBezTo>
                      <a:pt x="13774" y="726"/>
                      <a:pt x="13688" y="858"/>
                      <a:pt x="13737" y="1021"/>
                    </a:cubicBezTo>
                    <a:cubicBezTo>
                      <a:pt x="13787" y="1186"/>
                      <a:pt x="13955" y="1319"/>
                      <a:pt x="14112" y="1319"/>
                    </a:cubicBezTo>
                    <a:cubicBezTo>
                      <a:pt x="14269" y="1319"/>
                      <a:pt x="14355" y="1186"/>
                      <a:pt x="14303" y="1021"/>
                    </a:cubicBezTo>
                    <a:cubicBezTo>
                      <a:pt x="14252" y="858"/>
                      <a:pt x="14085" y="726"/>
                      <a:pt x="13929" y="726"/>
                    </a:cubicBezTo>
                    <a:close/>
                    <a:moveTo>
                      <a:pt x="14619" y="726"/>
                    </a:moveTo>
                    <a:cubicBezTo>
                      <a:pt x="14463" y="726"/>
                      <a:pt x="14379" y="858"/>
                      <a:pt x="14431" y="1021"/>
                    </a:cubicBezTo>
                    <a:cubicBezTo>
                      <a:pt x="14482" y="1186"/>
                      <a:pt x="14652" y="1319"/>
                      <a:pt x="14809" y="1319"/>
                    </a:cubicBezTo>
                    <a:cubicBezTo>
                      <a:pt x="14966" y="1319"/>
                      <a:pt x="15049" y="1186"/>
                      <a:pt x="14996" y="1021"/>
                    </a:cubicBezTo>
                    <a:cubicBezTo>
                      <a:pt x="14943" y="858"/>
                      <a:pt x="14775" y="726"/>
                      <a:pt x="14619" y="726"/>
                    </a:cubicBezTo>
                    <a:close/>
                    <a:moveTo>
                      <a:pt x="891" y="1453"/>
                    </a:moveTo>
                    <a:cubicBezTo>
                      <a:pt x="734" y="1453"/>
                      <a:pt x="619" y="1588"/>
                      <a:pt x="635" y="1755"/>
                    </a:cubicBezTo>
                    <a:cubicBezTo>
                      <a:pt x="651" y="1923"/>
                      <a:pt x="792" y="2060"/>
                      <a:pt x="951" y="2060"/>
                    </a:cubicBezTo>
                    <a:cubicBezTo>
                      <a:pt x="1110" y="2060"/>
                      <a:pt x="1224" y="1923"/>
                      <a:pt x="1207" y="1755"/>
                    </a:cubicBezTo>
                    <a:cubicBezTo>
                      <a:pt x="1190" y="1588"/>
                      <a:pt x="1048" y="1453"/>
                      <a:pt x="891" y="1453"/>
                    </a:cubicBezTo>
                    <a:close/>
                    <a:moveTo>
                      <a:pt x="2293" y="1453"/>
                    </a:moveTo>
                    <a:cubicBezTo>
                      <a:pt x="2135" y="1453"/>
                      <a:pt x="2024" y="1588"/>
                      <a:pt x="2043" y="1755"/>
                    </a:cubicBezTo>
                    <a:cubicBezTo>
                      <a:pt x="2063" y="1923"/>
                      <a:pt x="2207" y="2060"/>
                      <a:pt x="2366" y="2060"/>
                    </a:cubicBezTo>
                    <a:cubicBezTo>
                      <a:pt x="2525" y="2060"/>
                      <a:pt x="2636" y="1923"/>
                      <a:pt x="2615" y="1755"/>
                    </a:cubicBezTo>
                    <a:cubicBezTo>
                      <a:pt x="2595" y="1588"/>
                      <a:pt x="2450" y="1453"/>
                      <a:pt x="2293" y="1453"/>
                    </a:cubicBezTo>
                    <a:close/>
                    <a:moveTo>
                      <a:pt x="2982" y="1453"/>
                    </a:moveTo>
                    <a:cubicBezTo>
                      <a:pt x="2825" y="1453"/>
                      <a:pt x="2714" y="1588"/>
                      <a:pt x="2736" y="1755"/>
                    </a:cubicBezTo>
                    <a:cubicBezTo>
                      <a:pt x="2757" y="1923"/>
                      <a:pt x="2904" y="2060"/>
                      <a:pt x="3063" y="2060"/>
                    </a:cubicBezTo>
                    <a:cubicBezTo>
                      <a:pt x="3221" y="2060"/>
                      <a:pt x="3331" y="1923"/>
                      <a:pt x="3308" y="1755"/>
                    </a:cubicBezTo>
                    <a:cubicBezTo>
                      <a:pt x="3285" y="1588"/>
                      <a:pt x="3139" y="1453"/>
                      <a:pt x="2982" y="1453"/>
                    </a:cubicBezTo>
                    <a:close/>
                    <a:moveTo>
                      <a:pt x="3683" y="1453"/>
                    </a:moveTo>
                    <a:cubicBezTo>
                      <a:pt x="3525" y="1453"/>
                      <a:pt x="3417" y="1588"/>
                      <a:pt x="3440" y="1755"/>
                    </a:cubicBezTo>
                    <a:cubicBezTo>
                      <a:pt x="3463" y="1923"/>
                      <a:pt x="3611" y="2060"/>
                      <a:pt x="3770" y="2060"/>
                    </a:cubicBezTo>
                    <a:cubicBezTo>
                      <a:pt x="3928" y="2060"/>
                      <a:pt x="4037" y="1923"/>
                      <a:pt x="4012" y="1755"/>
                    </a:cubicBezTo>
                    <a:cubicBezTo>
                      <a:pt x="3988" y="1588"/>
                      <a:pt x="3840" y="1453"/>
                      <a:pt x="3683" y="1453"/>
                    </a:cubicBezTo>
                    <a:close/>
                    <a:moveTo>
                      <a:pt x="5073" y="1453"/>
                    </a:moveTo>
                    <a:cubicBezTo>
                      <a:pt x="4916" y="1453"/>
                      <a:pt x="4810" y="1588"/>
                      <a:pt x="4837" y="1755"/>
                    </a:cubicBezTo>
                    <a:cubicBezTo>
                      <a:pt x="4864" y="1923"/>
                      <a:pt x="5014" y="2060"/>
                      <a:pt x="5174" y="2060"/>
                    </a:cubicBezTo>
                    <a:cubicBezTo>
                      <a:pt x="5332" y="2060"/>
                      <a:pt x="5438" y="1923"/>
                      <a:pt x="5409" y="1755"/>
                    </a:cubicBezTo>
                    <a:cubicBezTo>
                      <a:pt x="5381" y="1588"/>
                      <a:pt x="5231" y="1453"/>
                      <a:pt x="5073" y="1453"/>
                    </a:cubicBezTo>
                    <a:close/>
                    <a:moveTo>
                      <a:pt x="5774" y="1453"/>
                    </a:moveTo>
                    <a:cubicBezTo>
                      <a:pt x="5617" y="1453"/>
                      <a:pt x="5512" y="1588"/>
                      <a:pt x="5541" y="1755"/>
                    </a:cubicBezTo>
                    <a:cubicBezTo>
                      <a:pt x="5570" y="1923"/>
                      <a:pt x="5722" y="2060"/>
                      <a:pt x="5881" y="2060"/>
                    </a:cubicBezTo>
                    <a:cubicBezTo>
                      <a:pt x="6040" y="2060"/>
                      <a:pt x="6144" y="1923"/>
                      <a:pt x="6113" y="1755"/>
                    </a:cubicBezTo>
                    <a:cubicBezTo>
                      <a:pt x="6083" y="1588"/>
                      <a:pt x="5931" y="1453"/>
                      <a:pt x="5774" y="1453"/>
                    </a:cubicBezTo>
                    <a:close/>
                    <a:moveTo>
                      <a:pt x="6475" y="1453"/>
                    </a:moveTo>
                    <a:cubicBezTo>
                      <a:pt x="6318" y="1453"/>
                      <a:pt x="6215" y="1588"/>
                      <a:pt x="6246" y="1755"/>
                    </a:cubicBezTo>
                    <a:cubicBezTo>
                      <a:pt x="6276" y="1923"/>
                      <a:pt x="6430" y="2060"/>
                      <a:pt x="6589" y="2060"/>
                    </a:cubicBezTo>
                    <a:cubicBezTo>
                      <a:pt x="6748" y="2060"/>
                      <a:pt x="6850" y="1923"/>
                      <a:pt x="6818" y="1755"/>
                    </a:cubicBezTo>
                    <a:cubicBezTo>
                      <a:pt x="6786" y="1588"/>
                      <a:pt x="6633" y="1453"/>
                      <a:pt x="6475" y="1453"/>
                    </a:cubicBezTo>
                    <a:close/>
                    <a:moveTo>
                      <a:pt x="7176" y="1453"/>
                    </a:moveTo>
                    <a:cubicBezTo>
                      <a:pt x="7019" y="1453"/>
                      <a:pt x="6917" y="1588"/>
                      <a:pt x="6950" y="1755"/>
                    </a:cubicBezTo>
                    <a:cubicBezTo>
                      <a:pt x="6982" y="1923"/>
                      <a:pt x="7138" y="2060"/>
                      <a:pt x="7297" y="2060"/>
                    </a:cubicBezTo>
                    <a:cubicBezTo>
                      <a:pt x="7455" y="2060"/>
                      <a:pt x="7556" y="1923"/>
                      <a:pt x="7522" y="1755"/>
                    </a:cubicBezTo>
                    <a:cubicBezTo>
                      <a:pt x="7488" y="1588"/>
                      <a:pt x="7334" y="1453"/>
                      <a:pt x="7176" y="1453"/>
                    </a:cubicBezTo>
                    <a:close/>
                    <a:moveTo>
                      <a:pt x="7865" y="1453"/>
                    </a:moveTo>
                    <a:cubicBezTo>
                      <a:pt x="7708" y="1453"/>
                      <a:pt x="7608" y="1588"/>
                      <a:pt x="7643" y="1755"/>
                    </a:cubicBezTo>
                    <a:cubicBezTo>
                      <a:pt x="7677" y="1923"/>
                      <a:pt x="7834" y="2060"/>
                      <a:pt x="7993" y="2060"/>
                    </a:cubicBezTo>
                    <a:cubicBezTo>
                      <a:pt x="8152" y="2060"/>
                      <a:pt x="8251" y="1923"/>
                      <a:pt x="8215" y="1755"/>
                    </a:cubicBezTo>
                    <a:cubicBezTo>
                      <a:pt x="8179" y="1588"/>
                      <a:pt x="8023" y="1453"/>
                      <a:pt x="7865" y="1453"/>
                    </a:cubicBezTo>
                    <a:close/>
                    <a:moveTo>
                      <a:pt x="8567" y="1453"/>
                    </a:moveTo>
                    <a:cubicBezTo>
                      <a:pt x="8409" y="1453"/>
                      <a:pt x="8311" y="1588"/>
                      <a:pt x="8347" y="1755"/>
                    </a:cubicBezTo>
                    <a:cubicBezTo>
                      <a:pt x="8383" y="1923"/>
                      <a:pt x="8542" y="2060"/>
                      <a:pt x="8700" y="2060"/>
                    </a:cubicBezTo>
                    <a:cubicBezTo>
                      <a:pt x="8860" y="2060"/>
                      <a:pt x="8957" y="1923"/>
                      <a:pt x="8919" y="1755"/>
                    </a:cubicBezTo>
                    <a:cubicBezTo>
                      <a:pt x="8882" y="1588"/>
                      <a:pt x="8724" y="1453"/>
                      <a:pt x="8567" y="1453"/>
                    </a:cubicBezTo>
                    <a:close/>
                    <a:moveTo>
                      <a:pt x="9268" y="1453"/>
                    </a:moveTo>
                    <a:cubicBezTo>
                      <a:pt x="9111" y="1453"/>
                      <a:pt x="9014" y="1588"/>
                      <a:pt x="9052" y="1755"/>
                    </a:cubicBezTo>
                    <a:cubicBezTo>
                      <a:pt x="9090" y="1923"/>
                      <a:pt x="9249" y="2060"/>
                      <a:pt x="9408" y="2060"/>
                    </a:cubicBezTo>
                    <a:cubicBezTo>
                      <a:pt x="9567" y="2060"/>
                      <a:pt x="9663" y="1923"/>
                      <a:pt x="9624" y="1755"/>
                    </a:cubicBezTo>
                    <a:cubicBezTo>
                      <a:pt x="9584" y="1588"/>
                      <a:pt x="9425" y="1453"/>
                      <a:pt x="9268" y="1453"/>
                    </a:cubicBezTo>
                    <a:close/>
                    <a:moveTo>
                      <a:pt x="9958" y="1453"/>
                    </a:moveTo>
                    <a:cubicBezTo>
                      <a:pt x="9800" y="1453"/>
                      <a:pt x="9705" y="1588"/>
                      <a:pt x="9745" y="1755"/>
                    </a:cubicBezTo>
                    <a:cubicBezTo>
                      <a:pt x="9785" y="1923"/>
                      <a:pt x="9946" y="2060"/>
                      <a:pt x="10105" y="2060"/>
                    </a:cubicBezTo>
                    <a:cubicBezTo>
                      <a:pt x="10264" y="2060"/>
                      <a:pt x="10358" y="1923"/>
                      <a:pt x="10316" y="1755"/>
                    </a:cubicBezTo>
                    <a:cubicBezTo>
                      <a:pt x="10275" y="1588"/>
                      <a:pt x="10115" y="1453"/>
                      <a:pt x="9958" y="1453"/>
                    </a:cubicBezTo>
                    <a:close/>
                    <a:moveTo>
                      <a:pt x="10659" y="1453"/>
                    </a:moveTo>
                    <a:cubicBezTo>
                      <a:pt x="10501" y="1453"/>
                      <a:pt x="10408" y="1588"/>
                      <a:pt x="10449" y="1755"/>
                    </a:cubicBezTo>
                    <a:cubicBezTo>
                      <a:pt x="10491" y="1923"/>
                      <a:pt x="10653" y="2060"/>
                      <a:pt x="10812" y="2060"/>
                    </a:cubicBezTo>
                    <a:cubicBezTo>
                      <a:pt x="10971" y="2060"/>
                      <a:pt x="11065" y="1923"/>
                      <a:pt x="11021" y="1755"/>
                    </a:cubicBezTo>
                    <a:cubicBezTo>
                      <a:pt x="10978" y="1588"/>
                      <a:pt x="10816" y="1453"/>
                      <a:pt x="10659" y="1453"/>
                    </a:cubicBezTo>
                    <a:close/>
                    <a:moveTo>
                      <a:pt x="11360" y="1453"/>
                    </a:moveTo>
                    <a:cubicBezTo>
                      <a:pt x="11202" y="1453"/>
                      <a:pt x="11110" y="1588"/>
                      <a:pt x="11154" y="1755"/>
                    </a:cubicBezTo>
                    <a:cubicBezTo>
                      <a:pt x="11197" y="1923"/>
                      <a:pt x="11362" y="2060"/>
                      <a:pt x="11521" y="2060"/>
                    </a:cubicBezTo>
                    <a:cubicBezTo>
                      <a:pt x="11679" y="2060"/>
                      <a:pt x="11771" y="1923"/>
                      <a:pt x="11726" y="1755"/>
                    </a:cubicBezTo>
                    <a:cubicBezTo>
                      <a:pt x="11681" y="1588"/>
                      <a:pt x="11517" y="1453"/>
                      <a:pt x="11360" y="1453"/>
                    </a:cubicBezTo>
                    <a:close/>
                    <a:moveTo>
                      <a:pt x="12061" y="1453"/>
                    </a:moveTo>
                    <a:cubicBezTo>
                      <a:pt x="11904" y="1453"/>
                      <a:pt x="11813" y="1588"/>
                      <a:pt x="11859" y="1755"/>
                    </a:cubicBezTo>
                    <a:cubicBezTo>
                      <a:pt x="11904" y="1923"/>
                      <a:pt x="12070" y="2060"/>
                      <a:pt x="12229" y="2060"/>
                    </a:cubicBezTo>
                    <a:cubicBezTo>
                      <a:pt x="12387" y="2060"/>
                      <a:pt x="12478" y="1923"/>
                      <a:pt x="12431" y="1755"/>
                    </a:cubicBezTo>
                    <a:cubicBezTo>
                      <a:pt x="12384" y="1588"/>
                      <a:pt x="12218" y="1453"/>
                      <a:pt x="12061" y="1453"/>
                    </a:cubicBezTo>
                    <a:close/>
                    <a:moveTo>
                      <a:pt x="12751" y="1453"/>
                    </a:moveTo>
                    <a:cubicBezTo>
                      <a:pt x="12594" y="1453"/>
                      <a:pt x="12504" y="1588"/>
                      <a:pt x="12551" y="1755"/>
                    </a:cubicBezTo>
                    <a:cubicBezTo>
                      <a:pt x="12599" y="1923"/>
                      <a:pt x="12766" y="2060"/>
                      <a:pt x="12924" y="2060"/>
                    </a:cubicBezTo>
                    <a:cubicBezTo>
                      <a:pt x="13084" y="2060"/>
                      <a:pt x="13172" y="1923"/>
                      <a:pt x="13123" y="1755"/>
                    </a:cubicBezTo>
                    <a:cubicBezTo>
                      <a:pt x="13075" y="1588"/>
                      <a:pt x="12908" y="1453"/>
                      <a:pt x="12751" y="1453"/>
                    </a:cubicBezTo>
                    <a:close/>
                    <a:moveTo>
                      <a:pt x="13452" y="1453"/>
                    </a:moveTo>
                    <a:cubicBezTo>
                      <a:pt x="13295" y="1453"/>
                      <a:pt x="13207" y="1588"/>
                      <a:pt x="13256" y="1755"/>
                    </a:cubicBezTo>
                    <a:cubicBezTo>
                      <a:pt x="13305" y="1923"/>
                      <a:pt x="13474" y="2060"/>
                      <a:pt x="13633" y="2060"/>
                    </a:cubicBezTo>
                    <a:cubicBezTo>
                      <a:pt x="13792" y="2060"/>
                      <a:pt x="13879" y="1923"/>
                      <a:pt x="13828" y="1755"/>
                    </a:cubicBezTo>
                    <a:cubicBezTo>
                      <a:pt x="13778" y="1588"/>
                      <a:pt x="13610" y="1453"/>
                      <a:pt x="13452" y="1453"/>
                    </a:cubicBezTo>
                    <a:close/>
                    <a:moveTo>
                      <a:pt x="14154" y="1453"/>
                    </a:moveTo>
                    <a:cubicBezTo>
                      <a:pt x="13997" y="1453"/>
                      <a:pt x="13910" y="1588"/>
                      <a:pt x="13961" y="1755"/>
                    </a:cubicBezTo>
                    <a:cubicBezTo>
                      <a:pt x="14012" y="1923"/>
                      <a:pt x="14183" y="2060"/>
                      <a:pt x="14341" y="2060"/>
                    </a:cubicBezTo>
                    <a:cubicBezTo>
                      <a:pt x="14500" y="2060"/>
                      <a:pt x="14586" y="1923"/>
                      <a:pt x="14533" y="1755"/>
                    </a:cubicBezTo>
                    <a:cubicBezTo>
                      <a:pt x="14481" y="1588"/>
                      <a:pt x="14312" y="1453"/>
                      <a:pt x="14154" y="1453"/>
                    </a:cubicBezTo>
                    <a:close/>
                    <a:moveTo>
                      <a:pt x="14844" y="1453"/>
                    </a:moveTo>
                    <a:cubicBezTo>
                      <a:pt x="14686" y="1453"/>
                      <a:pt x="14602" y="1588"/>
                      <a:pt x="14654" y="1755"/>
                    </a:cubicBezTo>
                    <a:cubicBezTo>
                      <a:pt x="14707" y="1923"/>
                      <a:pt x="14879" y="2060"/>
                      <a:pt x="15038" y="2060"/>
                    </a:cubicBezTo>
                    <a:cubicBezTo>
                      <a:pt x="15197" y="2060"/>
                      <a:pt x="15280" y="1923"/>
                      <a:pt x="15226" y="1755"/>
                    </a:cubicBezTo>
                    <a:cubicBezTo>
                      <a:pt x="15172" y="1588"/>
                      <a:pt x="15001" y="1453"/>
                      <a:pt x="14844" y="1453"/>
                    </a:cubicBezTo>
                    <a:close/>
                    <a:moveTo>
                      <a:pt x="15545" y="1453"/>
                    </a:moveTo>
                    <a:cubicBezTo>
                      <a:pt x="15388" y="1453"/>
                      <a:pt x="15304" y="1588"/>
                      <a:pt x="15359" y="1755"/>
                    </a:cubicBezTo>
                    <a:cubicBezTo>
                      <a:pt x="15414" y="1923"/>
                      <a:pt x="15587" y="2060"/>
                      <a:pt x="15746" y="2060"/>
                    </a:cubicBezTo>
                    <a:cubicBezTo>
                      <a:pt x="15905" y="2060"/>
                      <a:pt x="15988" y="1923"/>
                      <a:pt x="15932" y="1755"/>
                    </a:cubicBezTo>
                    <a:cubicBezTo>
                      <a:pt x="15875" y="1588"/>
                      <a:pt x="15703" y="1453"/>
                      <a:pt x="15545" y="1453"/>
                    </a:cubicBezTo>
                    <a:close/>
                    <a:moveTo>
                      <a:pt x="16246" y="1453"/>
                    </a:moveTo>
                    <a:cubicBezTo>
                      <a:pt x="16089" y="1453"/>
                      <a:pt x="16007" y="1588"/>
                      <a:pt x="16064" y="1755"/>
                    </a:cubicBezTo>
                    <a:cubicBezTo>
                      <a:pt x="16121" y="1923"/>
                      <a:pt x="16295" y="2060"/>
                      <a:pt x="16454" y="2060"/>
                    </a:cubicBezTo>
                    <a:cubicBezTo>
                      <a:pt x="16613" y="2060"/>
                      <a:pt x="16694" y="1923"/>
                      <a:pt x="16636" y="1755"/>
                    </a:cubicBezTo>
                    <a:cubicBezTo>
                      <a:pt x="16578" y="1588"/>
                      <a:pt x="16404" y="1453"/>
                      <a:pt x="16246" y="1453"/>
                    </a:cubicBezTo>
                    <a:close/>
                    <a:moveTo>
                      <a:pt x="16937" y="1453"/>
                    </a:moveTo>
                    <a:cubicBezTo>
                      <a:pt x="16780" y="1453"/>
                      <a:pt x="16699" y="1588"/>
                      <a:pt x="16757" y="1755"/>
                    </a:cubicBezTo>
                    <a:cubicBezTo>
                      <a:pt x="16815" y="1923"/>
                      <a:pt x="16992" y="2060"/>
                      <a:pt x="17151" y="2060"/>
                    </a:cubicBezTo>
                    <a:cubicBezTo>
                      <a:pt x="17309" y="2060"/>
                      <a:pt x="17389" y="1923"/>
                      <a:pt x="17329" y="1755"/>
                    </a:cubicBezTo>
                    <a:cubicBezTo>
                      <a:pt x="17270" y="1588"/>
                      <a:pt x="17094" y="1453"/>
                      <a:pt x="16937" y="1453"/>
                    </a:cubicBezTo>
                    <a:close/>
                    <a:moveTo>
                      <a:pt x="17638" y="1453"/>
                    </a:moveTo>
                    <a:cubicBezTo>
                      <a:pt x="17481" y="1453"/>
                      <a:pt x="17402" y="1588"/>
                      <a:pt x="17462" y="1755"/>
                    </a:cubicBezTo>
                    <a:cubicBezTo>
                      <a:pt x="17522" y="1923"/>
                      <a:pt x="17701" y="2060"/>
                      <a:pt x="17859" y="2060"/>
                    </a:cubicBezTo>
                    <a:cubicBezTo>
                      <a:pt x="18018" y="2060"/>
                      <a:pt x="18096" y="1923"/>
                      <a:pt x="18034" y="1755"/>
                    </a:cubicBezTo>
                    <a:cubicBezTo>
                      <a:pt x="17973" y="1588"/>
                      <a:pt x="17795" y="1453"/>
                      <a:pt x="17638" y="1453"/>
                    </a:cubicBezTo>
                    <a:close/>
                    <a:moveTo>
                      <a:pt x="18340" y="1453"/>
                    </a:moveTo>
                    <a:cubicBezTo>
                      <a:pt x="18183" y="1453"/>
                      <a:pt x="18105" y="1588"/>
                      <a:pt x="18167" y="1755"/>
                    </a:cubicBezTo>
                    <a:cubicBezTo>
                      <a:pt x="18229" y="1923"/>
                      <a:pt x="18409" y="2060"/>
                      <a:pt x="18567" y="2060"/>
                    </a:cubicBezTo>
                    <a:cubicBezTo>
                      <a:pt x="18726" y="2060"/>
                      <a:pt x="18803" y="1923"/>
                      <a:pt x="18739" y="1755"/>
                    </a:cubicBezTo>
                    <a:cubicBezTo>
                      <a:pt x="18676" y="1588"/>
                      <a:pt x="18497" y="1453"/>
                      <a:pt x="18340" y="1453"/>
                    </a:cubicBezTo>
                    <a:close/>
                    <a:moveTo>
                      <a:pt x="19030" y="1453"/>
                    </a:moveTo>
                    <a:cubicBezTo>
                      <a:pt x="18872" y="1453"/>
                      <a:pt x="18796" y="1588"/>
                      <a:pt x="18860" y="1755"/>
                    </a:cubicBezTo>
                    <a:cubicBezTo>
                      <a:pt x="18924" y="1923"/>
                      <a:pt x="19105" y="2060"/>
                      <a:pt x="19264" y="2060"/>
                    </a:cubicBezTo>
                    <a:cubicBezTo>
                      <a:pt x="19422" y="2060"/>
                      <a:pt x="19498" y="1923"/>
                      <a:pt x="19432" y="1755"/>
                    </a:cubicBezTo>
                    <a:cubicBezTo>
                      <a:pt x="19367" y="1588"/>
                      <a:pt x="19187" y="1453"/>
                      <a:pt x="19030" y="1453"/>
                    </a:cubicBezTo>
                    <a:close/>
                    <a:moveTo>
                      <a:pt x="264" y="2179"/>
                    </a:moveTo>
                    <a:cubicBezTo>
                      <a:pt x="104" y="2179"/>
                      <a:pt x="-13" y="2317"/>
                      <a:pt x="1" y="2488"/>
                    </a:cubicBezTo>
                    <a:cubicBezTo>
                      <a:pt x="15" y="2660"/>
                      <a:pt x="157" y="2800"/>
                      <a:pt x="318" y="2800"/>
                    </a:cubicBezTo>
                    <a:cubicBezTo>
                      <a:pt x="479" y="2800"/>
                      <a:pt x="596" y="2660"/>
                      <a:pt x="580" y="2488"/>
                    </a:cubicBezTo>
                    <a:cubicBezTo>
                      <a:pt x="564" y="2317"/>
                      <a:pt x="422" y="2179"/>
                      <a:pt x="264" y="2179"/>
                    </a:cubicBezTo>
                    <a:close/>
                    <a:moveTo>
                      <a:pt x="964" y="2179"/>
                    </a:moveTo>
                    <a:cubicBezTo>
                      <a:pt x="805" y="2179"/>
                      <a:pt x="689" y="2317"/>
                      <a:pt x="705" y="2488"/>
                    </a:cubicBezTo>
                    <a:cubicBezTo>
                      <a:pt x="722" y="2660"/>
                      <a:pt x="865" y="2800"/>
                      <a:pt x="1026" y="2800"/>
                    </a:cubicBezTo>
                    <a:cubicBezTo>
                      <a:pt x="1186" y="2800"/>
                      <a:pt x="1302" y="2660"/>
                      <a:pt x="1284" y="2488"/>
                    </a:cubicBezTo>
                    <a:cubicBezTo>
                      <a:pt x="1266" y="2317"/>
                      <a:pt x="1123" y="2179"/>
                      <a:pt x="964" y="2179"/>
                    </a:cubicBezTo>
                    <a:close/>
                    <a:moveTo>
                      <a:pt x="1666" y="2179"/>
                    </a:moveTo>
                    <a:cubicBezTo>
                      <a:pt x="1507" y="2179"/>
                      <a:pt x="1391" y="2317"/>
                      <a:pt x="1409" y="2488"/>
                    </a:cubicBezTo>
                    <a:cubicBezTo>
                      <a:pt x="1428" y="2660"/>
                      <a:pt x="1573" y="2800"/>
                      <a:pt x="1734" y="2800"/>
                    </a:cubicBezTo>
                    <a:cubicBezTo>
                      <a:pt x="1894" y="2800"/>
                      <a:pt x="2009" y="2660"/>
                      <a:pt x="1989" y="2488"/>
                    </a:cubicBezTo>
                    <a:cubicBezTo>
                      <a:pt x="1969" y="2317"/>
                      <a:pt x="1824" y="2179"/>
                      <a:pt x="1666" y="2179"/>
                    </a:cubicBezTo>
                    <a:close/>
                    <a:moveTo>
                      <a:pt x="2378" y="2179"/>
                    </a:moveTo>
                    <a:cubicBezTo>
                      <a:pt x="2218" y="2179"/>
                      <a:pt x="2105" y="2317"/>
                      <a:pt x="2125" y="2488"/>
                    </a:cubicBezTo>
                    <a:cubicBezTo>
                      <a:pt x="2145" y="2660"/>
                      <a:pt x="2292" y="2800"/>
                      <a:pt x="2452" y="2800"/>
                    </a:cubicBezTo>
                    <a:cubicBezTo>
                      <a:pt x="2613" y="2800"/>
                      <a:pt x="2726" y="2660"/>
                      <a:pt x="2704" y="2488"/>
                    </a:cubicBezTo>
                    <a:cubicBezTo>
                      <a:pt x="2683" y="2317"/>
                      <a:pt x="2537" y="2179"/>
                      <a:pt x="2378" y="2179"/>
                    </a:cubicBezTo>
                    <a:close/>
                    <a:moveTo>
                      <a:pt x="3079" y="2179"/>
                    </a:moveTo>
                    <a:cubicBezTo>
                      <a:pt x="2919" y="2179"/>
                      <a:pt x="2808" y="2317"/>
                      <a:pt x="2829" y="2488"/>
                    </a:cubicBezTo>
                    <a:cubicBezTo>
                      <a:pt x="2851" y="2660"/>
                      <a:pt x="3000" y="2800"/>
                      <a:pt x="3161" y="2800"/>
                    </a:cubicBezTo>
                    <a:cubicBezTo>
                      <a:pt x="3321" y="2800"/>
                      <a:pt x="3432" y="2660"/>
                      <a:pt x="3409" y="2488"/>
                    </a:cubicBezTo>
                    <a:cubicBezTo>
                      <a:pt x="3385" y="2317"/>
                      <a:pt x="3238" y="2179"/>
                      <a:pt x="3079" y="2179"/>
                    </a:cubicBezTo>
                    <a:close/>
                    <a:moveTo>
                      <a:pt x="3791" y="2179"/>
                    </a:moveTo>
                    <a:cubicBezTo>
                      <a:pt x="3631" y="2179"/>
                      <a:pt x="3522" y="2317"/>
                      <a:pt x="3546" y="2488"/>
                    </a:cubicBezTo>
                    <a:cubicBezTo>
                      <a:pt x="3569" y="2660"/>
                      <a:pt x="3719" y="2800"/>
                      <a:pt x="3880" y="2800"/>
                    </a:cubicBezTo>
                    <a:cubicBezTo>
                      <a:pt x="4040" y="2800"/>
                      <a:pt x="4150" y="2660"/>
                      <a:pt x="4124" y="2488"/>
                    </a:cubicBezTo>
                    <a:cubicBezTo>
                      <a:pt x="4099" y="2317"/>
                      <a:pt x="3950" y="2179"/>
                      <a:pt x="3791" y="2179"/>
                    </a:cubicBezTo>
                    <a:close/>
                    <a:moveTo>
                      <a:pt x="4492" y="2179"/>
                    </a:moveTo>
                    <a:cubicBezTo>
                      <a:pt x="4332" y="2179"/>
                      <a:pt x="4224" y="2317"/>
                      <a:pt x="4250" y="2488"/>
                    </a:cubicBezTo>
                    <a:cubicBezTo>
                      <a:pt x="4275" y="2660"/>
                      <a:pt x="4427" y="2800"/>
                      <a:pt x="4588" y="2800"/>
                    </a:cubicBezTo>
                    <a:cubicBezTo>
                      <a:pt x="4748" y="2800"/>
                      <a:pt x="4856" y="2660"/>
                      <a:pt x="4829" y="2488"/>
                    </a:cubicBezTo>
                    <a:cubicBezTo>
                      <a:pt x="4802" y="2317"/>
                      <a:pt x="4651" y="2179"/>
                      <a:pt x="4492" y="2179"/>
                    </a:cubicBezTo>
                    <a:close/>
                    <a:moveTo>
                      <a:pt x="5205" y="2179"/>
                    </a:moveTo>
                    <a:cubicBezTo>
                      <a:pt x="5045" y="2179"/>
                      <a:pt x="4938" y="2317"/>
                      <a:pt x="4966" y="2488"/>
                    </a:cubicBezTo>
                    <a:cubicBezTo>
                      <a:pt x="4994" y="2660"/>
                      <a:pt x="5146" y="2800"/>
                      <a:pt x="5307" y="2800"/>
                    </a:cubicBezTo>
                    <a:cubicBezTo>
                      <a:pt x="5468" y="2800"/>
                      <a:pt x="5574" y="2660"/>
                      <a:pt x="5545" y="2488"/>
                    </a:cubicBezTo>
                    <a:cubicBezTo>
                      <a:pt x="5516" y="2317"/>
                      <a:pt x="5364" y="2179"/>
                      <a:pt x="5205" y="2179"/>
                    </a:cubicBezTo>
                    <a:close/>
                    <a:moveTo>
                      <a:pt x="5906" y="2179"/>
                    </a:moveTo>
                    <a:cubicBezTo>
                      <a:pt x="5747" y="2179"/>
                      <a:pt x="5641" y="2317"/>
                      <a:pt x="5670" y="2488"/>
                    </a:cubicBezTo>
                    <a:cubicBezTo>
                      <a:pt x="5700" y="2660"/>
                      <a:pt x="5854" y="2800"/>
                      <a:pt x="6015" y="2800"/>
                    </a:cubicBezTo>
                    <a:cubicBezTo>
                      <a:pt x="6175" y="2800"/>
                      <a:pt x="6280" y="2660"/>
                      <a:pt x="6249" y="2488"/>
                    </a:cubicBezTo>
                    <a:cubicBezTo>
                      <a:pt x="6218" y="2317"/>
                      <a:pt x="6065" y="2179"/>
                      <a:pt x="5906" y="2179"/>
                    </a:cubicBezTo>
                    <a:close/>
                    <a:moveTo>
                      <a:pt x="6618" y="2179"/>
                    </a:moveTo>
                    <a:cubicBezTo>
                      <a:pt x="6459" y="2179"/>
                      <a:pt x="6355" y="2317"/>
                      <a:pt x="6386" y="2488"/>
                    </a:cubicBezTo>
                    <a:cubicBezTo>
                      <a:pt x="6418" y="2660"/>
                      <a:pt x="6574" y="2800"/>
                      <a:pt x="6734" y="2800"/>
                    </a:cubicBezTo>
                    <a:cubicBezTo>
                      <a:pt x="6895" y="2800"/>
                      <a:pt x="6999" y="2660"/>
                      <a:pt x="6966" y="2488"/>
                    </a:cubicBezTo>
                    <a:cubicBezTo>
                      <a:pt x="6933" y="2317"/>
                      <a:pt x="6777" y="2179"/>
                      <a:pt x="6618" y="2179"/>
                    </a:cubicBezTo>
                    <a:close/>
                    <a:moveTo>
                      <a:pt x="7320" y="2179"/>
                    </a:moveTo>
                    <a:cubicBezTo>
                      <a:pt x="7160" y="2179"/>
                      <a:pt x="7058" y="2317"/>
                      <a:pt x="7091" y="2488"/>
                    </a:cubicBezTo>
                    <a:cubicBezTo>
                      <a:pt x="7124" y="2660"/>
                      <a:pt x="7282" y="2800"/>
                      <a:pt x="7443" y="2800"/>
                    </a:cubicBezTo>
                    <a:cubicBezTo>
                      <a:pt x="7603" y="2800"/>
                      <a:pt x="7705" y="2660"/>
                      <a:pt x="7670" y="2488"/>
                    </a:cubicBezTo>
                    <a:cubicBezTo>
                      <a:pt x="7635" y="2317"/>
                      <a:pt x="7479" y="2179"/>
                      <a:pt x="7320" y="2179"/>
                    </a:cubicBezTo>
                    <a:close/>
                    <a:moveTo>
                      <a:pt x="8020" y="2179"/>
                    </a:moveTo>
                    <a:cubicBezTo>
                      <a:pt x="7862" y="2179"/>
                      <a:pt x="7760" y="2317"/>
                      <a:pt x="7795" y="2488"/>
                    </a:cubicBezTo>
                    <a:cubicBezTo>
                      <a:pt x="7831" y="2660"/>
                      <a:pt x="7990" y="2800"/>
                      <a:pt x="8150" y="2800"/>
                    </a:cubicBezTo>
                    <a:cubicBezTo>
                      <a:pt x="8311" y="2800"/>
                      <a:pt x="8411" y="2660"/>
                      <a:pt x="8375" y="2488"/>
                    </a:cubicBezTo>
                    <a:cubicBezTo>
                      <a:pt x="8338" y="2317"/>
                      <a:pt x="8179" y="2179"/>
                      <a:pt x="8020" y="2179"/>
                    </a:cubicBezTo>
                    <a:close/>
                    <a:moveTo>
                      <a:pt x="8733" y="2179"/>
                    </a:moveTo>
                    <a:cubicBezTo>
                      <a:pt x="8574" y="2179"/>
                      <a:pt x="8474" y="2317"/>
                      <a:pt x="8512" y="2488"/>
                    </a:cubicBezTo>
                    <a:cubicBezTo>
                      <a:pt x="8549" y="2660"/>
                      <a:pt x="8709" y="2800"/>
                      <a:pt x="8870" y="2800"/>
                    </a:cubicBezTo>
                    <a:cubicBezTo>
                      <a:pt x="9031" y="2800"/>
                      <a:pt x="9129" y="2660"/>
                      <a:pt x="9090" y="2488"/>
                    </a:cubicBezTo>
                    <a:cubicBezTo>
                      <a:pt x="9052" y="2317"/>
                      <a:pt x="8892" y="2179"/>
                      <a:pt x="8733" y="2179"/>
                    </a:cubicBezTo>
                    <a:close/>
                    <a:moveTo>
                      <a:pt x="9434" y="2179"/>
                    </a:moveTo>
                    <a:cubicBezTo>
                      <a:pt x="9275" y="2179"/>
                      <a:pt x="9177" y="2317"/>
                      <a:pt x="9216" y="2488"/>
                    </a:cubicBezTo>
                    <a:cubicBezTo>
                      <a:pt x="9255" y="2660"/>
                      <a:pt x="9417" y="2800"/>
                      <a:pt x="9578" y="2800"/>
                    </a:cubicBezTo>
                    <a:cubicBezTo>
                      <a:pt x="9738" y="2800"/>
                      <a:pt x="9835" y="2660"/>
                      <a:pt x="9795" y="2488"/>
                    </a:cubicBezTo>
                    <a:cubicBezTo>
                      <a:pt x="9755" y="2317"/>
                      <a:pt x="9593" y="2179"/>
                      <a:pt x="9434" y="2179"/>
                    </a:cubicBezTo>
                    <a:close/>
                    <a:moveTo>
                      <a:pt x="10147" y="2179"/>
                    </a:moveTo>
                    <a:cubicBezTo>
                      <a:pt x="9988" y="2179"/>
                      <a:pt x="9892" y="2317"/>
                      <a:pt x="9933" y="2488"/>
                    </a:cubicBezTo>
                    <a:cubicBezTo>
                      <a:pt x="9974" y="2660"/>
                      <a:pt x="10137" y="2800"/>
                      <a:pt x="10298" y="2800"/>
                    </a:cubicBezTo>
                    <a:cubicBezTo>
                      <a:pt x="10458" y="2800"/>
                      <a:pt x="10554" y="2660"/>
                      <a:pt x="10511" y="2488"/>
                    </a:cubicBezTo>
                    <a:cubicBezTo>
                      <a:pt x="10469" y="2317"/>
                      <a:pt x="10306" y="2179"/>
                      <a:pt x="10147" y="2179"/>
                    </a:cubicBezTo>
                    <a:close/>
                    <a:moveTo>
                      <a:pt x="10848" y="2179"/>
                    </a:moveTo>
                    <a:cubicBezTo>
                      <a:pt x="10689" y="2179"/>
                      <a:pt x="10595" y="2317"/>
                      <a:pt x="10637" y="2488"/>
                    </a:cubicBezTo>
                    <a:cubicBezTo>
                      <a:pt x="10680" y="2660"/>
                      <a:pt x="10844" y="2800"/>
                      <a:pt x="11006" y="2800"/>
                    </a:cubicBezTo>
                    <a:cubicBezTo>
                      <a:pt x="11166" y="2800"/>
                      <a:pt x="11261" y="2660"/>
                      <a:pt x="11216" y="2488"/>
                    </a:cubicBezTo>
                    <a:cubicBezTo>
                      <a:pt x="11172" y="2317"/>
                      <a:pt x="11007" y="2179"/>
                      <a:pt x="10848" y="2179"/>
                    </a:cubicBezTo>
                    <a:close/>
                    <a:moveTo>
                      <a:pt x="11550" y="2179"/>
                    </a:moveTo>
                    <a:cubicBezTo>
                      <a:pt x="11390" y="2179"/>
                      <a:pt x="11297" y="2317"/>
                      <a:pt x="11342" y="2488"/>
                    </a:cubicBezTo>
                    <a:cubicBezTo>
                      <a:pt x="11386" y="2660"/>
                      <a:pt x="11553" y="2800"/>
                      <a:pt x="11714" y="2800"/>
                    </a:cubicBezTo>
                    <a:cubicBezTo>
                      <a:pt x="11874" y="2800"/>
                      <a:pt x="11967" y="2660"/>
                      <a:pt x="11921" y="2488"/>
                    </a:cubicBezTo>
                    <a:cubicBezTo>
                      <a:pt x="11875" y="2317"/>
                      <a:pt x="11709" y="2179"/>
                      <a:pt x="11550" y="2179"/>
                    </a:cubicBezTo>
                    <a:close/>
                    <a:moveTo>
                      <a:pt x="12262" y="2179"/>
                    </a:moveTo>
                    <a:cubicBezTo>
                      <a:pt x="12103" y="2179"/>
                      <a:pt x="12012" y="2317"/>
                      <a:pt x="12058" y="2488"/>
                    </a:cubicBezTo>
                    <a:cubicBezTo>
                      <a:pt x="12105" y="2660"/>
                      <a:pt x="12273" y="2800"/>
                      <a:pt x="12434" y="2800"/>
                    </a:cubicBezTo>
                    <a:cubicBezTo>
                      <a:pt x="12595" y="2800"/>
                      <a:pt x="12686" y="2660"/>
                      <a:pt x="12637" y="2488"/>
                    </a:cubicBezTo>
                    <a:cubicBezTo>
                      <a:pt x="12589" y="2317"/>
                      <a:pt x="12422" y="2179"/>
                      <a:pt x="12262" y="2179"/>
                    </a:cubicBezTo>
                    <a:close/>
                    <a:moveTo>
                      <a:pt x="12963" y="2179"/>
                    </a:moveTo>
                    <a:cubicBezTo>
                      <a:pt x="12804" y="2179"/>
                      <a:pt x="12715" y="2317"/>
                      <a:pt x="12763" y="2488"/>
                    </a:cubicBezTo>
                    <a:cubicBezTo>
                      <a:pt x="12812" y="2660"/>
                      <a:pt x="12981" y="2800"/>
                      <a:pt x="13141" y="2800"/>
                    </a:cubicBezTo>
                    <a:cubicBezTo>
                      <a:pt x="13303" y="2800"/>
                      <a:pt x="13392" y="2660"/>
                      <a:pt x="13342" y="2488"/>
                    </a:cubicBezTo>
                    <a:cubicBezTo>
                      <a:pt x="13292" y="2317"/>
                      <a:pt x="13123" y="2179"/>
                      <a:pt x="12963" y="2179"/>
                    </a:cubicBezTo>
                    <a:close/>
                    <a:moveTo>
                      <a:pt x="13677" y="2179"/>
                    </a:moveTo>
                    <a:cubicBezTo>
                      <a:pt x="13517" y="2179"/>
                      <a:pt x="13429" y="2317"/>
                      <a:pt x="13480" y="2488"/>
                    </a:cubicBezTo>
                    <a:cubicBezTo>
                      <a:pt x="13530" y="2660"/>
                      <a:pt x="13701" y="2800"/>
                      <a:pt x="13862" y="2800"/>
                    </a:cubicBezTo>
                    <a:cubicBezTo>
                      <a:pt x="14023" y="2800"/>
                      <a:pt x="14110" y="2660"/>
                      <a:pt x="14058" y="2488"/>
                    </a:cubicBezTo>
                    <a:cubicBezTo>
                      <a:pt x="14006" y="2317"/>
                      <a:pt x="13836" y="2179"/>
                      <a:pt x="13677" y="2179"/>
                    </a:cubicBezTo>
                    <a:close/>
                    <a:moveTo>
                      <a:pt x="14378" y="2179"/>
                    </a:moveTo>
                    <a:cubicBezTo>
                      <a:pt x="14219" y="2179"/>
                      <a:pt x="14132" y="2317"/>
                      <a:pt x="14184" y="2488"/>
                    </a:cubicBezTo>
                    <a:cubicBezTo>
                      <a:pt x="14236" y="2660"/>
                      <a:pt x="14409" y="2800"/>
                      <a:pt x="14570" y="2800"/>
                    </a:cubicBezTo>
                    <a:cubicBezTo>
                      <a:pt x="14731" y="2800"/>
                      <a:pt x="14817" y="2660"/>
                      <a:pt x="14763" y="2488"/>
                    </a:cubicBezTo>
                    <a:cubicBezTo>
                      <a:pt x="14710" y="2317"/>
                      <a:pt x="14538" y="2179"/>
                      <a:pt x="14378" y="2179"/>
                    </a:cubicBezTo>
                    <a:close/>
                    <a:moveTo>
                      <a:pt x="15080" y="2179"/>
                    </a:moveTo>
                    <a:cubicBezTo>
                      <a:pt x="14920" y="2179"/>
                      <a:pt x="14835" y="2317"/>
                      <a:pt x="14889" y="2488"/>
                    </a:cubicBezTo>
                    <a:cubicBezTo>
                      <a:pt x="14943" y="2660"/>
                      <a:pt x="15117" y="2800"/>
                      <a:pt x="15278" y="2800"/>
                    </a:cubicBezTo>
                    <a:cubicBezTo>
                      <a:pt x="15439" y="2800"/>
                      <a:pt x="15524" y="2660"/>
                      <a:pt x="15468" y="2488"/>
                    </a:cubicBezTo>
                    <a:cubicBezTo>
                      <a:pt x="15412" y="2317"/>
                      <a:pt x="15239" y="2179"/>
                      <a:pt x="15080" y="2179"/>
                    </a:cubicBezTo>
                    <a:close/>
                    <a:moveTo>
                      <a:pt x="15793" y="2179"/>
                    </a:moveTo>
                    <a:cubicBezTo>
                      <a:pt x="15634" y="2179"/>
                      <a:pt x="15550" y="2317"/>
                      <a:pt x="15606" y="2488"/>
                    </a:cubicBezTo>
                    <a:cubicBezTo>
                      <a:pt x="15662" y="2660"/>
                      <a:pt x="15838" y="2800"/>
                      <a:pt x="15998" y="2800"/>
                    </a:cubicBezTo>
                    <a:cubicBezTo>
                      <a:pt x="16159" y="2800"/>
                      <a:pt x="16243" y="2660"/>
                      <a:pt x="16185" y="2488"/>
                    </a:cubicBezTo>
                    <a:cubicBezTo>
                      <a:pt x="16128" y="2317"/>
                      <a:pt x="15952" y="2179"/>
                      <a:pt x="15793" y="2179"/>
                    </a:cubicBezTo>
                    <a:close/>
                    <a:moveTo>
                      <a:pt x="16495" y="2179"/>
                    </a:moveTo>
                    <a:cubicBezTo>
                      <a:pt x="16335" y="2179"/>
                      <a:pt x="16253" y="2317"/>
                      <a:pt x="16311" y="2488"/>
                    </a:cubicBezTo>
                    <a:cubicBezTo>
                      <a:pt x="16369" y="2660"/>
                      <a:pt x="16546" y="2800"/>
                      <a:pt x="16707" y="2800"/>
                    </a:cubicBezTo>
                    <a:cubicBezTo>
                      <a:pt x="16867" y="2800"/>
                      <a:pt x="16949" y="2660"/>
                      <a:pt x="16890" y="2488"/>
                    </a:cubicBezTo>
                    <a:cubicBezTo>
                      <a:pt x="16830" y="2317"/>
                      <a:pt x="16654" y="2179"/>
                      <a:pt x="16495" y="2179"/>
                    </a:cubicBezTo>
                    <a:close/>
                    <a:moveTo>
                      <a:pt x="17208" y="2179"/>
                    </a:moveTo>
                    <a:cubicBezTo>
                      <a:pt x="17049" y="2179"/>
                      <a:pt x="16968" y="2317"/>
                      <a:pt x="17027" y="2488"/>
                    </a:cubicBezTo>
                    <a:cubicBezTo>
                      <a:pt x="17087" y="2660"/>
                      <a:pt x="17267" y="2800"/>
                      <a:pt x="17427" y="2800"/>
                    </a:cubicBezTo>
                    <a:cubicBezTo>
                      <a:pt x="17588" y="2800"/>
                      <a:pt x="17668" y="2660"/>
                      <a:pt x="17607" y="2488"/>
                    </a:cubicBezTo>
                    <a:cubicBezTo>
                      <a:pt x="17545" y="2317"/>
                      <a:pt x="17367" y="2179"/>
                      <a:pt x="17208" y="2179"/>
                    </a:cubicBezTo>
                    <a:close/>
                    <a:moveTo>
                      <a:pt x="17909" y="2179"/>
                    </a:moveTo>
                    <a:cubicBezTo>
                      <a:pt x="17751" y="2179"/>
                      <a:pt x="17671" y="2317"/>
                      <a:pt x="17732" y="2488"/>
                    </a:cubicBezTo>
                    <a:cubicBezTo>
                      <a:pt x="17794" y="2660"/>
                      <a:pt x="17975" y="2800"/>
                      <a:pt x="18135" y="2800"/>
                    </a:cubicBezTo>
                    <a:cubicBezTo>
                      <a:pt x="18296" y="2800"/>
                      <a:pt x="18374" y="2660"/>
                      <a:pt x="18311" y="2488"/>
                    </a:cubicBezTo>
                    <a:cubicBezTo>
                      <a:pt x="18248" y="2317"/>
                      <a:pt x="18068" y="2179"/>
                      <a:pt x="17909" y="2179"/>
                    </a:cubicBezTo>
                    <a:close/>
                    <a:moveTo>
                      <a:pt x="18611" y="2179"/>
                    </a:moveTo>
                    <a:cubicBezTo>
                      <a:pt x="18452" y="2179"/>
                      <a:pt x="18374" y="2317"/>
                      <a:pt x="18437" y="2488"/>
                    </a:cubicBezTo>
                    <a:cubicBezTo>
                      <a:pt x="18501" y="2660"/>
                      <a:pt x="18683" y="2800"/>
                      <a:pt x="18844" y="2800"/>
                    </a:cubicBezTo>
                    <a:cubicBezTo>
                      <a:pt x="19004" y="2800"/>
                      <a:pt x="19082" y="2660"/>
                      <a:pt x="19016" y="2488"/>
                    </a:cubicBezTo>
                    <a:cubicBezTo>
                      <a:pt x="18951" y="2317"/>
                      <a:pt x="18770" y="2179"/>
                      <a:pt x="18611" y="2179"/>
                    </a:cubicBezTo>
                    <a:close/>
                    <a:moveTo>
                      <a:pt x="19324" y="2179"/>
                    </a:moveTo>
                    <a:cubicBezTo>
                      <a:pt x="19165" y="2179"/>
                      <a:pt x="19089" y="2317"/>
                      <a:pt x="19154" y="2488"/>
                    </a:cubicBezTo>
                    <a:cubicBezTo>
                      <a:pt x="19220" y="2660"/>
                      <a:pt x="19403" y="2800"/>
                      <a:pt x="19564" y="2800"/>
                    </a:cubicBezTo>
                    <a:cubicBezTo>
                      <a:pt x="19724" y="2800"/>
                      <a:pt x="19800" y="2660"/>
                      <a:pt x="19733" y="2488"/>
                    </a:cubicBezTo>
                    <a:cubicBezTo>
                      <a:pt x="19666" y="2317"/>
                      <a:pt x="19483" y="2179"/>
                      <a:pt x="19324" y="2179"/>
                    </a:cubicBezTo>
                    <a:close/>
                    <a:moveTo>
                      <a:pt x="20026" y="2179"/>
                    </a:moveTo>
                    <a:cubicBezTo>
                      <a:pt x="19867" y="2179"/>
                      <a:pt x="19792" y="2317"/>
                      <a:pt x="19859" y="2488"/>
                    </a:cubicBezTo>
                    <a:cubicBezTo>
                      <a:pt x="19927" y="2660"/>
                      <a:pt x="20112" y="2800"/>
                      <a:pt x="20273" y="2800"/>
                    </a:cubicBezTo>
                    <a:cubicBezTo>
                      <a:pt x="20434" y="2800"/>
                      <a:pt x="20507" y="2660"/>
                      <a:pt x="20438" y="2488"/>
                    </a:cubicBezTo>
                    <a:cubicBezTo>
                      <a:pt x="20369" y="2317"/>
                      <a:pt x="20185" y="2179"/>
                      <a:pt x="20026" y="2179"/>
                    </a:cubicBezTo>
                    <a:close/>
                    <a:moveTo>
                      <a:pt x="3187" y="2947"/>
                    </a:moveTo>
                    <a:cubicBezTo>
                      <a:pt x="3026" y="2947"/>
                      <a:pt x="2913" y="3089"/>
                      <a:pt x="2935" y="3264"/>
                    </a:cubicBezTo>
                    <a:cubicBezTo>
                      <a:pt x="2958" y="3440"/>
                      <a:pt x="3108" y="3584"/>
                      <a:pt x="3271" y="3584"/>
                    </a:cubicBezTo>
                    <a:cubicBezTo>
                      <a:pt x="3433" y="3584"/>
                      <a:pt x="3546" y="3440"/>
                      <a:pt x="3521" y="3264"/>
                    </a:cubicBezTo>
                    <a:cubicBezTo>
                      <a:pt x="3498" y="3089"/>
                      <a:pt x="3348" y="2947"/>
                      <a:pt x="3187" y="2947"/>
                    </a:cubicBezTo>
                    <a:close/>
                    <a:moveTo>
                      <a:pt x="3899" y="2947"/>
                    </a:moveTo>
                    <a:cubicBezTo>
                      <a:pt x="3738" y="2947"/>
                      <a:pt x="3627" y="3089"/>
                      <a:pt x="3651" y="3264"/>
                    </a:cubicBezTo>
                    <a:cubicBezTo>
                      <a:pt x="3676" y="3440"/>
                      <a:pt x="3827" y="3584"/>
                      <a:pt x="3990" y="3584"/>
                    </a:cubicBezTo>
                    <a:cubicBezTo>
                      <a:pt x="4152" y="3584"/>
                      <a:pt x="4263" y="3440"/>
                      <a:pt x="4237" y="3264"/>
                    </a:cubicBezTo>
                    <a:cubicBezTo>
                      <a:pt x="4212" y="3089"/>
                      <a:pt x="4060" y="2947"/>
                      <a:pt x="3899" y="2947"/>
                    </a:cubicBezTo>
                    <a:close/>
                    <a:moveTo>
                      <a:pt x="4612" y="2947"/>
                    </a:moveTo>
                    <a:cubicBezTo>
                      <a:pt x="4450" y="2947"/>
                      <a:pt x="4341" y="3089"/>
                      <a:pt x="4367" y="3264"/>
                    </a:cubicBezTo>
                    <a:cubicBezTo>
                      <a:pt x="4394" y="3440"/>
                      <a:pt x="4546" y="3584"/>
                      <a:pt x="4709" y="3584"/>
                    </a:cubicBezTo>
                    <a:cubicBezTo>
                      <a:pt x="4872" y="3584"/>
                      <a:pt x="4981" y="3440"/>
                      <a:pt x="4954" y="3264"/>
                    </a:cubicBezTo>
                    <a:cubicBezTo>
                      <a:pt x="4926" y="3089"/>
                      <a:pt x="4773" y="2947"/>
                      <a:pt x="4612" y="2947"/>
                    </a:cubicBezTo>
                    <a:close/>
                    <a:moveTo>
                      <a:pt x="5325" y="2947"/>
                    </a:moveTo>
                    <a:cubicBezTo>
                      <a:pt x="5163" y="2947"/>
                      <a:pt x="5055" y="3089"/>
                      <a:pt x="5083" y="3264"/>
                    </a:cubicBezTo>
                    <a:cubicBezTo>
                      <a:pt x="5112" y="3440"/>
                      <a:pt x="5266" y="3584"/>
                      <a:pt x="5429" y="3584"/>
                    </a:cubicBezTo>
                    <a:cubicBezTo>
                      <a:pt x="5592" y="3584"/>
                      <a:pt x="5699" y="3440"/>
                      <a:pt x="5669" y="3264"/>
                    </a:cubicBezTo>
                    <a:cubicBezTo>
                      <a:pt x="5640" y="3089"/>
                      <a:pt x="5485" y="2947"/>
                      <a:pt x="5325" y="2947"/>
                    </a:cubicBezTo>
                    <a:close/>
                    <a:moveTo>
                      <a:pt x="6037" y="2947"/>
                    </a:moveTo>
                    <a:cubicBezTo>
                      <a:pt x="5876" y="2947"/>
                      <a:pt x="5770" y="3089"/>
                      <a:pt x="5800" y="3264"/>
                    </a:cubicBezTo>
                    <a:cubicBezTo>
                      <a:pt x="5830" y="3440"/>
                      <a:pt x="5986" y="3584"/>
                      <a:pt x="6149" y="3584"/>
                    </a:cubicBezTo>
                    <a:cubicBezTo>
                      <a:pt x="6311" y="3584"/>
                      <a:pt x="6417" y="3440"/>
                      <a:pt x="6385" y="3264"/>
                    </a:cubicBezTo>
                    <a:cubicBezTo>
                      <a:pt x="6354" y="3089"/>
                      <a:pt x="6198" y="2947"/>
                      <a:pt x="6037" y="2947"/>
                    </a:cubicBezTo>
                    <a:close/>
                    <a:moveTo>
                      <a:pt x="6750" y="2947"/>
                    </a:moveTo>
                    <a:cubicBezTo>
                      <a:pt x="6589" y="2947"/>
                      <a:pt x="6484" y="3089"/>
                      <a:pt x="6516" y="3264"/>
                    </a:cubicBezTo>
                    <a:cubicBezTo>
                      <a:pt x="6548" y="3440"/>
                      <a:pt x="6706" y="3584"/>
                      <a:pt x="6869" y="3584"/>
                    </a:cubicBezTo>
                    <a:cubicBezTo>
                      <a:pt x="7032" y="3584"/>
                      <a:pt x="7136" y="3440"/>
                      <a:pt x="7102" y="3264"/>
                    </a:cubicBezTo>
                    <a:cubicBezTo>
                      <a:pt x="7068" y="3089"/>
                      <a:pt x="6911" y="2947"/>
                      <a:pt x="6750" y="2947"/>
                    </a:cubicBezTo>
                    <a:close/>
                    <a:moveTo>
                      <a:pt x="7474" y="2947"/>
                    </a:moveTo>
                    <a:cubicBezTo>
                      <a:pt x="7313" y="2947"/>
                      <a:pt x="7210" y="3089"/>
                      <a:pt x="7244" y="3264"/>
                    </a:cubicBezTo>
                    <a:cubicBezTo>
                      <a:pt x="7278" y="3440"/>
                      <a:pt x="7438" y="3584"/>
                      <a:pt x="7600" y="3584"/>
                    </a:cubicBezTo>
                    <a:cubicBezTo>
                      <a:pt x="7763" y="3584"/>
                      <a:pt x="7865" y="3440"/>
                      <a:pt x="7829" y="3264"/>
                    </a:cubicBezTo>
                    <a:cubicBezTo>
                      <a:pt x="7794" y="3089"/>
                      <a:pt x="7635" y="2947"/>
                      <a:pt x="7474" y="2947"/>
                    </a:cubicBezTo>
                    <a:close/>
                    <a:moveTo>
                      <a:pt x="8187" y="2947"/>
                    </a:moveTo>
                    <a:cubicBezTo>
                      <a:pt x="8026" y="2947"/>
                      <a:pt x="7924" y="3089"/>
                      <a:pt x="7960" y="3264"/>
                    </a:cubicBezTo>
                    <a:cubicBezTo>
                      <a:pt x="7996" y="3440"/>
                      <a:pt x="8157" y="3584"/>
                      <a:pt x="8320" y="3584"/>
                    </a:cubicBezTo>
                    <a:cubicBezTo>
                      <a:pt x="8482" y="3584"/>
                      <a:pt x="8583" y="3440"/>
                      <a:pt x="8546" y="3264"/>
                    </a:cubicBezTo>
                    <a:cubicBezTo>
                      <a:pt x="8508" y="3089"/>
                      <a:pt x="8348" y="2947"/>
                      <a:pt x="8187" y="2947"/>
                    </a:cubicBezTo>
                    <a:close/>
                    <a:moveTo>
                      <a:pt x="8899" y="2947"/>
                    </a:moveTo>
                    <a:cubicBezTo>
                      <a:pt x="8738" y="2947"/>
                      <a:pt x="8638" y="3089"/>
                      <a:pt x="8676" y="3264"/>
                    </a:cubicBezTo>
                    <a:cubicBezTo>
                      <a:pt x="8714" y="3440"/>
                      <a:pt x="8877" y="3584"/>
                      <a:pt x="9039" y="3584"/>
                    </a:cubicBezTo>
                    <a:cubicBezTo>
                      <a:pt x="9202" y="3584"/>
                      <a:pt x="9302" y="3440"/>
                      <a:pt x="9262" y="3264"/>
                    </a:cubicBezTo>
                    <a:cubicBezTo>
                      <a:pt x="9223" y="3089"/>
                      <a:pt x="9060" y="2947"/>
                      <a:pt x="8899" y="2947"/>
                    </a:cubicBezTo>
                    <a:close/>
                    <a:moveTo>
                      <a:pt x="9612" y="2947"/>
                    </a:moveTo>
                    <a:cubicBezTo>
                      <a:pt x="9451" y="2947"/>
                      <a:pt x="9353" y="3089"/>
                      <a:pt x="9392" y="3264"/>
                    </a:cubicBezTo>
                    <a:cubicBezTo>
                      <a:pt x="9432" y="3440"/>
                      <a:pt x="9597" y="3584"/>
                      <a:pt x="9759" y="3584"/>
                    </a:cubicBezTo>
                    <a:cubicBezTo>
                      <a:pt x="9922" y="3584"/>
                      <a:pt x="10019" y="3440"/>
                      <a:pt x="9978" y="3264"/>
                    </a:cubicBezTo>
                    <a:cubicBezTo>
                      <a:pt x="9936" y="3089"/>
                      <a:pt x="9773" y="2947"/>
                      <a:pt x="9612" y="2947"/>
                    </a:cubicBezTo>
                    <a:close/>
                    <a:moveTo>
                      <a:pt x="10325" y="2947"/>
                    </a:moveTo>
                    <a:cubicBezTo>
                      <a:pt x="10164" y="2947"/>
                      <a:pt x="10067" y="3089"/>
                      <a:pt x="10109" y="3264"/>
                    </a:cubicBezTo>
                    <a:cubicBezTo>
                      <a:pt x="10151" y="3440"/>
                      <a:pt x="10316" y="3584"/>
                      <a:pt x="10479" y="3584"/>
                    </a:cubicBezTo>
                    <a:cubicBezTo>
                      <a:pt x="10642" y="3584"/>
                      <a:pt x="10738" y="3440"/>
                      <a:pt x="10694" y="3264"/>
                    </a:cubicBezTo>
                    <a:cubicBezTo>
                      <a:pt x="10651" y="3089"/>
                      <a:pt x="10486" y="2947"/>
                      <a:pt x="10325" y="2947"/>
                    </a:cubicBezTo>
                    <a:close/>
                    <a:moveTo>
                      <a:pt x="11038" y="2947"/>
                    </a:moveTo>
                    <a:cubicBezTo>
                      <a:pt x="10876" y="2947"/>
                      <a:pt x="10782" y="3089"/>
                      <a:pt x="10825" y="3264"/>
                    </a:cubicBezTo>
                    <a:cubicBezTo>
                      <a:pt x="10869" y="3440"/>
                      <a:pt x="11036" y="3584"/>
                      <a:pt x="11199" y="3584"/>
                    </a:cubicBezTo>
                    <a:cubicBezTo>
                      <a:pt x="11362" y="3584"/>
                      <a:pt x="11456" y="3440"/>
                      <a:pt x="11411" y="3264"/>
                    </a:cubicBezTo>
                    <a:cubicBezTo>
                      <a:pt x="11366" y="3089"/>
                      <a:pt x="11199" y="2947"/>
                      <a:pt x="11038" y="2947"/>
                    </a:cubicBezTo>
                    <a:close/>
                    <a:moveTo>
                      <a:pt x="11751" y="2947"/>
                    </a:moveTo>
                    <a:cubicBezTo>
                      <a:pt x="11590" y="2947"/>
                      <a:pt x="11496" y="3089"/>
                      <a:pt x="11541" y="3264"/>
                    </a:cubicBezTo>
                    <a:cubicBezTo>
                      <a:pt x="11587" y="3440"/>
                      <a:pt x="11756" y="3584"/>
                      <a:pt x="11919" y="3584"/>
                    </a:cubicBezTo>
                    <a:cubicBezTo>
                      <a:pt x="12081" y="3584"/>
                      <a:pt x="12175" y="3440"/>
                      <a:pt x="12128" y="3264"/>
                    </a:cubicBezTo>
                    <a:cubicBezTo>
                      <a:pt x="12081" y="3089"/>
                      <a:pt x="11912" y="2947"/>
                      <a:pt x="11751" y="2947"/>
                    </a:cubicBezTo>
                    <a:close/>
                    <a:moveTo>
                      <a:pt x="12475" y="2947"/>
                    </a:moveTo>
                    <a:cubicBezTo>
                      <a:pt x="12314" y="2947"/>
                      <a:pt x="12222" y="3089"/>
                      <a:pt x="12270" y="3264"/>
                    </a:cubicBezTo>
                    <a:cubicBezTo>
                      <a:pt x="12317" y="3440"/>
                      <a:pt x="12488" y="3584"/>
                      <a:pt x="12651" y="3584"/>
                    </a:cubicBezTo>
                    <a:cubicBezTo>
                      <a:pt x="12813" y="3584"/>
                      <a:pt x="12905" y="3440"/>
                      <a:pt x="12856" y="3264"/>
                    </a:cubicBezTo>
                    <a:cubicBezTo>
                      <a:pt x="12807" y="3089"/>
                      <a:pt x="12636" y="2947"/>
                      <a:pt x="12475" y="2947"/>
                    </a:cubicBezTo>
                    <a:close/>
                    <a:moveTo>
                      <a:pt x="13188" y="2947"/>
                    </a:moveTo>
                    <a:cubicBezTo>
                      <a:pt x="13027" y="2947"/>
                      <a:pt x="12937" y="3089"/>
                      <a:pt x="12986" y="3264"/>
                    </a:cubicBezTo>
                    <a:cubicBezTo>
                      <a:pt x="13036" y="3440"/>
                      <a:pt x="13208" y="3584"/>
                      <a:pt x="13371" y="3584"/>
                    </a:cubicBezTo>
                    <a:cubicBezTo>
                      <a:pt x="13534" y="3584"/>
                      <a:pt x="13623" y="3440"/>
                      <a:pt x="13572" y="3264"/>
                    </a:cubicBezTo>
                    <a:cubicBezTo>
                      <a:pt x="13521" y="3089"/>
                      <a:pt x="13350" y="2947"/>
                      <a:pt x="13188" y="2947"/>
                    </a:cubicBezTo>
                    <a:close/>
                    <a:moveTo>
                      <a:pt x="13901" y="2947"/>
                    </a:moveTo>
                    <a:cubicBezTo>
                      <a:pt x="13740" y="2947"/>
                      <a:pt x="13652" y="3089"/>
                      <a:pt x="13703" y="3264"/>
                    </a:cubicBezTo>
                    <a:cubicBezTo>
                      <a:pt x="13755" y="3440"/>
                      <a:pt x="13928" y="3584"/>
                      <a:pt x="14091" y="3584"/>
                    </a:cubicBezTo>
                    <a:cubicBezTo>
                      <a:pt x="14254" y="3584"/>
                      <a:pt x="14342" y="3440"/>
                      <a:pt x="14288" y="3264"/>
                    </a:cubicBezTo>
                    <a:cubicBezTo>
                      <a:pt x="14235" y="3089"/>
                      <a:pt x="14063" y="2947"/>
                      <a:pt x="13901" y="2947"/>
                    </a:cubicBezTo>
                    <a:close/>
                    <a:moveTo>
                      <a:pt x="14615" y="2947"/>
                    </a:moveTo>
                    <a:cubicBezTo>
                      <a:pt x="14454" y="2947"/>
                      <a:pt x="14366" y="3089"/>
                      <a:pt x="14420" y="3264"/>
                    </a:cubicBezTo>
                    <a:cubicBezTo>
                      <a:pt x="14473" y="3440"/>
                      <a:pt x="14648" y="3584"/>
                      <a:pt x="14811" y="3584"/>
                    </a:cubicBezTo>
                    <a:cubicBezTo>
                      <a:pt x="14974" y="3584"/>
                      <a:pt x="15061" y="3440"/>
                      <a:pt x="15006" y="3264"/>
                    </a:cubicBezTo>
                    <a:cubicBezTo>
                      <a:pt x="14951" y="3089"/>
                      <a:pt x="14776" y="2947"/>
                      <a:pt x="14615" y="2947"/>
                    </a:cubicBezTo>
                    <a:close/>
                    <a:moveTo>
                      <a:pt x="15328" y="2947"/>
                    </a:moveTo>
                    <a:cubicBezTo>
                      <a:pt x="15167" y="2947"/>
                      <a:pt x="15081" y="3089"/>
                      <a:pt x="15136" y="3264"/>
                    </a:cubicBezTo>
                    <a:cubicBezTo>
                      <a:pt x="15192" y="3440"/>
                      <a:pt x="15368" y="3584"/>
                      <a:pt x="15531" y="3584"/>
                    </a:cubicBezTo>
                    <a:cubicBezTo>
                      <a:pt x="15694" y="3584"/>
                      <a:pt x="15779" y="3440"/>
                      <a:pt x="15722" y="3264"/>
                    </a:cubicBezTo>
                    <a:cubicBezTo>
                      <a:pt x="15665" y="3089"/>
                      <a:pt x="15489" y="2947"/>
                      <a:pt x="15328" y="2947"/>
                    </a:cubicBezTo>
                    <a:close/>
                    <a:moveTo>
                      <a:pt x="16041" y="2947"/>
                    </a:moveTo>
                    <a:cubicBezTo>
                      <a:pt x="15880" y="2947"/>
                      <a:pt x="15795" y="3089"/>
                      <a:pt x="15853" y="3264"/>
                    </a:cubicBezTo>
                    <a:cubicBezTo>
                      <a:pt x="15910" y="3440"/>
                      <a:pt x="16089" y="3584"/>
                      <a:pt x="16252" y="3584"/>
                    </a:cubicBezTo>
                    <a:cubicBezTo>
                      <a:pt x="16414" y="3584"/>
                      <a:pt x="16498" y="3440"/>
                      <a:pt x="16439" y="3264"/>
                    </a:cubicBezTo>
                    <a:cubicBezTo>
                      <a:pt x="16380" y="3089"/>
                      <a:pt x="16202" y="2947"/>
                      <a:pt x="16041" y="2947"/>
                    </a:cubicBezTo>
                    <a:close/>
                    <a:moveTo>
                      <a:pt x="16754" y="2947"/>
                    </a:moveTo>
                    <a:cubicBezTo>
                      <a:pt x="16593" y="2947"/>
                      <a:pt x="16510" y="3089"/>
                      <a:pt x="16569" y="3264"/>
                    </a:cubicBezTo>
                    <a:cubicBezTo>
                      <a:pt x="16629" y="3440"/>
                      <a:pt x="16809" y="3584"/>
                      <a:pt x="16971" y="3584"/>
                    </a:cubicBezTo>
                    <a:cubicBezTo>
                      <a:pt x="17134" y="3584"/>
                      <a:pt x="17216" y="3440"/>
                      <a:pt x="17155" y="3264"/>
                    </a:cubicBezTo>
                    <a:cubicBezTo>
                      <a:pt x="17094" y="3089"/>
                      <a:pt x="16915" y="2947"/>
                      <a:pt x="16754" y="2947"/>
                    </a:cubicBezTo>
                    <a:close/>
                    <a:moveTo>
                      <a:pt x="17467" y="2947"/>
                    </a:moveTo>
                    <a:cubicBezTo>
                      <a:pt x="17307" y="2947"/>
                      <a:pt x="17225" y="3089"/>
                      <a:pt x="17286" y="3264"/>
                    </a:cubicBezTo>
                    <a:cubicBezTo>
                      <a:pt x="17347" y="3440"/>
                      <a:pt x="17529" y="3584"/>
                      <a:pt x="17692" y="3584"/>
                    </a:cubicBezTo>
                    <a:cubicBezTo>
                      <a:pt x="17854" y="3584"/>
                      <a:pt x="17935" y="3440"/>
                      <a:pt x="17872" y="3264"/>
                    </a:cubicBezTo>
                    <a:cubicBezTo>
                      <a:pt x="17809" y="3089"/>
                      <a:pt x="17628" y="2947"/>
                      <a:pt x="17467" y="2947"/>
                    </a:cubicBezTo>
                    <a:close/>
                    <a:moveTo>
                      <a:pt x="18180" y="2947"/>
                    </a:moveTo>
                    <a:cubicBezTo>
                      <a:pt x="18020" y="2947"/>
                      <a:pt x="17940" y="3089"/>
                      <a:pt x="18003" y="3264"/>
                    </a:cubicBezTo>
                    <a:cubicBezTo>
                      <a:pt x="18066" y="3440"/>
                      <a:pt x="18250" y="3584"/>
                      <a:pt x="18412" y="3584"/>
                    </a:cubicBezTo>
                    <a:cubicBezTo>
                      <a:pt x="18575" y="3584"/>
                      <a:pt x="18654" y="3440"/>
                      <a:pt x="18589" y="3264"/>
                    </a:cubicBezTo>
                    <a:cubicBezTo>
                      <a:pt x="18524" y="3089"/>
                      <a:pt x="18341" y="2947"/>
                      <a:pt x="18180" y="2947"/>
                    </a:cubicBezTo>
                    <a:close/>
                    <a:moveTo>
                      <a:pt x="18894" y="2947"/>
                    </a:moveTo>
                    <a:cubicBezTo>
                      <a:pt x="18733" y="2947"/>
                      <a:pt x="18655" y="3089"/>
                      <a:pt x="18719" y="3264"/>
                    </a:cubicBezTo>
                    <a:cubicBezTo>
                      <a:pt x="18785" y="3440"/>
                      <a:pt x="18970" y="3584"/>
                      <a:pt x="19132" y="3584"/>
                    </a:cubicBezTo>
                    <a:cubicBezTo>
                      <a:pt x="19295" y="3584"/>
                      <a:pt x="19372" y="3440"/>
                      <a:pt x="19306" y="3264"/>
                    </a:cubicBezTo>
                    <a:cubicBezTo>
                      <a:pt x="19239" y="3089"/>
                      <a:pt x="19055" y="2947"/>
                      <a:pt x="18894" y="2947"/>
                    </a:cubicBezTo>
                    <a:close/>
                    <a:moveTo>
                      <a:pt x="19619" y="2947"/>
                    </a:moveTo>
                    <a:cubicBezTo>
                      <a:pt x="19458" y="2947"/>
                      <a:pt x="19381" y="3089"/>
                      <a:pt x="19448" y="3264"/>
                    </a:cubicBezTo>
                    <a:cubicBezTo>
                      <a:pt x="19515" y="3440"/>
                      <a:pt x="19702" y="3584"/>
                      <a:pt x="19864" y="3584"/>
                    </a:cubicBezTo>
                    <a:cubicBezTo>
                      <a:pt x="20027" y="3584"/>
                      <a:pt x="20103" y="3440"/>
                      <a:pt x="20034" y="3264"/>
                    </a:cubicBezTo>
                    <a:cubicBezTo>
                      <a:pt x="19965" y="3089"/>
                      <a:pt x="19779" y="2947"/>
                      <a:pt x="19619" y="2947"/>
                    </a:cubicBezTo>
                    <a:close/>
                    <a:moveTo>
                      <a:pt x="3283" y="3715"/>
                    </a:moveTo>
                    <a:cubicBezTo>
                      <a:pt x="3120" y="3715"/>
                      <a:pt x="3006" y="3860"/>
                      <a:pt x="3029" y="4039"/>
                    </a:cubicBezTo>
                    <a:cubicBezTo>
                      <a:pt x="3052" y="4220"/>
                      <a:pt x="3205" y="4367"/>
                      <a:pt x="3369" y="4367"/>
                    </a:cubicBezTo>
                    <a:cubicBezTo>
                      <a:pt x="3534" y="4367"/>
                      <a:pt x="3647" y="4220"/>
                      <a:pt x="3623" y="4039"/>
                    </a:cubicBezTo>
                    <a:cubicBezTo>
                      <a:pt x="3598" y="3860"/>
                      <a:pt x="3446" y="3715"/>
                      <a:pt x="3283" y="3715"/>
                    </a:cubicBezTo>
                    <a:close/>
                    <a:moveTo>
                      <a:pt x="4007" y="3715"/>
                    </a:moveTo>
                    <a:cubicBezTo>
                      <a:pt x="3844" y="3715"/>
                      <a:pt x="3732" y="3860"/>
                      <a:pt x="3757" y="4039"/>
                    </a:cubicBezTo>
                    <a:cubicBezTo>
                      <a:pt x="3782" y="4220"/>
                      <a:pt x="3935" y="4367"/>
                      <a:pt x="4100" y="4367"/>
                    </a:cubicBezTo>
                    <a:cubicBezTo>
                      <a:pt x="4265" y="4367"/>
                      <a:pt x="4376" y="4220"/>
                      <a:pt x="4350" y="4039"/>
                    </a:cubicBezTo>
                    <a:cubicBezTo>
                      <a:pt x="4323" y="3860"/>
                      <a:pt x="4170" y="3715"/>
                      <a:pt x="4007" y="3715"/>
                    </a:cubicBezTo>
                    <a:close/>
                    <a:moveTo>
                      <a:pt x="4731" y="3715"/>
                    </a:moveTo>
                    <a:cubicBezTo>
                      <a:pt x="4568" y="3715"/>
                      <a:pt x="4458" y="3860"/>
                      <a:pt x="4485" y="4039"/>
                    </a:cubicBezTo>
                    <a:cubicBezTo>
                      <a:pt x="4512" y="4220"/>
                      <a:pt x="4667" y="4367"/>
                      <a:pt x="4832" y="4367"/>
                    </a:cubicBezTo>
                    <a:cubicBezTo>
                      <a:pt x="4996" y="4367"/>
                      <a:pt x="5106" y="4220"/>
                      <a:pt x="5078" y="4039"/>
                    </a:cubicBezTo>
                    <a:cubicBezTo>
                      <a:pt x="5049" y="3860"/>
                      <a:pt x="4894" y="3715"/>
                      <a:pt x="4731" y="3715"/>
                    </a:cubicBezTo>
                    <a:close/>
                    <a:moveTo>
                      <a:pt x="5456" y="3715"/>
                    </a:moveTo>
                    <a:cubicBezTo>
                      <a:pt x="5292" y="3715"/>
                      <a:pt x="5184" y="3860"/>
                      <a:pt x="5213" y="4039"/>
                    </a:cubicBezTo>
                    <a:cubicBezTo>
                      <a:pt x="5242" y="4220"/>
                      <a:pt x="5399" y="4367"/>
                      <a:pt x="5564" y="4367"/>
                    </a:cubicBezTo>
                    <a:cubicBezTo>
                      <a:pt x="5728" y="4367"/>
                      <a:pt x="5836" y="4220"/>
                      <a:pt x="5806" y="4039"/>
                    </a:cubicBezTo>
                    <a:cubicBezTo>
                      <a:pt x="5775" y="3860"/>
                      <a:pt x="5619" y="3715"/>
                      <a:pt x="5456" y="3715"/>
                    </a:cubicBezTo>
                    <a:close/>
                    <a:moveTo>
                      <a:pt x="6180" y="3715"/>
                    </a:moveTo>
                    <a:cubicBezTo>
                      <a:pt x="6017" y="3715"/>
                      <a:pt x="5910" y="3860"/>
                      <a:pt x="5940" y="4039"/>
                    </a:cubicBezTo>
                    <a:cubicBezTo>
                      <a:pt x="5971" y="4220"/>
                      <a:pt x="6130" y="4367"/>
                      <a:pt x="6295" y="4367"/>
                    </a:cubicBezTo>
                    <a:cubicBezTo>
                      <a:pt x="6459" y="4367"/>
                      <a:pt x="6566" y="4220"/>
                      <a:pt x="6533" y="4039"/>
                    </a:cubicBezTo>
                    <a:cubicBezTo>
                      <a:pt x="6501" y="3860"/>
                      <a:pt x="6343" y="3715"/>
                      <a:pt x="6180" y="3715"/>
                    </a:cubicBezTo>
                    <a:close/>
                    <a:moveTo>
                      <a:pt x="6904" y="3715"/>
                    </a:moveTo>
                    <a:cubicBezTo>
                      <a:pt x="6742" y="3715"/>
                      <a:pt x="6635" y="3860"/>
                      <a:pt x="6668" y="4039"/>
                    </a:cubicBezTo>
                    <a:cubicBezTo>
                      <a:pt x="6701" y="4220"/>
                      <a:pt x="6862" y="4367"/>
                      <a:pt x="7026" y="4367"/>
                    </a:cubicBezTo>
                    <a:cubicBezTo>
                      <a:pt x="7191" y="4367"/>
                      <a:pt x="7296" y="4220"/>
                      <a:pt x="7262" y="4039"/>
                    </a:cubicBezTo>
                    <a:cubicBezTo>
                      <a:pt x="7227" y="3860"/>
                      <a:pt x="7068" y="3715"/>
                      <a:pt x="6904" y="3715"/>
                    </a:cubicBezTo>
                    <a:close/>
                    <a:moveTo>
                      <a:pt x="7629" y="3715"/>
                    </a:moveTo>
                    <a:cubicBezTo>
                      <a:pt x="7466" y="3715"/>
                      <a:pt x="7362" y="3860"/>
                      <a:pt x="7396" y="4039"/>
                    </a:cubicBezTo>
                    <a:cubicBezTo>
                      <a:pt x="7431" y="4220"/>
                      <a:pt x="7593" y="4367"/>
                      <a:pt x="7758" y="4367"/>
                    </a:cubicBezTo>
                    <a:cubicBezTo>
                      <a:pt x="7922" y="4367"/>
                      <a:pt x="8026" y="4220"/>
                      <a:pt x="7989" y="4039"/>
                    </a:cubicBezTo>
                    <a:cubicBezTo>
                      <a:pt x="7953" y="3860"/>
                      <a:pt x="7792" y="3715"/>
                      <a:pt x="7629" y="3715"/>
                    </a:cubicBezTo>
                    <a:close/>
                    <a:moveTo>
                      <a:pt x="8341" y="3715"/>
                    </a:moveTo>
                    <a:cubicBezTo>
                      <a:pt x="8179" y="3715"/>
                      <a:pt x="8076" y="3860"/>
                      <a:pt x="8112" y="4039"/>
                    </a:cubicBezTo>
                    <a:cubicBezTo>
                      <a:pt x="8149" y="4220"/>
                      <a:pt x="8314" y="4367"/>
                      <a:pt x="8478" y="4367"/>
                    </a:cubicBezTo>
                    <a:cubicBezTo>
                      <a:pt x="8643" y="4367"/>
                      <a:pt x="8744" y="4220"/>
                      <a:pt x="8706" y="4039"/>
                    </a:cubicBezTo>
                    <a:cubicBezTo>
                      <a:pt x="8667" y="3860"/>
                      <a:pt x="8504" y="3715"/>
                      <a:pt x="8341" y="3715"/>
                    </a:cubicBezTo>
                    <a:close/>
                    <a:moveTo>
                      <a:pt x="9065" y="3715"/>
                    </a:moveTo>
                    <a:cubicBezTo>
                      <a:pt x="8903" y="3715"/>
                      <a:pt x="8802" y="3860"/>
                      <a:pt x="8841" y="4039"/>
                    </a:cubicBezTo>
                    <a:cubicBezTo>
                      <a:pt x="8880" y="4220"/>
                      <a:pt x="9045" y="4367"/>
                      <a:pt x="9209" y="4367"/>
                    </a:cubicBezTo>
                    <a:cubicBezTo>
                      <a:pt x="9374" y="4367"/>
                      <a:pt x="9474" y="4220"/>
                      <a:pt x="9433" y="4039"/>
                    </a:cubicBezTo>
                    <a:cubicBezTo>
                      <a:pt x="9393" y="3860"/>
                      <a:pt x="9229" y="3715"/>
                      <a:pt x="9065" y="3715"/>
                    </a:cubicBezTo>
                    <a:close/>
                    <a:moveTo>
                      <a:pt x="9790" y="3715"/>
                    </a:moveTo>
                    <a:cubicBezTo>
                      <a:pt x="9627" y="3715"/>
                      <a:pt x="9528" y="3860"/>
                      <a:pt x="9569" y="4039"/>
                    </a:cubicBezTo>
                    <a:cubicBezTo>
                      <a:pt x="9610" y="4220"/>
                      <a:pt x="9776" y="4367"/>
                      <a:pt x="9941" y="4367"/>
                    </a:cubicBezTo>
                    <a:cubicBezTo>
                      <a:pt x="10106" y="4367"/>
                      <a:pt x="10204" y="4220"/>
                      <a:pt x="10161" y="4039"/>
                    </a:cubicBezTo>
                    <a:cubicBezTo>
                      <a:pt x="10119" y="3860"/>
                      <a:pt x="9953" y="3715"/>
                      <a:pt x="9790" y="3715"/>
                    </a:cubicBezTo>
                    <a:close/>
                    <a:moveTo>
                      <a:pt x="10515" y="3715"/>
                    </a:moveTo>
                    <a:cubicBezTo>
                      <a:pt x="10352" y="3715"/>
                      <a:pt x="10254" y="3860"/>
                      <a:pt x="10297" y="4039"/>
                    </a:cubicBezTo>
                    <a:cubicBezTo>
                      <a:pt x="10339" y="4220"/>
                      <a:pt x="10508" y="4367"/>
                      <a:pt x="10673" y="4367"/>
                    </a:cubicBezTo>
                    <a:cubicBezTo>
                      <a:pt x="10837" y="4367"/>
                      <a:pt x="10934" y="4220"/>
                      <a:pt x="10890" y="4039"/>
                    </a:cubicBezTo>
                    <a:cubicBezTo>
                      <a:pt x="10845" y="3860"/>
                      <a:pt x="10678" y="3715"/>
                      <a:pt x="10515" y="3715"/>
                    </a:cubicBezTo>
                    <a:close/>
                    <a:moveTo>
                      <a:pt x="11239" y="3715"/>
                    </a:moveTo>
                    <a:cubicBezTo>
                      <a:pt x="11076" y="3715"/>
                      <a:pt x="10980" y="3860"/>
                      <a:pt x="11025" y="4039"/>
                    </a:cubicBezTo>
                    <a:cubicBezTo>
                      <a:pt x="11070" y="4220"/>
                      <a:pt x="11240" y="4367"/>
                      <a:pt x="11405" y="4367"/>
                    </a:cubicBezTo>
                    <a:cubicBezTo>
                      <a:pt x="11569" y="4367"/>
                      <a:pt x="11665" y="4220"/>
                      <a:pt x="11618" y="4039"/>
                    </a:cubicBezTo>
                    <a:cubicBezTo>
                      <a:pt x="11572" y="3860"/>
                      <a:pt x="11402" y="3715"/>
                      <a:pt x="11239" y="3715"/>
                    </a:cubicBezTo>
                    <a:close/>
                    <a:moveTo>
                      <a:pt x="11964" y="3715"/>
                    </a:moveTo>
                    <a:cubicBezTo>
                      <a:pt x="11801" y="3715"/>
                      <a:pt x="11707" y="3860"/>
                      <a:pt x="11753" y="4039"/>
                    </a:cubicBezTo>
                    <a:cubicBezTo>
                      <a:pt x="11800" y="4220"/>
                      <a:pt x="11972" y="4367"/>
                      <a:pt x="12136" y="4367"/>
                    </a:cubicBezTo>
                    <a:cubicBezTo>
                      <a:pt x="12301" y="4367"/>
                      <a:pt x="12395" y="4220"/>
                      <a:pt x="12346" y="4039"/>
                    </a:cubicBezTo>
                    <a:cubicBezTo>
                      <a:pt x="12298" y="3860"/>
                      <a:pt x="12126" y="3715"/>
                      <a:pt x="11964" y="3715"/>
                    </a:cubicBezTo>
                    <a:close/>
                    <a:moveTo>
                      <a:pt x="12689" y="3715"/>
                    </a:moveTo>
                    <a:cubicBezTo>
                      <a:pt x="12526" y="3715"/>
                      <a:pt x="12433" y="3860"/>
                      <a:pt x="12481" y="4039"/>
                    </a:cubicBezTo>
                    <a:cubicBezTo>
                      <a:pt x="12530" y="4220"/>
                      <a:pt x="12703" y="4367"/>
                      <a:pt x="12868" y="4367"/>
                    </a:cubicBezTo>
                    <a:cubicBezTo>
                      <a:pt x="13033" y="4367"/>
                      <a:pt x="13125" y="4220"/>
                      <a:pt x="13074" y="4039"/>
                    </a:cubicBezTo>
                    <a:cubicBezTo>
                      <a:pt x="13024" y="3860"/>
                      <a:pt x="12852" y="3715"/>
                      <a:pt x="12689" y="3715"/>
                    </a:cubicBezTo>
                    <a:close/>
                    <a:moveTo>
                      <a:pt x="13413" y="3715"/>
                    </a:moveTo>
                    <a:cubicBezTo>
                      <a:pt x="13250" y="3715"/>
                      <a:pt x="13159" y="3860"/>
                      <a:pt x="13210" y="4039"/>
                    </a:cubicBezTo>
                    <a:cubicBezTo>
                      <a:pt x="13261" y="4220"/>
                      <a:pt x="13435" y="4367"/>
                      <a:pt x="13600" y="4367"/>
                    </a:cubicBezTo>
                    <a:cubicBezTo>
                      <a:pt x="13765" y="4367"/>
                      <a:pt x="13855" y="4220"/>
                      <a:pt x="13803" y="4039"/>
                    </a:cubicBezTo>
                    <a:cubicBezTo>
                      <a:pt x="13751" y="3860"/>
                      <a:pt x="13576" y="3715"/>
                      <a:pt x="13413" y="3715"/>
                    </a:cubicBezTo>
                    <a:close/>
                    <a:moveTo>
                      <a:pt x="14126" y="3715"/>
                    </a:moveTo>
                    <a:cubicBezTo>
                      <a:pt x="13963" y="3715"/>
                      <a:pt x="13874" y="3860"/>
                      <a:pt x="13926" y="4039"/>
                    </a:cubicBezTo>
                    <a:cubicBezTo>
                      <a:pt x="13979" y="4220"/>
                      <a:pt x="14155" y="4367"/>
                      <a:pt x="14320" y="4367"/>
                    </a:cubicBezTo>
                    <a:cubicBezTo>
                      <a:pt x="14485" y="4367"/>
                      <a:pt x="14574" y="4220"/>
                      <a:pt x="14519" y="4039"/>
                    </a:cubicBezTo>
                    <a:cubicBezTo>
                      <a:pt x="14465" y="3860"/>
                      <a:pt x="14289" y="3715"/>
                      <a:pt x="14126" y="3715"/>
                    </a:cubicBezTo>
                    <a:close/>
                    <a:moveTo>
                      <a:pt x="14851" y="3715"/>
                    </a:moveTo>
                    <a:cubicBezTo>
                      <a:pt x="14688" y="3715"/>
                      <a:pt x="14600" y="3860"/>
                      <a:pt x="14655" y="4039"/>
                    </a:cubicBezTo>
                    <a:cubicBezTo>
                      <a:pt x="14709" y="4220"/>
                      <a:pt x="14888" y="4367"/>
                      <a:pt x="15052" y="4367"/>
                    </a:cubicBezTo>
                    <a:cubicBezTo>
                      <a:pt x="15217" y="4367"/>
                      <a:pt x="15304" y="4220"/>
                      <a:pt x="15248" y="4039"/>
                    </a:cubicBezTo>
                    <a:cubicBezTo>
                      <a:pt x="15192" y="3860"/>
                      <a:pt x="15014" y="3715"/>
                      <a:pt x="14851" y="3715"/>
                    </a:cubicBezTo>
                    <a:close/>
                    <a:moveTo>
                      <a:pt x="17750" y="3715"/>
                    </a:moveTo>
                    <a:cubicBezTo>
                      <a:pt x="17588" y="3715"/>
                      <a:pt x="17506" y="3860"/>
                      <a:pt x="17568" y="4039"/>
                    </a:cubicBezTo>
                    <a:cubicBezTo>
                      <a:pt x="17631" y="4220"/>
                      <a:pt x="17816" y="4367"/>
                      <a:pt x="17980" y="4367"/>
                    </a:cubicBezTo>
                    <a:cubicBezTo>
                      <a:pt x="18145" y="4367"/>
                      <a:pt x="18226" y="4220"/>
                      <a:pt x="18162" y="4039"/>
                    </a:cubicBezTo>
                    <a:cubicBezTo>
                      <a:pt x="18097" y="3860"/>
                      <a:pt x="17913" y="3715"/>
                      <a:pt x="17750" y="3715"/>
                    </a:cubicBezTo>
                    <a:close/>
                    <a:moveTo>
                      <a:pt x="3392" y="4524"/>
                    </a:moveTo>
                    <a:cubicBezTo>
                      <a:pt x="3227" y="4524"/>
                      <a:pt x="3111" y="4672"/>
                      <a:pt x="3135" y="4856"/>
                    </a:cubicBezTo>
                    <a:cubicBezTo>
                      <a:pt x="3158" y="5041"/>
                      <a:pt x="3313" y="5192"/>
                      <a:pt x="3480" y="5192"/>
                    </a:cubicBezTo>
                    <a:cubicBezTo>
                      <a:pt x="3646" y="5192"/>
                      <a:pt x="3761" y="5041"/>
                      <a:pt x="3736" y="4856"/>
                    </a:cubicBezTo>
                    <a:cubicBezTo>
                      <a:pt x="3710" y="4672"/>
                      <a:pt x="3557" y="4524"/>
                      <a:pt x="3392" y="4524"/>
                    </a:cubicBezTo>
                    <a:close/>
                    <a:moveTo>
                      <a:pt x="4127" y="4524"/>
                    </a:moveTo>
                    <a:cubicBezTo>
                      <a:pt x="3962" y="4524"/>
                      <a:pt x="3849" y="4672"/>
                      <a:pt x="3874" y="4856"/>
                    </a:cubicBezTo>
                    <a:cubicBezTo>
                      <a:pt x="3900" y="5041"/>
                      <a:pt x="4055" y="5192"/>
                      <a:pt x="4222" y="5192"/>
                    </a:cubicBezTo>
                    <a:cubicBezTo>
                      <a:pt x="4389" y="5192"/>
                      <a:pt x="4502" y="5041"/>
                      <a:pt x="4475" y="4856"/>
                    </a:cubicBezTo>
                    <a:cubicBezTo>
                      <a:pt x="4448" y="4672"/>
                      <a:pt x="4292" y="4524"/>
                      <a:pt x="4127" y="4524"/>
                    </a:cubicBezTo>
                    <a:close/>
                    <a:moveTo>
                      <a:pt x="4851" y="4524"/>
                    </a:moveTo>
                    <a:cubicBezTo>
                      <a:pt x="4686" y="4524"/>
                      <a:pt x="4575" y="4672"/>
                      <a:pt x="4602" y="4856"/>
                    </a:cubicBezTo>
                    <a:cubicBezTo>
                      <a:pt x="4630" y="5041"/>
                      <a:pt x="4787" y="5192"/>
                      <a:pt x="4954" y="5192"/>
                    </a:cubicBezTo>
                    <a:cubicBezTo>
                      <a:pt x="5121" y="5192"/>
                      <a:pt x="5232" y="5041"/>
                      <a:pt x="5202" y="4856"/>
                    </a:cubicBezTo>
                    <a:cubicBezTo>
                      <a:pt x="5173" y="4672"/>
                      <a:pt x="5016" y="4524"/>
                      <a:pt x="4851" y="4524"/>
                    </a:cubicBezTo>
                    <a:close/>
                    <a:moveTo>
                      <a:pt x="5587" y="4524"/>
                    </a:moveTo>
                    <a:cubicBezTo>
                      <a:pt x="5422" y="4524"/>
                      <a:pt x="5312" y="4672"/>
                      <a:pt x="5342" y="4856"/>
                    </a:cubicBezTo>
                    <a:cubicBezTo>
                      <a:pt x="5371" y="5041"/>
                      <a:pt x="5530" y="5192"/>
                      <a:pt x="5697" y="5192"/>
                    </a:cubicBezTo>
                    <a:cubicBezTo>
                      <a:pt x="5864" y="5192"/>
                      <a:pt x="5973" y="5041"/>
                      <a:pt x="5942" y="4856"/>
                    </a:cubicBezTo>
                    <a:cubicBezTo>
                      <a:pt x="5911" y="4672"/>
                      <a:pt x="5752" y="4524"/>
                      <a:pt x="5587" y="4524"/>
                    </a:cubicBezTo>
                    <a:close/>
                    <a:moveTo>
                      <a:pt x="6323" y="4524"/>
                    </a:moveTo>
                    <a:cubicBezTo>
                      <a:pt x="6158" y="4524"/>
                      <a:pt x="6050" y="4672"/>
                      <a:pt x="6081" y="4856"/>
                    </a:cubicBezTo>
                    <a:cubicBezTo>
                      <a:pt x="6113" y="5041"/>
                      <a:pt x="6274" y="5192"/>
                      <a:pt x="6441" y="5192"/>
                    </a:cubicBezTo>
                    <a:cubicBezTo>
                      <a:pt x="6607" y="5192"/>
                      <a:pt x="6715" y="5041"/>
                      <a:pt x="6681" y="4856"/>
                    </a:cubicBezTo>
                    <a:cubicBezTo>
                      <a:pt x="6648" y="4672"/>
                      <a:pt x="6488" y="4524"/>
                      <a:pt x="6323" y="4524"/>
                    </a:cubicBezTo>
                    <a:close/>
                    <a:moveTo>
                      <a:pt x="7047" y="4524"/>
                    </a:moveTo>
                    <a:cubicBezTo>
                      <a:pt x="6883" y="4524"/>
                      <a:pt x="6776" y="4672"/>
                      <a:pt x="6809" y="4856"/>
                    </a:cubicBezTo>
                    <a:cubicBezTo>
                      <a:pt x="6843" y="5041"/>
                      <a:pt x="7006" y="5192"/>
                      <a:pt x="7172" y="5192"/>
                    </a:cubicBezTo>
                    <a:cubicBezTo>
                      <a:pt x="7339" y="5192"/>
                      <a:pt x="7446" y="5041"/>
                      <a:pt x="7410" y="4856"/>
                    </a:cubicBezTo>
                    <a:cubicBezTo>
                      <a:pt x="7375" y="4672"/>
                      <a:pt x="7212" y="4524"/>
                      <a:pt x="7047" y="4524"/>
                    </a:cubicBezTo>
                    <a:close/>
                    <a:moveTo>
                      <a:pt x="7784" y="4524"/>
                    </a:moveTo>
                    <a:cubicBezTo>
                      <a:pt x="7618" y="4524"/>
                      <a:pt x="7513" y="4672"/>
                      <a:pt x="7549" y="4856"/>
                    </a:cubicBezTo>
                    <a:cubicBezTo>
                      <a:pt x="7585" y="5041"/>
                      <a:pt x="7749" y="5192"/>
                      <a:pt x="7916" y="5192"/>
                    </a:cubicBezTo>
                    <a:cubicBezTo>
                      <a:pt x="8083" y="5192"/>
                      <a:pt x="8187" y="5041"/>
                      <a:pt x="8149" y="4856"/>
                    </a:cubicBezTo>
                    <a:cubicBezTo>
                      <a:pt x="8112" y="4672"/>
                      <a:pt x="7948" y="4524"/>
                      <a:pt x="7784" y="4524"/>
                    </a:cubicBezTo>
                    <a:close/>
                    <a:moveTo>
                      <a:pt x="8508" y="4524"/>
                    </a:moveTo>
                    <a:cubicBezTo>
                      <a:pt x="8343" y="4524"/>
                      <a:pt x="8239" y="4672"/>
                      <a:pt x="8277" y="4856"/>
                    </a:cubicBezTo>
                    <a:cubicBezTo>
                      <a:pt x="8315" y="5041"/>
                      <a:pt x="8481" y="5192"/>
                      <a:pt x="8648" y="5192"/>
                    </a:cubicBezTo>
                    <a:cubicBezTo>
                      <a:pt x="8814" y="5192"/>
                      <a:pt x="8917" y="5041"/>
                      <a:pt x="8877" y="4856"/>
                    </a:cubicBezTo>
                    <a:cubicBezTo>
                      <a:pt x="8838" y="4672"/>
                      <a:pt x="8673" y="4524"/>
                      <a:pt x="8508" y="4524"/>
                    </a:cubicBezTo>
                    <a:close/>
                    <a:moveTo>
                      <a:pt x="9244" y="4524"/>
                    </a:moveTo>
                    <a:cubicBezTo>
                      <a:pt x="9079" y="4524"/>
                      <a:pt x="8977" y="4672"/>
                      <a:pt x="9017" y="4856"/>
                    </a:cubicBezTo>
                    <a:cubicBezTo>
                      <a:pt x="9057" y="5041"/>
                      <a:pt x="9224" y="5192"/>
                      <a:pt x="9391" y="5192"/>
                    </a:cubicBezTo>
                    <a:cubicBezTo>
                      <a:pt x="9558" y="5192"/>
                      <a:pt x="9659" y="5041"/>
                      <a:pt x="9617" y="4856"/>
                    </a:cubicBezTo>
                    <a:cubicBezTo>
                      <a:pt x="9576" y="4672"/>
                      <a:pt x="9409" y="4524"/>
                      <a:pt x="9244" y="4524"/>
                    </a:cubicBezTo>
                    <a:close/>
                    <a:moveTo>
                      <a:pt x="9980" y="4524"/>
                    </a:moveTo>
                    <a:cubicBezTo>
                      <a:pt x="9815" y="4524"/>
                      <a:pt x="9715" y="4672"/>
                      <a:pt x="9757" y="4856"/>
                    </a:cubicBezTo>
                    <a:cubicBezTo>
                      <a:pt x="9799" y="5041"/>
                      <a:pt x="9968" y="5192"/>
                      <a:pt x="10134" y="5192"/>
                    </a:cubicBezTo>
                    <a:cubicBezTo>
                      <a:pt x="10301" y="5192"/>
                      <a:pt x="10400" y="5041"/>
                      <a:pt x="10356" y="4856"/>
                    </a:cubicBezTo>
                    <a:cubicBezTo>
                      <a:pt x="10313" y="4672"/>
                      <a:pt x="10145" y="4524"/>
                      <a:pt x="9980" y="4524"/>
                    </a:cubicBezTo>
                    <a:close/>
                    <a:moveTo>
                      <a:pt x="10704" y="4524"/>
                    </a:moveTo>
                    <a:cubicBezTo>
                      <a:pt x="10539" y="4524"/>
                      <a:pt x="10441" y="4672"/>
                      <a:pt x="10485" y="4856"/>
                    </a:cubicBezTo>
                    <a:cubicBezTo>
                      <a:pt x="10529" y="5041"/>
                      <a:pt x="10699" y="5192"/>
                      <a:pt x="10866" y="5192"/>
                    </a:cubicBezTo>
                    <a:cubicBezTo>
                      <a:pt x="11033" y="5192"/>
                      <a:pt x="11131" y="5041"/>
                      <a:pt x="11085" y="4856"/>
                    </a:cubicBezTo>
                    <a:cubicBezTo>
                      <a:pt x="11040" y="4672"/>
                      <a:pt x="10869" y="4524"/>
                      <a:pt x="10704" y="4524"/>
                    </a:cubicBezTo>
                    <a:close/>
                    <a:moveTo>
                      <a:pt x="11441" y="4524"/>
                    </a:moveTo>
                    <a:cubicBezTo>
                      <a:pt x="11275" y="4524"/>
                      <a:pt x="11179" y="4672"/>
                      <a:pt x="11225" y="4856"/>
                    </a:cubicBezTo>
                    <a:cubicBezTo>
                      <a:pt x="11271" y="5041"/>
                      <a:pt x="11443" y="5192"/>
                      <a:pt x="11610" y="5192"/>
                    </a:cubicBezTo>
                    <a:cubicBezTo>
                      <a:pt x="11776" y="5192"/>
                      <a:pt x="11873" y="5041"/>
                      <a:pt x="11825" y="4856"/>
                    </a:cubicBezTo>
                    <a:cubicBezTo>
                      <a:pt x="11778" y="4672"/>
                      <a:pt x="11605" y="4524"/>
                      <a:pt x="11441" y="4524"/>
                    </a:cubicBezTo>
                    <a:close/>
                    <a:moveTo>
                      <a:pt x="12177" y="4524"/>
                    </a:moveTo>
                    <a:cubicBezTo>
                      <a:pt x="12012" y="4524"/>
                      <a:pt x="11917" y="4672"/>
                      <a:pt x="11965" y="4856"/>
                    </a:cubicBezTo>
                    <a:cubicBezTo>
                      <a:pt x="12013" y="5041"/>
                      <a:pt x="12187" y="5192"/>
                      <a:pt x="12353" y="5192"/>
                    </a:cubicBezTo>
                    <a:cubicBezTo>
                      <a:pt x="12520" y="5192"/>
                      <a:pt x="12615" y="5041"/>
                      <a:pt x="12565" y="4856"/>
                    </a:cubicBezTo>
                    <a:cubicBezTo>
                      <a:pt x="12515" y="4672"/>
                      <a:pt x="12342" y="4524"/>
                      <a:pt x="12177" y="4524"/>
                    </a:cubicBezTo>
                    <a:close/>
                    <a:moveTo>
                      <a:pt x="12902" y="4524"/>
                    </a:moveTo>
                    <a:cubicBezTo>
                      <a:pt x="12737" y="4524"/>
                      <a:pt x="12643" y="4672"/>
                      <a:pt x="12693" y="4856"/>
                    </a:cubicBezTo>
                    <a:cubicBezTo>
                      <a:pt x="12743" y="5041"/>
                      <a:pt x="12919" y="5192"/>
                      <a:pt x="13086" y="5192"/>
                    </a:cubicBezTo>
                    <a:cubicBezTo>
                      <a:pt x="13252" y="5192"/>
                      <a:pt x="13345" y="5041"/>
                      <a:pt x="13294" y="4856"/>
                    </a:cubicBezTo>
                    <a:cubicBezTo>
                      <a:pt x="13242" y="4672"/>
                      <a:pt x="13067" y="4524"/>
                      <a:pt x="12902" y="4524"/>
                    </a:cubicBezTo>
                    <a:close/>
                    <a:moveTo>
                      <a:pt x="13638" y="4524"/>
                    </a:moveTo>
                    <a:cubicBezTo>
                      <a:pt x="13473" y="4524"/>
                      <a:pt x="13381" y="4672"/>
                      <a:pt x="13433" y="4856"/>
                    </a:cubicBezTo>
                    <a:cubicBezTo>
                      <a:pt x="13485" y="5041"/>
                      <a:pt x="13662" y="5192"/>
                      <a:pt x="13829" y="5192"/>
                    </a:cubicBezTo>
                    <a:cubicBezTo>
                      <a:pt x="13996" y="5192"/>
                      <a:pt x="14087" y="5041"/>
                      <a:pt x="14033" y="4856"/>
                    </a:cubicBezTo>
                    <a:cubicBezTo>
                      <a:pt x="13980" y="4672"/>
                      <a:pt x="13803" y="4524"/>
                      <a:pt x="13638" y="4524"/>
                    </a:cubicBezTo>
                    <a:close/>
                    <a:moveTo>
                      <a:pt x="14362" y="4524"/>
                    </a:moveTo>
                    <a:cubicBezTo>
                      <a:pt x="14197" y="4524"/>
                      <a:pt x="14108" y="4672"/>
                      <a:pt x="14162" y="4856"/>
                    </a:cubicBezTo>
                    <a:cubicBezTo>
                      <a:pt x="14216" y="5041"/>
                      <a:pt x="14394" y="5192"/>
                      <a:pt x="14561" y="5192"/>
                    </a:cubicBezTo>
                    <a:cubicBezTo>
                      <a:pt x="14728" y="5192"/>
                      <a:pt x="14817" y="5041"/>
                      <a:pt x="14761" y="4856"/>
                    </a:cubicBezTo>
                    <a:cubicBezTo>
                      <a:pt x="14706" y="4672"/>
                      <a:pt x="14528" y="4524"/>
                      <a:pt x="14362" y="4524"/>
                    </a:cubicBezTo>
                    <a:close/>
                    <a:moveTo>
                      <a:pt x="15099" y="4524"/>
                    </a:moveTo>
                    <a:cubicBezTo>
                      <a:pt x="14934" y="4524"/>
                      <a:pt x="14846" y="4672"/>
                      <a:pt x="14902" y="4856"/>
                    </a:cubicBezTo>
                    <a:cubicBezTo>
                      <a:pt x="14958" y="5041"/>
                      <a:pt x="15138" y="5192"/>
                      <a:pt x="15305" y="5192"/>
                    </a:cubicBezTo>
                    <a:cubicBezTo>
                      <a:pt x="15472" y="5192"/>
                      <a:pt x="15560" y="5041"/>
                      <a:pt x="15502" y="4856"/>
                    </a:cubicBezTo>
                    <a:cubicBezTo>
                      <a:pt x="15444" y="4672"/>
                      <a:pt x="15264" y="4524"/>
                      <a:pt x="15099" y="4524"/>
                    </a:cubicBezTo>
                    <a:close/>
                    <a:moveTo>
                      <a:pt x="17297" y="4524"/>
                    </a:moveTo>
                    <a:cubicBezTo>
                      <a:pt x="17132" y="4524"/>
                      <a:pt x="17048" y="4672"/>
                      <a:pt x="17110" y="4856"/>
                    </a:cubicBezTo>
                    <a:cubicBezTo>
                      <a:pt x="17173" y="5041"/>
                      <a:pt x="17358" y="5192"/>
                      <a:pt x="17525" y="5192"/>
                    </a:cubicBezTo>
                    <a:cubicBezTo>
                      <a:pt x="17692" y="5192"/>
                      <a:pt x="17774" y="5041"/>
                      <a:pt x="17710" y="4856"/>
                    </a:cubicBezTo>
                    <a:cubicBezTo>
                      <a:pt x="17647" y="4672"/>
                      <a:pt x="17462" y="4524"/>
                      <a:pt x="17297" y="4524"/>
                    </a:cubicBezTo>
                    <a:close/>
                    <a:moveTo>
                      <a:pt x="18022" y="4524"/>
                    </a:moveTo>
                    <a:cubicBezTo>
                      <a:pt x="17857" y="4524"/>
                      <a:pt x="17775" y="4672"/>
                      <a:pt x="17839" y="4856"/>
                    </a:cubicBezTo>
                    <a:cubicBezTo>
                      <a:pt x="17903" y="5041"/>
                      <a:pt x="18091" y="5192"/>
                      <a:pt x="18257" y="5192"/>
                    </a:cubicBezTo>
                    <a:cubicBezTo>
                      <a:pt x="18424" y="5192"/>
                      <a:pt x="18505" y="5041"/>
                      <a:pt x="18439" y="4856"/>
                    </a:cubicBezTo>
                    <a:cubicBezTo>
                      <a:pt x="18373" y="4672"/>
                      <a:pt x="18187" y="4524"/>
                      <a:pt x="18022" y="4524"/>
                    </a:cubicBezTo>
                    <a:close/>
                    <a:moveTo>
                      <a:pt x="3500" y="5334"/>
                    </a:moveTo>
                    <a:cubicBezTo>
                      <a:pt x="3333" y="5334"/>
                      <a:pt x="3217" y="5485"/>
                      <a:pt x="3241" y="5674"/>
                    </a:cubicBezTo>
                    <a:cubicBezTo>
                      <a:pt x="3265" y="5864"/>
                      <a:pt x="3422" y="6018"/>
                      <a:pt x="3590" y="6018"/>
                    </a:cubicBezTo>
                    <a:cubicBezTo>
                      <a:pt x="3759" y="6018"/>
                      <a:pt x="3875" y="5864"/>
                      <a:pt x="3849" y="5674"/>
                    </a:cubicBezTo>
                    <a:cubicBezTo>
                      <a:pt x="3823" y="5485"/>
                      <a:pt x="3667" y="5334"/>
                      <a:pt x="3500" y="5334"/>
                    </a:cubicBezTo>
                    <a:close/>
                    <a:moveTo>
                      <a:pt x="4235" y="5334"/>
                    </a:moveTo>
                    <a:cubicBezTo>
                      <a:pt x="4068" y="5334"/>
                      <a:pt x="3954" y="5485"/>
                      <a:pt x="3980" y="5674"/>
                    </a:cubicBezTo>
                    <a:cubicBezTo>
                      <a:pt x="4006" y="5864"/>
                      <a:pt x="4164" y="6018"/>
                      <a:pt x="4333" y="6018"/>
                    </a:cubicBezTo>
                    <a:cubicBezTo>
                      <a:pt x="4502" y="6018"/>
                      <a:pt x="4616" y="5864"/>
                      <a:pt x="4588" y="5674"/>
                    </a:cubicBezTo>
                    <a:cubicBezTo>
                      <a:pt x="4560" y="5485"/>
                      <a:pt x="4402" y="5334"/>
                      <a:pt x="4235" y="5334"/>
                    </a:cubicBezTo>
                    <a:close/>
                    <a:moveTo>
                      <a:pt x="4983" y="5334"/>
                    </a:moveTo>
                    <a:cubicBezTo>
                      <a:pt x="4815" y="5334"/>
                      <a:pt x="4703" y="5485"/>
                      <a:pt x="4731" y="5674"/>
                    </a:cubicBezTo>
                    <a:cubicBezTo>
                      <a:pt x="4760" y="5864"/>
                      <a:pt x="4919" y="6018"/>
                      <a:pt x="5088" y="6018"/>
                    </a:cubicBezTo>
                    <a:cubicBezTo>
                      <a:pt x="5257" y="6018"/>
                      <a:pt x="5369" y="5864"/>
                      <a:pt x="5339" y="5674"/>
                    </a:cubicBezTo>
                    <a:cubicBezTo>
                      <a:pt x="5309" y="5485"/>
                      <a:pt x="5150" y="5334"/>
                      <a:pt x="4983" y="5334"/>
                    </a:cubicBezTo>
                    <a:close/>
                    <a:moveTo>
                      <a:pt x="5719" y="5334"/>
                    </a:moveTo>
                    <a:cubicBezTo>
                      <a:pt x="5552" y="5334"/>
                      <a:pt x="5441" y="5485"/>
                      <a:pt x="5471" y="5674"/>
                    </a:cubicBezTo>
                    <a:cubicBezTo>
                      <a:pt x="5502" y="5864"/>
                      <a:pt x="5663" y="6018"/>
                      <a:pt x="5832" y="6018"/>
                    </a:cubicBezTo>
                    <a:cubicBezTo>
                      <a:pt x="6000" y="6018"/>
                      <a:pt x="6111" y="5864"/>
                      <a:pt x="6079" y="5674"/>
                    </a:cubicBezTo>
                    <a:cubicBezTo>
                      <a:pt x="6047" y="5485"/>
                      <a:pt x="5886" y="5334"/>
                      <a:pt x="5719" y="5334"/>
                    </a:cubicBezTo>
                    <a:close/>
                    <a:moveTo>
                      <a:pt x="6467" y="5334"/>
                    </a:moveTo>
                    <a:cubicBezTo>
                      <a:pt x="6299" y="5334"/>
                      <a:pt x="6190" y="5485"/>
                      <a:pt x="6223" y="5674"/>
                    </a:cubicBezTo>
                    <a:cubicBezTo>
                      <a:pt x="6255" y="5864"/>
                      <a:pt x="6418" y="6018"/>
                      <a:pt x="6587" y="6018"/>
                    </a:cubicBezTo>
                    <a:cubicBezTo>
                      <a:pt x="6755" y="6018"/>
                      <a:pt x="6865" y="5864"/>
                      <a:pt x="6830" y="5674"/>
                    </a:cubicBezTo>
                    <a:cubicBezTo>
                      <a:pt x="6796" y="5485"/>
                      <a:pt x="6633" y="5334"/>
                      <a:pt x="6467" y="5334"/>
                    </a:cubicBezTo>
                    <a:close/>
                    <a:moveTo>
                      <a:pt x="7202" y="5334"/>
                    </a:moveTo>
                    <a:cubicBezTo>
                      <a:pt x="7036" y="5334"/>
                      <a:pt x="6927" y="5485"/>
                      <a:pt x="6962" y="5674"/>
                    </a:cubicBezTo>
                    <a:cubicBezTo>
                      <a:pt x="6997" y="5864"/>
                      <a:pt x="7162" y="6018"/>
                      <a:pt x="7330" y="6018"/>
                    </a:cubicBezTo>
                    <a:cubicBezTo>
                      <a:pt x="7499" y="6018"/>
                      <a:pt x="7606" y="5864"/>
                      <a:pt x="7570" y="5674"/>
                    </a:cubicBezTo>
                    <a:cubicBezTo>
                      <a:pt x="7534" y="5485"/>
                      <a:pt x="7370" y="5334"/>
                      <a:pt x="7202" y="5334"/>
                    </a:cubicBezTo>
                    <a:close/>
                    <a:moveTo>
                      <a:pt x="7938" y="5334"/>
                    </a:moveTo>
                    <a:cubicBezTo>
                      <a:pt x="7771" y="5334"/>
                      <a:pt x="7665" y="5485"/>
                      <a:pt x="7702" y="5674"/>
                    </a:cubicBezTo>
                    <a:cubicBezTo>
                      <a:pt x="7738" y="5864"/>
                      <a:pt x="7905" y="6018"/>
                      <a:pt x="8074" y="6018"/>
                    </a:cubicBezTo>
                    <a:cubicBezTo>
                      <a:pt x="8243" y="6018"/>
                      <a:pt x="8348" y="5864"/>
                      <a:pt x="8309" y="5674"/>
                    </a:cubicBezTo>
                    <a:cubicBezTo>
                      <a:pt x="8271" y="5485"/>
                      <a:pt x="8105" y="5334"/>
                      <a:pt x="7938" y="5334"/>
                    </a:cubicBezTo>
                    <a:close/>
                    <a:moveTo>
                      <a:pt x="8686" y="5334"/>
                    </a:moveTo>
                    <a:cubicBezTo>
                      <a:pt x="8520" y="5334"/>
                      <a:pt x="8415" y="5485"/>
                      <a:pt x="8453" y="5674"/>
                    </a:cubicBezTo>
                    <a:cubicBezTo>
                      <a:pt x="8492" y="5864"/>
                      <a:pt x="8661" y="6018"/>
                      <a:pt x="8829" y="6018"/>
                    </a:cubicBezTo>
                    <a:cubicBezTo>
                      <a:pt x="8998" y="6018"/>
                      <a:pt x="9101" y="5864"/>
                      <a:pt x="9061" y="5674"/>
                    </a:cubicBezTo>
                    <a:cubicBezTo>
                      <a:pt x="9021" y="5485"/>
                      <a:pt x="8853" y="5334"/>
                      <a:pt x="8686" y="5334"/>
                    </a:cubicBezTo>
                    <a:close/>
                    <a:moveTo>
                      <a:pt x="9422" y="5334"/>
                    </a:moveTo>
                    <a:cubicBezTo>
                      <a:pt x="9255" y="5334"/>
                      <a:pt x="9152" y="5485"/>
                      <a:pt x="9193" y="5674"/>
                    </a:cubicBezTo>
                    <a:cubicBezTo>
                      <a:pt x="9234" y="5864"/>
                      <a:pt x="9404" y="6018"/>
                      <a:pt x="9573" y="6018"/>
                    </a:cubicBezTo>
                    <a:cubicBezTo>
                      <a:pt x="9742" y="6018"/>
                      <a:pt x="9843" y="5864"/>
                      <a:pt x="9801" y="5674"/>
                    </a:cubicBezTo>
                    <a:cubicBezTo>
                      <a:pt x="9758" y="5485"/>
                      <a:pt x="9589" y="5334"/>
                      <a:pt x="9422" y="5334"/>
                    </a:cubicBezTo>
                    <a:close/>
                    <a:moveTo>
                      <a:pt x="10169" y="5334"/>
                    </a:moveTo>
                    <a:cubicBezTo>
                      <a:pt x="10003" y="5334"/>
                      <a:pt x="9902" y="5485"/>
                      <a:pt x="9945" y="5674"/>
                    </a:cubicBezTo>
                    <a:cubicBezTo>
                      <a:pt x="9988" y="5864"/>
                      <a:pt x="10160" y="6018"/>
                      <a:pt x="10328" y="6018"/>
                    </a:cubicBezTo>
                    <a:cubicBezTo>
                      <a:pt x="10497" y="6018"/>
                      <a:pt x="10597" y="5864"/>
                      <a:pt x="10552" y="5674"/>
                    </a:cubicBezTo>
                    <a:cubicBezTo>
                      <a:pt x="10508" y="5485"/>
                      <a:pt x="10337" y="5334"/>
                      <a:pt x="10169" y="5334"/>
                    </a:cubicBezTo>
                    <a:close/>
                    <a:moveTo>
                      <a:pt x="10906" y="5334"/>
                    </a:moveTo>
                    <a:cubicBezTo>
                      <a:pt x="10739" y="5334"/>
                      <a:pt x="10640" y="5485"/>
                      <a:pt x="10684" y="5674"/>
                    </a:cubicBezTo>
                    <a:cubicBezTo>
                      <a:pt x="10730" y="5864"/>
                      <a:pt x="10903" y="6018"/>
                      <a:pt x="11072" y="6018"/>
                    </a:cubicBezTo>
                    <a:cubicBezTo>
                      <a:pt x="11241" y="6018"/>
                      <a:pt x="11339" y="5864"/>
                      <a:pt x="11292" y="5674"/>
                    </a:cubicBezTo>
                    <a:cubicBezTo>
                      <a:pt x="11246" y="5485"/>
                      <a:pt x="11073" y="5334"/>
                      <a:pt x="10906" y="5334"/>
                    </a:cubicBezTo>
                    <a:close/>
                    <a:moveTo>
                      <a:pt x="11642" y="5334"/>
                    </a:moveTo>
                    <a:cubicBezTo>
                      <a:pt x="11475" y="5334"/>
                      <a:pt x="11378" y="5485"/>
                      <a:pt x="11425" y="5674"/>
                    </a:cubicBezTo>
                    <a:cubicBezTo>
                      <a:pt x="11472" y="5864"/>
                      <a:pt x="11646" y="6018"/>
                      <a:pt x="11816" y="6018"/>
                    </a:cubicBezTo>
                    <a:cubicBezTo>
                      <a:pt x="11984" y="6018"/>
                      <a:pt x="12081" y="5864"/>
                      <a:pt x="12032" y="5674"/>
                    </a:cubicBezTo>
                    <a:cubicBezTo>
                      <a:pt x="11984" y="5485"/>
                      <a:pt x="11809" y="5334"/>
                      <a:pt x="11642" y="5334"/>
                    </a:cubicBezTo>
                    <a:close/>
                    <a:moveTo>
                      <a:pt x="12390" y="5334"/>
                    </a:moveTo>
                    <a:cubicBezTo>
                      <a:pt x="12223" y="5334"/>
                      <a:pt x="12127" y="5485"/>
                      <a:pt x="12176" y="5674"/>
                    </a:cubicBezTo>
                    <a:cubicBezTo>
                      <a:pt x="12225" y="5864"/>
                      <a:pt x="12402" y="6018"/>
                      <a:pt x="12571" y="6018"/>
                    </a:cubicBezTo>
                    <a:cubicBezTo>
                      <a:pt x="12739" y="6018"/>
                      <a:pt x="12835" y="5864"/>
                      <a:pt x="12784" y="5674"/>
                    </a:cubicBezTo>
                    <a:cubicBezTo>
                      <a:pt x="12733" y="5485"/>
                      <a:pt x="12557" y="5334"/>
                      <a:pt x="12390" y="5334"/>
                    </a:cubicBezTo>
                    <a:close/>
                    <a:moveTo>
                      <a:pt x="13126" y="5334"/>
                    </a:moveTo>
                    <a:cubicBezTo>
                      <a:pt x="12959" y="5334"/>
                      <a:pt x="12865" y="5485"/>
                      <a:pt x="12916" y="5674"/>
                    </a:cubicBezTo>
                    <a:cubicBezTo>
                      <a:pt x="12968" y="5864"/>
                      <a:pt x="13146" y="6018"/>
                      <a:pt x="13315" y="6018"/>
                    </a:cubicBezTo>
                    <a:cubicBezTo>
                      <a:pt x="13483" y="6018"/>
                      <a:pt x="13577" y="5864"/>
                      <a:pt x="13524" y="5674"/>
                    </a:cubicBezTo>
                    <a:cubicBezTo>
                      <a:pt x="13471" y="5485"/>
                      <a:pt x="13293" y="5334"/>
                      <a:pt x="13126" y="5334"/>
                    </a:cubicBezTo>
                    <a:close/>
                    <a:moveTo>
                      <a:pt x="13874" y="5334"/>
                    </a:moveTo>
                    <a:cubicBezTo>
                      <a:pt x="13707" y="5334"/>
                      <a:pt x="13615" y="5485"/>
                      <a:pt x="13668" y="5674"/>
                    </a:cubicBezTo>
                    <a:cubicBezTo>
                      <a:pt x="13721" y="5864"/>
                      <a:pt x="13902" y="6018"/>
                      <a:pt x="14070" y="6018"/>
                    </a:cubicBezTo>
                    <a:cubicBezTo>
                      <a:pt x="14239" y="6018"/>
                      <a:pt x="14331" y="5864"/>
                      <a:pt x="14276" y="5674"/>
                    </a:cubicBezTo>
                    <a:cubicBezTo>
                      <a:pt x="14221" y="5485"/>
                      <a:pt x="14042" y="5334"/>
                      <a:pt x="13874" y="5334"/>
                    </a:cubicBezTo>
                    <a:close/>
                    <a:moveTo>
                      <a:pt x="14611" y="5334"/>
                    </a:moveTo>
                    <a:cubicBezTo>
                      <a:pt x="14443" y="5334"/>
                      <a:pt x="14353" y="5485"/>
                      <a:pt x="14408" y="5674"/>
                    </a:cubicBezTo>
                    <a:cubicBezTo>
                      <a:pt x="14464" y="5864"/>
                      <a:pt x="14645" y="6018"/>
                      <a:pt x="14814" y="6018"/>
                    </a:cubicBezTo>
                    <a:cubicBezTo>
                      <a:pt x="14983" y="6018"/>
                      <a:pt x="15073" y="5864"/>
                      <a:pt x="15016" y="5674"/>
                    </a:cubicBezTo>
                    <a:cubicBezTo>
                      <a:pt x="14959" y="5485"/>
                      <a:pt x="14778" y="5334"/>
                      <a:pt x="14611" y="5334"/>
                    </a:cubicBezTo>
                    <a:close/>
                    <a:moveTo>
                      <a:pt x="15347" y="5334"/>
                    </a:moveTo>
                    <a:cubicBezTo>
                      <a:pt x="15180" y="5334"/>
                      <a:pt x="15091" y="5485"/>
                      <a:pt x="15148" y="5674"/>
                    </a:cubicBezTo>
                    <a:cubicBezTo>
                      <a:pt x="15206" y="5864"/>
                      <a:pt x="15390" y="6018"/>
                      <a:pt x="15558" y="6018"/>
                    </a:cubicBezTo>
                    <a:cubicBezTo>
                      <a:pt x="15728" y="6018"/>
                      <a:pt x="15816" y="5864"/>
                      <a:pt x="15756" y="5674"/>
                    </a:cubicBezTo>
                    <a:cubicBezTo>
                      <a:pt x="15697" y="5485"/>
                      <a:pt x="15515" y="5334"/>
                      <a:pt x="15347" y="5334"/>
                    </a:cubicBezTo>
                    <a:close/>
                    <a:moveTo>
                      <a:pt x="2860" y="6184"/>
                    </a:moveTo>
                    <a:cubicBezTo>
                      <a:pt x="2691" y="6184"/>
                      <a:pt x="2573" y="6340"/>
                      <a:pt x="2595" y="6533"/>
                    </a:cubicBezTo>
                    <a:cubicBezTo>
                      <a:pt x="2618" y="6728"/>
                      <a:pt x="2774" y="6886"/>
                      <a:pt x="2945" y="6886"/>
                    </a:cubicBezTo>
                    <a:cubicBezTo>
                      <a:pt x="3116" y="6886"/>
                      <a:pt x="3235" y="6728"/>
                      <a:pt x="3210" y="6533"/>
                    </a:cubicBezTo>
                    <a:cubicBezTo>
                      <a:pt x="3186" y="6340"/>
                      <a:pt x="3029" y="6184"/>
                      <a:pt x="2860" y="6184"/>
                    </a:cubicBezTo>
                    <a:close/>
                    <a:moveTo>
                      <a:pt x="3608" y="6184"/>
                    </a:moveTo>
                    <a:cubicBezTo>
                      <a:pt x="3439" y="6184"/>
                      <a:pt x="3322" y="6340"/>
                      <a:pt x="3346" y="6533"/>
                    </a:cubicBezTo>
                    <a:cubicBezTo>
                      <a:pt x="3371" y="6728"/>
                      <a:pt x="3530" y="6886"/>
                      <a:pt x="3701" y="6886"/>
                    </a:cubicBezTo>
                    <a:cubicBezTo>
                      <a:pt x="3871" y="6886"/>
                      <a:pt x="3988" y="6728"/>
                      <a:pt x="3962" y="6533"/>
                    </a:cubicBezTo>
                    <a:cubicBezTo>
                      <a:pt x="3936" y="6340"/>
                      <a:pt x="3777" y="6184"/>
                      <a:pt x="3608" y="6184"/>
                    </a:cubicBezTo>
                    <a:close/>
                    <a:moveTo>
                      <a:pt x="4355" y="6184"/>
                    </a:moveTo>
                    <a:cubicBezTo>
                      <a:pt x="4186" y="6184"/>
                      <a:pt x="4071" y="6340"/>
                      <a:pt x="4098" y="6533"/>
                    </a:cubicBezTo>
                    <a:cubicBezTo>
                      <a:pt x="4125" y="6728"/>
                      <a:pt x="4285" y="6886"/>
                      <a:pt x="4456" y="6886"/>
                    </a:cubicBezTo>
                    <a:cubicBezTo>
                      <a:pt x="4626" y="6886"/>
                      <a:pt x="4741" y="6728"/>
                      <a:pt x="4713" y="6533"/>
                    </a:cubicBezTo>
                    <a:cubicBezTo>
                      <a:pt x="4684" y="6340"/>
                      <a:pt x="4524" y="6184"/>
                      <a:pt x="4355" y="6184"/>
                    </a:cubicBezTo>
                    <a:close/>
                    <a:moveTo>
                      <a:pt x="5115" y="6184"/>
                    </a:moveTo>
                    <a:cubicBezTo>
                      <a:pt x="4945" y="6184"/>
                      <a:pt x="4832" y="6340"/>
                      <a:pt x="4860" y="6533"/>
                    </a:cubicBezTo>
                    <a:cubicBezTo>
                      <a:pt x="4890" y="6728"/>
                      <a:pt x="5051" y="6886"/>
                      <a:pt x="5223" y="6886"/>
                    </a:cubicBezTo>
                    <a:cubicBezTo>
                      <a:pt x="5393" y="6886"/>
                      <a:pt x="5507" y="6728"/>
                      <a:pt x="5476" y="6533"/>
                    </a:cubicBezTo>
                    <a:cubicBezTo>
                      <a:pt x="5445" y="6340"/>
                      <a:pt x="5284" y="6184"/>
                      <a:pt x="5115" y="6184"/>
                    </a:cubicBezTo>
                    <a:close/>
                    <a:moveTo>
                      <a:pt x="5862" y="6184"/>
                    </a:moveTo>
                    <a:cubicBezTo>
                      <a:pt x="5693" y="6184"/>
                      <a:pt x="5581" y="6340"/>
                      <a:pt x="5612" y="6533"/>
                    </a:cubicBezTo>
                    <a:cubicBezTo>
                      <a:pt x="5643" y="6728"/>
                      <a:pt x="5807" y="6886"/>
                      <a:pt x="5978" y="6886"/>
                    </a:cubicBezTo>
                    <a:cubicBezTo>
                      <a:pt x="6149" y="6886"/>
                      <a:pt x="6260" y="6728"/>
                      <a:pt x="6227" y="6533"/>
                    </a:cubicBezTo>
                    <a:cubicBezTo>
                      <a:pt x="6195" y="6340"/>
                      <a:pt x="6031" y="6184"/>
                      <a:pt x="5862" y="6184"/>
                    </a:cubicBezTo>
                    <a:close/>
                    <a:moveTo>
                      <a:pt x="6610" y="6184"/>
                    </a:moveTo>
                    <a:cubicBezTo>
                      <a:pt x="6441" y="6184"/>
                      <a:pt x="6330" y="6340"/>
                      <a:pt x="6363" y="6533"/>
                    </a:cubicBezTo>
                    <a:cubicBezTo>
                      <a:pt x="6397" y="6728"/>
                      <a:pt x="6562" y="6886"/>
                      <a:pt x="6734" y="6886"/>
                    </a:cubicBezTo>
                    <a:cubicBezTo>
                      <a:pt x="6904" y="6886"/>
                      <a:pt x="7014" y="6728"/>
                      <a:pt x="6979" y="6533"/>
                    </a:cubicBezTo>
                    <a:cubicBezTo>
                      <a:pt x="6944" y="6340"/>
                      <a:pt x="6779" y="6184"/>
                      <a:pt x="6610" y="6184"/>
                    </a:cubicBezTo>
                    <a:close/>
                    <a:moveTo>
                      <a:pt x="7357" y="6184"/>
                    </a:moveTo>
                    <a:cubicBezTo>
                      <a:pt x="7189" y="6184"/>
                      <a:pt x="7079" y="6340"/>
                      <a:pt x="7115" y="6533"/>
                    </a:cubicBezTo>
                    <a:cubicBezTo>
                      <a:pt x="7150" y="6728"/>
                      <a:pt x="7318" y="6886"/>
                      <a:pt x="7489" y="6886"/>
                    </a:cubicBezTo>
                    <a:cubicBezTo>
                      <a:pt x="7660" y="6886"/>
                      <a:pt x="7768" y="6728"/>
                      <a:pt x="7731" y="6533"/>
                    </a:cubicBezTo>
                    <a:cubicBezTo>
                      <a:pt x="7693" y="6340"/>
                      <a:pt x="7527" y="6184"/>
                      <a:pt x="7357" y="6184"/>
                    </a:cubicBezTo>
                    <a:close/>
                    <a:moveTo>
                      <a:pt x="8105" y="6184"/>
                    </a:moveTo>
                    <a:cubicBezTo>
                      <a:pt x="7936" y="6184"/>
                      <a:pt x="7829" y="6340"/>
                      <a:pt x="7866" y="6533"/>
                    </a:cubicBezTo>
                    <a:cubicBezTo>
                      <a:pt x="7904" y="6728"/>
                      <a:pt x="8073" y="6886"/>
                      <a:pt x="8244" y="6886"/>
                    </a:cubicBezTo>
                    <a:cubicBezTo>
                      <a:pt x="8415" y="6886"/>
                      <a:pt x="8521" y="6728"/>
                      <a:pt x="8482" y="6533"/>
                    </a:cubicBezTo>
                    <a:cubicBezTo>
                      <a:pt x="8442" y="6340"/>
                      <a:pt x="8274" y="6184"/>
                      <a:pt x="8105" y="6184"/>
                    </a:cubicBezTo>
                    <a:close/>
                    <a:moveTo>
                      <a:pt x="8864" y="6184"/>
                    </a:moveTo>
                    <a:cubicBezTo>
                      <a:pt x="8696" y="6184"/>
                      <a:pt x="8590" y="6340"/>
                      <a:pt x="8630" y="6533"/>
                    </a:cubicBezTo>
                    <a:cubicBezTo>
                      <a:pt x="8669" y="6728"/>
                      <a:pt x="8841" y="6886"/>
                      <a:pt x="9011" y="6886"/>
                    </a:cubicBezTo>
                    <a:cubicBezTo>
                      <a:pt x="9182" y="6886"/>
                      <a:pt x="9287" y="6728"/>
                      <a:pt x="9245" y="6533"/>
                    </a:cubicBezTo>
                    <a:cubicBezTo>
                      <a:pt x="9204" y="6340"/>
                      <a:pt x="9034" y="6184"/>
                      <a:pt x="8864" y="6184"/>
                    </a:cubicBezTo>
                    <a:close/>
                    <a:moveTo>
                      <a:pt x="9612" y="6184"/>
                    </a:moveTo>
                    <a:cubicBezTo>
                      <a:pt x="9443" y="6184"/>
                      <a:pt x="9339" y="6340"/>
                      <a:pt x="9381" y="6533"/>
                    </a:cubicBezTo>
                    <a:cubicBezTo>
                      <a:pt x="9423" y="6728"/>
                      <a:pt x="9595" y="6886"/>
                      <a:pt x="9766" y="6886"/>
                    </a:cubicBezTo>
                    <a:cubicBezTo>
                      <a:pt x="9937" y="6886"/>
                      <a:pt x="10040" y="6728"/>
                      <a:pt x="9996" y="6533"/>
                    </a:cubicBezTo>
                    <a:cubicBezTo>
                      <a:pt x="9953" y="6340"/>
                      <a:pt x="9781" y="6184"/>
                      <a:pt x="9612" y="6184"/>
                    </a:cubicBezTo>
                    <a:close/>
                    <a:moveTo>
                      <a:pt x="10359" y="6184"/>
                    </a:moveTo>
                    <a:cubicBezTo>
                      <a:pt x="10191" y="6184"/>
                      <a:pt x="10089" y="6340"/>
                      <a:pt x="10133" y="6533"/>
                    </a:cubicBezTo>
                    <a:cubicBezTo>
                      <a:pt x="10177" y="6728"/>
                      <a:pt x="10351" y="6886"/>
                      <a:pt x="10522" y="6886"/>
                    </a:cubicBezTo>
                    <a:cubicBezTo>
                      <a:pt x="10693" y="6886"/>
                      <a:pt x="10794" y="6728"/>
                      <a:pt x="10748" y="6533"/>
                    </a:cubicBezTo>
                    <a:cubicBezTo>
                      <a:pt x="10702" y="6340"/>
                      <a:pt x="10529" y="6184"/>
                      <a:pt x="10359" y="6184"/>
                    </a:cubicBezTo>
                    <a:close/>
                    <a:moveTo>
                      <a:pt x="11107" y="6184"/>
                    </a:moveTo>
                    <a:cubicBezTo>
                      <a:pt x="10938" y="6184"/>
                      <a:pt x="10838" y="6340"/>
                      <a:pt x="10884" y="6533"/>
                    </a:cubicBezTo>
                    <a:cubicBezTo>
                      <a:pt x="10931" y="6728"/>
                      <a:pt x="11107" y="6886"/>
                      <a:pt x="11278" y="6886"/>
                    </a:cubicBezTo>
                    <a:cubicBezTo>
                      <a:pt x="11448" y="6886"/>
                      <a:pt x="11548" y="6728"/>
                      <a:pt x="11500" y="6533"/>
                    </a:cubicBezTo>
                    <a:cubicBezTo>
                      <a:pt x="11452" y="6340"/>
                      <a:pt x="11277" y="6184"/>
                      <a:pt x="11107" y="6184"/>
                    </a:cubicBezTo>
                    <a:close/>
                    <a:moveTo>
                      <a:pt x="11856" y="6184"/>
                    </a:moveTo>
                    <a:cubicBezTo>
                      <a:pt x="11686" y="6184"/>
                      <a:pt x="11588" y="6340"/>
                      <a:pt x="11636" y="6533"/>
                    </a:cubicBezTo>
                    <a:cubicBezTo>
                      <a:pt x="11685" y="6728"/>
                      <a:pt x="11862" y="6886"/>
                      <a:pt x="12033" y="6886"/>
                    </a:cubicBezTo>
                    <a:cubicBezTo>
                      <a:pt x="12204" y="6886"/>
                      <a:pt x="12302" y="6728"/>
                      <a:pt x="12251" y="6533"/>
                    </a:cubicBezTo>
                    <a:cubicBezTo>
                      <a:pt x="12201" y="6340"/>
                      <a:pt x="12024" y="6184"/>
                      <a:pt x="11856" y="6184"/>
                    </a:cubicBezTo>
                    <a:close/>
                    <a:moveTo>
                      <a:pt x="12615" y="6184"/>
                    </a:moveTo>
                    <a:cubicBezTo>
                      <a:pt x="12446" y="6184"/>
                      <a:pt x="12349" y="6340"/>
                      <a:pt x="12400" y="6533"/>
                    </a:cubicBezTo>
                    <a:cubicBezTo>
                      <a:pt x="12450" y="6728"/>
                      <a:pt x="12630" y="6886"/>
                      <a:pt x="12801" y="6886"/>
                    </a:cubicBezTo>
                    <a:cubicBezTo>
                      <a:pt x="12971" y="6886"/>
                      <a:pt x="13067" y="6728"/>
                      <a:pt x="13015" y="6533"/>
                    </a:cubicBezTo>
                    <a:cubicBezTo>
                      <a:pt x="12963" y="6340"/>
                      <a:pt x="12784" y="6184"/>
                      <a:pt x="12615" y="6184"/>
                    </a:cubicBezTo>
                    <a:close/>
                    <a:moveTo>
                      <a:pt x="13363" y="6184"/>
                    </a:moveTo>
                    <a:cubicBezTo>
                      <a:pt x="13194" y="6184"/>
                      <a:pt x="13099" y="6340"/>
                      <a:pt x="13151" y="6533"/>
                    </a:cubicBezTo>
                    <a:cubicBezTo>
                      <a:pt x="13204" y="6728"/>
                      <a:pt x="13385" y="6886"/>
                      <a:pt x="13556" y="6886"/>
                    </a:cubicBezTo>
                    <a:cubicBezTo>
                      <a:pt x="13727" y="6886"/>
                      <a:pt x="13821" y="6728"/>
                      <a:pt x="13767" y="6533"/>
                    </a:cubicBezTo>
                    <a:cubicBezTo>
                      <a:pt x="13713" y="6340"/>
                      <a:pt x="13532" y="6184"/>
                      <a:pt x="13363" y="6184"/>
                    </a:cubicBezTo>
                    <a:close/>
                    <a:moveTo>
                      <a:pt x="14111" y="6184"/>
                    </a:moveTo>
                    <a:cubicBezTo>
                      <a:pt x="13942" y="6184"/>
                      <a:pt x="13849" y="6340"/>
                      <a:pt x="13903" y="6533"/>
                    </a:cubicBezTo>
                    <a:cubicBezTo>
                      <a:pt x="13958" y="6728"/>
                      <a:pt x="14141" y="6886"/>
                      <a:pt x="14311" y="6886"/>
                    </a:cubicBezTo>
                    <a:cubicBezTo>
                      <a:pt x="14483" y="6886"/>
                      <a:pt x="14575" y="6728"/>
                      <a:pt x="14519" y="6533"/>
                    </a:cubicBezTo>
                    <a:cubicBezTo>
                      <a:pt x="14463" y="6340"/>
                      <a:pt x="14280" y="6184"/>
                      <a:pt x="14111" y="6184"/>
                    </a:cubicBezTo>
                    <a:close/>
                    <a:moveTo>
                      <a:pt x="14859" y="6184"/>
                    </a:moveTo>
                    <a:cubicBezTo>
                      <a:pt x="14689" y="6184"/>
                      <a:pt x="14599" y="6340"/>
                      <a:pt x="14655" y="6533"/>
                    </a:cubicBezTo>
                    <a:cubicBezTo>
                      <a:pt x="14712" y="6728"/>
                      <a:pt x="14896" y="6886"/>
                      <a:pt x="15068" y="6886"/>
                    </a:cubicBezTo>
                    <a:cubicBezTo>
                      <a:pt x="15239" y="6886"/>
                      <a:pt x="15329" y="6728"/>
                      <a:pt x="15270" y="6533"/>
                    </a:cubicBezTo>
                    <a:cubicBezTo>
                      <a:pt x="15212" y="6340"/>
                      <a:pt x="15028" y="6184"/>
                      <a:pt x="14859" y="6184"/>
                    </a:cubicBezTo>
                    <a:close/>
                    <a:moveTo>
                      <a:pt x="15607" y="6184"/>
                    </a:moveTo>
                    <a:cubicBezTo>
                      <a:pt x="15438" y="6184"/>
                      <a:pt x="15348" y="6340"/>
                      <a:pt x="15407" y="6533"/>
                    </a:cubicBezTo>
                    <a:cubicBezTo>
                      <a:pt x="15466" y="6728"/>
                      <a:pt x="15653" y="6886"/>
                      <a:pt x="15823" y="6886"/>
                    </a:cubicBezTo>
                    <a:cubicBezTo>
                      <a:pt x="15995" y="6886"/>
                      <a:pt x="16084" y="6728"/>
                      <a:pt x="16023" y="6533"/>
                    </a:cubicBezTo>
                    <a:cubicBezTo>
                      <a:pt x="15962" y="6340"/>
                      <a:pt x="15777" y="6184"/>
                      <a:pt x="15607" y="6184"/>
                    </a:cubicBezTo>
                    <a:close/>
                    <a:moveTo>
                      <a:pt x="2957" y="7035"/>
                    </a:moveTo>
                    <a:cubicBezTo>
                      <a:pt x="2786" y="7035"/>
                      <a:pt x="2666" y="7195"/>
                      <a:pt x="2689" y="7393"/>
                    </a:cubicBezTo>
                    <a:cubicBezTo>
                      <a:pt x="2712" y="7593"/>
                      <a:pt x="2871" y="7754"/>
                      <a:pt x="3044" y="7754"/>
                    </a:cubicBezTo>
                    <a:cubicBezTo>
                      <a:pt x="3217" y="7754"/>
                      <a:pt x="3337" y="7593"/>
                      <a:pt x="3312" y="7393"/>
                    </a:cubicBezTo>
                    <a:cubicBezTo>
                      <a:pt x="3287" y="7195"/>
                      <a:pt x="3128" y="7035"/>
                      <a:pt x="2957" y="7035"/>
                    </a:cubicBezTo>
                    <a:close/>
                    <a:moveTo>
                      <a:pt x="3717" y="7035"/>
                    </a:moveTo>
                    <a:cubicBezTo>
                      <a:pt x="3545" y="7035"/>
                      <a:pt x="3427" y="7195"/>
                      <a:pt x="3452" y="7393"/>
                    </a:cubicBezTo>
                    <a:cubicBezTo>
                      <a:pt x="3477" y="7593"/>
                      <a:pt x="3639" y="7754"/>
                      <a:pt x="3812" y="7754"/>
                    </a:cubicBezTo>
                    <a:cubicBezTo>
                      <a:pt x="3985" y="7754"/>
                      <a:pt x="4103" y="7593"/>
                      <a:pt x="4075" y="7393"/>
                    </a:cubicBezTo>
                    <a:cubicBezTo>
                      <a:pt x="4048" y="7195"/>
                      <a:pt x="3888" y="7035"/>
                      <a:pt x="3717" y="7035"/>
                    </a:cubicBezTo>
                    <a:close/>
                    <a:moveTo>
                      <a:pt x="4487" y="7035"/>
                    </a:moveTo>
                    <a:cubicBezTo>
                      <a:pt x="4315" y="7035"/>
                      <a:pt x="4199" y="7195"/>
                      <a:pt x="4227" y="7393"/>
                    </a:cubicBezTo>
                    <a:cubicBezTo>
                      <a:pt x="4254" y="7593"/>
                      <a:pt x="4417" y="7754"/>
                      <a:pt x="4590" y="7754"/>
                    </a:cubicBezTo>
                    <a:cubicBezTo>
                      <a:pt x="4763" y="7754"/>
                      <a:pt x="4879" y="7593"/>
                      <a:pt x="4850" y="7393"/>
                    </a:cubicBezTo>
                    <a:cubicBezTo>
                      <a:pt x="4821" y="7195"/>
                      <a:pt x="4658" y="7035"/>
                      <a:pt x="4487" y="7035"/>
                    </a:cubicBezTo>
                    <a:close/>
                    <a:moveTo>
                      <a:pt x="5246" y="7035"/>
                    </a:moveTo>
                    <a:cubicBezTo>
                      <a:pt x="5075" y="7035"/>
                      <a:pt x="4960" y="7195"/>
                      <a:pt x="4990" y="7393"/>
                    </a:cubicBezTo>
                    <a:cubicBezTo>
                      <a:pt x="5020" y="7593"/>
                      <a:pt x="5184" y="7754"/>
                      <a:pt x="5357" y="7754"/>
                    </a:cubicBezTo>
                    <a:cubicBezTo>
                      <a:pt x="5530" y="7754"/>
                      <a:pt x="5645" y="7593"/>
                      <a:pt x="5613" y="7393"/>
                    </a:cubicBezTo>
                    <a:cubicBezTo>
                      <a:pt x="5582" y="7195"/>
                      <a:pt x="5418" y="7035"/>
                      <a:pt x="5246" y="7035"/>
                    </a:cubicBezTo>
                    <a:close/>
                    <a:moveTo>
                      <a:pt x="6006" y="7035"/>
                    </a:moveTo>
                    <a:cubicBezTo>
                      <a:pt x="5834" y="7035"/>
                      <a:pt x="5721" y="7195"/>
                      <a:pt x="5753" y="7393"/>
                    </a:cubicBezTo>
                    <a:cubicBezTo>
                      <a:pt x="5785" y="7593"/>
                      <a:pt x="5951" y="7754"/>
                      <a:pt x="6124" y="7754"/>
                    </a:cubicBezTo>
                    <a:cubicBezTo>
                      <a:pt x="6297" y="7754"/>
                      <a:pt x="6410" y="7593"/>
                      <a:pt x="6376" y="7393"/>
                    </a:cubicBezTo>
                    <a:cubicBezTo>
                      <a:pt x="6343" y="7195"/>
                      <a:pt x="6177" y="7035"/>
                      <a:pt x="6006" y="7035"/>
                    </a:cubicBezTo>
                    <a:close/>
                    <a:moveTo>
                      <a:pt x="6765" y="7035"/>
                    </a:moveTo>
                    <a:cubicBezTo>
                      <a:pt x="6594" y="7035"/>
                      <a:pt x="6482" y="7195"/>
                      <a:pt x="6516" y="7393"/>
                    </a:cubicBezTo>
                    <a:cubicBezTo>
                      <a:pt x="6550" y="7593"/>
                      <a:pt x="6718" y="7754"/>
                      <a:pt x="6891" y="7754"/>
                    </a:cubicBezTo>
                    <a:cubicBezTo>
                      <a:pt x="7064" y="7754"/>
                      <a:pt x="7175" y="7593"/>
                      <a:pt x="7139" y="7393"/>
                    </a:cubicBezTo>
                    <a:cubicBezTo>
                      <a:pt x="7103" y="7195"/>
                      <a:pt x="6936" y="7035"/>
                      <a:pt x="6765" y="7035"/>
                    </a:cubicBezTo>
                    <a:close/>
                    <a:moveTo>
                      <a:pt x="7524" y="7035"/>
                    </a:moveTo>
                    <a:cubicBezTo>
                      <a:pt x="7353" y="7035"/>
                      <a:pt x="7243" y="7195"/>
                      <a:pt x="7279" y="7393"/>
                    </a:cubicBezTo>
                    <a:cubicBezTo>
                      <a:pt x="7316" y="7593"/>
                      <a:pt x="7486" y="7754"/>
                      <a:pt x="7659" y="7754"/>
                    </a:cubicBezTo>
                    <a:cubicBezTo>
                      <a:pt x="7832" y="7754"/>
                      <a:pt x="7941" y="7593"/>
                      <a:pt x="7903" y="7393"/>
                    </a:cubicBezTo>
                    <a:cubicBezTo>
                      <a:pt x="7865" y="7195"/>
                      <a:pt x="7696" y="7035"/>
                      <a:pt x="7524" y="7035"/>
                    </a:cubicBezTo>
                    <a:close/>
                    <a:moveTo>
                      <a:pt x="8284" y="7035"/>
                    </a:moveTo>
                    <a:cubicBezTo>
                      <a:pt x="8112" y="7035"/>
                      <a:pt x="8004" y="7195"/>
                      <a:pt x="8042" y="7393"/>
                    </a:cubicBezTo>
                    <a:cubicBezTo>
                      <a:pt x="8081" y="7593"/>
                      <a:pt x="8253" y="7754"/>
                      <a:pt x="8426" y="7754"/>
                    </a:cubicBezTo>
                    <a:cubicBezTo>
                      <a:pt x="8599" y="7754"/>
                      <a:pt x="8706" y="7593"/>
                      <a:pt x="8666" y="7393"/>
                    </a:cubicBezTo>
                    <a:cubicBezTo>
                      <a:pt x="8625" y="7195"/>
                      <a:pt x="8455" y="7035"/>
                      <a:pt x="8284" y="7035"/>
                    </a:cubicBezTo>
                    <a:close/>
                    <a:moveTo>
                      <a:pt x="9042" y="7035"/>
                    </a:moveTo>
                    <a:cubicBezTo>
                      <a:pt x="8872" y="7035"/>
                      <a:pt x="8765" y="7195"/>
                      <a:pt x="8806" y="7393"/>
                    </a:cubicBezTo>
                    <a:cubicBezTo>
                      <a:pt x="8847" y="7593"/>
                      <a:pt x="9020" y="7754"/>
                      <a:pt x="9193" y="7754"/>
                    </a:cubicBezTo>
                    <a:cubicBezTo>
                      <a:pt x="9366" y="7754"/>
                      <a:pt x="9471" y="7593"/>
                      <a:pt x="9429" y="7393"/>
                    </a:cubicBezTo>
                    <a:cubicBezTo>
                      <a:pt x="9386" y="7195"/>
                      <a:pt x="9214" y="7035"/>
                      <a:pt x="9042" y="7035"/>
                    </a:cubicBezTo>
                    <a:close/>
                    <a:moveTo>
                      <a:pt x="9802" y="7035"/>
                    </a:moveTo>
                    <a:cubicBezTo>
                      <a:pt x="9631" y="7035"/>
                      <a:pt x="9526" y="7195"/>
                      <a:pt x="9569" y="7393"/>
                    </a:cubicBezTo>
                    <a:cubicBezTo>
                      <a:pt x="9612" y="7593"/>
                      <a:pt x="9787" y="7754"/>
                      <a:pt x="9960" y="7754"/>
                    </a:cubicBezTo>
                    <a:cubicBezTo>
                      <a:pt x="10134" y="7754"/>
                      <a:pt x="10237" y="7593"/>
                      <a:pt x="10192" y="7393"/>
                    </a:cubicBezTo>
                    <a:cubicBezTo>
                      <a:pt x="10148" y="7195"/>
                      <a:pt x="9973" y="7035"/>
                      <a:pt x="9802" y="7035"/>
                    </a:cubicBezTo>
                    <a:close/>
                    <a:moveTo>
                      <a:pt x="10561" y="7035"/>
                    </a:moveTo>
                    <a:cubicBezTo>
                      <a:pt x="10390" y="7035"/>
                      <a:pt x="10288" y="7195"/>
                      <a:pt x="10333" y="7393"/>
                    </a:cubicBezTo>
                    <a:cubicBezTo>
                      <a:pt x="10378" y="7593"/>
                      <a:pt x="10555" y="7754"/>
                      <a:pt x="10727" y="7754"/>
                    </a:cubicBezTo>
                    <a:cubicBezTo>
                      <a:pt x="10901" y="7754"/>
                      <a:pt x="11002" y="7593"/>
                      <a:pt x="10955" y="7393"/>
                    </a:cubicBezTo>
                    <a:cubicBezTo>
                      <a:pt x="10909" y="7195"/>
                      <a:pt x="10732" y="7035"/>
                      <a:pt x="10561" y="7035"/>
                    </a:cubicBezTo>
                    <a:close/>
                    <a:moveTo>
                      <a:pt x="11321" y="7035"/>
                    </a:moveTo>
                    <a:cubicBezTo>
                      <a:pt x="11149" y="7035"/>
                      <a:pt x="11049" y="7195"/>
                      <a:pt x="11096" y="7393"/>
                    </a:cubicBezTo>
                    <a:cubicBezTo>
                      <a:pt x="11144" y="7593"/>
                      <a:pt x="11322" y="7754"/>
                      <a:pt x="11495" y="7754"/>
                    </a:cubicBezTo>
                    <a:cubicBezTo>
                      <a:pt x="11668" y="7754"/>
                      <a:pt x="11768" y="7593"/>
                      <a:pt x="11719" y="7393"/>
                    </a:cubicBezTo>
                    <a:cubicBezTo>
                      <a:pt x="11670" y="7195"/>
                      <a:pt x="11492" y="7035"/>
                      <a:pt x="11321" y="7035"/>
                    </a:cubicBezTo>
                    <a:close/>
                    <a:moveTo>
                      <a:pt x="12080" y="7035"/>
                    </a:moveTo>
                    <a:cubicBezTo>
                      <a:pt x="11909" y="7035"/>
                      <a:pt x="11810" y="7195"/>
                      <a:pt x="11860" y="7393"/>
                    </a:cubicBezTo>
                    <a:cubicBezTo>
                      <a:pt x="11909" y="7593"/>
                      <a:pt x="12089" y="7754"/>
                      <a:pt x="12263" y="7754"/>
                    </a:cubicBezTo>
                    <a:cubicBezTo>
                      <a:pt x="12435" y="7754"/>
                      <a:pt x="12534" y="7593"/>
                      <a:pt x="12483" y="7393"/>
                    </a:cubicBezTo>
                    <a:cubicBezTo>
                      <a:pt x="12432" y="7195"/>
                      <a:pt x="12251" y="7035"/>
                      <a:pt x="12080" y="7035"/>
                    </a:cubicBezTo>
                    <a:close/>
                    <a:moveTo>
                      <a:pt x="12840" y="7035"/>
                    </a:moveTo>
                    <a:cubicBezTo>
                      <a:pt x="12668" y="7035"/>
                      <a:pt x="12572" y="7195"/>
                      <a:pt x="12623" y="7393"/>
                    </a:cubicBezTo>
                    <a:cubicBezTo>
                      <a:pt x="12675" y="7593"/>
                      <a:pt x="12857" y="7754"/>
                      <a:pt x="13030" y="7754"/>
                    </a:cubicBezTo>
                    <a:cubicBezTo>
                      <a:pt x="13203" y="7754"/>
                      <a:pt x="13300" y="7593"/>
                      <a:pt x="13246" y="7393"/>
                    </a:cubicBezTo>
                    <a:cubicBezTo>
                      <a:pt x="13193" y="7195"/>
                      <a:pt x="13011" y="7035"/>
                      <a:pt x="12840" y="7035"/>
                    </a:cubicBezTo>
                    <a:close/>
                    <a:moveTo>
                      <a:pt x="13600" y="7035"/>
                    </a:moveTo>
                    <a:cubicBezTo>
                      <a:pt x="13428" y="7035"/>
                      <a:pt x="13333" y="7195"/>
                      <a:pt x="13387" y="7393"/>
                    </a:cubicBezTo>
                    <a:cubicBezTo>
                      <a:pt x="13441" y="7593"/>
                      <a:pt x="13625" y="7754"/>
                      <a:pt x="13798" y="7754"/>
                    </a:cubicBezTo>
                    <a:cubicBezTo>
                      <a:pt x="13971" y="7754"/>
                      <a:pt x="14066" y="7593"/>
                      <a:pt x="14010" y="7393"/>
                    </a:cubicBezTo>
                    <a:cubicBezTo>
                      <a:pt x="13954" y="7195"/>
                      <a:pt x="13771" y="7035"/>
                      <a:pt x="13600" y="7035"/>
                    </a:cubicBezTo>
                    <a:close/>
                    <a:moveTo>
                      <a:pt x="14359" y="7035"/>
                    </a:moveTo>
                    <a:cubicBezTo>
                      <a:pt x="14188" y="7035"/>
                      <a:pt x="14094" y="7195"/>
                      <a:pt x="14150" y="7393"/>
                    </a:cubicBezTo>
                    <a:cubicBezTo>
                      <a:pt x="14206" y="7593"/>
                      <a:pt x="14392" y="7754"/>
                      <a:pt x="14565" y="7754"/>
                    </a:cubicBezTo>
                    <a:cubicBezTo>
                      <a:pt x="14738" y="7754"/>
                      <a:pt x="14831" y="7593"/>
                      <a:pt x="14773" y="7393"/>
                    </a:cubicBezTo>
                    <a:cubicBezTo>
                      <a:pt x="14716" y="7195"/>
                      <a:pt x="14530" y="7035"/>
                      <a:pt x="14359" y="7035"/>
                    </a:cubicBezTo>
                    <a:close/>
                    <a:moveTo>
                      <a:pt x="15878" y="7035"/>
                    </a:moveTo>
                    <a:cubicBezTo>
                      <a:pt x="15707" y="7035"/>
                      <a:pt x="15617" y="7195"/>
                      <a:pt x="15678" y="7393"/>
                    </a:cubicBezTo>
                    <a:cubicBezTo>
                      <a:pt x="15738" y="7593"/>
                      <a:pt x="15928" y="7754"/>
                      <a:pt x="16101" y="7754"/>
                    </a:cubicBezTo>
                    <a:cubicBezTo>
                      <a:pt x="16274" y="7754"/>
                      <a:pt x="16363" y="7593"/>
                      <a:pt x="16301" y="7393"/>
                    </a:cubicBezTo>
                    <a:cubicBezTo>
                      <a:pt x="16239" y="7195"/>
                      <a:pt x="16050" y="7035"/>
                      <a:pt x="15878" y="7035"/>
                    </a:cubicBezTo>
                    <a:close/>
                    <a:moveTo>
                      <a:pt x="3066" y="7907"/>
                    </a:moveTo>
                    <a:cubicBezTo>
                      <a:pt x="2892" y="7907"/>
                      <a:pt x="2771" y="8071"/>
                      <a:pt x="2795" y="8275"/>
                    </a:cubicBezTo>
                    <a:cubicBezTo>
                      <a:pt x="2818" y="8479"/>
                      <a:pt x="2980" y="8646"/>
                      <a:pt x="3155" y="8646"/>
                    </a:cubicBezTo>
                    <a:cubicBezTo>
                      <a:pt x="3330" y="8646"/>
                      <a:pt x="3451" y="8479"/>
                      <a:pt x="3426" y="8275"/>
                    </a:cubicBezTo>
                    <a:cubicBezTo>
                      <a:pt x="3400" y="8071"/>
                      <a:pt x="3239" y="7907"/>
                      <a:pt x="3066" y="7907"/>
                    </a:cubicBezTo>
                    <a:close/>
                    <a:moveTo>
                      <a:pt x="3837" y="7907"/>
                    </a:moveTo>
                    <a:cubicBezTo>
                      <a:pt x="3663" y="7907"/>
                      <a:pt x="3544" y="8071"/>
                      <a:pt x="3570" y="8275"/>
                    </a:cubicBezTo>
                    <a:cubicBezTo>
                      <a:pt x="3595" y="8479"/>
                      <a:pt x="3759" y="8646"/>
                      <a:pt x="3934" y="8646"/>
                    </a:cubicBezTo>
                    <a:cubicBezTo>
                      <a:pt x="4109" y="8646"/>
                      <a:pt x="4229" y="8479"/>
                      <a:pt x="4201" y="8275"/>
                    </a:cubicBezTo>
                    <a:cubicBezTo>
                      <a:pt x="4173" y="8071"/>
                      <a:pt x="4010" y="7907"/>
                      <a:pt x="3837" y="7907"/>
                    </a:cubicBezTo>
                    <a:close/>
                    <a:moveTo>
                      <a:pt x="4607" y="7907"/>
                    </a:moveTo>
                    <a:cubicBezTo>
                      <a:pt x="4433" y="7907"/>
                      <a:pt x="4316" y="8071"/>
                      <a:pt x="4344" y="8275"/>
                    </a:cubicBezTo>
                    <a:cubicBezTo>
                      <a:pt x="4372" y="8479"/>
                      <a:pt x="4537" y="8646"/>
                      <a:pt x="4713" y="8646"/>
                    </a:cubicBezTo>
                    <a:cubicBezTo>
                      <a:pt x="4888" y="8646"/>
                      <a:pt x="5005" y="8479"/>
                      <a:pt x="4975" y="8275"/>
                    </a:cubicBezTo>
                    <a:cubicBezTo>
                      <a:pt x="4945" y="8071"/>
                      <a:pt x="4780" y="7907"/>
                      <a:pt x="4607" y="7907"/>
                    </a:cubicBezTo>
                    <a:close/>
                    <a:moveTo>
                      <a:pt x="5378" y="7907"/>
                    </a:moveTo>
                    <a:cubicBezTo>
                      <a:pt x="5204" y="7907"/>
                      <a:pt x="5088" y="8071"/>
                      <a:pt x="5119" y="8275"/>
                    </a:cubicBezTo>
                    <a:cubicBezTo>
                      <a:pt x="5149" y="8479"/>
                      <a:pt x="5316" y="8646"/>
                      <a:pt x="5492" y="8646"/>
                    </a:cubicBezTo>
                    <a:cubicBezTo>
                      <a:pt x="5667" y="8646"/>
                      <a:pt x="5783" y="8479"/>
                      <a:pt x="5750" y="8275"/>
                    </a:cubicBezTo>
                    <a:cubicBezTo>
                      <a:pt x="5718" y="8071"/>
                      <a:pt x="5551" y="7907"/>
                      <a:pt x="5378" y="7907"/>
                    </a:cubicBezTo>
                    <a:close/>
                    <a:moveTo>
                      <a:pt x="6149" y="7907"/>
                    </a:moveTo>
                    <a:cubicBezTo>
                      <a:pt x="5975" y="7907"/>
                      <a:pt x="5861" y="8071"/>
                      <a:pt x="5894" y="8275"/>
                    </a:cubicBezTo>
                    <a:cubicBezTo>
                      <a:pt x="5927" y="8479"/>
                      <a:pt x="6095" y="8646"/>
                      <a:pt x="6271" y="8646"/>
                    </a:cubicBezTo>
                    <a:cubicBezTo>
                      <a:pt x="6446" y="8646"/>
                      <a:pt x="6560" y="8479"/>
                      <a:pt x="6525" y="8275"/>
                    </a:cubicBezTo>
                    <a:cubicBezTo>
                      <a:pt x="6491" y="8071"/>
                      <a:pt x="6323" y="7907"/>
                      <a:pt x="6149" y="7907"/>
                    </a:cubicBezTo>
                    <a:close/>
                    <a:moveTo>
                      <a:pt x="6920" y="7907"/>
                    </a:moveTo>
                    <a:cubicBezTo>
                      <a:pt x="6746" y="7907"/>
                      <a:pt x="6634" y="8071"/>
                      <a:pt x="6669" y="8275"/>
                    </a:cubicBezTo>
                    <a:cubicBezTo>
                      <a:pt x="6704" y="8479"/>
                      <a:pt x="6874" y="8646"/>
                      <a:pt x="7050" y="8646"/>
                    </a:cubicBezTo>
                    <a:cubicBezTo>
                      <a:pt x="7225" y="8646"/>
                      <a:pt x="7337" y="8479"/>
                      <a:pt x="7300" y="8275"/>
                    </a:cubicBezTo>
                    <a:cubicBezTo>
                      <a:pt x="7263" y="8071"/>
                      <a:pt x="7093" y="7907"/>
                      <a:pt x="6920" y="7907"/>
                    </a:cubicBezTo>
                    <a:close/>
                    <a:moveTo>
                      <a:pt x="7691" y="7907"/>
                    </a:moveTo>
                    <a:cubicBezTo>
                      <a:pt x="7518" y="7907"/>
                      <a:pt x="7407" y="8071"/>
                      <a:pt x="7444" y="8275"/>
                    </a:cubicBezTo>
                    <a:cubicBezTo>
                      <a:pt x="7481" y="8479"/>
                      <a:pt x="7654" y="8646"/>
                      <a:pt x="7829" y="8646"/>
                    </a:cubicBezTo>
                    <a:cubicBezTo>
                      <a:pt x="8004" y="8646"/>
                      <a:pt x="8114" y="8479"/>
                      <a:pt x="8075" y="8275"/>
                    </a:cubicBezTo>
                    <a:cubicBezTo>
                      <a:pt x="8036" y="8071"/>
                      <a:pt x="7865" y="7907"/>
                      <a:pt x="7691" y="7907"/>
                    </a:cubicBezTo>
                    <a:close/>
                    <a:moveTo>
                      <a:pt x="8450" y="7907"/>
                    </a:moveTo>
                    <a:cubicBezTo>
                      <a:pt x="8277" y="7907"/>
                      <a:pt x="8168" y="8071"/>
                      <a:pt x="8207" y="8275"/>
                    </a:cubicBezTo>
                    <a:cubicBezTo>
                      <a:pt x="8247" y="8479"/>
                      <a:pt x="8421" y="8646"/>
                      <a:pt x="8597" y="8646"/>
                    </a:cubicBezTo>
                    <a:cubicBezTo>
                      <a:pt x="8772" y="8646"/>
                      <a:pt x="8880" y="8479"/>
                      <a:pt x="8838" y="8275"/>
                    </a:cubicBezTo>
                    <a:cubicBezTo>
                      <a:pt x="8797" y="8071"/>
                      <a:pt x="8623" y="7907"/>
                      <a:pt x="8450" y="7907"/>
                    </a:cubicBezTo>
                    <a:close/>
                    <a:moveTo>
                      <a:pt x="9221" y="7907"/>
                    </a:moveTo>
                    <a:cubicBezTo>
                      <a:pt x="9048" y="7907"/>
                      <a:pt x="8940" y="8071"/>
                      <a:pt x="8982" y="8275"/>
                    </a:cubicBezTo>
                    <a:cubicBezTo>
                      <a:pt x="9024" y="8479"/>
                      <a:pt x="9200" y="8646"/>
                      <a:pt x="9375" y="8646"/>
                    </a:cubicBezTo>
                    <a:cubicBezTo>
                      <a:pt x="9551" y="8646"/>
                      <a:pt x="9657" y="8479"/>
                      <a:pt x="9613" y="8275"/>
                    </a:cubicBezTo>
                    <a:cubicBezTo>
                      <a:pt x="9570" y="8071"/>
                      <a:pt x="9394" y="7907"/>
                      <a:pt x="9221" y="7907"/>
                    </a:cubicBezTo>
                    <a:close/>
                    <a:moveTo>
                      <a:pt x="9992" y="7907"/>
                    </a:moveTo>
                    <a:cubicBezTo>
                      <a:pt x="9818" y="7907"/>
                      <a:pt x="9713" y="8071"/>
                      <a:pt x="9757" y="8275"/>
                    </a:cubicBezTo>
                    <a:cubicBezTo>
                      <a:pt x="9801" y="8479"/>
                      <a:pt x="9979" y="8646"/>
                      <a:pt x="10154" y="8646"/>
                    </a:cubicBezTo>
                    <a:cubicBezTo>
                      <a:pt x="10330" y="8646"/>
                      <a:pt x="10434" y="8479"/>
                      <a:pt x="10388" y="8275"/>
                    </a:cubicBezTo>
                    <a:cubicBezTo>
                      <a:pt x="10343" y="8071"/>
                      <a:pt x="10165" y="7907"/>
                      <a:pt x="9992" y="7907"/>
                    </a:cubicBezTo>
                    <a:close/>
                    <a:moveTo>
                      <a:pt x="10763" y="7907"/>
                    </a:moveTo>
                    <a:cubicBezTo>
                      <a:pt x="10589" y="7907"/>
                      <a:pt x="10486" y="8071"/>
                      <a:pt x="10532" y="8275"/>
                    </a:cubicBezTo>
                    <a:cubicBezTo>
                      <a:pt x="10579" y="8479"/>
                      <a:pt x="10758" y="8646"/>
                      <a:pt x="10933" y="8646"/>
                    </a:cubicBezTo>
                    <a:cubicBezTo>
                      <a:pt x="11109" y="8646"/>
                      <a:pt x="11211" y="8479"/>
                      <a:pt x="11163" y="8275"/>
                    </a:cubicBezTo>
                    <a:cubicBezTo>
                      <a:pt x="11115" y="8071"/>
                      <a:pt x="10936" y="7907"/>
                      <a:pt x="10763" y="7907"/>
                    </a:cubicBezTo>
                    <a:close/>
                    <a:moveTo>
                      <a:pt x="11534" y="7907"/>
                    </a:moveTo>
                    <a:cubicBezTo>
                      <a:pt x="11361" y="7907"/>
                      <a:pt x="11259" y="8071"/>
                      <a:pt x="11308" y="8275"/>
                    </a:cubicBezTo>
                    <a:cubicBezTo>
                      <a:pt x="11356" y="8479"/>
                      <a:pt x="11538" y="8646"/>
                      <a:pt x="11713" y="8646"/>
                    </a:cubicBezTo>
                    <a:cubicBezTo>
                      <a:pt x="11888" y="8646"/>
                      <a:pt x="11989" y="8479"/>
                      <a:pt x="11938" y="8275"/>
                    </a:cubicBezTo>
                    <a:cubicBezTo>
                      <a:pt x="11888" y="8071"/>
                      <a:pt x="11708" y="7907"/>
                      <a:pt x="11534" y="7907"/>
                    </a:cubicBezTo>
                    <a:close/>
                    <a:moveTo>
                      <a:pt x="12305" y="7907"/>
                    </a:moveTo>
                    <a:cubicBezTo>
                      <a:pt x="12131" y="7907"/>
                      <a:pt x="12032" y="8071"/>
                      <a:pt x="12083" y="8275"/>
                    </a:cubicBezTo>
                    <a:cubicBezTo>
                      <a:pt x="12134" y="8479"/>
                      <a:pt x="12317" y="8646"/>
                      <a:pt x="12493" y="8646"/>
                    </a:cubicBezTo>
                    <a:cubicBezTo>
                      <a:pt x="12668" y="8646"/>
                      <a:pt x="12767" y="8479"/>
                      <a:pt x="12714" y="8275"/>
                    </a:cubicBezTo>
                    <a:cubicBezTo>
                      <a:pt x="12662" y="8071"/>
                      <a:pt x="12478" y="7907"/>
                      <a:pt x="12305" y="7907"/>
                    </a:cubicBezTo>
                    <a:close/>
                    <a:moveTo>
                      <a:pt x="13836" y="7907"/>
                    </a:moveTo>
                    <a:cubicBezTo>
                      <a:pt x="13663" y="7907"/>
                      <a:pt x="13567" y="8071"/>
                      <a:pt x="13622" y="8275"/>
                    </a:cubicBezTo>
                    <a:cubicBezTo>
                      <a:pt x="13677" y="8479"/>
                      <a:pt x="13864" y="8646"/>
                      <a:pt x="14040" y="8646"/>
                    </a:cubicBezTo>
                    <a:cubicBezTo>
                      <a:pt x="14215" y="8646"/>
                      <a:pt x="14310" y="8479"/>
                      <a:pt x="14253" y="8275"/>
                    </a:cubicBezTo>
                    <a:cubicBezTo>
                      <a:pt x="14196" y="8071"/>
                      <a:pt x="14010" y="7907"/>
                      <a:pt x="13836" y="7907"/>
                    </a:cubicBezTo>
                    <a:close/>
                    <a:moveTo>
                      <a:pt x="16150" y="7907"/>
                    </a:moveTo>
                    <a:cubicBezTo>
                      <a:pt x="15977" y="7907"/>
                      <a:pt x="15886" y="8071"/>
                      <a:pt x="15948" y="8275"/>
                    </a:cubicBezTo>
                    <a:cubicBezTo>
                      <a:pt x="16010" y="8479"/>
                      <a:pt x="16203" y="8646"/>
                      <a:pt x="16378" y="8646"/>
                    </a:cubicBezTo>
                    <a:cubicBezTo>
                      <a:pt x="16554" y="8646"/>
                      <a:pt x="16644" y="8479"/>
                      <a:pt x="16580" y="8275"/>
                    </a:cubicBezTo>
                    <a:cubicBezTo>
                      <a:pt x="16516" y="8071"/>
                      <a:pt x="16324" y="7907"/>
                      <a:pt x="16150" y="7907"/>
                    </a:cubicBezTo>
                    <a:close/>
                    <a:moveTo>
                      <a:pt x="1622" y="8820"/>
                    </a:moveTo>
                    <a:cubicBezTo>
                      <a:pt x="1446" y="8820"/>
                      <a:pt x="1320" y="8988"/>
                      <a:pt x="1339" y="9197"/>
                    </a:cubicBezTo>
                    <a:cubicBezTo>
                      <a:pt x="1359" y="9407"/>
                      <a:pt x="1519" y="9578"/>
                      <a:pt x="1696" y="9578"/>
                    </a:cubicBezTo>
                    <a:cubicBezTo>
                      <a:pt x="1874" y="9578"/>
                      <a:pt x="2000" y="9407"/>
                      <a:pt x="1978" y="9197"/>
                    </a:cubicBezTo>
                    <a:cubicBezTo>
                      <a:pt x="1957" y="8988"/>
                      <a:pt x="1797" y="8820"/>
                      <a:pt x="1622" y="8820"/>
                    </a:cubicBezTo>
                    <a:close/>
                    <a:moveTo>
                      <a:pt x="2405" y="8820"/>
                    </a:moveTo>
                    <a:cubicBezTo>
                      <a:pt x="2229" y="8820"/>
                      <a:pt x="2104" y="8988"/>
                      <a:pt x="2126" y="9197"/>
                    </a:cubicBezTo>
                    <a:cubicBezTo>
                      <a:pt x="2148" y="9407"/>
                      <a:pt x="2310" y="9578"/>
                      <a:pt x="2488" y="9578"/>
                    </a:cubicBezTo>
                    <a:cubicBezTo>
                      <a:pt x="2665" y="9578"/>
                      <a:pt x="2789" y="9407"/>
                      <a:pt x="2765" y="9197"/>
                    </a:cubicBezTo>
                    <a:cubicBezTo>
                      <a:pt x="2742" y="8988"/>
                      <a:pt x="2580" y="8820"/>
                      <a:pt x="2405" y="8820"/>
                    </a:cubicBezTo>
                    <a:close/>
                    <a:moveTo>
                      <a:pt x="3174" y="8820"/>
                    </a:moveTo>
                    <a:cubicBezTo>
                      <a:pt x="2999" y="8820"/>
                      <a:pt x="2876" y="8988"/>
                      <a:pt x="2900" y="9197"/>
                    </a:cubicBezTo>
                    <a:cubicBezTo>
                      <a:pt x="2925" y="9407"/>
                      <a:pt x="3088" y="9578"/>
                      <a:pt x="3266" y="9578"/>
                    </a:cubicBezTo>
                    <a:cubicBezTo>
                      <a:pt x="3443" y="9578"/>
                      <a:pt x="3566" y="9407"/>
                      <a:pt x="3539" y="9197"/>
                    </a:cubicBezTo>
                    <a:cubicBezTo>
                      <a:pt x="3513" y="8988"/>
                      <a:pt x="3350" y="8820"/>
                      <a:pt x="3174" y="8820"/>
                    </a:cubicBezTo>
                    <a:close/>
                    <a:moveTo>
                      <a:pt x="3957" y="8820"/>
                    </a:moveTo>
                    <a:cubicBezTo>
                      <a:pt x="3781" y="8820"/>
                      <a:pt x="3660" y="8988"/>
                      <a:pt x="3687" y="9197"/>
                    </a:cubicBezTo>
                    <a:cubicBezTo>
                      <a:pt x="3714" y="9407"/>
                      <a:pt x="3879" y="9578"/>
                      <a:pt x="4057" y="9578"/>
                    </a:cubicBezTo>
                    <a:cubicBezTo>
                      <a:pt x="4235" y="9578"/>
                      <a:pt x="4355" y="9407"/>
                      <a:pt x="4326" y="9197"/>
                    </a:cubicBezTo>
                    <a:cubicBezTo>
                      <a:pt x="4298" y="8988"/>
                      <a:pt x="4133" y="8820"/>
                      <a:pt x="3957" y="8820"/>
                    </a:cubicBezTo>
                    <a:close/>
                    <a:moveTo>
                      <a:pt x="4739" y="8820"/>
                    </a:moveTo>
                    <a:cubicBezTo>
                      <a:pt x="4563" y="8820"/>
                      <a:pt x="4444" y="8988"/>
                      <a:pt x="4473" y="9197"/>
                    </a:cubicBezTo>
                    <a:cubicBezTo>
                      <a:pt x="4502" y="9407"/>
                      <a:pt x="4669" y="9578"/>
                      <a:pt x="4847" y="9578"/>
                    </a:cubicBezTo>
                    <a:cubicBezTo>
                      <a:pt x="5024" y="9578"/>
                      <a:pt x="5144" y="9407"/>
                      <a:pt x="5113" y="9197"/>
                    </a:cubicBezTo>
                    <a:cubicBezTo>
                      <a:pt x="5082" y="8988"/>
                      <a:pt x="4915" y="8820"/>
                      <a:pt x="4739" y="8820"/>
                    </a:cubicBezTo>
                    <a:close/>
                    <a:moveTo>
                      <a:pt x="5522" y="8820"/>
                    </a:moveTo>
                    <a:cubicBezTo>
                      <a:pt x="5346" y="8820"/>
                      <a:pt x="5229" y="8988"/>
                      <a:pt x="5260" y="9197"/>
                    </a:cubicBezTo>
                    <a:cubicBezTo>
                      <a:pt x="5291" y="9407"/>
                      <a:pt x="5460" y="9578"/>
                      <a:pt x="5638" y="9578"/>
                    </a:cubicBezTo>
                    <a:cubicBezTo>
                      <a:pt x="5816" y="9578"/>
                      <a:pt x="5933" y="9407"/>
                      <a:pt x="5900" y="9197"/>
                    </a:cubicBezTo>
                    <a:cubicBezTo>
                      <a:pt x="5867" y="8988"/>
                      <a:pt x="5697" y="8820"/>
                      <a:pt x="5522" y="8820"/>
                    </a:cubicBezTo>
                    <a:close/>
                    <a:moveTo>
                      <a:pt x="6293" y="8820"/>
                    </a:moveTo>
                    <a:cubicBezTo>
                      <a:pt x="6117" y="8820"/>
                      <a:pt x="6001" y="8988"/>
                      <a:pt x="6035" y="9197"/>
                    </a:cubicBezTo>
                    <a:cubicBezTo>
                      <a:pt x="6069" y="9407"/>
                      <a:pt x="6240" y="9578"/>
                      <a:pt x="6418" y="9578"/>
                    </a:cubicBezTo>
                    <a:cubicBezTo>
                      <a:pt x="6595" y="9578"/>
                      <a:pt x="6710" y="9407"/>
                      <a:pt x="6674" y="9197"/>
                    </a:cubicBezTo>
                    <a:cubicBezTo>
                      <a:pt x="6639" y="8988"/>
                      <a:pt x="6468" y="8820"/>
                      <a:pt x="6293" y="8820"/>
                    </a:cubicBezTo>
                    <a:close/>
                    <a:moveTo>
                      <a:pt x="7075" y="8820"/>
                    </a:moveTo>
                    <a:cubicBezTo>
                      <a:pt x="6899" y="8820"/>
                      <a:pt x="6786" y="8988"/>
                      <a:pt x="6821" y="9197"/>
                    </a:cubicBezTo>
                    <a:cubicBezTo>
                      <a:pt x="6858" y="9407"/>
                      <a:pt x="7031" y="9578"/>
                      <a:pt x="7209" y="9578"/>
                    </a:cubicBezTo>
                    <a:cubicBezTo>
                      <a:pt x="7386" y="9578"/>
                      <a:pt x="7499" y="9407"/>
                      <a:pt x="7461" y="9197"/>
                    </a:cubicBezTo>
                    <a:cubicBezTo>
                      <a:pt x="7423" y="8988"/>
                      <a:pt x="7250" y="8820"/>
                      <a:pt x="7075" y="8820"/>
                    </a:cubicBezTo>
                    <a:close/>
                    <a:moveTo>
                      <a:pt x="7858" y="8820"/>
                    </a:moveTo>
                    <a:cubicBezTo>
                      <a:pt x="7682" y="8820"/>
                      <a:pt x="7570" y="8988"/>
                      <a:pt x="7608" y="9197"/>
                    </a:cubicBezTo>
                    <a:cubicBezTo>
                      <a:pt x="7646" y="9407"/>
                      <a:pt x="7822" y="9578"/>
                      <a:pt x="7999" y="9578"/>
                    </a:cubicBezTo>
                    <a:cubicBezTo>
                      <a:pt x="8177" y="9578"/>
                      <a:pt x="8288" y="9407"/>
                      <a:pt x="8248" y="9197"/>
                    </a:cubicBezTo>
                    <a:cubicBezTo>
                      <a:pt x="8208" y="8988"/>
                      <a:pt x="8034" y="8820"/>
                      <a:pt x="7858" y="8820"/>
                    </a:cubicBezTo>
                    <a:close/>
                    <a:moveTo>
                      <a:pt x="8629" y="8820"/>
                    </a:moveTo>
                    <a:cubicBezTo>
                      <a:pt x="8453" y="8820"/>
                      <a:pt x="8343" y="8988"/>
                      <a:pt x="8383" y="9197"/>
                    </a:cubicBezTo>
                    <a:cubicBezTo>
                      <a:pt x="8424" y="9407"/>
                      <a:pt x="8601" y="9578"/>
                      <a:pt x="8779" y="9578"/>
                    </a:cubicBezTo>
                    <a:cubicBezTo>
                      <a:pt x="8956" y="9578"/>
                      <a:pt x="9065" y="9407"/>
                      <a:pt x="9023" y="9197"/>
                    </a:cubicBezTo>
                    <a:cubicBezTo>
                      <a:pt x="8980" y="8988"/>
                      <a:pt x="8804" y="8820"/>
                      <a:pt x="8629" y="8820"/>
                    </a:cubicBezTo>
                    <a:close/>
                    <a:moveTo>
                      <a:pt x="9411" y="8820"/>
                    </a:moveTo>
                    <a:cubicBezTo>
                      <a:pt x="9236" y="8820"/>
                      <a:pt x="9127" y="8988"/>
                      <a:pt x="9170" y="9197"/>
                    </a:cubicBezTo>
                    <a:cubicBezTo>
                      <a:pt x="9213" y="9407"/>
                      <a:pt x="9392" y="9578"/>
                      <a:pt x="9569" y="9578"/>
                    </a:cubicBezTo>
                    <a:cubicBezTo>
                      <a:pt x="9747" y="9578"/>
                      <a:pt x="9855" y="9407"/>
                      <a:pt x="9810" y="9197"/>
                    </a:cubicBezTo>
                    <a:cubicBezTo>
                      <a:pt x="9765" y="8988"/>
                      <a:pt x="9587" y="8820"/>
                      <a:pt x="9411" y="8820"/>
                    </a:cubicBezTo>
                    <a:close/>
                    <a:moveTo>
                      <a:pt x="10194" y="8820"/>
                    </a:moveTo>
                    <a:cubicBezTo>
                      <a:pt x="10018" y="8820"/>
                      <a:pt x="9912" y="8988"/>
                      <a:pt x="9957" y="9197"/>
                    </a:cubicBezTo>
                    <a:cubicBezTo>
                      <a:pt x="10002" y="9407"/>
                      <a:pt x="10183" y="9578"/>
                      <a:pt x="10360" y="9578"/>
                    </a:cubicBezTo>
                    <a:cubicBezTo>
                      <a:pt x="10538" y="9578"/>
                      <a:pt x="10643" y="9407"/>
                      <a:pt x="10596" y="9197"/>
                    </a:cubicBezTo>
                    <a:cubicBezTo>
                      <a:pt x="10549" y="8988"/>
                      <a:pt x="10370" y="8820"/>
                      <a:pt x="10194" y="8820"/>
                    </a:cubicBezTo>
                    <a:close/>
                    <a:moveTo>
                      <a:pt x="10976" y="8820"/>
                    </a:moveTo>
                    <a:cubicBezTo>
                      <a:pt x="10801" y="8820"/>
                      <a:pt x="10696" y="8988"/>
                      <a:pt x="10744" y="9197"/>
                    </a:cubicBezTo>
                    <a:cubicBezTo>
                      <a:pt x="10791" y="9407"/>
                      <a:pt x="10974" y="9578"/>
                      <a:pt x="11151" y="9578"/>
                    </a:cubicBezTo>
                    <a:cubicBezTo>
                      <a:pt x="11329" y="9578"/>
                      <a:pt x="11432" y="9407"/>
                      <a:pt x="11383" y="9197"/>
                    </a:cubicBezTo>
                    <a:cubicBezTo>
                      <a:pt x="11334" y="8988"/>
                      <a:pt x="11152" y="8820"/>
                      <a:pt x="10976" y="8820"/>
                    </a:cubicBezTo>
                    <a:close/>
                    <a:moveTo>
                      <a:pt x="11747" y="8820"/>
                    </a:moveTo>
                    <a:cubicBezTo>
                      <a:pt x="11572" y="8820"/>
                      <a:pt x="11470" y="8988"/>
                      <a:pt x="11519" y="9197"/>
                    </a:cubicBezTo>
                    <a:cubicBezTo>
                      <a:pt x="11569" y="9407"/>
                      <a:pt x="11754" y="9578"/>
                      <a:pt x="11931" y="9578"/>
                    </a:cubicBezTo>
                    <a:cubicBezTo>
                      <a:pt x="12109" y="9578"/>
                      <a:pt x="12210" y="9407"/>
                      <a:pt x="12158" y="9197"/>
                    </a:cubicBezTo>
                    <a:cubicBezTo>
                      <a:pt x="12107" y="8988"/>
                      <a:pt x="11923" y="8820"/>
                      <a:pt x="11747" y="8820"/>
                    </a:cubicBezTo>
                    <a:close/>
                    <a:moveTo>
                      <a:pt x="12531" y="8820"/>
                    </a:moveTo>
                    <a:cubicBezTo>
                      <a:pt x="12354" y="8820"/>
                      <a:pt x="12254" y="8988"/>
                      <a:pt x="12306" y="9197"/>
                    </a:cubicBezTo>
                    <a:cubicBezTo>
                      <a:pt x="12358" y="9407"/>
                      <a:pt x="12544" y="9578"/>
                      <a:pt x="12722" y="9578"/>
                    </a:cubicBezTo>
                    <a:cubicBezTo>
                      <a:pt x="12900" y="9578"/>
                      <a:pt x="13000" y="9407"/>
                      <a:pt x="12946" y="9197"/>
                    </a:cubicBezTo>
                    <a:cubicBezTo>
                      <a:pt x="12892" y="8988"/>
                      <a:pt x="12706" y="8820"/>
                      <a:pt x="12531" y="8820"/>
                    </a:cubicBezTo>
                    <a:close/>
                    <a:moveTo>
                      <a:pt x="14085" y="8820"/>
                    </a:moveTo>
                    <a:cubicBezTo>
                      <a:pt x="13909" y="8820"/>
                      <a:pt x="13812" y="8988"/>
                      <a:pt x="13869" y="9197"/>
                    </a:cubicBezTo>
                    <a:cubicBezTo>
                      <a:pt x="13926" y="9407"/>
                      <a:pt x="14116" y="9578"/>
                      <a:pt x="14293" y="9578"/>
                    </a:cubicBezTo>
                    <a:cubicBezTo>
                      <a:pt x="14471" y="9578"/>
                      <a:pt x="14567" y="9407"/>
                      <a:pt x="14508" y="9197"/>
                    </a:cubicBezTo>
                    <a:cubicBezTo>
                      <a:pt x="14450" y="8988"/>
                      <a:pt x="14260" y="8820"/>
                      <a:pt x="14085" y="8820"/>
                    </a:cubicBezTo>
                    <a:close/>
                    <a:moveTo>
                      <a:pt x="14867" y="8820"/>
                    </a:moveTo>
                    <a:cubicBezTo>
                      <a:pt x="14692" y="8820"/>
                      <a:pt x="14597" y="8988"/>
                      <a:pt x="14656" y="9197"/>
                    </a:cubicBezTo>
                    <a:cubicBezTo>
                      <a:pt x="14715" y="9407"/>
                      <a:pt x="14907" y="9578"/>
                      <a:pt x="15084" y="9578"/>
                    </a:cubicBezTo>
                    <a:cubicBezTo>
                      <a:pt x="15262" y="9578"/>
                      <a:pt x="15357" y="9407"/>
                      <a:pt x="15295" y="9197"/>
                    </a:cubicBezTo>
                    <a:cubicBezTo>
                      <a:pt x="15235" y="8988"/>
                      <a:pt x="15043" y="8820"/>
                      <a:pt x="14867" y="8820"/>
                    </a:cubicBezTo>
                    <a:close/>
                    <a:moveTo>
                      <a:pt x="15650" y="8820"/>
                    </a:moveTo>
                    <a:cubicBezTo>
                      <a:pt x="15474" y="8820"/>
                      <a:pt x="15382" y="8988"/>
                      <a:pt x="15443" y="9197"/>
                    </a:cubicBezTo>
                    <a:cubicBezTo>
                      <a:pt x="15505" y="9407"/>
                      <a:pt x="15698" y="9578"/>
                      <a:pt x="15876" y="9578"/>
                    </a:cubicBezTo>
                    <a:cubicBezTo>
                      <a:pt x="16054" y="9578"/>
                      <a:pt x="16146" y="9407"/>
                      <a:pt x="16082" y="9197"/>
                    </a:cubicBezTo>
                    <a:cubicBezTo>
                      <a:pt x="16019" y="8988"/>
                      <a:pt x="15826" y="8820"/>
                      <a:pt x="15650" y="8820"/>
                    </a:cubicBezTo>
                    <a:close/>
                    <a:moveTo>
                      <a:pt x="1707" y="9754"/>
                    </a:moveTo>
                    <a:cubicBezTo>
                      <a:pt x="1529" y="9754"/>
                      <a:pt x="1401" y="9927"/>
                      <a:pt x="1422" y="10141"/>
                    </a:cubicBezTo>
                    <a:cubicBezTo>
                      <a:pt x="1442" y="10356"/>
                      <a:pt x="1604" y="10532"/>
                      <a:pt x="1784" y="10532"/>
                    </a:cubicBezTo>
                    <a:cubicBezTo>
                      <a:pt x="1964" y="10532"/>
                      <a:pt x="2091" y="10356"/>
                      <a:pt x="2069" y="10141"/>
                    </a:cubicBezTo>
                    <a:cubicBezTo>
                      <a:pt x="2047" y="9927"/>
                      <a:pt x="1885" y="9754"/>
                      <a:pt x="1707" y="9754"/>
                    </a:cubicBezTo>
                    <a:close/>
                    <a:moveTo>
                      <a:pt x="2501" y="9754"/>
                    </a:moveTo>
                    <a:cubicBezTo>
                      <a:pt x="2324" y="9754"/>
                      <a:pt x="2197" y="9927"/>
                      <a:pt x="2220" y="10141"/>
                    </a:cubicBezTo>
                    <a:cubicBezTo>
                      <a:pt x="2242" y="10356"/>
                      <a:pt x="2407" y="10532"/>
                      <a:pt x="2587" y="10532"/>
                    </a:cubicBezTo>
                    <a:cubicBezTo>
                      <a:pt x="2767" y="10532"/>
                      <a:pt x="2892" y="10356"/>
                      <a:pt x="2868" y="10141"/>
                    </a:cubicBezTo>
                    <a:cubicBezTo>
                      <a:pt x="2843" y="9927"/>
                      <a:pt x="2679" y="9754"/>
                      <a:pt x="2501" y="9754"/>
                    </a:cubicBezTo>
                    <a:close/>
                    <a:moveTo>
                      <a:pt x="3295" y="9754"/>
                    </a:moveTo>
                    <a:cubicBezTo>
                      <a:pt x="3116" y="9754"/>
                      <a:pt x="2993" y="9927"/>
                      <a:pt x="3018" y="10141"/>
                    </a:cubicBezTo>
                    <a:cubicBezTo>
                      <a:pt x="3043" y="10356"/>
                      <a:pt x="3209" y="10532"/>
                      <a:pt x="3389" y="10532"/>
                    </a:cubicBezTo>
                    <a:cubicBezTo>
                      <a:pt x="3569" y="10532"/>
                      <a:pt x="3693" y="10356"/>
                      <a:pt x="3666" y="10141"/>
                    </a:cubicBezTo>
                    <a:cubicBezTo>
                      <a:pt x="3639" y="9927"/>
                      <a:pt x="3472" y="9754"/>
                      <a:pt x="3295" y="9754"/>
                    </a:cubicBezTo>
                    <a:close/>
                    <a:moveTo>
                      <a:pt x="4078" y="9754"/>
                    </a:moveTo>
                    <a:cubicBezTo>
                      <a:pt x="3899" y="9754"/>
                      <a:pt x="3777" y="9927"/>
                      <a:pt x="3804" y="10141"/>
                    </a:cubicBezTo>
                    <a:cubicBezTo>
                      <a:pt x="3832" y="10356"/>
                      <a:pt x="4000" y="10532"/>
                      <a:pt x="4180" y="10532"/>
                    </a:cubicBezTo>
                    <a:cubicBezTo>
                      <a:pt x="4360" y="10532"/>
                      <a:pt x="4482" y="10356"/>
                      <a:pt x="4453" y="10141"/>
                    </a:cubicBezTo>
                    <a:cubicBezTo>
                      <a:pt x="4423" y="9927"/>
                      <a:pt x="4255" y="9754"/>
                      <a:pt x="4078" y="9754"/>
                    </a:cubicBezTo>
                    <a:close/>
                    <a:moveTo>
                      <a:pt x="4871" y="9754"/>
                    </a:moveTo>
                    <a:cubicBezTo>
                      <a:pt x="4693" y="9754"/>
                      <a:pt x="4573" y="9927"/>
                      <a:pt x="4602" y="10141"/>
                    </a:cubicBezTo>
                    <a:cubicBezTo>
                      <a:pt x="4632" y="10356"/>
                      <a:pt x="4802" y="10532"/>
                      <a:pt x="4983" y="10532"/>
                    </a:cubicBezTo>
                    <a:cubicBezTo>
                      <a:pt x="5162" y="10532"/>
                      <a:pt x="5282" y="10356"/>
                      <a:pt x="5250" y="10141"/>
                    </a:cubicBezTo>
                    <a:cubicBezTo>
                      <a:pt x="5219" y="9927"/>
                      <a:pt x="5049" y="9754"/>
                      <a:pt x="4871" y="9754"/>
                    </a:cubicBezTo>
                    <a:close/>
                    <a:moveTo>
                      <a:pt x="5653" y="9754"/>
                    </a:moveTo>
                    <a:cubicBezTo>
                      <a:pt x="5475" y="9754"/>
                      <a:pt x="5357" y="9927"/>
                      <a:pt x="5389" y="10141"/>
                    </a:cubicBezTo>
                    <a:cubicBezTo>
                      <a:pt x="5421" y="10356"/>
                      <a:pt x="5593" y="10532"/>
                      <a:pt x="5774" y="10532"/>
                    </a:cubicBezTo>
                    <a:cubicBezTo>
                      <a:pt x="5953" y="10532"/>
                      <a:pt x="6071" y="10356"/>
                      <a:pt x="6037" y="10141"/>
                    </a:cubicBezTo>
                    <a:cubicBezTo>
                      <a:pt x="6003" y="9927"/>
                      <a:pt x="5831" y="9754"/>
                      <a:pt x="5653" y="9754"/>
                    </a:cubicBezTo>
                    <a:close/>
                    <a:moveTo>
                      <a:pt x="6448" y="9754"/>
                    </a:moveTo>
                    <a:cubicBezTo>
                      <a:pt x="6269" y="9754"/>
                      <a:pt x="6153" y="9927"/>
                      <a:pt x="6187" y="10141"/>
                    </a:cubicBezTo>
                    <a:cubicBezTo>
                      <a:pt x="6222" y="10356"/>
                      <a:pt x="6396" y="10532"/>
                      <a:pt x="6576" y="10532"/>
                    </a:cubicBezTo>
                    <a:cubicBezTo>
                      <a:pt x="6756" y="10532"/>
                      <a:pt x="6872" y="10356"/>
                      <a:pt x="6835" y="10141"/>
                    </a:cubicBezTo>
                    <a:cubicBezTo>
                      <a:pt x="6799" y="9927"/>
                      <a:pt x="6626" y="9754"/>
                      <a:pt x="6448" y="9754"/>
                    </a:cubicBezTo>
                    <a:close/>
                    <a:moveTo>
                      <a:pt x="7242" y="9754"/>
                    </a:moveTo>
                    <a:cubicBezTo>
                      <a:pt x="7064" y="9754"/>
                      <a:pt x="6949" y="9927"/>
                      <a:pt x="6986" y="10141"/>
                    </a:cubicBezTo>
                    <a:cubicBezTo>
                      <a:pt x="7023" y="10356"/>
                      <a:pt x="7199" y="10532"/>
                      <a:pt x="7379" y="10532"/>
                    </a:cubicBezTo>
                    <a:cubicBezTo>
                      <a:pt x="7558" y="10532"/>
                      <a:pt x="7673" y="10356"/>
                      <a:pt x="7634" y="10141"/>
                    </a:cubicBezTo>
                    <a:cubicBezTo>
                      <a:pt x="7595" y="9927"/>
                      <a:pt x="7420" y="9754"/>
                      <a:pt x="7242" y="9754"/>
                    </a:cubicBezTo>
                    <a:close/>
                    <a:moveTo>
                      <a:pt x="8024" y="9754"/>
                    </a:moveTo>
                    <a:cubicBezTo>
                      <a:pt x="7846" y="9754"/>
                      <a:pt x="7734" y="9927"/>
                      <a:pt x="7773" y="10141"/>
                    </a:cubicBezTo>
                    <a:cubicBezTo>
                      <a:pt x="7812" y="10356"/>
                      <a:pt x="7990" y="10532"/>
                      <a:pt x="8170" y="10532"/>
                    </a:cubicBezTo>
                    <a:cubicBezTo>
                      <a:pt x="8350" y="10532"/>
                      <a:pt x="8462" y="10356"/>
                      <a:pt x="8421" y="10141"/>
                    </a:cubicBezTo>
                    <a:cubicBezTo>
                      <a:pt x="8380" y="9927"/>
                      <a:pt x="8202" y="9754"/>
                      <a:pt x="8024" y="9754"/>
                    </a:cubicBezTo>
                    <a:close/>
                    <a:moveTo>
                      <a:pt x="8819" y="9754"/>
                    </a:moveTo>
                    <a:cubicBezTo>
                      <a:pt x="8641" y="9754"/>
                      <a:pt x="8530" y="9927"/>
                      <a:pt x="8571" y="10141"/>
                    </a:cubicBezTo>
                    <a:cubicBezTo>
                      <a:pt x="8613" y="10356"/>
                      <a:pt x="8793" y="10532"/>
                      <a:pt x="8973" y="10532"/>
                    </a:cubicBezTo>
                    <a:cubicBezTo>
                      <a:pt x="9153" y="10532"/>
                      <a:pt x="9263" y="10356"/>
                      <a:pt x="9219" y="10141"/>
                    </a:cubicBezTo>
                    <a:cubicBezTo>
                      <a:pt x="9176" y="9927"/>
                      <a:pt x="8997" y="9754"/>
                      <a:pt x="8819" y="9754"/>
                    </a:cubicBezTo>
                    <a:close/>
                    <a:moveTo>
                      <a:pt x="9601" y="9754"/>
                    </a:moveTo>
                    <a:cubicBezTo>
                      <a:pt x="9424" y="9754"/>
                      <a:pt x="9314" y="9927"/>
                      <a:pt x="9358" y="10141"/>
                    </a:cubicBezTo>
                    <a:cubicBezTo>
                      <a:pt x="9402" y="10356"/>
                      <a:pt x="9584" y="10532"/>
                      <a:pt x="9764" y="10532"/>
                    </a:cubicBezTo>
                    <a:cubicBezTo>
                      <a:pt x="9944" y="10532"/>
                      <a:pt x="10052" y="10356"/>
                      <a:pt x="10006" y="10141"/>
                    </a:cubicBezTo>
                    <a:cubicBezTo>
                      <a:pt x="9960" y="9927"/>
                      <a:pt x="9779" y="9754"/>
                      <a:pt x="9601" y="9754"/>
                    </a:cubicBezTo>
                    <a:close/>
                    <a:moveTo>
                      <a:pt x="10395" y="9754"/>
                    </a:moveTo>
                    <a:cubicBezTo>
                      <a:pt x="10217" y="9754"/>
                      <a:pt x="10110" y="9927"/>
                      <a:pt x="10157" y="10141"/>
                    </a:cubicBezTo>
                    <a:cubicBezTo>
                      <a:pt x="10203" y="10356"/>
                      <a:pt x="10387" y="10532"/>
                      <a:pt x="10567" y="10532"/>
                    </a:cubicBezTo>
                    <a:cubicBezTo>
                      <a:pt x="10747" y="10532"/>
                      <a:pt x="10853" y="10356"/>
                      <a:pt x="10804" y="10141"/>
                    </a:cubicBezTo>
                    <a:cubicBezTo>
                      <a:pt x="10756" y="9927"/>
                      <a:pt x="10574" y="9754"/>
                      <a:pt x="10395" y="9754"/>
                    </a:cubicBezTo>
                    <a:close/>
                    <a:moveTo>
                      <a:pt x="11190" y="9754"/>
                    </a:moveTo>
                    <a:cubicBezTo>
                      <a:pt x="11012" y="9754"/>
                      <a:pt x="10907" y="9927"/>
                      <a:pt x="10955" y="10141"/>
                    </a:cubicBezTo>
                    <a:cubicBezTo>
                      <a:pt x="11004" y="10356"/>
                      <a:pt x="11190" y="10532"/>
                      <a:pt x="11370" y="10532"/>
                    </a:cubicBezTo>
                    <a:cubicBezTo>
                      <a:pt x="11550" y="10532"/>
                      <a:pt x="11654" y="10356"/>
                      <a:pt x="11603" y="10141"/>
                    </a:cubicBezTo>
                    <a:cubicBezTo>
                      <a:pt x="11553" y="9927"/>
                      <a:pt x="11368" y="9754"/>
                      <a:pt x="11190" y="9754"/>
                    </a:cubicBezTo>
                    <a:close/>
                    <a:moveTo>
                      <a:pt x="11973" y="9754"/>
                    </a:moveTo>
                    <a:cubicBezTo>
                      <a:pt x="11794" y="9754"/>
                      <a:pt x="11691" y="9927"/>
                      <a:pt x="11742" y="10141"/>
                    </a:cubicBezTo>
                    <a:cubicBezTo>
                      <a:pt x="11793" y="10356"/>
                      <a:pt x="11981" y="10532"/>
                      <a:pt x="12161" y="10532"/>
                    </a:cubicBezTo>
                    <a:cubicBezTo>
                      <a:pt x="12341" y="10532"/>
                      <a:pt x="12443" y="10356"/>
                      <a:pt x="12390" y="10141"/>
                    </a:cubicBezTo>
                    <a:cubicBezTo>
                      <a:pt x="12337" y="9927"/>
                      <a:pt x="12151" y="9754"/>
                      <a:pt x="11973" y="9754"/>
                    </a:cubicBezTo>
                    <a:close/>
                    <a:moveTo>
                      <a:pt x="12767" y="9754"/>
                    </a:moveTo>
                    <a:cubicBezTo>
                      <a:pt x="12589" y="9754"/>
                      <a:pt x="12488" y="9927"/>
                      <a:pt x="12541" y="10141"/>
                    </a:cubicBezTo>
                    <a:cubicBezTo>
                      <a:pt x="12595" y="10356"/>
                      <a:pt x="12784" y="10532"/>
                      <a:pt x="12964" y="10532"/>
                    </a:cubicBezTo>
                    <a:cubicBezTo>
                      <a:pt x="13144" y="10532"/>
                      <a:pt x="13245" y="10356"/>
                      <a:pt x="13189" y="10141"/>
                    </a:cubicBezTo>
                    <a:cubicBezTo>
                      <a:pt x="13134" y="9927"/>
                      <a:pt x="12945" y="9754"/>
                      <a:pt x="12767" y="9754"/>
                    </a:cubicBezTo>
                    <a:close/>
                    <a:moveTo>
                      <a:pt x="2611" y="10709"/>
                    </a:moveTo>
                    <a:cubicBezTo>
                      <a:pt x="2430" y="10709"/>
                      <a:pt x="2302" y="10885"/>
                      <a:pt x="2325" y="11105"/>
                    </a:cubicBezTo>
                    <a:cubicBezTo>
                      <a:pt x="2348" y="11327"/>
                      <a:pt x="2516" y="11508"/>
                      <a:pt x="2698" y="11508"/>
                    </a:cubicBezTo>
                    <a:cubicBezTo>
                      <a:pt x="2880" y="11508"/>
                      <a:pt x="3008" y="11327"/>
                      <a:pt x="2982" y="11105"/>
                    </a:cubicBezTo>
                    <a:cubicBezTo>
                      <a:pt x="2957" y="10885"/>
                      <a:pt x="2790" y="10709"/>
                      <a:pt x="2611" y="10709"/>
                    </a:cubicBezTo>
                    <a:close/>
                    <a:moveTo>
                      <a:pt x="3403" y="10709"/>
                    </a:moveTo>
                    <a:cubicBezTo>
                      <a:pt x="3223" y="10709"/>
                      <a:pt x="3098" y="10885"/>
                      <a:pt x="3123" y="11105"/>
                    </a:cubicBezTo>
                    <a:cubicBezTo>
                      <a:pt x="3149" y="11327"/>
                      <a:pt x="3318" y="11508"/>
                      <a:pt x="3500" y="11508"/>
                    </a:cubicBezTo>
                    <a:cubicBezTo>
                      <a:pt x="3683" y="11508"/>
                      <a:pt x="3808" y="11327"/>
                      <a:pt x="3780" y="11105"/>
                    </a:cubicBezTo>
                    <a:cubicBezTo>
                      <a:pt x="3752" y="10885"/>
                      <a:pt x="3584" y="10709"/>
                      <a:pt x="3403" y="10709"/>
                    </a:cubicBezTo>
                    <a:close/>
                    <a:moveTo>
                      <a:pt x="4210" y="10709"/>
                    </a:moveTo>
                    <a:cubicBezTo>
                      <a:pt x="4029" y="10709"/>
                      <a:pt x="3905" y="10885"/>
                      <a:pt x="3933" y="11105"/>
                    </a:cubicBezTo>
                    <a:cubicBezTo>
                      <a:pt x="3962" y="11327"/>
                      <a:pt x="4132" y="11508"/>
                      <a:pt x="4315" y="11508"/>
                    </a:cubicBezTo>
                    <a:cubicBezTo>
                      <a:pt x="4497" y="11508"/>
                      <a:pt x="4621" y="11327"/>
                      <a:pt x="4590" y="11105"/>
                    </a:cubicBezTo>
                    <a:cubicBezTo>
                      <a:pt x="4560" y="10885"/>
                      <a:pt x="4390" y="10709"/>
                      <a:pt x="4210" y="10709"/>
                    </a:cubicBezTo>
                    <a:close/>
                    <a:moveTo>
                      <a:pt x="5003" y="10709"/>
                    </a:moveTo>
                    <a:cubicBezTo>
                      <a:pt x="4822" y="10709"/>
                      <a:pt x="4701" y="10885"/>
                      <a:pt x="4732" y="11105"/>
                    </a:cubicBezTo>
                    <a:cubicBezTo>
                      <a:pt x="4762" y="11327"/>
                      <a:pt x="4935" y="11508"/>
                      <a:pt x="5117" y="11508"/>
                    </a:cubicBezTo>
                    <a:cubicBezTo>
                      <a:pt x="5299" y="11508"/>
                      <a:pt x="5421" y="11327"/>
                      <a:pt x="5388" y="11105"/>
                    </a:cubicBezTo>
                    <a:cubicBezTo>
                      <a:pt x="5356" y="10885"/>
                      <a:pt x="5183" y="10709"/>
                      <a:pt x="5003" y="10709"/>
                    </a:cubicBezTo>
                    <a:close/>
                    <a:moveTo>
                      <a:pt x="5809" y="10709"/>
                    </a:moveTo>
                    <a:cubicBezTo>
                      <a:pt x="5628" y="10709"/>
                      <a:pt x="5509" y="10885"/>
                      <a:pt x="5542" y="11105"/>
                    </a:cubicBezTo>
                    <a:cubicBezTo>
                      <a:pt x="5575" y="11327"/>
                      <a:pt x="5749" y="11508"/>
                      <a:pt x="5932" y="11508"/>
                    </a:cubicBezTo>
                    <a:cubicBezTo>
                      <a:pt x="6115" y="11508"/>
                      <a:pt x="6234" y="11327"/>
                      <a:pt x="6199" y="11105"/>
                    </a:cubicBezTo>
                    <a:cubicBezTo>
                      <a:pt x="6164" y="10885"/>
                      <a:pt x="5989" y="10709"/>
                      <a:pt x="5809" y="10709"/>
                    </a:cubicBezTo>
                    <a:close/>
                    <a:moveTo>
                      <a:pt x="6603" y="10709"/>
                    </a:moveTo>
                    <a:cubicBezTo>
                      <a:pt x="6423" y="10709"/>
                      <a:pt x="6305" y="10885"/>
                      <a:pt x="6340" y="11105"/>
                    </a:cubicBezTo>
                    <a:cubicBezTo>
                      <a:pt x="6376" y="11327"/>
                      <a:pt x="6552" y="11508"/>
                      <a:pt x="6735" y="11508"/>
                    </a:cubicBezTo>
                    <a:cubicBezTo>
                      <a:pt x="6917" y="11508"/>
                      <a:pt x="7034" y="11327"/>
                      <a:pt x="6997" y="11105"/>
                    </a:cubicBezTo>
                    <a:cubicBezTo>
                      <a:pt x="6959" y="10885"/>
                      <a:pt x="6784" y="10709"/>
                      <a:pt x="6603" y="10709"/>
                    </a:cubicBezTo>
                    <a:close/>
                    <a:moveTo>
                      <a:pt x="7409" y="10709"/>
                    </a:moveTo>
                    <a:cubicBezTo>
                      <a:pt x="7228" y="10709"/>
                      <a:pt x="7113" y="10885"/>
                      <a:pt x="7150" y="11105"/>
                    </a:cubicBezTo>
                    <a:cubicBezTo>
                      <a:pt x="7188" y="11327"/>
                      <a:pt x="7367" y="11508"/>
                      <a:pt x="7550" y="11508"/>
                    </a:cubicBezTo>
                    <a:cubicBezTo>
                      <a:pt x="7732" y="11508"/>
                      <a:pt x="7847" y="11327"/>
                      <a:pt x="7807" y="11105"/>
                    </a:cubicBezTo>
                    <a:cubicBezTo>
                      <a:pt x="7767" y="10885"/>
                      <a:pt x="7589" y="10709"/>
                      <a:pt x="7409" y="10709"/>
                    </a:cubicBezTo>
                    <a:close/>
                    <a:moveTo>
                      <a:pt x="8203" y="10709"/>
                    </a:moveTo>
                    <a:cubicBezTo>
                      <a:pt x="8023" y="10709"/>
                      <a:pt x="7909" y="10885"/>
                      <a:pt x="7949" y="11105"/>
                    </a:cubicBezTo>
                    <a:cubicBezTo>
                      <a:pt x="7989" y="11327"/>
                      <a:pt x="8170" y="11508"/>
                      <a:pt x="8353" y="11508"/>
                    </a:cubicBezTo>
                    <a:cubicBezTo>
                      <a:pt x="8535" y="11508"/>
                      <a:pt x="8648" y="11327"/>
                      <a:pt x="8606" y="11105"/>
                    </a:cubicBezTo>
                    <a:cubicBezTo>
                      <a:pt x="8564" y="10885"/>
                      <a:pt x="8384" y="10709"/>
                      <a:pt x="8203" y="10709"/>
                    </a:cubicBezTo>
                    <a:close/>
                    <a:moveTo>
                      <a:pt x="9009" y="10709"/>
                    </a:moveTo>
                    <a:cubicBezTo>
                      <a:pt x="8829" y="10709"/>
                      <a:pt x="8717" y="10885"/>
                      <a:pt x="8759" y="11105"/>
                    </a:cubicBezTo>
                    <a:cubicBezTo>
                      <a:pt x="8802" y="11327"/>
                      <a:pt x="8985" y="11508"/>
                      <a:pt x="9167" y="11508"/>
                    </a:cubicBezTo>
                    <a:cubicBezTo>
                      <a:pt x="9349" y="11508"/>
                      <a:pt x="9461" y="11327"/>
                      <a:pt x="9416" y="11105"/>
                    </a:cubicBezTo>
                    <a:cubicBezTo>
                      <a:pt x="9371" y="10885"/>
                      <a:pt x="9190" y="10709"/>
                      <a:pt x="9009" y="10709"/>
                    </a:cubicBezTo>
                    <a:close/>
                    <a:moveTo>
                      <a:pt x="9803" y="10709"/>
                    </a:moveTo>
                    <a:cubicBezTo>
                      <a:pt x="9623" y="10709"/>
                      <a:pt x="9513" y="10885"/>
                      <a:pt x="9558" y="11105"/>
                    </a:cubicBezTo>
                    <a:cubicBezTo>
                      <a:pt x="9603" y="11327"/>
                      <a:pt x="9789" y="11508"/>
                      <a:pt x="9970" y="11508"/>
                    </a:cubicBezTo>
                    <a:cubicBezTo>
                      <a:pt x="10153" y="11508"/>
                      <a:pt x="10262" y="11327"/>
                      <a:pt x="10215" y="11105"/>
                    </a:cubicBezTo>
                    <a:cubicBezTo>
                      <a:pt x="10167" y="10885"/>
                      <a:pt x="9983" y="10709"/>
                      <a:pt x="9803" y="10709"/>
                    </a:cubicBezTo>
                    <a:close/>
                    <a:moveTo>
                      <a:pt x="10609" y="10709"/>
                    </a:moveTo>
                    <a:cubicBezTo>
                      <a:pt x="10429" y="10709"/>
                      <a:pt x="10321" y="10885"/>
                      <a:pt x="10369" y="11105"/>
                    </a:cubicBezTo>
                    <a:cubicBezTo>
                      <a:pt x="10416" y="11327"/>
                      <a:pt x="10603" y="11508"/>
                      <a:pt x="10785" y="11508"/>
                    </a:cubicBezTo>
                    <a:cubicBezTo>
                      <a:pt x="10968" y="11508"/>
                      <a:pt x="11074" y="11327"/>
                      <a:pt x="11025" y="11105"/>
                    </a:cubicBezTo>
                    <a:cubicBezTo>
                      <a:pt x="10975" y="10885"/>
                      <a:pt x="10790" y="10709"/>
                      <a:pt x="10609" y="10709"/>
                    </a:cubicBezTo>
                    <a:close/>
                    <a:moveTo>
                      <a:pt x="11403" y="10709"/>
                    </a:moveTo>
                    <a:cubicBezTo>
                      <a:pt x="11223" y="10709"/>
                      <a:pt x="11117" y="10885"/>
                      <a:pt x="11167" y="11105"/>
                    </a:cubicBezTo>
                    <a:cubicBezTo>
                      <a:pt x="11217" y="11327"/>
                      <a:pt x="11406" y="11508"/>
                      <a:pt x="11588" y="11508"/>
                    </a:cubicBezTo>
                    <a:cubicBezTo>
                      <a:pt x="11771" y="11508"/>
                      <a:pt x="11875" y="11327"/>
                      <a:pt x="11823" y="11105"/>
                    </a:cubicBezTo>
                    <a:cubicBezTo>
                      <a:pt x="11771" y="10885"/>
                      <a:pt x="11584" y="10709"/>
                      <a:pt x="11403" y="10709"/>
                    </a:cubicBezTo>
                    <a:close/>
                    <a:moveTo>
                      <a:pt x="12210" y="10709"/>
                    </a:moveTo>
                    <a:cubicBezTo>
                      <a:pt x="12029" y="10709"/>
                      <a:pt x="11925" y="10885"/>
                      <a:pt x="11978" y="11105"/>
                    </a:cubicBezTo>
                    <a:cubicBezTo>
                      <a:pt x="12030" y="11327"/>
                      <a:pt x="12221" y="11508"/>
                      <a:pt x="12403" y="11508"/>
                    </a:cubicBezTo>
                    <a:cubicBezTo>
                      <a:pt x="12586" y="11508"/>
                      <a:pt x="12689" y="11327"/>
                      <a:pt x="12634" y="11105"/>
                    </a:cubicBezTo>
                    <a:cubicBezTo>
                      <a:pt x="12580" y="10885"/>
                      <a:pt x="12390" y="10709"/>
                      <a:pt x="12210" y="10709"/>
                    </a:cubicBezTo>
                    <a:close/>
                    <a:moveTo>
                      <a:pt x="13004" y="10709"/>
                    </a:moveTo>
                    <a:cubicBezTo>
                      <a:pt x="12823" y="10709"/>
                      <a:pt x="12722" y="10885"/>
                      <a:pt x="12776" y="11105"/>
                    </a:cubicBezTo>
                    <a:cubicBezTo>
                      <a:pt x="12831" y="11327"/>
                      <a:pt x="13024" y="11508"/>
                      <a:pt x="13207" y="11508"/>
                    </a:cubicBezTo>
                    <a:cubicBezTo>
                      <a:pt x="13389" y="11508"/>
                      <a:pt x="13490" y="11327"/>
                      <a:pt x="13433" y="11105"/>
                    </a:cubicBezTo>
                    <a:cubicBezTo>
                      <a:pt x="13376" y="10885"/>
                      <a:pt x="13184" y="10709"/>
                      <a:pt x="13004" y="10709"/>
                    </a:cubicBezTo>
                    <a:close/>
                    <a:moveTo>
                      <a:pt x="1902" y="11684"/>
                    </a:moveTo>
                    <a:cubicBezTo>
                      <a:pt x="1719" y="11684"/>
                      <a:pt x="1588" y="11866"/>
                      <a:pt x="1609" y="12092"/>
                    </a:cubicBezTo>
                    <a:cubicBezTo>
                      <a:pt x="1631" y="12320"/>
                      <a:pt x="1798" y="12505"/>
                      <a:pt x="1983" y="12505"/>
                    </a:cubicBezTo>
                    <a:cubicBezTo>
                      <a:pt x="2167" y="12505"/>
                      <a:pt x="2298" y="12320"/>
                      <a:pt x="2275" y="12092"/>
                    </a:cubicBezTo>
                    <a:cubicBezTo>
                      <a:pt x="2251" y="11866"/>
                      <a:pt x="2084" y="11684"/>
                      <a:pt x="1902" y="11684"/>
                    </a:cubicBezTo>
                    <a:close/>
                    <a:moveTo>
                      <a:pt x="2707" y="11684"/>
                    </a:moveTo>
                    <a:cubicBezTo>
                      <a:pt x="2525" y="11684"/>
                      <a:pt x="2395" y="11866"/>
                      <a:pt x="2419" y="12092"/>
                    </a:cubicBezTo>
                    <a:cubicBezTo>
                      <a:pt x="2443" y="12320"/>
                      <a:pt x="2613" y="12505"/>
                      <a:pt x="2798" y="12505"/>
                    </a:cubicBezTo>
                    <a:cubicBezTo>
                      <a:pt x="2982" y="12505"/>
                      <a:pt x="3111" y="12320"/>
                      <a:pt x="3085" y="12092"/>
                    </a:cubicBezTo>
                    <a:cubicBezTo>
                      <a:pt x="3059" y="11866"/>
                      <a:pt x="2890" y="11684"/>
                      <a:pt x="2707" y="11684"/>
                    </a:cubicBezTo>
                    <a:close/>
                    <a:moveTo>
                      <a:pt x="5147" y="11684"/>
                    </a:moveTo>
                    <a:cubicBezTo>
                      <a:pt x="4964" y="11684"/>
                      <a:pt x="4841" y="11866"/>
                      <a:pt x="4873" y="12092"/>
                    </a:cubicBezTo>
                    <a:cubicBezTo>
                      <a:pt x="4904" y="12320"/>
                      <a:pt x="5079" y="12505"/>
                      <a:pt x="5264" y="12505"/>
                    </a:cubicBezTo>
                    <a:cubicBezTo>
                      <a:pt x="5449" y="12505"/>
                      <a:pt x="5572" y="12320"/>
                      <a:pt x="5538" y="12092"/>
                    </a:cubicBezTo>
                    <a:cubicBezTo>
                      <a:pt x="5505" y="11866"/>
                      <a:pt x="5330" y="11684"/>
                      <a:pt x="5147" y="11684"/>
                    </a:cubicBezTo>
                    <a:close/>
                    <a:moveTo>
                      <a:pt x="5953" y="11684"/>
                    </a:moveTo>
                    <a:cubicBezTo>
                      <a:pt x="5769" y="11684"/>
                      <a:pt x="5649" y="11866"/>
                      <a:pt x="5683" y="12092"/>
                    </a:cubicBezTo>
                    <a:cubicBezTo>
                      <a:pt x="5717" y="12320"/>
                      <a:pt x="5894" y="12505"/>
                      <a:pt x="6079" y="12505"/>
                    </a:cubicBezTo>
                    <a:cubicBezTo>
                      <a:pt x="6264" y="12505"/>
                      <a:pt x="6385" y="12320"/>
                      <a:pt x="6349" y="12092"/>
                    </a:cubicBezTo>
                    <a:cubicBezTo>
                      <a:pt x="6313" y="11866"/>
                      <a:pt x="6135" y="11684"/>
                      <a:pt x="5953" y="11684"/>
                    </a:cubicBezTo>
                    <a:close/>
                    <a:moveTo>
                      <a:pt x="6771" y="11684"/>
                    </a:moveTo>
                    <a:cubicBezTo>
                      <a:pt x="6588" y="11684"/>
                      <a:pt x="6469" y="11866"/>
                      <a:pt x="6505" y="12092"/>
                    </a:cubicBezTo>
                    <a:cubicBezTo>
                      <a:pt x="6541" y="12320"/>
                      <a:pt x="6721" y="12505"/>
                      <a:pt x="6906" y="12505"/>
                    </a:cubicBezTo>
                    <a:cubicBezTo>
                      <a:pt x="7091" y="12505"/>
                      <a:pt x="7209" y="12320"/>
                      <a:pt x="7170" y="12092"/>
                    </a:cubicBezTo>
                    <a:cubicBezTo>
                      <a:pt x="7132" y="11866"/>
                      <a:pt x="6953" y="11684"/>
                      <a:pt x="6771" y="11684"/>
                    </a:cubicBezTo>
                    <a:close/>
                    <a:moveTo>
                      <a:pt x="7576" y="11684"/>
                    </a:moveTo>
                    <a:cubicBezTo>
                      <a:pt x="7393" y="11684"/>
                      <a:pt x="7276" y="11866"/>
                      <a:pt x="7315" y="12092"/>
                    </a:cubicBezTo>
                    <a:cubicBezTo>
                      <a:pt x="7354" y="12320"/>
                      <a:pt x="7536" y="12505"/>
                      <a:pt x="7721" y="12505"/>
                    </a:cubicBezTo>
                    <a:cubicBezTo>
                      <a:pt x="7905" y="12505"/>
                      <a:pt x="8022" y="12320"/>
                      <a:pt x="7980" y="12092"/>
                    </a:cubicBezTo>
                    <a:cubicBezTo>
                      <a:pt x="7940" y="11866"/>
                      <a:pt x="7758" y="11684"/>
                      <a:pt x="7576" y="11684"/>
                    </a:cubicBezTo>
                    <a:close/>
                    <a:moveTo>
                      <a:pt x="8393" y="11684"/>
                    </a:moveTo>
                    <a:cubicBezTo>
                      <a:pt x="8211" y="11684"/>
                      <a:pt x="8096" y="11866"/>
                      <a:pt x="8137" y="12092"/>
                    </a:cubicBezTo>
                    <a:cubicBezTo>
                      <a:pt x="8179" y="12320"/>
                      <a:pt x="8362" y="12505"/>
                      <a:pt x="8547" y="12505"/>
                    </a:cubicBezTo>
                    <a:cubicBezTo>
                      <a:pt x="8732" y="12505"/>
                      <a:pt x="8846" y="12320"/>
                      <a:pt x="8803" y="12092"/>
                    </a:cubicBezTo>
                    <a:cubicBezTo>
                      <a:pt x="8759" y="11866"/>
                      <a:pt x="8576" y="11684"/>
                      <a:pt x="8393" y="11684"/>
                    </a:cubicBezTo>
                    <a:close/>
                    <a:moveTo>
                      <a:pt x="9200" y="11684"/>
                    </a:moveTo>
                    <a:cubicBezTo>
                      <a:pt x="9017" y="11684"/>
                      <a:pt x="8904" y="11866"/>
                      <a:pt x="8947" y="12092"/>
                    </a:cubicBezTo>
                    <a:cubicBezTo>
                      <a:pt x="8991" y="12320"/>
                      <a:pt x="9177" y="12505"/>
                      <a:pt x="9362" y="12505"/>
                    </a:cubicBezTo>
                    <a:cubicBezTo>
                      <a:pt x="9547" y="12505"/>
                      <a:pt x="9659" y="12320"/>
                      <a:pt x="9613" y="12092"/>
                    </a:cubicBezTo>
                    <a:cubicBezTo>
                      <a:pt x="9567" y="11866"/>
                      <a:pt x="9382" y="11684"/>
                      <a:pt x="9200" y="11684"/>
                    </a:cubicBezTo>
                    <a:close/>
                    <a:moveTo>
                      <a:pt x="10005" y="11684"/>
                    </a:moveTo>
                    <a:cubicBezTo>
                      <a:pt x="9823" y="11684"/>
                      <a:pt x="9712" y="11866"/>
                      <a:pt x="9758" y="12092"/>
                    </a:cubicBezTo>
                    <a:cubicBezTo>
                      <a:pt x="9804" y="12320"/>
                      <a:pt x="9993" y="12505"/>
                      <a:pt x="10177" y="12505"/>
                    </a:cubicBezTo>
                    <a:cubicBezTo>
                      <a:pt x="10362" y="12505"/>
                      <a:pt x="10472" y="12320"/>
                      <a:pt x="10423" y="12092"/>
                    </a:cubicBezTo>
                    <a:cubicBezTo>
                      <a:pt x="10375" y="11866"/>
                      <a:pt x="10188" y="11684"/>
                      <a:pt x="10005" y="11684"/>
                    </a:cubicBezTo>
                    <a:close/>
                    <a:moveTo>
                      <a:pt x="10823" y="11684"/>
                    </a:moveTo>
                    <a:cubicBezTo>
                      <a:pt x="10640" y="11684"/>
                      <a:pt x="10531" y="11866"/>
                      <a:pt x="10580" y="12092"/>
                    </a:cubicBezTo>
                    <a:cubicBezTo>
                      <a:pt x="10629" y="12320"/>
                      <a:pt x="10819" y="12505"/>
                      <a:pt x="11003" y="12505"/>
                    </a:cubicBezTo>
                    <a:cubicBezTo>
                      <a:pt x="11189" y="12505"/>
                      <a:pt x="11297" y="12320"/>
                      <a:pt x="11245" y="12092"/>
                    </a:cubicBezTo>
                    <a:cubicBezTo>
                      <a:pt x="11195" y="11866"/>
                      <a:pt x="11006" y="11684"/>
                      <a:pt x="10823" y="11684"/>
                    </a:cubicBezTo>
                    <a:close/>
                    <a:moveTo>
                      <a:pt x="11628" y="11684"/>
                    </a:moveTo>
                    <a:cubicBezTo>
                      <a:pt x="11446" y="11684"/>
                      <a:pt x="11339" y="11866"/>
                      <a:pt x="11390" y="12092"/>
                    </a:cubicBezTo>
                    <a:cubicBezTo>
                      <a:pt x="11442" y="12320"/>
                      <a:pt x="11634" y="12505"/>
                      <a:pt x="11818" y="12505"/>
                    </a:cubicBezTo>
                    <a:cubicBezTo>
                      <a:pt x="12003" y="12505"/>
                      <a:pt x="12109" y="12320"/>
                      <a:pt x="12055" y="12092"/>
                    </a:cubicBezTo>
                    <a:cubicBezTo>
                      <a:pt x="12002" y="11866"/>
                      <a:pt x="11811" y="11684"/>
                      <a:pt x="11628" y="11684"/>
                    </a:cubicBezTo>
                    <a:close/>
                    <a:moveTo>
                      <a:pt x="12446" y="11684"/>
                    </a:moveTo>
                    <a:cubicBezTo>
                      <a:pt x="12263" y="11684"/>
                      <a:pt x="12159" y="11866"/>
                      <a:pt x="12213" y="12092"/>
                    </a:cubicBezTo>
                    <a:cubicBezTo>
                      <a:pt x="12267" y="12320"/>
                      <a:pt x="12461" y="12505"/>
                      <a:pt x="12645" y="12505"/>
                    </a:cubicBezTo>
                    <a:cubicBezTo>
                      <a:pt x="12830" y="12505"/>
                      <a:pt x="12934" y="12320"/>
                      <a:pt x="12878" y="12092"/>
                    </a:cubicBezTo>
                    <a:cubicBezTo>
                      <a:pt x="12822" y="11866"/>
                      <a:pt x="12629" y="11684"/>
                      <a:pt x="12446" y="11684"/>
                    </a:cubicBezTo>
                    <a:close/>
                    <a:moveTo>
                      <a:pt x="14059" y="11684"/>
                    </a:moveTo>
                    <a:cubicBezTo>
                      <a:pt x="13876" y="11684"/>
                      <a:pt x="13775" y="11866"/>
                      <a:pt x="13834" y="12092"/>
                    </a:cubicBezTo>
                    <a:cubicBezTo>
                      <a:pt x="13893" y="12320"/>
                      <a:pt x="14091" y="12505"/>
                      <a:pt x="14276" y="12505"/>
                    </a:cubicBezTo>
                    <a:cubicBezTo>
                      <a:pt x="14460" y="12505"/>
                      <a:pt x="14561" y="12320"/>
                      <a:pt x="14499" y="12092"/>
                    </a:cubicBezTo>
                    <a:cubicBezTo>
                      <a:pt x="14439" y="11866"/>
                      <a:pt x="14241" y="11684"/>
                      <a:pt x="14059" y="11684"/>
                    </a:cubicBezTo>
                    <a:close/>
                    <a:moveTo>
                      <a:pt x="1999" y="12680"/>
                    </a:moveTo>
                    <a:cubicBezTo>
                      <a:pt x="1814" y="12680"/>
                      <a:pt x="1681" y="12868"/>
                      <a:pt x="1703" y="13100"/>
                    </a:cubicBezTo>
                    <a:cubicBezTo>
                      <a:pt x="1725" y="13333"/>
                      <a:pt x="1895" y="13524"/>
                      <a:pt x="2082" y="13524"/>
                    </a:cubicBezTo>
                    <a:cubicBezTo>
                      <a:pt x="2270" y="13524"/>
                      <a:pt x="2402" y="13333"/>
                      <a:pt x="2378" y="13100"/>
                    </a:cubicBezTo>
                    <a:cubicBezTo>
                      <a:pt x="2354" y="12868"/>
                      <a:pt x="2184" y="12680"/>
                      <a:pt x="1999" y="12680"/>
                    </a:cubicBezTo>
                    <a:close/>
                    <a:moveTo>
                      <a:pt x="2828" y="12680"/>
                    </a:moveTo>
                    <a:cubicBezTo>
                      <a:pt x="2643" y="12680"/>
                      <a:pt x="2512" y="12868"/>
                      <a:pt x="2537" y="13100"/>
                    </a:cubicBezTo>
                    <a:cubicBezTo>
                      <a:pt x="2561" y="13333"/>
                      <a:pt x="2734" y="13524"/>
                      <a:pt x="2921" y="13524"/>
                    </a:cubicBezTo>
                    <a:cubicBezTo>
                      <a:pt x="3108" y="13524"/>
                      <a:pt x="3238" y="13333"/>
                      <a:pt x="3212" y="13100"/>
                    </a:cubicBezTo>
                    <a:cubicBezTo>
                      <a:pt x="3185" y="12868"/>
                      <a:pt x="3013" y="12680"/>
                      <a:pt x="2828" y="12680"/>
                    </a:cubicBezTo>
                    <a:close/>
                    <a:moveTo>
                      <a:pt x="5291" y="12680"/>
                    </a:moveTo>
                    <a:cubicBezTo>
                      <a:pt x="5106" y="12680"/>
                      <a:pt x="4982" y="12868"/>
                      <a:pt x="5014" y="13100"/>
                    </a:cubicBezTo>
                    <a:cubicBezTo>
                      <a:pt x="5046" y="13333"/>
                      <a:pt x="5224" y="13524"/>
                      <a:pt x="5411" y="13524"/>
                    </a:cubicBezTo>
                    <a:cubicBezTo>
                      <a:pt x="5599" y="13524"/>
                      <a:pt x="5723" y="13333"/>
                      <a:pt x="5688" y="13100"/>
                    </a:cubicBezTo>
                    <a:cubicBezTo>
                      <a:pt x="5654" y="12868"/>
                      <a:pt x="5476" y="12680"/>
                      <a:pt x="5291" y="12680"/>
                    </a:cubicBezTo>
                    <a:close/>
                    <a:moveTo>
                      <a:pt x="6108" y="12680"/>
                    </a:moveTo>
                    <a:cubicBezTo>
                      <a:pt x="5922" y="12680"/>
                      <a:pt x="5801" y="12868"/>
                      <a:pt x="5835" y="13100"/>
                    </a:cubicBezTo>
                    <a:cubicBezTo>
                      <a:pt x="5870" y="13333"/>
                      <a:pt x="6051" y="13524"/>
                      <a:pt x="6238" y="13524"/>
                    </a:cubicBezTo>
                    <a:cubicBezTo>
                      <a:pt x="6426" y="13524"/>
                      <a:pt x="6547" y="13333"/>
                      <a:pt x="6510" y="13100"/>
                    </a:cubicBezTo>
                    <a:cubicBezTo>
                      <a:pt x="6473" y="12868"/>
                      <a:pt x="6293" y="12680"/>
                      <a:pt x="6108" y="12680"/>
                    </a:cubicBezTo>
                    <a:close/>
                    <a:moveTo>
                      <a:pt x="6938" y="12680"/>
                    </a:moveTo>
                    <a:cubicBezTo>
                      <a:pt x="6752" y="12680"/>
                      <a:pt x="6632" y="12868"/>
                      <a:pt x="6669" y="13100"/>
                    </a:cubicBezTo>
                    <a:cubicBezTo>
                      <a:pt x="6707" y="13333"/>
                      <a:pt x="6889" y="13524"/>
                      <a:pt x="7077" y="13524"/>
                    </a:cubicBezTo>
                    <a:cubicBezTo>
                      <a:pt x="7264" y="13524"/>
                      <a:pt x="7383" y="13333"/>
                      <a:pt x="7344" y="13100"/>
                    </a:cubicBezTo>
                    <a:cubicBezTo>
                      <a:pt x="7304" y="12868"/>
                      <a:pt x="7123" y="12680"/>
                      <a:pt x="6938" y="12680"/>
                    </a:cubicBezTo>
                    <a:close/>
                    <a:moveTo>
                      <a:pt x="7755" y="12680"/>
                    </a:moveTo>
                    <a:cubicBezTo>
                      <a:pt x="7569" y="12680"/>
                      <a:pt x="7451" y="12868"/>
                      <a:pt x="7491" y="13100"/>
                    </a:cubicBezTo>
                    <a:cubicBezTo>
                      <a:pt x="7531" y="13333"/>
                      <a:pt x="7716" y="13524"/>
                      <a:pt x="7904" y="13524"/>
                    </a:cubicBezTo>
                    <a:cubicBezTo>
                      <a:pt x="8090" y="13524"/>
                      <a:pt x="8208" y="13333"/>
                      <a:pt x="8166" y="13100"/>
                    </a:cubicBezTo>
                    <a:cubicBezTo>
                      <a:pt x="8124" y="12868"/>
                      <a:pt x="7940" y="12680"/>
                      <a:pt x="7755" y="12680"/>
                    </a:cubicBezTo>
                    <a:close/>
                    <a:moveTo>
                      <a:pt x="9402" y="12680"/>
                    </a:moveTo>
                    <a:cubicBezTo>
                      <a:pt x="9216" y="12680"/>
                      <a:pt x="9102" y="12868"/>
                      <a:pt x="9147" y="13100"/>
                    </a:cubicBezTo>
                    <a:cubicBezTo>
                      <a:pt x="9192" y="13333"/>
                      <a:pt x="9381" y="13524"/>
                      <a:pt x="9569" y="13524"/>
                    </a:cubicBezTo>
                    <a:cubicBezTo>
                      <a:pt x="9756" y="13524"/>
                      <a:pt x="9869" y="13333"/>
                      <a:pt x="9822" y="13100"/>
                    </a:cubicBezTo>
                    <a:cubicBezTo>
                      <a:pt x="9775" y="12868"/>
                      <a:pt x="9587" y="12680"/>
                      <a:pt x="9402" y="12680"/>
                    </a:cubicBezTo>
                    <a:close/>
                    <a:moveTo>
                      <a:pt x="10219" y="12680"/>
                    </a:moveTo>
                    <a:cubicBezTo>
                      <a:pt x="10034" y="12680"/>
                      <a:pt x="9922" y="12868"/>
                      <a:pt x="9969" y="13100"/>
                    </a:cubicBezTo>
                    <a:cubicBezTo>
                      <a:pt x="10017" y="13333"/>
                      <a:pt x="10209" y="13524"/>
                      <a:pt x="10396" y="13524"/>
                    </a:cubicBezTo>
                    <a:cubicBezTo>
                      <a:pt x="10583" y="13524"/>
                      <a:pt x="10694" y="13333"/>
                      <a:pt x="10644" y="13100"/>
                    </a:cubicBezTo>
                    <a:cubicBezTo>
                      <a:pt x="10594" y="12868"/>
                      <a:pt x="10404" y="12680"/>
                      <a:pt x="10219" y="12680"/>
                    </a:cubicBezTo>
                    <a:close/>
                    <a:moveTo>
                      <a:pt x="11036" y="12680"/>
                    </a:moveTo>
                    <a:cubicBezTo>
                      <a:pt x="10851" y="12680"/>
                      <a:pt x="10741" y="12868"/>
                      <a:pt x="10792" y="13100"/>
                    </a:cubicBezTo>
                    <a:cubicBezTo>
                      <a:pt x="10842" y="13333"/>
                      <a:pt x="11035" y="13524"/>
                      <a:pt x="11222" y="13524"/>
                    </a:cubicBezTo>
                    <a:cubicBezTo>
                      <a:pt x="11410" y="13524"/>
                      <a:pt x="11518" y="13333"/>
                      <a:pt x="11466" y="13100"/>
                    </a:cubicBezTo>
                    <a:cubicBezTo>
                      <a:pt x="11414" y="12868"/>
                      <a:pt x="11222" y="12680"/>
                      <a:pt x="11036" y="12680"/>
                    </a:cubicBezTo>
                    <a:close/>
                    <a:moveTo>
                      <a:pt x="6264" y="13718"/>
                    </a:moveTo>
                    <a:cubicBezTo>
                      <a:pt x="6076" y="13718"/>
                      <a:pt x="5953" y="13911"/>
                      <a:pt x="5988" y="14150"/>
                    </a:cubicBezTo>
                    <a:cubicBezTo>
                      <a:pt x="6024" y="14390"/>
                      <a:pt x="6207" y="14586"/>
                      <a:pt x="6398" y="14586"/>
                    </a:cubicBezTo>
                    <a:cubicBezTo>
                      <a:pt x="6588" y="14586"/>
                      <a:pt x="6711" y="14390"/>
                      <a:pt x="6673" y="14150"/>
                    </a:cubicBezTo>
                    <a:cubicBezTo>
                      <a:pt x="6635" y="13911"/>
                      <a:pt x="6452" y="13718"/>
                      <a:pt x="6264" y="13718"/>
                    </a:cubicBezTo>
                    <a:close/>
                    <a:moveTo>
                      <a:pt x="7105" y="13718"/>
                    </a:moveTo>
                    <a:cubicBezTo>
                      <a:pt x="6917" y="13718"/>
                      <a:pt x="6795" y="13911"/>
                      <a:pt x="6834" y="14150"/>
                    </a:cubicBezTo>
                    <a:cubicBezTo>
                      <a:pt x="6872" y="14390"/>
                      <a:pt x="7058" y="14586"/>
                      <a:pt x="7248" y="14586"/>
                    </a:cubicBezTo>
                    <a:cubicBezTo>
                      <a:pt x="7438" y="14586"/>
                      <a:pt x="7558" y="14390"/>
                      <a:pt x="7518" y="14150"/>
                    </a:cubicBezTo>
                    <a:cubicBezTo>
                      <a:pt x="7477" y="13911"/>
                      <a:pt x="7293" y="13718"/>
                      <a:pt x="7105" y="13718"/>
                    </a:cubicBezTo>
                    <a:close/>
                    <a:moveTo>
                      <a:pt x="9604" y="13718"/>
                    </a:moveTo>
                    <a:cubicBezTo>
                      <a:pt x="9416" y="13718"/>
                      <a:pt x="9301" y="13911"/>
                      <a:pt x="9347" y="14150"/>
                    </a:cubicBezTo>
                    <a:cubicBezTo>
                      <a:pt x="9394" y="14390"/>
                      <a:pt x="9586" y="14586"/>
                      <a:pt x="9776" y="14586"/>
                    </a:cubicBezTo>
                    <a:cubicBezTo>
                      <a:pt x="9966" y="14586"/>
                      <a:pt x="10080" y="14390"/>
                      <a:pt x="10031" y="14150"/>
                    </a:cubicBezTo>
                    <a:cubicBezTo>
                      <a:pt x="9983" y="13911"/>
                      <a:pt x="9791" y="13718"/>
                      <a:pt x="9604" y="13718"/>
                    </a:cubicBezTo>
                    <a:close/>
                    <a:moveTo>
                      <a:pt x="10433" y="13718"/>
                    </a:moveTo>
                    <a:cubicBezTo>
                      <a:pt x="10245" y="13718"/>
                      <a:pt x="10132" y="13911"/>
                      <a:pt x="10181" y="14150"/>
                    </a:cubicBezTo>
                    <a:cubicBezTo>
                      <a:pt x="10230" y="14390"/>
                      <a:pt x="10425" y="14586"/>
                      <a:pt x="10614" y="14586"/>
                    </a:cubicBezTo>
                    <a:cubicBezTo>
                      <a:pt x="10804" y="14586"/>
                      <a:pt x="10917" y="14390"/>
                      <a:pt x="10865" y="14150"/>
                    </a:cubicBezTo>
                    <a:cubicBezTo>
                      <a:pt x="10814" y="13911"/>
                      <a:pt x="10620" y="13718"/>
                      <a:pt x="10433" y="13718"/>
                    </a:cubicBezTo>
                    <a:close/>
                    <a:moveTo>
                      <a:pt x="11274" y="13718"/>
                    </a:moveTo>
                    <a:cubicBezTo>
                      <a:pt x="11086" y="13718"/>
                      <a:pt x="10975" y="13911"/>
                      <a:pt x="11027" y="14150"/>
                    </a:cubicBezTo>
                    <a:cubicBezTo>
                      <a:pt x="11079" y="14390"/>
                      <a:pt x="11275" y="14586"/>
                      <a:pt x="11464" y="14586"/>
                    </a:cubicBezTo>
                    <a:cubicBezTo>
                      <a:pt x="11655" y="14586"/>
                      <a:pt x="11764" y="14390"/>
                      <a:pt x="11710" y="14150"/>
                    </a:cubicBezTo>
                    <a:cubicBezTo>
                      <a:pt x="11657" y="13911"/>
                      <a:pt x="11462" y="13718"/>
                      <a:pt x="11274" y="13718"/>
                    </a:cubicBezTo>
                    <a:close/>
                    <a:moveTo>
                      <a:pt x="12102" y="13718"/>
                    </a:moveTo>
                    <a:cubicBezTo>
                      <a:pt x="11915" y="13718"/>
                      <a:pt x="11807" y="13911"/>
                      <a:pt x="11861" y="14150"/>
                    </a:cubicBezTo>
                    <a:cubicBezTo>
                      <a:pt x="11915" y="14390"/>
                      <a:pt x="12113" y="14586"/>
                      <a:pt x="12303" y="14586"/>
                    </a:cubicBezTo>
                    <a:cubicBezTo>
                      <a:pt x="12493" y="14586"/>
                      <a:pt x="12601" y="14390"/>
                      <a:pt x="12544" y="14150"/>
                    </a:cubicBezTo>
                    <a:cubicBezTo>
                      <a:pt x="12488" y="13911"/>
                      <a:pt x="12290" y="13718"/>
                      <a:pt x="12102" y="13718"/>
                    </a:cubicBezTo>
                    <a:close/>
                    <a:moveTo>
                      <a:pt x="14603" y="13718"/>
                    </a:moveTo>
                    <a:cubicBezTo>
                      <a:pt x="14415" y="13718"/>
                      <a:pt x="14313" y="13911"/>
                      <a:pt x="14375" y="14150"/>
                    </a:cubicBezTo>
                    <a:cubicBezTo>
                      <a:pt x="14438" y="14390"/>
                      <a:pt x="14642" y="14586"/>
                      <a:pt x="14832" y="14586"/>
                    </a:cubicBezTo>
                    <a:cubicBezTo>
                      <a:pt x="15022" y="14586"/>
                      <a:pt x="15123" y="14390"/>
                      <a:pt x="15059" y="14150"/>
                    </a:cubicBezTo>
                    <a:cubicBezTo>
                      <a:pt x="14995" y="13911"/>
                      <a:pt x="14790" y="13718"/>
                      <a:pt x="14603" y="13718"/>
                    </a:cubicBezTo>
                    <a:close/>
                    <a:moveTo>
                      <a:pt x="6431" y="14776"/>
                    </a:moveTo>
                    <a:cubicBezTo>
                      <a:pt x="6241" y="14776"/>
                      <a:pt x="6116" y="14975"/>
                      <a:pt x="6153" y="15220"/>
                    </a:cubicBezTo>
                    <a:cubicBezTo>
                      <a:pt x="6190" y="15467"/>
                      <a:pt x="6376" y="15669"/>
                      <a:pt x="6569" y="15669"/>
                    </a:cubicBezTo>
                    <a:cubicBezTo>
                      <a:pt x="6762" y="15669"/>
                      <a:pt x="6886" y="15467"/>
                      <a:pt x="6847" y="15220"/>
                    </a:cubicBezTo>
                    <a:cubicBezTo>
                      <a:pt x="6808" y="14975"/>
                      <a:pt x="6622" y="14776"/>
                      <a:pt x="6431" y="14776"/>
                    </a:cubicBezTo>
                    <a:close/>
                    <a:moveTo>
                      <a:pt x="7284" y="14776"/>
                    </a:moveTo>
                    <a:cubicBezTo>
                      <a:pt x="7093" y="14776"/>
                      <a:pt x="6971" y="14975"/>
                      <a:pt x="7010" y="15220"/>
                    </a:cubicBezTo>
                    <a:cubicBezTo>
                      <a:pt x="7049" y="15467"/>
                      <a:pt x="7238" y="15669"/>
                      <a:pt x="7431" y="15669"/>
                    </a:cubicBezTo>
                    <a:cubicBezTo>
                      <a:pt x="7624" y="15669"/>
                      <a:pt x="7745" y="15467"/>
                      <a:pt x="7704" y="15220"/>
                    </a:cubicBezTo>
                    <a:cubicBezTo>
                      <a:pt x="7662" y="14975"/>
                      <a:pt x="7474" y="14776"/>
                      <a:pt x="7284" y="14776"/>
                    </a:cubicBezTo>
                    <a:close/>
                    <a:moveTo>
                      <a:pt x="10658" y="14776"/>
                    </a:moveTo>
                    <a:cubicBezTo>
                      <a:pt x="10468" y="14776"/>
                      <a:pt x="10354" y="14975"/>
                      <a:pt x="10404" y="15220"/>
                    </a:cubicBezTo>
                    <a:cubicBezTo>
                      <a:pt x="10455" y="15467"/>
                      <a:pt x="10653" y="15669"/>
                      <a:pt x="10845" y="15669"/>
                    </a:cubicBezTo>
                    <a:cubicBezTo>
                      <a:pt x="11038" y="15669"/>
                      <a:pt x="11151" y="15467"/>
                      <a:pt x="11098" y="15220"/>
                    </a:cubicBezTo>
                    <a:cubicBezTo>
                      <a:pt x="11046" y="14975"/>
                      <a:pt x="10849" y="14776"/>
                      <a:pt x="10658" y="14776"/>
                    </a:cubicBezTo>
                    <a:close/>
                    <a:moveTo>
                      <a:pt x="11499" y="14776"/>
                    </a:moveTo>
                    <a:cubicBezTo>
                      <a:pt x="11309" y="14776"/>
                      <a:pt x="11197" y="14975"/>
                      <a:pt x="11250" y="15220"/>
                    </a:cubicBezTo>
                    <a:cubicBezTo>
                      <a:pt x="11303" y="15467"/>
                      <a:pt x="11503" y="15669"/>
                      <a:pt x="11696" y="15669"/>
                    </a:cubicBezTo>
                    <a:cubicBezTo>
                      <a:pt x="11889" y="15669"/>
                      <a:pt x="11999" y="15467"/>
                      <a:pt x="11944" y="15220"/>
                    </a:cubicBezTo>
                    <a:cubicBezTo>
                      <a:pt x="11888" y="14975"/>
                      <a:pt x="11690" y="14776"/>
                      <a:pt x="11499" y="14776"/>
                    </a:cubicBezTo>
                    <a:close/>
                    <a:moveTo>
                      <a:pt x="12352" y="14776"/>
                    </a:moveTo>
                    <a:cubicBezTo>
                      <a:pt x="12162" y="14776"/>
                      <a:pt x="12052" y="14975"/>
                      <a:pt x="12107" y="15220"/>
                    </a:cubicBezTo>
                    <a:cubicBezTo>
                      <a:pt x="12163" y="15467"/>
                      <a:pt x="12366" y="15669"/>
                      <a:pt x="12558" y="15669"/>
                    </a:cubicBezTo>
                    <a:cubicBezTo>
                      <a:pt x="12751" y="15669"/>
                      <a:pt x="12859" y="15467"/>
                      <a:pt x="12801" y="15220"/>
                    </a:cubicBezTo>
                    <a:cubicBezTo>
                      <a:pt x="12743" y="14975"/>
                      <a:pt x="12542" y="14776"/>
                      <a:pt x="12352" y="14776"/>
                    </a:cubicBezTo>
                    <a:close/>
                    <a:moveTo>
                      <a:pt x="15728" y="14776"/>
                    </a:moveTo>
                    <a:cubicBezTo>
                      <a:pt x="15538" y="14776"/>
                      <a:pt x="15437" y="14975"/>
                      <a:pt x="15503" y="15220"/>
                    </a:cubicBezTo>
                    <a:cubicBezTo>
                      <a:pt x="15570" y="15467"/>
                      <a:pt x="15781" y="15669"/>
                      <a:pt x="15974" y="15669"/>
                    </a:cubicBezTo>
                    <a:cubicBezTo>
                      <a:pt x="16167" y="15669"/>
                      <a:pt x="16266" y="15467"/>
                      <a:pt x="16197" y="15220"/>
                    </a:cubicBezTo>
                    <a:cubicBezTo>
                      <a:pt x="16129" y="14975"/>
                      <a:pt x="15919" y="14776"/>
                      <a:pt x="15728" y="14776"/>
                    </a:cubicBezTo>
                    <a:close/>
                    <a:moveTo>
                      <a:pt x="6599" y="15876"/>
                    </a:moveTo>
                    <a:cubicBezTo>
                      <a:pt x="6405" y="15876"/>
                      <a:pt x="6279" y="16080"/>
                      <a:pt x="6317" y="16333"/>
                    </a:cubicBezTo>
                    <a:cubicBezTo>
                      <a:pt x="6355" y="16587"/>
                      <a:pt x="6544" y="16794"/>
                      <a:pt x="6740" y="16794"/>
                    </a:cubicBezTo>
                    <a:cubicBezTo>
                      <a:pt x="6936" y="16794"/>
                      <a:pt x="7062" y="16587"/>
                      <a:pt x="7021" y="16333"/>
                    </a:cubicBezTo>
                    <a:cubicBezTo>
                      <a:pt x="6981" y="16080"/>
                      <a:pt x="6792" y="15876"/>
                      <a:pt x="6599" y="15876"/>
                    </a:cubicBezTo>
                    <a:close/>
                    <a:moveTo>
                      <a:pt x="10884" y="15876"/>
                    </a:moveTo>
                    <a:cubicBezTo>
                      <a:pt x="10691" y="15876"/>
                      <a:pt x="10576" y="16080"/>
                      <a:pt x="10628" y="16333"/>
                    </a:cubicBezTo>
                    <a:cubicBezTo>
                      <a:pt x="10680" y="16587"/>
                      <a:pt x="10881" y="16794"/>
                      <a:pt x="11076" y="16794"/>
                    </a:cubicBezTo>
                    <a:cubicBezTo>
                      <a:pt x="11272" y="16794"/>
                      <a:pt x="11386" y="16587"/>
                      <a:pt x="11331" y="16333"/>
                    </a:cubicBezTo>
                    <a:cubicBezTo>
                      <a:pt x="11278" y="16080"/>
                      <a:pt x="11077" y="15876"/>
                      <a:pt x="10884" y="15876"/>
                    </a:cubicBezTo>
                    <a:close/>
                    <a:moveTo>
                      <a:pt x="16024" y="15876"/>
                    </a:moveTo>
                    <a:cubicBezTo>
                      <a:pt x="15831" y="15876"/>
                      <a:pt x="15729" y="16080"/>
                      <a:pt x="15797" y="16333"/>
                    </a:cubicBezTo>
                    <a:cubicBezTo>
                      <a:pt x="15866" y="16587"/>
                      <a:pt x="16081" y="16794"/>
                      <a:pt x="16277" y="16794"/>
                    </a:cubicBezTo>
                    <a:cubicBezTo>
                      <a:pt x="16472" y="16794"/>
                      <a:pt x="16573" y="16587"/>
                      <a:pt x="16502" y="16333"/>
                    </a:cubicBezTo>
                    <a:cubicBezTo>
                      <a:pt x="16431" y="16080"/>
                      <a:pt x="16217" y="15876"/>
                      <a:pt x="16024" y="15876"/>
                    </a:cubicBezTo>
                    <a:close/>
                    <a:moveTo>
                      <a:pt x="10258" y="16997"/>
                    </a:moveTo>
                    <a:cubicBezTo>
                      <a:pt x="10062" y="16997"/>
                      <a:pt x="9943" y="17207"/>
                      <a:pt x="9993" y="17466"/>
                    </a:cubicBezTo>
                    <a:cubicBezTo>
                      <a:pt x="10044" y="17728"/>
                      <a:pt x="10246" y="17942"/>
                      <a:pt x="10445" y="17942"/>
                    </a:cubicBezTo>
                    <a:cubicBezTo>
                      <a:pt x="10643" y="17942"/>
                      <a:pt x="10760" y="17728"/>
                      <a:pt x="10707" y="17466"/>
                    </a:cubicBezTo>
                    <a:cubicBezTo>
                      <a:pt x="10655" y="17207"/>
                      <a:pt x="10454" y="16997"/>
                      <a:pt x="10258" y="16997"/>
                    </a:cubicBezTo>
                    <a:close/>
                    <a:moveTo>
                      <a:pt x="11985" y="16997"/>
                    </a:moveTo>
                    <a:cubicBezTo>
                      <a:pt x="11789" y="16997"/>
                      <a:pt x="11676" y="17207"/>
                      <a:pt x="11732" y="17466"/>
                    </a:cubicBezTo>
                    <a:cubicBezTo>
                      <a:pt x="11789" y="17728"/>
                      <a:pt x="11995" y="17942"/>
                      <a:pt x="12194" y="17942"/>
                    </a:cubicBezTo>
                    <a:cubicBezTo>
                      <a:pt x="12392" y="17942"/>
                      <a:pt x="12505" y="17728"/>
                      <a:pt x="12446" y="17466"/>
                    </a:cubicBezTo>
                    <a:cubicBezTo>
                      <a:pt x="12387" y="17207"/>
                      <a:pt x="12182" y="16997"/>
                      <a:pt x="11985" y="16997"/>
                    </a:cubicBezTo>
                    <a:close/>
                    <a:moveTo>
                      <a:pt x="13726" y="16997"/>
                    </a:moveTo>
                    <a:cubicBezTo>
                      <a:pt x="13530" y="16997"/>
                      <a:pt x="13421" y="17207"/>
                      <a:pt x="13483" y="17466"/>
                    </a:cubicBezTo>
                    <a:cubicBezTo>
                      <a:pt x="13545" y="17728"/>
                      <a:pt x="13756" y="17942"/>
                      <a:pt x="13955" y="17942"/>
                    </a:cubicBezTo>
                    <a:cubicBezTo>
                      <a:pt x="14153" y="17942"/>
                      <a:pt x="14261" y="17728"/>
                      <a:pt x="14196" y="17466"/>
                    </a:cubicBezTo>
                    <a:cubicBezTo>
                      <a:pt x="14132" y="17207"/>
                      <a:pt x="13922" y="16997"/>
                      <a:pt x="13726" y="16997"/>
                    </a:cubicBezTo>
                    <a:close/>
                    <a:moveTo>
                      <a:pt x="14602" y="16997"/>
                    </a:moveTo>
                    <a:cubicBezTo>
                      <a:pt x="14405" y="16997"/>
                      <a:pt x="14300" y="17207"/>
                      <a:pt x="14364" y="17466"/>
                    </a:cubicBezTo>
                    <a:cubicBezTo>
                      <a:pt x="14429" y="17728"/>
                      <a:pt x="14642" y="17942"/>
                      <a:pt x="14841" y="17942"/>
                    </a:cubicBezTo>
                    <a:cubicBezTo>
                      <a:pt x="15039" y="17942"/>
                      <a:pt x="15145" y="17728"/>
                      <a:pt x="15078" y="17466"/>
                    </a:cubicBezTo>
                    <a:cubicBezTo>
                      <a:pt x="15011" y="17207"/>
                      <a:pt x="14798" y="16997"/>
                      <a:pt x="14602" y="16997"/>
                    </a:cubicBezTo>
                    <a:close/>
                    <a:moveTo>
                      <a:pt x="11359" y="18138"/>
                    </a:moveTo>
                    <a:cubicBezTo>
                      <a:pt x="11161" y="18138"/>
                      <a:pt x="11043" y="18353"/>
                      <a:pt x="11098" y="18621"/>
                    </a:cubicBezTo>
                    <a:cubicBezTo>
                      <a:pt x="11153" y="18891"/>
                      <a:pt x="11362" y="19110"/>
                      <a:pt x="11562" y="19110"/>
                    </a:cubicBezTo>
                    <a:cubicBezTo>
                      <a:pt x="11764" y="19110"/>
                      <a:pt x="11880" y="18891"/>
                      <a:pt x="11822" y="18621"/>
                    </a:cubicBezTo>
                    <a:cubicBezTo>
                      <a:pt x="11765" y="18353"/>
                      <a:pt x="11558" y="18138"/>
                      <a:pt x="11359" y="18138"/>
                    </a:cubicBezTo>
                    <a:close/>
                    <a:moveTo>
                      <a:pt x="12246" y="18138"/>
                    </a:moveTo>
                    <a:cubicBezTo>
                      <a:pt x="12048" y="18138"/>
                      <a:pt x="11933" y="18353"/>
                      <a:pt x="11991" y="18621"/>
                    </a:cubicBezTo>
                    <a:cubicBezTo>
                      <a:pt x="12049" y="18891"/>
                      <a:pt x="12259" y="19110"/>
                      <a:pt x="12460" y="19110"/>
                    </a:cubicBezTo>
                    <a:cubicBezTo>
                      <a:pt x="12662" y="19110"/>
                      <a:pt x="12776" y="18891"/>
                      <a:pt x="12715" y="18621"/>
                    </a:cubicBezTo>
                    <a:cubicBezTo>
                      <a:pt x="12655" y="18353"/>
                      <a:pt x="12445" y="18138"/>
                      <a:pt x="12246" y="18138"/>
                    </a:cubicBezTo>
                    <a:close/>
                    <a:moveTo>
                      <a:pt x="13122" y="18138"/>
                    </a:moveTo>
                    <a:cubicBezTo>
                      <a:pt x="12924" y="18138"/>
                      <a:pt x="12811" y="18353"/>
                      <a:pt x="12872" y="18621"/>
                    </a:cubicBezTo>
                    <a:cubicBezTo>
                      <a:pt x="12933" y="18891"/>
                      <a:pt x="13146" y="19110"/>
                      <a:pt x="13347" y="19110"/>
                    </a:cubicBezTo>
                    <a:cubicBezTo>
                      <a:pt x="13549" y="19110"/>
                      <a:pt x="13659" y="18891"/>
                      <a:pt x="13596" y="18621"/>
                    </a:cubicBezTo>
                    <a:cubicBezTo>
                      <a:pt x="13533" y="18353"/>
                      <a:pt x="13321" y="18138"/>
                      <a:pt x="13122" y="18138"/>
                    </a:cubicBezTo>
                    <a:close/>
                    <a:moveTo>
                      <a:pt x="14010" y="18138"/>
                    </a:moveTo>
                    <a:cubicBezTo>
                      <a:pt x="13811" y="18138"/>
                      <a:pt x="13701" y="18353"/>
                      <a:pt x="13765" y="18621"/>
                    </a:cubicBezTo>
                    <a:cubicBezTo>
                      <a:pt x="13829" y="18891"/>
                      <a:pt x="14044" y="19110"/>
                      <a:pt x="14246" y="19110"/>
                    </a:cubicBezTo>
                    <a:cubicBezTo>
                      <a:pt x="14447" y="19110"/>
                      <a:pt x="14556" y="18891"/>
                      <a:pt x="14489" y="18621"/>
                    </a:cubicBezTo>
                    <a:cubicBezTo>
                      <a:pt x="14423" y="18353"/>
                      <a:pt x="14209" y="18138"/>
                      <a:pt x="14010" y="18138"/>
                    </a:cubicBezTo>
                    <a:close/>
                    <a:moveTo>
                      <a:pt x="14898" y="18138"/>
                    </a:moveTo>
                    <a:cubicBezTo>
                      <a:pt x="14698" y="18138"/>
                      <a:pt x="14591" y="18353"/>
                      <a:pt x="14658" y="18621"/>
                    </a:cubicBezTo>
                    <a:cubicBezTo>
                      <a:pt x="14725" y="18891"/>
                      <a:pt x="14942" y="19110"/>
                      <a:pt x="15144" y="19110"/>
                    </a:cubicBezTo>
                    <a:cubicBezTo>
                      <a:pt x="15345" y="19110"/>
                      <a:pt x="15452" y="18891"/>
                      <a:pt x="15383" y="18621"/>
                    </a:cubicBezTo>
                    <a:cubicBezTo>
                      <a:pt x="15314" y="18353"/>
                      <a:pt x="15096" y="18138"/>
                      <a:pt x="14898" y="18138"/>
                    </a:cubicBezTo>
                    <a:close/>
                    <a:moveTo>
                      <a:pt x="15774" y="18138"/>
                    </a:moveTo>
                    <a:cubicBezTo>
                      <a:pt x="15575" y="18138"/>
                      <a:pt x="15470" y="18353"/>
                      <a:pt x="15540" y="18621"/>
                    </a:cubicBezTo>
                    <a:cubicBezTo>
                      <a:pt x="15610" y="18891"/>
                      <a:pt x="15829" y="19110"/>
                      <a:pt x="16031" y="19110"/>
                    </a:cubicBezTo>
                    <a:cubicBezTo>
                      <a:pt x="16232" y="19110"/>
                      <a:pt x="16336" y="18891"/>
                      <a:pt x="16264" y="18621"/>
                    </a:cubicBezTo>
                    <a:cubicBezTo>
                      <a:pt x="16192" y="18353"/>
                      <a:pt x="15973" y="18138"/>
                      <a:pt x="15774" y="18138"/>
                    </a:cubicBezTo>
                    <a:close/>
                    <a:moveTo>
                      <a:pt x="17538" y="18138"/>
                    </a:moveTo>
                    <a:cubicBezTo>
                      <a:pt x="17339" y="18138"/>
                      <a:pt x="17239" y="18353"/>
                      <a:pt x="17315" y="18621"/>
                    </a:cubicBezTo>
                    <a:cubicBezTo>
                      <a:pt x="17391" y="18891"/>
                      <a:pt x="17615" y="19110"/>
                      <a:pt x="17816" y="19110"/>
                    </a:cubicBezTo>
                    <a:cubicBezTo>
                      <a:pt x="18018" y="19110"/>
                      <a:pt x="18117" y="18891"/>
                      <a:pt x="18039" y="18621"/>
                    </a:cubicBezTo>
                    <a:cubicBezTo>
                      <a:pt x="17961" y="18353"/>
                      <a:pt x="17737" y="18138"/>
                      <a:pt x="17538" y="18138"/>
                    </a:cubicBezTo>
                    <a:close/>
                    <a:moveTo>
                      <a:pt x="18426" y="18138"/>
                    </a:moveTo>
                    <a:cubicBezTo>
                      <a:pt x="18227" y="18138"/>
                      <a:pt x="18129" y="18353"/>
                      <a:pt x="18208" y="18621"/>
                    </a:cubicBezTo>
                    <a:cubicBezTo>
                      <a:pt x="18287" y="18891"/>
                      <a:pt x="18513" y="19110"/>
                      <a:pt x="18715" y="19110"/>
                    </a:cubicBezTo>
                    <a:cubicBezTo>
                      <a:pt x="18917" y="19110"/>
                      <a:pt x="19013" y="18891"/>
                      <a:pt x="18932" y="18621"/>
                    </a:cubicBezTo>
                    <a:cubicBezTo>
                      <a:pt x="18851" y="18353"/>
                      <a:pt x="18625" y="18138"/>
                      <a:pt x="18426" y="18138"/>
                    </a:cubicBezTo>
                    <a:close/>
                    <a:moveTo>
                      <a:pt x="11608" y="19342"/>
                    </a:moveTo>
                    <a:cubicBezTo>
                      <a:pt x="11407" y="19342"/>
                      <a:pt x="11288" y="19565"/>
                      <a:pt x="11345" y="19841"/>
                    </a:cubicBezTo>
                    <a:cubicBezTo>
                      <a:pt x="11401" y="20118"/>
                      <a:pt x="11614" y="20344"/>
                      <a:pt x="11818" y="20344"/>
                    </a:cubicBezTo>
                    <a:cubicBezTo>
                      <a:pt x="12022" y="20344"/>
                      <a:pt x="12140" y="20118"/>
                      <a:pt x="12080" y="19841"/>
                    </a:cubicBezTo>
                    <a:cubicBezTo>
                      <a:pt x="12021" y="19565"/>
                      <a:pt x="11810" y="19342"/>
                      <a:pt x="11608" y="19342"/>
                    </a:cubicBezTo>
                    <a:close/>
                    <a:moveTo>
                      <a:pt x="12507" y="19342"/>
                    </a:moveTo>
                    <a:cubicBezTo>
                      <a:pt x="12306" y="19342"/>
                      <a:pt x="12190" y="19565"/>
                      <a:pt x="12250" y="19841"/>
                    </a:cubicBezTo>
                    <a:cubicBezTo>
                      <a:pt x="12309" y="20118"/>
                      <a:pt x="12524" y="20344"/>
                      <a:pt x="12728" y="20344"/>
                    </a:cubicBezTo>
                    <a:cubicBezTo>
                      <a:pt x="12933" y="20344"/>
                      <a:pt x="13047" y="20118"/>
                      <a:pt x="12985" y="19841"/>
                    </a:cubicBezTo>
                    <a:cubicBezTo>
                      <a:pt x="12922" y="19565"/>
                      <a:pt x="12710" y="19342"/>
                      <a:pt x="12507" y="19342"/>
                    </a:cubicBezTo>
                    <a:close/>
                    <a:moveTo>
                      <a:pt x="16093" y="19342"/>
                    </a:moveTo>
                    <a:cubicBezTo>
                      <a:pt x="15891" y="19342"/>
                      <a:pt x="15786" y="19565"/>
                      <a:pt x="15857" y="19841"/>
                    </a:cubicBezTo>
                    <a:cubicBezTo>
                      <a:pt x="15929" y="20118"/>
                      <a:pt x="16154" y="20344"/>
                      <a:pt x="16358" y="20344"/>
                    </a:cubicBezTo>
                    <a:cubicBezTo>
                      <a:pt x="16562" y="20344"/>
                      <a:pt x="16667" y="20118"/>
                      <a:pt x="16592" y="19841"/>
                    </a:cubicBezTo>
                    <a:cubicBezTo>
                      <a:pt x="16518" y="19565"/>
                      <a:pt x="16295" y="19342"/>
                      <a:pt x="16093" y="19342"/>
                    </a:cubicBezTo>
                    <a:close/>
                    <a:moveTo>
                      <a:pt x="18780" y="19342"/>
                    </a:moveTo>
                    <a:cubicBezTo>
                      <a:pt x="18578" y="19342"/>
                      <a:pt x="18480" y="19565"/>
                      <a:pt x="18561" y="19841"/>
                    </a:cubicBezTo>
                    <a:cubicBezTo>
                      <a:pt x="18642" y="20118"/>
                      <a:pt x="18873" y="20344"/>
                      <a:pt x="19078" y="20344"/>
                    </a:cubicBezTo>
                    <a:cubicBezTo>
                      <a:pt x="19283" y="20344"/>
                      <a:pt x="19380" y="20118"/>
                      <a:pt x="19296" y="19841"/>
                    </a:cubicBezTo>
                    <a:cubicBezTo>
                      <a:pt x="19212" y="19565"/>
                      <a:pt x="18982" y="19342"/>
                      <a:pt x="18780" y="19342"/>
                    </a:cubicBezTo>
                    <a:close/>
                    <a:moveTo>
                      <a:pt x="19668" y="19342"/>
                    </a:moveTo>
                    <a:cubicBezTo>
                      <a:pt x="19466" y="19342"/>
                      <a:pt x="19371" y="19565"/>
                      <a:pt x="19454" y="19841"/>
                    </a:cubicBezTo>
                    <a:cubicBezTo>
                      <a:pt x="19539" y="20118"/>
                      <a:pt x="19773" y="20344"/>
                      <a:pt x="19977" y="20344"/>
                    </a:cubicBezTo>
                    <a:cubicBezTo>
                      <a:pt x="20182" y="20344"/>
                      <a:pt x="20277" y="20118"/>
                      <a:pt x="20190" y="19841"/>
                    </a:cubicBezTo>
                    <a:cubicBezTo>
                      <a:pt x="20104" y="19565"/>
                      <a:pt x="19870" y="19342"/>
                      <a:pt x="19668" y="19342"/>
                    </a:cubicBezTo>
                    <a:close/>
                    <a:moveTo>
                      <a:pt x="20568" y="19342"/>
                    </a:moveTo>
                    <a:cubicBezTo>
                      <a:pt x="20366" y="19342"/>
                      <a:pt x="20273" y="19565"/>
                      <a:pt x="20360" y="19841"/>
                    </a:cubicBezTo>
                    <a:cubicBezTo>
                      <a:pt x="20447" y="20118"/>
                      <a:pt x="20684" y="20344"/>
                      <a:pt x="20888" y="20344"/>
                    </a:cubicBezTo>
                    <a:cubicBezTo>
                      <a:pt x="21093" y="20344"/>
                      <a:pt x="21185" y="20118"/>
                      <a:pt x="21095" y="19841"/>
                    </a:cubicBezTo>
                    <a:cubicBezTo>
                      <a:pt x="21005" y="19565"/>
                      <a:pt x="20770" y="19342"/>
                      <a:pt x="20568" y="19342"/>
                    </a:cubicBezTo>
                    <a:close/>
                    <a:moveTo>
                      <a:pt x="13691" y="20566"/>
                    </a:moveTo>
                    <a:cubicBezTo>
                      <a:pt x="13486" y="20566"/>
                      <a:pt x="13372" y="20796"/>
                      <a:pt x="13436" y="21080"/>
                    </a:cubicBezTo>
                    <a:cubicBezTo>
                      <a:pt x="13501" y="21366"/>
                      <a:pt x="13723" y="21600"/>
                      <a:pt x="13929" y="21600"/>
                    </a:cubicBezTo>
                    <a:cubicBezTo>
                      <a:pt x="14137" y="21600"/>
                      <a:pt x="14250" y="21366"/>
                      <a:pt x="14182" y="21080"/>
                    </a:cubicBezTo>
                    <a:cubicBezTo>
                      <a:pt x="14115" y="20796"/>
                      <a:pt x="13896" y="20566"/>
                      <a:pt x="13691" y="20566"/>
                    </a:cubicBezTo>
                    <a:close/>
                    <a:moveTo>
                      <a:pt x="14590" y="20566"/>
                    </a:moveTo>
                    <a:cubicBezTo>
                      <a:pt x="14385" y="20566"/>
                      <a:pt x="14274" y="20796"/>
                      <a:pt x="14341" y="21080"/>
                    </a:cubicBezTo>
                    <a:cubicBezTo>
                      <a:pt x="14410" y="21366"/>
                      <a:pt x="14633" y="21600"/>
                      <a:pt x="14840" y="21600"/>
                    </a:cubicBezTo>
                    <a:cubicBezTo>
                      <a:pt x="15048" y="21600"/>
                      <a:pt x="15158" y="21366"/>
                      <a:pt x="15088" y="21080"/>
                    </a:cubicBezTo>
                    <a:cubicBezTo>
                      <a:pt x="15018" y="20796"/>
                      <a:pt x="14795" y="20566"/>
                      <a:pt x="14590" y="20566"/>
                    </a:cubicBezTo>
                    <a:close/>
                    <a:moveTo>
                      <a:pt x="15501" y="20566"/>
                    </a:moveTo>
                    <a:cubicBezTo>
                      <a:pt x="15296" y="20566"/>
                      <a:pt x="15188" y="20796"/>
                      <a:pt x="15258" y="21080"/>
                    </a:cubicBezTo>
                    <a:cubicBezTo>
                      <a:pt x="15329" y="21366"/>
                      <a:pt x="15555" y="21600"/>
                      <a:pt x="15763" y="21600"/>
                    </a:cubicBezTo>
                    <a:cubicBezTo>
                      <a:pt x="15970" y="21600"/>
                      <a:pt x="16078" y="21366"/>
                      <a:pt x="16005" y="21080"/>
                    </a:cubicBezTo>
                    <a:cubicBezTo>
                      <a:pt x="15931" y="20796"/>
                      <a:pt x="15706" y="20566"/>
                      <a:pt x="15501" y="20566"/>
                    </a:cubicBezTo>
                    <a:close/>
                    <a:moveTo>
                      <a:pt x="17324" y="20566"/>
                    </a:moveTo>
                    <a:cubicBezTo>
                      <a:pt x="17119" y="20566"/>
                      <a:pt x="17015" y="20796"/>
                      <a:pt x="17092" y="21080"/>
                    </a:cubicBezTo>
                    <a:cubicBezTo>
                      <a:pt x="17169" y="21366"/>
                      <a:pt x="17401" y="21600"/>
                      <a:pt x="17608" y="21600"/>
                    </a:cubicBezTo>
                    <a:cubicBezTo>
                      <a:pt x="17816" y="21600"/>
                      <a:pt x="17919" y="21366"/>
                      <a:pt x="17838" y="21080"/>
                    </a:cubicBezTo>
                    <a:cubicBezTo>
                      <a:pt x="17759" y="20796"/>
                      <a:pt x="17528" y="20566"/>
                      <a:pt x="17324" y="20566"/>
                    </a:cubicBezTo>
                    <a:close/>
                    <a:moveTo>
                      <a:pt x="19146" y="20566"/>
                    </a:moveTo>
                    <a:cubicBezTo>
                      <a:pt x="18940" y="20566"/>
                      <a:pt x="18843" y="20796"/>
                      <a:pt x="18926" y="21080"/>
                    </a:cubicBezTo>
                    <a:cubicBezTo>
                      <a:pt x="19010" y="21366"/>
                      <a:pt x="19245" y="21600"/>
                      <a:pt x="19453" y="21600"/>
                    </a:cubicBezTo>
                    <a:cubicBezTo>
                      <a:pt x="19661" y="21600"/>
                      <a:pt x="19758" y="21366"/>
                      <a:pt x="19672" y="21080"/>
                    </a:cubicBezTo>
                    <a:cubicBezTo>
                      <a:pt x="19586" y="20796"/>
                      <a:pt x="19351" y="20566"/>
                      <a:pt x="19146" y="20566"/>
                    </a:cubicBezTo>
                    <a:close/>
                    <a:moveTo>
                      <a:pt x="20045" y="20566"/>
                    </a:moveTo>
                    <a:cubicBezTo>
                      <a:pt x="19841" y="20566"/>
                      <a:pt x="19745" y="20796"/>
                      <a:pt x="19831" y="21080"/>
                    </a:cubicBezTo>
                    <a:cubicBezTo>
                      <a:pt x="19918" y="21366"/>
                      <a:pt x="20157" y="21600"/>
                      <a:pt x="20364" y="21600"/>
                    </a:cubicBezTo>
                    <a:cubicBezTo>
                      <a:pt x="20572" y="21600"/>
                      <a:pt x="20668" y="21366"/>
                      <a:pt x="20578" y="21080"/>
                    </a:cubicBezTo>
                    <a:cubicBezTo>
                      <a:pt x="20489" y="20796"/>
                      <a:pt x="20251" y="20566"/>
                      <a:pt x="20045" y="20566"/>
                    </a:cubicBezTo>
                    <a:close/>
                    <a:moveTo>
                      <a:pt x="20957" y="20566"/>
                    </a:moveTo>
                    <a:cubicBezTo>
                      <a:pt x="20752" y="20566"/>
                      <a:pt x="20659" y="20796"/>
                      <a:pt x="20748" y="21080"/>
                    </a:cubicBezTo>
                    <a:cubicBezTo>
                      <a:pt x="20839" y="21366"/>
                      <a:pt x="21080" y="21600"/>
                      <a:pt x="21288" y="21600"/>
                    </a:cubicBezTo>
                    <a:cubicBezTo>
                      <a:pt x="21495" y="21600"/>
                      <a:pt x="21587" y="21366"/>
                      <a:pt x="21494" y="21080"/>
                    </a:cubicBezTo>
                    <a:cubicBezTo>
                      <a:pt x="21402" y="20796"/>
                      <a:pt x="21162" y="20566"/>
                      <a:pt x="20957" y="20566"/>
                    </a:cubicBezTo>
                    <a:close/>
                  </a:path>
                </a:pathLst>
              </a:custGeom>
              <a:solidFill>
                <a:srgbClr val="407E87">
                  <a:alpha val="67843"/>
                </a:srgbClr>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54492" rtl="0" eaLnBrk="1" fontAlgn="auto" latinLnBrk="0" hangingPunct="1">
                  <a:lnSpc>
                    <a:spcPct val="100000"/>
                  </a:lnSpc>
                  <a:spcBef>
                    <a:spcPts val="0"/>
                  </a:spcBef>
                  <a:spcAft>
                    <a:spcPts val="0"/>
                  </a:spcAft>
                  <a:buClrTx/>
                  <a:buSzTx/>
                  <a:buFontTx/>
                  <a:buNone/>
                  <a:tabLst/>
                  <a:defRPr sz="1400">
                    <a:solidFill>
                      <a:srgbClr val="FFFFFF"/>
                    </a:solidFill>
                    <a:effectLst>
                      <a:outerShdw blurRad="38100" dist="12700" dir="5400000" rotWithShape="0">
                        <a:srgbClr val="000000">
                          <a:alpha val="50000"/>
                        </a:srgbClr>
                      </a:outerShdw>
                    </a:effectLst>
                  </a:defRPr>
                </a:pPr>
                <a:endParaRPr kumimoji="0" sz="637"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a:ea typeface="+mn-ea"/>
                  <a:cs typeface="+mn-cs"/>
                </a:endParaRPr>
              </a:p>
            </p:txBody>
          </p:sp>
          <p:sp>
            <p:nvSpPr>
              <p:cNvPr id="19" name="Shape 9">
                <a:extLst>
                  <a:ext uri="{FF2B5EF4-FFF2-40B4-BE49-F238E27FC236}">
                    <a16:creationId xmlns:a16="http://schemas.microsoft.com/office/drawing/2014/main" id="{FFF51F13-304D-3FD8-E8DC-4C48815DCEBB}"/>
                  </a:ext>
                </a:extLst>
              </p:cNvPr>
              <p:cNvSpPr/>
              <p:nvPr/>
            </p:nvSpPr>
            <p:spPr>
              <a:xfrm>
                <a:off x="4830949" y="2435580"/>
                <a:ext cx="2446821" cy="2172863"/>
              </a:xfrm>
              <a:custGeom>
                <a:avLst/>
                <a:gdLst/>
                <a:ahLst/>
                <a:cxnLst>
                  <a:cxn ang="0">
                    <a:pos x="wd2" y="hd2"/>
                  </a:cxn>
                  <a:cxn ang="5400000">
                    <a:pos x="wd2" y="hd2"/>
                  </a:cxn>
                  <a:cxn ang="10800000">
                    <a:pos x="wd2" y="hd2"/>
                  </a:cxn>
                  <a:cxn ang="16200000">
                    <a:pos x="wd2" y="hd2"/>
                  </a:cxn>
                </a:cxnLst>
                <a:rect l="0" t="0" r="r" b="b"/>
                <a:pathLst>
                  <a:path w="21534" h="21600" extrusionOk="0">
                    <a:moveTo>
                      <a:pt x="4982" y="0"/>
                    </a:moveTo>
                    <a:cubicBezTo>
                      <a:pt x="4702" y="0"/>
                      <a:pt x="4465" y="171"/>
                      <a:pt x="4452" y="384"/>
                    </a:cubicBezTo>
                    <a:cubicBezTo>
                      <a:pt x="4439" y="598"/>
                      <a:pt x="4658" y="772"/>
                      <a:pt x="4942" y="772"/>
                    </a:cubicBezTo>
                    <a:cubicBezTo>
                      <a:pt x="5224" y="772"/>
                      <a:pt x="5462" y="598"/>
                      <a:pt x="5472" y="384"/>
                    </a:cubicBezTo>
                    <a:cubicBezTo>
                      <a:pt x="5482" y="171"/>
                      <a:pt x="5262" y="0"/>
                      <a:pt x="4982" y="0"/>
                    </a:cubicBezTo>
                    <a:close/>
                    <a:moveTo>
                      <a:pt x="6211" y="0"/>
                    </a:moveTo>
                    <a:cubicBezTo>
                      <a:pt x="5931" y="0"/>
                      <a:pt x="5695" y="171"/>
                      <a:pt x="5686" y="384"/>
                    </a:cubicBezTo>
                    <a:cubicBezTo>
                      <a:pt x="5677" y="598"/>
                      <a:pt x="5900" y="772"/>
                      <a:pt x="6183" y="772"/>
                    </a:cubicBezTo>
                    <a:cubicBezTo>
                      <a:pt x="6466" y="772"/>
                      <a:pt x="6700" y="598"/>
                      <a:pt x="6706" y="384"/>
                    </a:cubicBezTo>
                    <a:cubicBezTo>
                      <a:pt x="6712" y="171"/>
                      <a:pt x="6491" y="0"/>
                      <a:pt x="6211" y="0"/>
                    </a:cubicBezTo>
                    <a:close/>
                    <a:moveTo>
                      <a:pt x="7456" y="0"/>
                    </a:moveTo>
                    <a:cubicBezTo>
                      <a:pt x="7176" y="0"/>
                      <a:pt x="6945" y="171"/>
                      <a:pt x="6940" y="384"/>
                    </a:cubicBezTo>
                    <a:cubicBezTo>
                      <a:pt x="6934" y="598"/>
                      <a:pt x="7159" y="772"/>
                      <a:pt x="7442" y="772"/>
                    </a:cubicBezTo>
                    <a:cubicBezTo>
                      <a:pt x="7725" y="772"/>
                      <a:pt x="7957" y="598"/>
                      <a:pt x="7959" y="384"/>
                    </a:cubicBezTo>
                    <a:cubicBezTo>
                      <a:pt x="7962" y="171"/>
                      <a:pt x="7736" y="0"/>
                      <a:pt x="7456" y="0"/>
                    </a:cubicBezTo>
                    <a:close/>
                    <a:moveTo>
                      <a:pt x="16165" y="0"/>
                    </a:moveTo>
                    <a:cubicBezTo>
                      <a:pt x="15885" y="0"/>
                      <a:pt x="15674" y="171"/>
                      <a:pt x="15695" y="384"/>
                    </a:cubicBezTo>
                    <a:cubicBezTo>
                      <a:pt x="15715" y="598"/>
                      <a:pt x="15962" y="772"/>
                      <a:pt x="16244" y="772"/>
                    </a:cubicBezTo>
                    <a:cubicBezTo>
                      <a:pt x="16527" y="772"/>
                      <a:pt x="16737" y="598"/>
                      <a:pt x="16714" y="384"/>
                    </a:cubicBezTo>
                    <a:cubicBezTo>
                      <a:pt x="16691" y="171"/>
                      <a:pt x="16445" y="0"/>
                      <a:pt x="16165" y="0"/>
                    </a:cubicBezTo>
                    <a:close/>
                    <a:moveTo>
                      <a:pt x="17393" y="0"/>
                    </a:moveTo>
                    <a:cubicBezTo>
                      <a:pt x="17114" y="0"/>
                      <a:pt x="16906" y="171"/>
                      <a:pt x="16930" y="384"/>
                    </a:cubicBezTo>
                    <a:cubicBezTo>
                      <a:pt x="16954" y="598"/>
                      <a:pt x="17203" y="772"/>
                      <a:pt x="17486" y="772"/>
                    </a:cubicBezTo>
                    <a:cubicBezTo>
                      <a:pt x="17769" y="772"/>
                      <a:pt x="17977" y="598"/>
                      <a:pt x="17950" y="384"/>
                    </a:cubicBezTo>
                    <a:cubicBezTo>
                      <a:pt x="17923" y="171"/>
                      <a:pt x="17674" y="0"/>
                      <a:pt x="17393" y="0"/>
                    </a:cubicBezTo>
                    <a:close/>
                    <a:moveTo>
                      <a:pt x="18641" y="0"/>
                    </a:moveTo>
                    <a:cubicBezTo>
                      <a:pt x="18361" y="0"/>
                      <a:pt x="18156" y="171"/>
                      <a:pt x="18184" y="384"/>
                    </a:cubicBezTo>
                    <a:cubicBezTo>
                      <a:pt x="18212" y="598"/>
                      <a:pt x="18464" y="772"/>
                      <a:pt x="18747" y="772"/>
                    </a:cubicBezTo>
                    <a:cubicBezTo>
                      <a:pt x="19030" y="772"/>
                      <a:pt x="19235" y="598"/>
                      <a:pt x="19204" y="384"/>
                    </a:cubicBezTo>
                    <a:cubicBezTo>
                      <a:pt x="19173" y="171"/>
                      <a:pt x="18921" y="0"/>
                      <a:pt x="18641" y="0"/>
                    </a:cubicBezTo>
                    <a:close/>
                    <a:moveTo>
                      <a:pt x="3669" y="951"/>
                    </a:moveTo>
                    <a:cubicBezTo>
                      <a:pt x="3385" y="951"/>
                      <a:pt x="3142" y="1127"/>
                      <a:pt x="3125" y="1345"/>
                    </a:cubicBezTo>
                    <a:cubicBezTo>
                      <a:pt x="3108" y="1564"/>
                      <a:pt x="3326" y="1743"/>
                      <a:pt x="3613" y="1743"/>
                    </a:cubicBezTo>
                    <a:cubicBezTo>
                      <a:pt x="3900" y="1743"/>
                      <a:pt x="4144" y="1564"/>
                      <a:pt x="4158" y="1345"/>
                    </a:cubicBezTo>
                    <a:cubicBezTo>
                      <a:pt x="4171" y="1127"/>
                      <a:pt x="3953" y="951"/>
                      <a:pt x="3669" y="951"/>
                    </a:cubicBezTo>
                    <a:close/>
                    <a:moveTo>
                      <a:pt x="4915" y="951"/>
                    </a:moveTo>
                    <a:cubicBezTo>
                      <a:pt x="4631" y="951"/>
                      <a:pt x="4391" y="1127"/>
                      <a:pt x="4377" y="1345"/>
                    </a:cubicBezTo>
                    <a:cubicBezTo>
                      <a:pt x="4364" y="1564"/>
                      <a:pt x="4586" y="1743"/>
                      <a:pt x="4873" y="1743"/>
                    </a:cubicBezTo>
                    <a:cubicBezTo>
                      <a:pt x="5159" y="1743"/>
                      <a:pt x="5400" y="1564"/>
                      <a:pt x="5410" y="1345"/>
                    </a:cubicBezTo>
                    <a:cubicBezTo>
                      <a:pt x="5420" y="1127"/>
                      <a:pt x="5198" y="951"/>
                      <a:pt x="4915" y="951"/>
                    </a:cubicBezTo>
                    <a:close/>
                    <a:moveTo>
                      <a:pt x="6180" y="951"/>
                    </a:moveTo>
                    <a:cubicBezTo>
                      <a:pt x="5896" y="951"/>
                      <a:pt x="5658" y="1127"/>
                      <a:pt x="5649" y="1345"/>
                    </a:cubicBezTo>
                    <a:cubicBezTo>
                      <a:pt x="5640" y="1564"/>
                      <a:pt x="5865" y="1743"/>
                      <a:pt x="6152" y="1743"/>
                    </a:cubicBezTo>
                    <a:cubicBezTo>
                      <a:pt x="6439" y="1743"/>
                      <a:pt x="6676" y="1564"/>
                      <a:pt x="6682" y="1345"/>
                    </a:cubicBezTo>
                    <a:cubicBezTo>
                      <a:pt x="6689" y="1127"/>
                      <a:pt x="6464" y="951"/>
                      <a:pt x="6180" y="951"/>
                    </a:cubicBezTo>
                    <a:close/>
                    <a:moveTo>
                      <a:pt x="7445" y="951"/>
                    </a:moveTo>
                    <a:cubicBezTo>
                      <a:pt x="7161" y="951"/>
                      <a:pt x="6926" y="1127"/>
                      <a:pt x="6921" y="1345"/>
                    </a:cubicBezTo>
                    <a:cubicBezTo>
                      <a:pt x="6915" y="1564"/>
                      <a:pt x="7143" y="1743"/>
                      <a:pt x="7430" y="1743"/>
                    </a:cubicBezTo>
                    <a:cubicBezTo>
                      <a:pt x="7717" y="1743"/>
                      <a:pt x="7951" y="1564"/>
                      <a:pt x="7954" y="1345"/>
                    </a:cubicBezTo>
                    <a:cubicBezTo>
                      <a:pt x="7956" y="1127"/>
                      <a:pt x="7728" y="951"/>
                      <a:pt x="7445" y="951"/>
                    </a:cubicBezTo>
                    <a:close/>
                    <a:moveTo>
                      <a:pt x="8691" y="951"/>
                    </a:moveTo>
                    <a:cubicBezTo>
                      <a:pt x="8407" y="951"/>
                      <a:pt x="8176" y="1127"/>
                      <a:pt x="8174" y="1345"/>
                    </a:cubicBezTo>
                    <a:cubicBezTo>
                      <a:pt x="8172" y="1564"/>
                      <a:pt x="8403" y="1743"/>
                      <a:pt x="8690" y="1743"/>
                    </a:cubicBezTo>
                    <a:cubicBezTo>
                      <a:pt x="8977" y="1743"/>
                      <a:pt x="9208" y="1564"/>
                      <a:pt x="9207" y="1345"/>
                    </a:cubicBezTo>
                    <a:cubicBezTo>
                      <a:pt x="9206" y="1127"/>
                      <a:pt x="8975" y="951"/>
                      <a:pt x="8691" y="951"/>
                    </a:cubicBezTo>
                    <a:close/>
                    <a:moveTo>
                      <a:pt x="9956" y="951"/>
                    </a:moveTo>
                    <a:cubicBezTo>
                      <a:pt x="9672" y="951"/>
                      <a:pt x="9444" y="1127"/>
                      <a:pt x="9446" y="1345"/>
                    </a:cubicBezTo>
                    <a:cubicBezTo>
                      <a:pt x="9448" y="1564"/>
                      <a:pt x="9682" y="1743"/>
                      <a:pt x="9969" y="1743"/>
                    </a:cubicBezTo>
                    <a:cubicBezTo>
                      <a:pt x="10256" y="1743"/>
                      <a:pt x="10484" y="1564"/>
                      <a:pt x="10479" y="1345"/>
                    </a:cubicBezTo>
                    <a:cubicBezTo>
                      <a:pt x="10474" y="1127"/>
                      <a:pt x="10240" y="951"/>
                      <a:pt x="9956" y="951"/>
                    </a:cubicBezTo>
                    <a:close/>
                    <a:moveTo>
                      <a:pt x="11221" y="951"/>
                    </a:moveTo>
                    <a:cubicBezTo>
                      <a:pt x="10938" y="951"/>
                      <a:pt x="10712" y="1127"/>
                      <a:pt x="10718" y="1345"/>
                    </a:cubicBezTo>
                    <a:cubicBezTo>
                      <a:pt x="10724" y="1564"/>
                      <a:pt x="10961" y="1743"/>
                      <a:pt x="11248" y="1743"/>
                    </a:cubicBezTo>
                    <a:cubicBezTo>
                      <a:pt x="11535" y="1743"/>
                      <a:pt x="11760" y="1564"/>
                      <a:pt x="11751" y="1345"/>
                    </a:cubicBezTo>
                    <a:cubicBezTo>
                      <a:pt x="11742" y="1127"/>
                      <a:pt x="11505" y="951"/>
                      <a:pt x="11221" y="951"/>
                    </a:cubicBezTo>
                    <a:close/>
                    <a:moveTo>
                      <a:pt x="12468" y="951"/>
                    </a:moveTo>
                    <a:cubicBezTo>
                      <a:pt x="12185" y="951"/>
                      <a:pt x="11962" y="1127"/>
                      <a:pt x="11972" y="1345"/>
                    </a:cubicBezTo>
                    <a:cubicBezTo>
                      <a:pt x="11981" y="1564"/>
                      <a:pt x="12222" y="1743"/>
                      <a:pt x="12508" y="1743"/>
                    </a:cubicBezTo>
                    <a:cubicBezTo>
                      <a:pt x="12795" y="1743"/>
                      <a:pt x="13017" y="1564"/>
                      <a:pt x="13005" y="1345"/>
                    </a:cubicBezTo>
                    <a:cubicBezTo>
                      <a:pt x="12992" y="1127"/>
                      <a:pt x="12752" y="951"/>
                      <a:pt x="12468" y="951"/>
                    </a:cubicBezTo>
                    <a:close/>
                    <a:moveTo>
                      <a:pt x="13734" y="951"/>
                    </a:moveTo>
                    <a:cubicBezTo>
                      <a:pt x="13450" y="951"/>
                      <a:pt x="13231" y="1127"/>
                      <a:pt x="13244" y="1345"/>
                    </a:cubicBezTo>
                    <a:cubicBezTo>
                      <a:pt x="13257" y="1564"/>
                      <a:pt x="13501" y="1743"/>
                      <a:pt x="13788" y="1743"/>
                    </a:cubicBezTo>
                    <a:cubicBezTo>
                      <a:pt x="14074" y="1743"/>
                      <a:pt x="14294" y="1564"/>
                      <a:pt x="14277" y="1345"/>
                    </a:cubicBezTo>
                    <a:cubicBezTo>
                      <a:pt x="14261" y="1127"/>
                      <a:pt x="14017" y="951"/>
                      <a:pt x="13734" y="951"/>
                    </a:cubicBezTo>
                    <a:close/>
                    <a:moveTo>
                      <a:pt x="14999" y="951"/>
                    </a:moveTo>
                    <a:cubicBezTo>
                      <a:pt x="14715" y="951"/>
                      <a:pt x="14499" y="1127"/>
                      <a:pt x="14516" y="1345"/>
                    </a:cubicBezTo>
                    <a:cubicBezTo>
                      <a:pt x="14533" y="1564"/>
                      <a:pt x="14780" y="1743"/>
                      <a:pt x="15067" y="1743"/>
                    </a:cubicBezTo>
                    <a:cubicBezTo>
                      <a:pt x="15353" y="1743"/>
                      <a:pt x="15569" y="1564"/>
                      <a:pt x="15549" y="1345"/>
                    </a:cubicBezTo>
                    <a:cubicBezTo>
                      <a:pt x="15529" y="1127"/>
                      <a:pt x="15282" y="951"/>
                      <a:pt x="14999" y="951"/>
                    </a:cubicBezTo>
                    <a:close/>
                    <a:moveTo>
                      <a:pt x="16245" y="951"/>
                    </a:moveTo>
                    <a:cubicBezTo>
                      <a:pt x="15962" y="951"/>
                      <a:pt x="15749" y="1127"/>
                      <a:pt x="15770" y="1345"/>
                    </a:cubicBezTo>
                    <a:cubicBezTo>
                      <a:pt x="15791" y="1564"/>
                      <a:pt x="16040" y="1743"/>
                      <a:pt x="16327" y="1743"/>
                    </a:cubicBezTo>
                    <a:cubicBezTo>
                      <a:pt x="16614" y="1743"/>
                      <a:pt x="16827" y="1564"/>
                      <a:pt x="16803" y="1345"/>
                    </a:cubicBezTo>
                    <a:cubicBezTo>
                      <a:pt x="16779" y="1127"/>
                      <a:pt x="16529" y="951"/>
                      <a:pt x="16245" y="951"/>
                    </a:cubicBezTo>
                    <a:close/>
                    <a:moveTo>
                      <a:pt x="17512" y="951"/>
                    </a:moveTo>
                    <a:cubicBezTo>
                      <a:pt x="17228" y="951"/>
                      <a:pt x="17018" y="1127"/>
                      <a:pt x="17042" y="1345"/>
                    </a:cubicBezTo>
                    <a:cubicBezTo>
                      <a:pt x="17067" y="1564"/>
                      <a:pt x="17320" y="1743"/>
                      <a:pt x="17606" y="1743"/>
                    </a:cubicBezTo>
                    <a:cubicBezTo>
                      <a:pt x="17893" y="1743"/>
                      <a:pt x="18103" y="1564"/>
                      <a:pt x="18075" y="1345"/>
                    </a:cubicBezTo>
                    <a:cubicBezTo>
                      <a:pt x="18048" y="1127"/>
                      <a:pt x="17795" y="951"/>
                      <a:pt x="17512" y="951"/>
                    </a:cubicBezTo>
                    <a:close/>
                    <a:moveTo>
                      <a:pt x="18778" y="951"/>
                    </a:moveTo>
                    <a:cubicBezTo>
                      <a:pt x="18493" y="951"/>
                      <a:pt x="18287" y="1127"/>
                      <a:pt x="18315" y="1345"/>
                    </a:cubicBezTo>
                    <a:cubicBezTo>
                      <a:pt x="18344" y="1564"/>
                      <a:pt x="18599" y="1743"/>
                      <a:pt x="18886" y="1743"/>
                    </a:cubicBezTo>
                    <a:cubicBezTo>
                      <a:pt x="19173" y="1743"/>
                      <a:pt x="19380" y="1564"/>
                      <a:pt x="19348" y="1345"/>
                    </a:cubicBezTo>
                    <a:cubicBezTo>
                      <a:pt x="19317" y="1127"/>
                      <a:pt x="19061" y="951"/>
                      <a:pt x="18778" y="951"/>
                    </a:cubicBezTo>
                    <a:close/>
                    <a:moveTo>
                      <a:pt x="2318" y="1923"/>
                    </a:moveTo>
                    <a:cubicBezTo>
                      <a:pt x="2031" y="1923"/>
                      <a:pt x="1780" y="2103"/>
                      <a:pt x="1759" y="2327"/>
                    </a:cubicBezTo>
                    <a:cubicBezTo>
                      <a:pt x="1738" y="2552"/>
                      <a:pt x="1956" y="2736"/>
                      <a:pt x="2247" y="2736"/>
                    </a:cubicBezTo>
                    <a:cubicBezTo>
                      <a:pt x="2538" y="2736"/>
                      <a:pt x="2788" y="2552"/>
                      <a:pt x="2806" y="2327"/>
                    </a:cubicBezTo>
                    <a:cubicBezTo>
                      <a:pt x="2824" y="2103"/>
                      <a:pt x="2606" y="1923"/>
                      <a:pt x="2318" y="1923"/>
                    </a:cubicBezTo>
                    <a:close/>
                    <a:moveTo>
                      <a:pt x="3602" y="1923"/>
                    </a:moveTo>
                    <a:cubicBezTo>
                      <a:pt x="3314" y="1923"/>
                      <a:pt x="3067" y="2103"/>
                      <a:pt x="3050" y="2327"/>
                    </a:cubicBezTo>
                    <a:cubicBezTo>
                      <a:pt x="3032" y="2552"/>
                      <a:pt x="3254" y="2736"/>
                      <a:pt x="3544" y="2736"/>
                    </a:cubicBezTo>
                    <a:cubicBezTo>
                      <a:pt x="3835" y="2736"/>
                      <a:pt x="4082" y="2552"/>
                      <a:pt x="4096" y="2327"/>
                    </a:cubicBezTo>
                    <a:cubicBezTo>
                      <a:pt x="4110" y="2103"/>
                      <a:pt x="3889" y="1923"/>
                      <a:pt x="3602" y="1923"/>
                    </a:cubicBezTo>
                    <a:close/>
                    <a:moveTo>
                      <a:pt x="4867" y="1923"/>
                    </a:moveTo>
                    <a:cubicBezTo>
                      <a:pt x="4579" y="1923"/>
                      <a:pt x="4335" y="2103"/>
                      <a:pt x="4321" y="2327"/>
                    </a:cubicBezTo>
                    <a:cubicBezTo>
                      <a:pt x="4308" y="2552"/>
                      <a:pt x="4533" y="2736"/>
                      <a:pt x="4823" y="2736"/>
                    </a:cubicBezTo>
                    <a:cubicBezTo>
                      <a:pt x="5114" y="2736"/>
                      <a:pt x="5358" y="2552"/>
                      <a:pt x="5369" y="2327"/>
                    </a:cubicBezTo>
                    <a:cubicBezTo>
                      <a:pt x="5379" y="2103"/>
                      <a:pt x="5154" y="1923"/>
                      <a:pt x="4867" y="1923"/>
                    </a:cubicBezTo>
                    <a:close/>
                    <a:moveTo>
                      <a:pt x="6150" y="1923"/>
                    </a:moveTo>
                    <a:cubicBezTo>
                      <a:pt x="5862" y="1923"/>
                      <a:pt x="5622" y="2103"/>
                      <a:pt x="5612" y="2327"/>
                    </a:cubicBezTo>
                    <a:cubicBezTo>
                      <a:pt x="5602" y="2552"/>
                      <a:pt x="5831" y="2736"/>
                      <a:pt x="6121" y="2736"/>
                    </a:cubicBezTo>
                    <a:cubicBezTo>
                      <a:pt x="6412" y="2736"/>
                      <a:pt x="6653" y="2552"/>
                      <a:pt x="6659" y="2327"/>
                    </a:cubicBezTo>
                    <a:cubicBezTo>
                      <a:pt x="6665" y="2103"/>
                      <a:pt x="6437" y="1923"/>
                      <a:pt x="6150" y="1923"/>
                    </a:cubicBezTo>
                    <a:close/>
                    <a:moveTo>
                      <a:pt x="7414" y="1923"/>
                    </a:moveTo>
                    <a:cubicBezTo>
                      <a:pt x="7127" y="1923"/>
                      <a:pt x="6889" y="2103"/>
                      <a:pt x="6883" y="2327"/>
                    </a:cubicBezTo>
                    <a:cubicBezTo>
                      <a:pt x="6878" y="2552"/>
                      <a:pt x="7109" y="2736"/>
                      <a:pt x="7400" y="2736"/>
                    </a:cubicBezTo>
                    <a:cubicBezTo>
                      <a:pt x="7690" y="2736"/>
                      <a:pt x="7928" y="2552"/>
                      <a:pt x="7930" y="2327"/>
                    </a:cubicBezTo>
                    <a:cubicBezTo>
                      <a:pt x="7933" y="2103"/>
                      <a:pt x="7702" y="1923"/>
                      <a:pt x="7414" y="1923"/>
                    </a:cubicBezTo>
                    <a:close/>
                    <a:moveTo>
                      <a:pt x="8698" y="1923"/>
                    </a:moveTo>
                    <a:cubicBezTo>
                      <a:pt x="8410" y="1923"/>
                      <a:pt x="8176" y="2103"/>
                      <a:pt x="8174" y="2327"/>
                    </a:cubicBezTo>
                    <a:cubicBezTo>
                      <a:pt x="8172" y="2552"/>
                      <a:pt x="8406" y="2736"/>
                      <a:pt x="8697" y="2736"/>
                    </a:cubicBezTo>
                    <a:cubicBezTo>
                      <a:pt x="8988" y="2736"/>
                      <a:pt x="9222" y="2552"/>
                      <a:pt x="9220" y="2327"/>
                    </a:cubicBezTo>
                    <a:cubicBezTo>
                      <a:pt x="9219" y="2103"/>
                      <a:pt x="8986" y="1923"/>
                      <a:pt x="8698" y="1923"/>
                    </a:cubicBezTo>
                    <a:close/>
                    <a:moveTo>
                      <a:pt x="9981" y="1923"/>
                    </a:moveTo>
                    <a:cubicBezTo>
                      <a:pt x="9694" y="1923"/>
                      <a:pt x="9463" y="2103"/>
                      <a:pt x="9465" y="2327"/>
                    </a:cubicBezTo>
                    <a:cubicBezTo>
                      <a:pt x="9467" y="2552"/>
                      <a:pt x="9705" y="2736"/>
                      <a:pt x="9995" y="2736"/>
                    </a:cubicBezTo>
                    <a:cubicBezTo>
                      <a:pt x="10286" y="2736"/>
                      <a:pt x="10517" y="2552"/>
                      <a:pt x="10512" y="2327"/>
                    </a:cubicBezTo>
                    <a:cubicBezTo>
                      <a:pt x="10506" y="2103"/>
                      <a:pt x="10269" y="1923"/>
                      <a:pt x="9981" y="1923"/>
                    </a:cubicBezTo>
                    <a:close/>
                    <a:moveTo>
                      <a:pt x="11247" y="1923"/>
                    </a:moveTo>
                    <a:cubicBezTo>
                      <a:pt x="10959" y="1923"/>
                      <a:pt x="10731" y="2103"/>
                      <a:pt x="10737" y="2327"/>
                    </a:cubicBezTo>
                    <a:cubicBezTo>
                      <a:pt x="10743" y="2552"/>
                      <a:pt x="10983" y="2736"/>
                      <a:pt x="11274" y="2736"/>
                    </a:cubicBezTo>
                    <a:cubicBezTo>
                      <a:pt x="11565" y="2736"/>
                      <a:pt x="11792" y="2552"/>
                      <a:pt x="11783" y="2327"/>
                    </a:cubicBezTo>
                    <a:cubicBezTo>
                      <a:pt x="11774" y="2103"/>
                      <a:pt x="11535" y="1923"/>
                      <a:pt x="11247" y="1923"/>
                    </a:cubicBezTo>
                    <a:close/>
                    <a:moveTo>
                      <a:pt x="12531" y="1923"/>
                    </a:moveTo>
                    <a:cubicBezTo>
                      <a:pt x="12243" y="1923"/>
                      <a:pt x="12018" y="2103"/>
                      <a:pt x="12028" y="2327"/>
                    </a:cubicBezTo>
                    <a:cubicBezTo>
                      <a:pt x="12038" y="2552"/>
                      <a:pt x="12282" y="2736"/>
                      <a:pt x="12572" y="2736"/>
                    </a:cubicBezTo>
                    <a:cubicBezTo>
                      <a:pt x="12863" y="2736"/>
                      <a:pt x="13088" y="2552"/>
                      <a:pt x="13075" y="2327"/>
                    </a:cubicBezTo>
                    <a:cubicBezTo>
                      <a:pt x="13062" y="2103"/>
                      <a:pt x="12818" y="1923"/>
                      <a:pt x="12531" y="1923"/>
                    </a:cubicBezTo>
                    <a:close/>
                    <a:moveTo>
                      <a:pt x="13796" y="1923"/>
                    </a:moveTo>
                    <a:cubicBezTo>
                      <a:pt x="13509" y="1923"/>
                      <a:pt x="13286" y="2103"/>
                      <a:pt x="13300" y="2327"/>
                    </a:cubicBezTo>
                    <a:cubicBezTo>
                      <a:pt x="13314" y="2552"/>
                      <a:pt x="13561" y="2736"/>
                      <a:pt x="13852" y="2736"/>
                    </a:cubicBezTo>
                    <a:cubicBezTo>
                      <a:pt x="14142" y="2736"/>
                      <a:pt x="14364" y="2552"/>
                      <a:pt x="14347" y="2327"/>
                    </a:cubicBezTo>
                    <a:cubicBezTo>
                      <a:pt x="14331" y="2103"/>
                      <a:pt x="14083" y="1923"/>
                      <a:pt x="13796" y="1923"/>
                    </a:cubicBezTo>
                    <a:close/>
                    <a:moveTo>
                      <a:pt x="15080" y="1923"/>
                    </a:moveTo>
                    <a:cubicBezTo>
                      <a:pt x="14792" y="1923"/>
                      <a:pt x="14574" y="2103"/>
                      <a:pt x="14591" y="2327"/>
                    </a:cubicBezTo>
                    <a:cubicBezTo>
                      <a:pt x="14609" y="2552"/>
                      <a:pt x="14859" y="2736"/>
                      <a:pt x="15149" y="2736"/>
                    </a:cubicBezTo>
                    <a:cubicBezTo>
                      <a:pt x="15440" y="2736"/>
                      <a:pt x="15659" y="2552"/>
                      <a:pt x="15638" y="2327"/>
                    </a:cubicBezTo>
                    <a:cubicBezTo>
                      <a:pt x="15618" y="2103"/>
                      <a:pt x="15367" y="1923"/>
                      <a:pt x="15080" y="1923"/>
                    </a:cubicBezTo>
                    <a:close/>
                    <a:moveTo>
                      <a:pt x="16345" y="1923"/>
                    </a:moveTo>
                    <a:cubicBezTo>
                      <a:pt x="16058" y="1923"/>
                      <a:pt x="15842" y="2103"/>
                      <a:pt x="15864" y="2327"/>
                    </a:cubicBezTo>
                    <a:cubicBezTo>
                      <a:pt x="15885" y="2552"/>
                      <a:pt x="16138" y="2736"/>
                      <a:pt x="16428" y="2736"/>
                    </a:cubicBezTo>
                    <a:cubicBezTo>
                      <a:pt x="16719" y="2736"/>
                      <a:pt x="16935" y="2552"/>
                      <a:pt x="16910" y="2327"/>
                    </a:cubicBezTo>
                    <a:cubicBezTo>
                      <a:pt x="16885" y="2103"/>
                      <a:pt x="16632" y="1923"/>
                      <a:pt x="16345" y="1923"/>
                    </a:cubicBezTo>
                    <a:close/>
                    <a:moveTo>
                      <a:pt x="17629" y="1923"/>
                    </a:moveTo>
                    <a:cubicBezTo>
                      <a:pt x="17342" y="1923"/>
                      <a:pt x="17130" y="2103"/>
                      <a:pt x="17155" y="2327"/>
                    </a:cubicBezTo>
                    <a:cubicBezTo>
                      <a:pt x="17181" y="2552"/>
                      <a:pt x="17437" y="2736"/>
                      <a:pt x="17727" y="2736"/>
                    </a:cubicBezTo>
                    <a:cubicBezTo>
                      <a:pt x="18018" y="2736"/>
                      <a:pt x="18230" y="2552"/>
                      <a:pt x="18202" y="2327"/>
                    </a:cubicBezTo>
                    <a:cubicBezTo>
                      <a:pt x="18173" y="2103"/>
                      <a:pt x="17917" y="1923"/>
                      <a:pt x="17629" y="1923"/>
                    </a:cubicBezTo>
                    <a:close/>
                    <a:moveTo>
                      <a:pt x="18914" y="1923"/>
                    </a:moveTo>
                    <a:cubicBezTo>
                      <a:pt x="18626" y="1923"/>
                      <a:pt x="18417" y="2103"/>
                      <a:pt x="18446" y="2327"/>
                    </a:cubicBezTo>
                    <a:cubicBezTo>
                      <a:pt x="18476" y="2552"/>
                      <a:pt x="18735" y="2736"/>
                      <a:pt x="19026" y="2736"/>
                    </a:cubicBezTo>
                    <a:cubicBezTo>
                      <a:pt x="19316" y="2736"/>
                      <a:pt x="19525" y="2552"/>
                      <a:pt x="19493" y="2327"/>
                    </a:cubicBezTo>
                    <a:cubicBezTo>
                      <a:pt x="19460" y="2103"/>
                      <a:pt x="19201" y="1923"/>
                      <a:pt x="18914" y="1923"/>
                    </a:cubicBezTo>
                    <a:close/>
                    <a:moveTo>
                      <a:pt x="932" y="2916"/>
                    </a:moveTo>
                    <a:cubicBezTo>
                      <a:pt x="641" y="2916"/>
                      <a:pt x="383" y="3101"/>
                      <a:pt x="358" y="3331"/>
                    </a:cubicBezTo>
                    <a:cubicBezTo>
                      <a:pt x="332" y="3563"/>
                      <a:pt x="550" y="3752"/>
                      <a:pt x="844" y="3752"/>
                    </a:cubicBezTo>
                    <a:cubicBezTo>
                      <a:pt x="1138" y="3752"/>
                      <a:pt x="1396" y="3563"/>
                      <a:pt x="1418" y="3331"/>
                    </a:cubicBezTo>
                    <a:cubicBezTo>
                      <a:pt x="1441" y="3101"/>
                      <a:pt x="1223" y="2916"/>
                      <a:pt x="932" y="2916"/>
                    </a:cubicBezTo>
                    <a:close/>
                    <a:moveTo>
                      <a:pt x="2233" y="2916"/>
                    </a:moveTo>
                    <a:cubicBezTo>
                      <a:pt x="1941" y="2916"/>
                      <a:pt x="1688" y="3101"/>
                      <a:pt x="1666" y="3331"/>
                    </a:cubicBezTo>
                    <a:cubicBezTo>
                      <a:pt x="1644" y="3563"/>
                      <a:pt x="1865" y="3752"/>
                      <a:pt x="2160" y="3752"/>
                    </a:cubicBezTo>
                    <a:cubicBezTo>
                      <a:pt x="2454" y="3752"/>
                      <a:pt x="2709" y="3563"/>
                      <a:pt x="2727" y="3331"/>
                    </a:cubicBezTo>
                    <a:cubicBezTo>
                      <a:pt x="2746" y="3101"/>
                      <a:pt x="2524" y="2916"/>
                      <a:pt x="2233" y="2916"/>
                    </a:cubicBezTo>
                    <a:close/>
                    <a:moveTo>
                      <a:pt x="3535" y="2916"/>
                    </a:moveTo>
                    <a:cubicBezTo>
                      <a:pt x="3243" y="2916"/>
                      <a:pt x="2993" y="3101"/>
                      <a:pt x="2975" y="3331"/>
                    </a:cubicBezTo>
                    <a:cubicBezTo>
                      <a:pt x="2957" y="3563"/>
                      <a:pt x="3181" y="3752"/>
                      <a:pt x="3476" y="3752"/>
                    </a:cubicBezTo>
                    <a:cubicBezTo>
                      <a:pt x="3771" y="3752"/>
                      <a:pt x="4022" y="3563"/>
                      <a:pt x="4036" y="3331"/>
                    </a:cubicBezTo>
                    <a:cubicBezTo>
                      <a:pt x="4051" y="3101"/>
                      <a:pt x="3826" y="2916"/>
                      <a:pt x="3535" y="2916"/>
                    </a:cubicBezTo>
                    <a:close/>
                    <a:moveTo>
                      <a:pt x="4818" y="2916"/>
                    </a:moveTo>
                    <a:cubicBezTo>
                      <a:pt x="4527" y="2916"/>
                      <a:pt x="4279" y="3101"/>
                      <a:pt x="4265" y="3331"/>
                    </a:cubicBezTo>
                    <a:cubicBezTo>
                      <a:pt x="4251" y="3563"/>
                      <a:pt x="4479" y="3752"/>
                      <a:pt x="4774" y="3752"/>
                    </a:cubicBezTo>
                    <a:cubicBezTo>
                      <a:pt x="5068" y="3752"/>
                      <a:pt x="5316" y="3563"/>
                      <a:pt x="5327" y="3331"/>
                    </a:cubicBezTo>
                    <a:cubicBezTo>
                      <a:pt x="5337" y="3101"/>
                      <a:pt x="5109" y="2916"/>
                      <a:pt x="4818" y="2916"/>
                    </a:cubicBezTo>
                    <a:close/>
                    <a:moveTo>
                      <a:pt x="6120" y="2916"/>
                    </a:moveTo>
                    <a:cubicBezTo>
                      <a:pt x="5829" y="2916"/>
                      <a:pt x="5584" y="3101"/>
                      <a:pt x="5575" y="3331"/>
                    </a:cubicBezTo>
                    <a:cubicBezTo>
                      <a:pt x="5565" y="3563"/>
                      <a:pt x="5796" y="3752"/>
                      <a:pt x="6090" y="3752"/>
                    </a:cubicBezTo>
                    <a:cubicBezTo>
                      <a:pt x="6385" y="3752"/>
                      <a:pt x="6629" y="3563"/>
                      <a:pt x="6636" y="3331"/>
                    </a:cubicBezTo>
                    <a:cubicBezTo>
                      <a:pt x="6642" y="3101"/>
                      <a:pt x="6411" y="2916"/>
                      <a:pt x="6120" y="2916"/>
                    </a:cubicBezTo>
                    <a:close/>
                    <a:moveTo>
                      <a:pt x="7403" y="2916"/>
                    </a:moveTo>
                    <a:cubicBezTo>
                      <a:pt x="7112" y="2916"/>
                      <a:pt x="6870" y="3101"/>
                      <a:pt x="6865" y="3331"/>
                    </a:cubicBezTo>
                    <a:cubicBezTo>
                      <a:pt x="6859" y="3563"/>
                      <a:pt x="7093" y="3752"/>
                      <a:pt x="7388" y="3752"/>
                    </a:cubicBezTo>
                    <a:cubicBezTo>
                      <a:pt x="7683" y="3752"/>
                      <a:pt x="7923" y="3563"/>
                      <a:pt x="7926" y="3331"/>
                    </a:cubicBezTo>
                    <a:cubicBezTo>
                      <a:pt x="7928" y="3101"/>
                      <a:pt x="7695" y="2916"/>
                      <a:pt x="7403" y="2916"/>
                    </a:cubicBezTo>
                    <a:close/>
                    <a:moveTo>
                      <a:pt x="8705" y="2916"/>
                    </a:moveTo>
                    <a:cubicBezTo>
                      <a:pt x="8413" y="2916"/>
                      <a:pt x="8176" y="3101"/>
                      <a:pt x="8174" y="3331"/>
                    </a:cubicBezTo>
                    <a:cubicBezTo>
                      <a:pt x="8172" y="3563"/>
                      <a:pt x="8409" y="3752"/>
                      <a:pt x="8704" y="3752"/>
                    </a:cubicBezTo>
                    <a:cubicBezTo>
                      <a:pt x="8999" y="3752"/>
                      <a:pt x="9237" y="3563"/>
                      <a:pt x="9235" y="3331"/>
                    </a:cubicBezTo>
                    <a:cubicBezTo>
                      <a:pt x="9234" y="3101"/>
                      <a:pt x="8997" y="2916"/>
                      <a:pt x="8705" y="2916"/>
                    </a:cubicBezTo>
                    <a:close/>
                    <a:moveTo>
                      <a:pt x="9988" y="2916"/>
                    </a:moveTo>
                    <a:cubicBezTo>
                      <a:pt x="9698" y="2916"/>
                      <a:pt x="9463" y="3101"/>
                      <a:pt x="9465" y="3331"/>
                    </a:cubicBezTo>
                    <a:cubicBezTo>
                      <a:pt x="9467" y="3563"/>
                      <a:pt x="9708" y="3752"/>
                      <a:pt x="10002" y="3752"/>
                    </a:cubicBezTo>
                    <a:cubicBezTo>
                      <a:pt x="10297" y="3752"/>
                      <a:pt x="10531" y="3563"/>
                      <a:pt x="10526" y="3331"/>
                    </a:cubicBezTo>
                    <a:cubicBezTo>
                      <a:pt x="10520" y="3101"/>
                      <a:pt x="10280" y="2916"/>
                      <a:pt x="9988" y="2916"/>
                    </a:cubicBezTo>
                    <a:close/>
                    <a:moveTo>
                      <a:pt x="11291" y="2916"/>
                    </a:moveTo>
                    <a:cubicBezTo>
                      <a:pt x="10999" y="2916"/>
                      <a:pt x="10768" y="3101"/>
                      <a:pt x="10774" y="3331"/>
                    </a:cubicBezTo>
                    <a:cubicBezTo>
                      <a:pt x="10780" y="3563"/>
                      <a:pt x="11024" y="3752"/>
                      <a:pt x="11319" y="3752"/>
                    </a:cubicBezTo>
                    <a:cubicBezTo>
                      <a:pt x="11614" y="3752"/>
                      <a:pt x="11844" y="3563"/>
                      <a:pt x="11834" y="3331"/>
                    </a:cubicBezTo>
                    <a:cubicBezTo>
                      <a:pt x="11825" y="3101"/>
                      <a:pt x="11582" y="2916"/>
                      <a:pt x="11291" y="2916"/>
                    </a:cubicBezTo>
                    <a:close/>
                    <a:moveTo>
                      <a:pt x="12575" y="2916"/>
                    </a:moveTo>
                    <a:cubicBezTo>
                      <a:pt x="12284" y="2916"/>
                      <a:pt x="12055" y="3101"/>
                      <a:pt x="12065" y="3331"/>
                    </a:cubicBezTo>
                    <a:cubicBezTo>
                      <a:pt x="12075" y="3563"/>
                      <a:pt x="12323" y="3752"/>
                      <a:pt x="12617" y="3752"/>
                    </a:cubicBezTo>
                    <a:cubicBezTo>
                      <a:pt x="12912" y="3752"/>
                      <a:pt x="13140" y="3563"/>
                      <a:pt x="13126" y="3331"/>
                    </a:cubicBezTo>
                    <a:cubicBezTo>
                      <a:pt x="13113" y="3101"/>
                      <a:pt x="12866" y="2916"/>
                      <a:pt x="12575" y="2916"/>
                    </a:cubicBezTo>
                    <a:close/>
                    <a:moveTo>
                      <a:pt x="13877" y="2916"/>
                    </a:moveTo>
                    <a:cubicBezTo>
                      <a:pt x="13586" y="2916"/>
                      <a:pt x="13361" y="3101"/>
                      <a:pt x="13375" y="3331"/>
                    </a:cubicBezTo>
                    <a:cubicBezTo>
                      <a:pt x="13389" y="3563"/>
                      <a:pt x="13640" y="3752"/>
                      <a:pt x="13935" y="3752"/>
                    </a:cubicBezTo>
                    <a:cubicBezTo>
                      <a:pt x="14229" y="3752"/>
                      <a:pt x="14454" y="3563"/>
                      <a:pt x="14436" y="3331"/>
                    </a:cubicBezTo>
                    <a:cubicBezTo>
                      <a:pt x="14419" y="3101"/>
                      <a:pt x="14168" y="2916"/>
                      <a:pt x="13877" y="2916"/>
                    </a:cubicBezTo>
                    <a:close/>
                    <a:moveTo>
                      <a:pt x="15161" y="2916"/>
                    </a:moveTo>
                    <a:cubicBezTo>
                      <a:pt x="14870" y="2916"/>
                      <a:pt x="14648" y="3101"/>
                      <a:pt x="14666" y="3331"/>
                    </a:cubicBezTo>
                    <a:cubicBezTo>
                      <a:pt x="14684" y="3563"/>
                      <a:pt x="14938" y="3752"/>
                      <a:pt x="15232" y="3752"/>
                    </a:cubicBezTo>
                    <a:cubicBezTo>
                      <a:pt x="15527" y="3752"/>
                      <a:pt x="15748" y="3563"/>
                      <a:pt x="15727" y="3331"/>
                    </a:cubicBezTo>
                    <a:cubicBezTo>
                      <a:pt x="15706" y="3101"/>
                      <a:pt x="15452" y="2916"/>
                      <a:pt x="15161" y="2916"/>
                    </a:cubicBezTo>
                    <a:close/>
                    <a:moveTo>
                      <a:pt x="16463" y="2916"/>
                    </a:moveTo>
                    <a:cubicBezTo>
                      <a:pt x="16172" y="2916"/>
                      <a:pt x="15954" y="3101"/>
                      <a:pt x="15976" y="3331"/>
                    </a:cubicBezTo>
                    <a:cubicBezTo>
                      <a:pt x="15998" y="3563"/>
                      <a:pt x="16255" y="3752"/>
                      <a:pt x="16549" y="3752"/>
                    </a:cubicBezTo>
                    <a:cubicBezTo>
                      <a:pt x="16844" y="3752"/>
                      <a:pt x="17062" y="3563"/>
                      <a:pt x="17036" y="3331"/>
                    </a:cubicBezTo>
                    <a:cubicBezTo>
                      <a:pt x="17011" y="3101"/>
                      <a:pt x="16754" y="2916"/>
                      <a:pt x="16463" y="2916"/>
                    </a:cubicBezTo>
                    <a:close/>
                    <a:moveTo>
                      <a:pt x="17747" y="2916"/>
                    </a:moveTo>
                    <a:cubicBezTo>
                      <a:pt x="17457" y="2916"/>
                      <a:pt x="17241" y="3101"/>
                      <a:pt x="17267" y="3331"/>
                    </a:cubicBezTo>
                    <a:cubicBezTo>
                      <a:pt x="17293" y="3563"/>
                      <a:pt x="17554" y="3752"/>
                      <a:pt x="17848" y="3752"/>
                    </a:cubicBezTo>
                    <a:cubicBezTo>
                      <a:pt x="18142" y="3752"/>
                      <a:pt x="18358" y="3563"/>
                      <a:pt x="18328" y="3331"/>
                    </a:cubicBezTo>
                    <a:cubicBezTo>
                      <a:pt x="18299" y="3101"/>
                      <a:pt x="18039" y="2916"/>
                      <a:pt x="17747" y="2916"/>
                    </a:cubicBezTo>
                    <a:close/>
                    <a:moveTo>
                      <a:pt x="19051" y="2916"/>
                    </a:moveTo>
                    <a:cubicBezTo>
                      <a:pt x="18759" y="2916"/>
                      <a:pt x="18547" y="3101"/>
                      <a:pt x="18577" y="3331"/>
                    </a:cubicBezTo>
                    <a:cubicBezTo>
                      <a:pt x="18607" y="3563"/>
                      <a:pt x="18871" y="3752"/>
                      <a:pt x="19166" y="3752"/>
                    </a:cubicBezTo>
                    <a:cubicBezTo>
                      <a:pt x="19460" y="3752"/>
                      <a:pt x="19672" y="3563"/>
                      <a:pt x="19638" y="3331"/>
                    </a:cubicBezTo>
                    <a:cubicBezTo>
                      <a:pt x="19605" y="3101"/>
                      <a:pt x="19341" y="2916"/>
                      <a:pt x="19051" y="2916"/>
                    </a:cubicBezTo>
                    <a:close/>
                    <a:moveTo>
                      <a:pt x="828" y="3930"/>
                    </a:moveTo>
                    <a:cubicBezTo>
                      <a:pt x="533" y="3930"/>
                      <a:pt x="272" y="4121"/>
                      <a:pt x="245" y="4358"/>
                    </a:cubicBezTo>
                    <a:cubicBezTo>
                      <a:pt x="219" y="4595"/>
                      <a:pt x="439" y="4790"/>
                      <a:pt x="737" y="4790"/>
                    </a:cubicBezTo>
                    <a:cubicBezTo>
                      <a:pt x="1036" y="4790"/>
                      <a:pt x="1298" y="4595"/>
                      <a:pt x="1321" y="4358"/>
                    </a:cubicBezTo>
                    <a:cubicBezTo>
                      <a:pt x="1344" y="4121"/>
                      <a:pt x="1123" y="3930"/>
                      <a:pt x="828" y="3930"/>
                    </a:cubicBezTo>
                    <a:close/>
                    <a:moveTo>
                      <a:pt x="2147" y="3930"/>
                    </a:moveTo>
                    <a:cubicBezTo>
                      <a:pt x="1852" y="3930"/>
                      <a:pt x="1595" y="4121"/>
                      <a:pt x="1573" y="4358"/>
                    </a:cubicBezTo>
                    <a:cubicBezTo>
                      <a:pt x="1550" y="4595"/>
                      <a:pt x="1774" y="4790"/>
                      <a:pt x="2073" y="4790"/>
                    </a:cubicBezTo>
                    <a:cubicBezTo>
                      <a:pt x="2371" y="4790"/>
                      <a:pt x="2629" y="4595"/>
                      <a:pt x="2648" y="4358"/>
                    </a:cubicBezTo>
                    <a:cubicBezTo>
                      <a:pt x="2667" y="4121"/>
                      <a:pt x="2443" y="3930"/>
                      <a:pt x="2147" y="3930"/>
                    </a:cubicBezTo>
                    <a:close/>
                    <a:moveTo>
                      <a:pt x="3449" y="3930"/>
                    </a:moveTo>
                    <a:cubicBezTo>
                      <a:pt x="3154" y="3930"/>
                      <a:pt x="2900" y="4121"/>
                      <a:pt x="2882" y="4358"/>
                    </a:cubicBezTo>
                    <a:cubicBezTo>
                      <a:pt x="2863" y="4595"/>
                      <a:pt x="3090" y="4790"/>
                      <a:pt x="3389" y="4790"/>
                    </a:cubicBezTo>
                    <a:cubicBezTo>
                      <a:pt x="3688" y="4790"/>
                      <a:pt x="3942" y="4595"/>
                      <a:pt x="3957" y="4358"/>
                    </a:cubicBezTo>
                    <a:cubicBezTo>
                      <a:pt x="3972" y="4121"/>
                      <a:pt x="3744" y="3930"/>
                      <a:pt x="3449" y="3930"/>
                    </a:cubicBezTo>
                    <a:close/>
                    <a:moveTo>
                      <a:pt x="4770" y="3930"/>
                    </a:moveTo>
                    <a:cubicBezTo>
                      <a:pt x="4475" y="3930"/>
                      <a:pt x="4223" y="4121"/>
                      <a:pt x="4209" y="4358"/>
                    </a:cubicBezTo>
                    <a:cubicBezTo>
                      <a:pt x="4195" y="4595"/>
                      <a:pt x="4426" y="4790"/>
                      <a:pt x="4725" y="4790"/>
                    </a:cubicBezTo>
                    <a:cubicBezTo>
                      <a:pt x="5023" y="4790"/>
                      <a:pt x="5274" y="4595"/>
                      <a:pt x="5285" y="4358"/>
                    </a:cubicBezTo>
                    <a:cubicBezTo>
                      <a:pt x="5296" y="4121"/>
                      <a:pt x="5065" y="3930"/>
                      <a:pt x="4770" y="3930"/>
                    </a:cubicBezTo>
                    <a:close/>
                    <a:moveTo>
                      <a:pt x="6072" y="3930"/>
                    </a:moveTo>
                    <a:cubicBezTo>
                      <a:pt x="5777" y="3930"/>
                      <a:pt x="5529" y="4121"/>
                      <a:pt x="5518" y="4358"/>
                    </a:cubicBezTo>
                    <a:cubicBezTo>
                      <a:pt x="5508" y="4595"/>
                      <a:pt x="5742" y="4790"/>
                      <a:pt x="6041" y="4790"/>
                    </a:cubicBezTo>
                    <a:cubicBezTo>
                      <a:pt x="6340" y="4790"/>
                      <a:pt x="6587" y="4595"/>
                      <a:pt x="6594" y="4358"/>
                    </a:cubicBezTo>
                    <a:cubicBezTo>
                      <a:pt x="6601" y="4121"/>
                      <a:pt x="6367" y="3930"/>
                      <a:pt x="6072" y="3930"/>
                    </a:cubicBezTo>
                    <a:close/>
                    <a:moveTo>
                      <a:pt x="7392" y="3930"/>
                    </a:moveTo>
                    <a:cubicBezTo>
                      <a:pt x="7097" y="3930"/>
                      <a:pt x="6852" y="4121"/>
                      <a:pt x="6846" y="4358"/>
                    </a:cubicBezTo>
                    <a:cubicBezTo>
                      <a:pt x="6840" y="4595"/>
                      <a:pt x="7078" y="4790"/>
                      <a:pt x="7376" y="4790"/>
                    </a:cubicBezTo>
                    <a:cubicBezTo>
                      <a:pt x="7675" y="4790"/>
                      <a:pt x="7919" y="4595"/>
                      <a:pt x="7922" y="4358"/>
                    </a:cubicBezTo>
                    <a:cubicBezTo>
                      <a:pt x="7924" y="4121"/>
                      <a:pt x="7687" y="3930"/>
                      <a:pt x="7392" y="3930"/>
                    </a:cubicBezTo>
                    <a:close/>
                    <a:moveTo>
                      <a:pt x="8694" y="3930"/>
                    </a:moveTo>
                    <a:cubicBezTo>
                      <a:pt x="8398" y="3930"/>
                      <a:pt x="8157" y="4121"/>
                      <a:pt x="8155" y="4358"/>
                    </a:cubicBezTo>
                    <a:cubicBezTo>
                      <a:pt x="8154" y="4595"/>
                      <a:pt x="8394" y="4790"/>
                      <a:pt x="8693" y="4790"/>
                    </a:cubicBezTo>
                    <a:cubicBezTo>
                      <a:pt x="8992" y="4790"/>
                      <a:pt x="9232" y="4595"/>
                      <a:pt x="9231" y="4358"/>
                    </a:cubicBezTo>
                    <a:cubicBezTo>
                      <a:pt x="9230" y="4121"/>
                      <a:pt x="8989" y="3930"/>
                      <a:pt x="8694" y="3930"/>
                    </a:cubicBezTo>
                    <a:close/>
                    <a:moveTo>
                      <a:pt x="10014" y="3930"/>
                    </a:moveTo>
                    <a:cubicBezTo>
                      <a:pt x="9719" y="3930"/>
                      <a:pt x="9481" y="4121"/>
                      <a:pt x="9483" y="4358"/>
                    </a:cubicBezTo>
                    <a:cubicBezTo>
                      <a:pt x="9486" y="4595"/>
                      <a:pt x="9729" y="4790"/>
                      <a:pt x="10028" y="4790"/>
                    </a:cubicBezTo>
                    <a:cubicBezTo>
                      <a:pt x="10327" y="4790"/>
                      <a:pt x="10564" y="4595"/>
                      <a:pt x="10559" y="4358"/>
                    </a:cubicBezTo>
                    <a:cubicBezTo>
                      <a:pt x="10554" y="4121"/>
                      <a:pt x="10309" y="3930"/>
                      <a:pt x="10014" y="3930"/>
                    </a:cubicBezTo>
                    <a:close/>
                    <a:moveTo>
                      <a:pt x="11317" y="3930"/>
                    </a:moveTo>
                    <a:cubicBezTo>
                      <a:pt x="11021" y="3930"/>
                      <a:pt x="10786" y="4121"/>
                      <a:pt x="10793" y="4358"/>
                    </a:cubicBezTo>
                    <a:cubicBezTo>
                      <a:pt x="10799" y="4595"/>
                      <a:pt x="11046" y="4790"/>
                      <a:pt x="11345" y="4790"/>
                    </a:cubicBezTo>
                    <a:cubicBezTo>
                      <a:pt x="11644" y="4790"/>
                      <a:pt x="11878" y="4595"/>
                      <a:pt x="11868" y="4358"/>
                    </a:cubicBezTo>
                    <a:cubicBezTo>
                      <a:pt x="11859" y="4121"/>
                      <a:pt x="11612" y="3930"/>
                      <a:pt x="11317" y="3930"/>
                    </a:cubicBezTo>
                    <a:close/>
                    <a:moveTo>
                      <a:pt x="12637" y="3930"/>
                    </a:moveTo>
                    <a:cubicBezTo>
                      <a:pt x="12342" y="3930"/>
                      <a:pt x="12111" y="4121"/>
                      <a:pt x="12121" y="4358"/>
                    </a:cubicBezTo>
                    <a:cubicBezTo>
                      <a:pt x="12132" y="4595"/>
                      <a:pt x="12383" y="4790"/>
                      <a:pt x="12681" y="4790"/>
                    </a:cubicBezTo>
                    <a:cubicBezTo>
                      <a:pt x="12980" y="4790"/>
                      <a:pt x="13211" y="4595"/>
                      <a:pt x="13197" y="4358"/>
                    </a:cubicBezTo>
                    <a:cubicBezTo>
                      <a:pt x="13184" y="4121"/>
                      <a:pt x="12933" y="3930"/>
                      <a:pt x="12637" y="3930"/>
                    </a:cubicBezTo>
                    <a:close/>
                    <a:moveTo>
                      <a:pt x="13940" y="3930"/>
                    </a:moveTo>
                    <a:cubicBezTo>
                      <a:pt x="13645" y="3930"/>
                      <a:pt x="13416" y="4121"/>
                      <a:pt x="13431" y="4358"/>
                    </a:cubicBezTo>
                    <a:cubicBezTo>
                      <a:pt x="13445" y="4595"/>
                      <a:pt x="13700" y="4790"/>
                      <a:pt x="13998" y="4790"/>
                    </a:cubicBezTo>
                    <a:cubicBezTo>
                      <a:pt x="14296" y="4790"/>
                      <a:pt x="14525" y="4595"/>
                      <a:pt x="14507" y="4358"/>
                    </a:cubicBezTo>
                    <a:cubicBezTo>
                      <a:pt x="14489" y="4121"/>
                      <a:pt x="14235" y="3930"/>
                      <a:pt x="13940" y="3930"/>
                    </a:cubicBezTo>
                    <a:close/>
                    <a:moveTo>
                      <a:pt x="15242" y="3930"/>
                    </a:moveTo>
                    <a:cubicBezTo>
                      <a:pt x="14947" y="3930"/>
                      <a:pt x="14722" y="4121"/>
                      <a:pt x="14741" y="4358"/>
                    </a:cubicBezTo>
                    <a:cubicBezTo>
                      <a:pt x="14760" y="4595"/>
                      <a:pt x="15016" y="4790"/>
                      <a:pt x="15315" y="4790"/>
                    </a:cubicBezTo>
                    <a:cubicBezTo>
                      <a:pt x="15614" y="4790"/>
                      <a:pt x="15838" y="4595"/>
                      <a:pt x="15816" y="4358"/>
                    </a:cubicBezTo>
                    <a:cubicBezTo>
                      <a:pt x="15794" y="4121"/>
                      <a:pt x="15537" y="3930"/>
                      <a:pt x="15242" y="3930"/>
                    </a:cubicBezTo>
                    <a:close/>
                    <a:moveTo>
                      <a:pt x="17866" y="3930"/>
                    </a:moveTo>
                    <a:cubicBezTo>
                      <a:pt x="17571" y="3930"/>
                      <a:pt x="17353" y="4121"/>
                      <a:pt x="17379" y="4358"/>
                    </a:cubicBezTo>
                    <a:cubicBezTo>
                      <a:pt x="17406" y="4595"/>
                      <a:pt x="17671" y="4790"/>
                      <a:pt x="17969" y="4790"/>
                    </a:cubicBezTo>
                    <a:cubicBezTo>
                      <a:pt x="18268" y="4790"/>
                      <a:pt x="18485" y="4595"/>
                      <a:pt x="18455" y="4358"/>
                    </a:cubicBezTo>
                    <a:cubicBezTo>
                      <a:pt x="18425" y="4121"/>
                      <a:pt x="18161" y="3930"/>
                      <a:pt x="17866" y="3930"/>
                    </a:cubicBezTo>
                    <a:close/>
                    <a:moveTo>
                      <a:pt x="19187" y="3930"/>
                    </a:moveTo>
                    <a:cubicBezTo>
                      <a:pt x="18892" y="3930"/>
                      <a:pt x="18677" y="4121"/>
                      <a:pt x="18708" y="4358"/>
                    </a:cubicBezTo>
                    <a:cubicBezTo>
                      <a:pt x="18739" y="4595"/>
                      <a:pt x="19007" y="4790"/>
                      <a:pt x="19306" y="4790"/>
                    </a:cubicBezTo>
                    <a:cubicBezTo>
                      <a:pt x="19604" y="4790"/>
                      <a:pt x="19818" y="4595"/>
                      <a:pt x="19784" y="4358"/>
                    </a:cubicBezTo>
                    <a:cubicBezTo>
                      <a:pt x="19749" y="4121"/>
                      <a:pt x="19482" y="3930"/>
                      <a:pt x="19187" y="3930"/>
                    </a:cubicBezTo>
                    <a:close/>
                    <a:moveTo>
                      <a:pt x="725" y="4986"/>
                    </a:moveTo>
                    <a:cubicBezTo>
                      <a:pt x="426" y="4986"/>
                      <a:pt x="160" y="5183"/>
                      <a:pt x="133" y="5426"/>
                    </a:cubicBezTo>
                    <a:cubicBezTo>
                      <a:pt x="106" y="5671"/>
                      <a:pt x="329" y="5870"/>
                      <a:pt x="632" y="5870"/>
                    </a:cubicBezTo>
                    <a:cubicBezTo>
                      <a:pt x="934" y="5870"/>
                      <a:pt x="1200" y="5671"/>
                      <a:pt x="1224" y="5426"/>
                    </a:cubicBezTo>
                    <a:cubicBezTo>
                      <a:pt x="1248" y="5183"/>
                      <a:pt x="1024" y="4986"/>
                      <a:pt x="725" y="4986"/>
                    </a:cubicBezTo>
                    <a:close/>
                    <a:moveTo>
                      <a:pt x="2044" y="4986"/>
                    </a:moveTo>
                    <a:cubicBezTo>
                      <a:pt x="1745" y="4986"/>
                      <a:pt x="1483" y="5183"/>
                      <a:pt x="1461" y="5426"/>
                    </a:cubicBezTo>
                    <a:cubicBezTo>
                      <a:pt x="1437" y="5671"/>
                      <a:pt x="1664" y="5870"/>
                      <a:pt x="1967" y="5870"/>
                    </a:cubicBezTo>
                    <a:cubicBezTo>
                      <a:pt x="2270" y="5870"/>
                      <a:pt x="2531" y="5671"/>
                      <a:pt x="2551" y="5426"/>
                    </a:cubicBezTo>
                    <a:cubicBezTo>
                      <a:pt x="2570" y="5183"/>
                      <a:pt x="2344" y="4986"/>
                      <a:pt x="2044" y="4986"/>
                    </a:cubicBezTo>
                    <a:close/>
                    <a:moveTo>
                      <a:pt x="3383" y="4986"/>
                    </a:moveTo>
                    <a:cubicBezTo>
                      <a:pt x="3083" y="4986"/>
                      <a:pt x="2826" y="5183"/>
                      <a:pt x="2807" y="5426"/>
                    </a:cubicBezTo>
                    <a:cubicBezTo>
                      <a:pt x="2788" y="5671"/>
                      <a:pt x="3018" y="5870"/>
                      <a:pt x="3321" y="5870"/>
                    </a:cubicBezTo>
                    <a:cubicBezTo>
                      <a:pt x="3624" y="5870"/>
                      <a:pt x="3882" y="5671"/>
                      <a:pt x="3898" y="5426"/>
                    </a:cubicBezTo>
                    <a:cubicBezTo>
                      <a:pt x="3913" y="5183"/>
                      <a:pt x="3683" y="4986"/>
                      <a:pt x="3383" y="4986"/>
                    </a:cubicBezTo>
                    <a:close/>
                    <a:moveTo>
                      <a:pt x="4704" y="4986"/>
                    </a:moveTo>
                    <a:cubicBezTo>
                      <a:pt x="4404" y="4986"/>
                      <a:pt x="4149" y="5183"/>
                      <a:pt x="4134" y="5426"/>
                    </a:cubicBezTo>
                    <a:cubicBezTo>
                      <a:pt x="4120" y="5671"/>
                      <a:pt x="4354" y="5870"/>
                      <a:pt x="4657" y="5870"/>
                    </a:cubicBezTo>
                    <a:cubicBezTo>
                      <a:pt x="4959" y="5870"/>
                      <a:pt x="5214" y="5671"/>
                      <a:pt x="5226" y="5426"/>
                    </a:cubicBezTo>
                    <a:cubicBezTo>
                      <a:pt x="5237" y="5183"/>
                      <a:pt x="5003" y="4986"/>
                      <a:pt x="4704" y="4986"/>
                    </a:cubicBezTo>
                    <a:close/>
                    <a:moveTo>
                      <a:pt x="6042" y="4986"/>
                    </a:moveTo>
                    <a:cubicBezTo>
                      <a:pt x="5743" y="4986"/>
                      <a:pt x="5492" y="5183"/>
                      <a:pt x="5481" y="5426"/>
                    </a:cubicBezTo>
                    <a:cubicBezTo>
                      <a:pt x="5471" y="5671"/>
                      <a:pt x="5708" y="5870"/>
                      <a:pt x="6011" y="5870"/>
                    </a:cubicBezTo>
                    <a:cubicBezTo>
                      <a:pt x="6313" y="5870"/>
                      <a:pt x="6565" y="5671"/>
                      <a:pt x="6572" y="5426"/>
                    </a:cubicBezTo>
                    <a:cubicBezTo>
                      <a:pt x="6579" y="5183"/>
                      <a:pt x="6342" y="4986"/>
                      <a:pt x="6042" y="4986"/>
                    </a:cubicBezTo>
                    <a:close/>
                    <a:moveTo>
                      <a:pt x="7362" y="4986"/>
                    </a:moveTo>
                    <a:cubicBezTo>
                      <a:pt x="7063" y="4986"/>
                      <a:pt x="6815" y="5183"/>
                      <a:pt x="6809" y="5426"/>
                    </a:cubicBezTo>
                    <a:cubicBezTo>
                      <a:pt x="6802" y="5671"/>
                      <a:pt x="7043" y="5870"/>
                      <a:pt x="7346" y="5870"/>
                    </a:cubicBezTo>
                    <a:cubicBezTo>
                      <a:pt x="7649" y="5870"/>
                      <a:pt x="7896" y="5671"/>
                      <a:pt x="7899" y="5426"/>
                    </a:cubicBezTo>
                    <a:cubicBezTo>
                      <a:pt x="7902" y="5183"/>
                      <a:pt x="7662" y="4986"/>
                      <a:pt x="7362" y="4986"/>
                    </a:cubicBezTo>
                    <a:close/>
                    <a:moveTo>
                      <a:pt x="8701" y="4986"/>
                    </a:moveTo>
                    <a:cubicBezTo>
                      <a:pt x="8401" y="4986"/>
                      <a:pt x="8157" y="5183"/>
                      <a:pt x="8155" y="5426"/>
                    </a:cubicBezTo>
                    <a:cubicBezTo>
                      <a:pt x="8153" y="5671"/>
                      <a:pt x="8397" y="5870"/>
                      <a:pt x="8700" y="5870"/>
                    </a:cubicBezTo>
                    <a:cubicBezTo>
                      <a:pt x="9004" y="5870"/>
                      <a:pt x="9248" y="5671"/>
                      <a:pt x="9246" y="5426"/>
                    </a:cubicBezTo>
                    <a:cubicBezTo>
                      <a:pt x="9245" y="5183"/>
                      <a:pt x="9001" y="4986"/>
                      <a:pt x="8701" y="4986"/>
                    </a:cubicBezTo>
                    <a:close/>
                    <a:moveTo>
                      <a:pt x="10021" y="4986"/>
                    </a:moveTo>
                    <a:cubicBezTo>
                      <a:pt x="9722" y="4986"/>
                      <a:pt x="9481" y="5183"/>
                      <a:pt x="9483" y="5426"/>
                    </a:cubicBezTo>
                    <a:cubicBezTo>
                      <a:pt x="9486" y="5671"/>
                      <a:pt x="9734" y="5870"/>
                      <a:pt x="10036" y="5870"/>
                    </a:cubicBezTo>
                    <a:cubicBezTo>
                      <a:pt x="10339" y="5870"/>
                      <a:pt x="10580" y="5671"/>
                      <a:pt x="10574" y="5426"/>
                    </a:cubicBezTo>
                    <a:cubicBezTo>
                      <a:pt x="10569" y="5183"/>
                      <a:pt x="10321" y="4986"/>
                      <a:pt x="10021" y="4986"/>
                    </a:cubicBezTo>
                    <a:close/>
                    <a:moveTo>
                      <a:pt x="11361" y="4986"/>
                    </a:moveTo>
                    <a:cubicBezTo>
                      <a:pt x="11061" y="4986"/>
                      <a:pt x="10824" y="5183"/>
                      <a:pt x="10830" y="5426"/>
                    </a:cubicBezTo>
                    <a:cubicBezTo>
                      <a:pt x="10837" y="5671"/>
                      <a:pt x="11088" y="5870"/>
                      <a:pt x="11391" y="5870"/>
                    </a:cubicBezTo>
                    <a:cubicBezTo>
                      <a:pt x="11694" y="5870"/>
                      <a:pt x="11930" y="5671"/>
                      <a:pt x="11920" y="5426"/>
                    </a:cubicBezTo>
                    <a:cubicBezTo>
                      <a:pt x="11910" y="5183"/>
                      <a:pt x="11661" y="4986"/>
                      <a:pt x="11361" y="4986"/>
                    </a:cubicBezTo>
                    <a:close/>
                    <a:moveTo>
                      <a:pt x="12681" y="4986"/>
                    </a:moveTo>
                    <a:cubicBezTo>
                      <a:pt x="12382" y="4986"/>
                      <a:pt x="12148" y="5183"/>
                      <a:pt x="12159" y="5426"/>
                    </a:cubicBezTo>
                    <a:cubicBezTo>
                      <a:pt x="12170" y="5671"/>
                      <a:pt x="12424" y="5870"/>
                      <a:pt x="12726" y="5870"/>
                    </a:cubicBezTo>
                    <a:cubicBezTo>
                      <a:pt x="13030" y="5870"/>
                      <a:pt x="13263" y="5671"/>
                      <a:pt x="13249" y="5426"/>
                    </a:cubicBezTo>
                    <a:cubicBezTo>
                      <a:pt x="13235" y="5183"/>
                      <a:pt x="12981" y="4986"/>
                      <a:pt x="12681" y="4986"/>
                    </a:cubicBezTo>
                    <a:close/>
                    <a:moveTo>
                      <a:pt x="14003" y="4986"/>
                    </a:moveTo>
                    <a:cubicBezTo>
                      <a:pt x="13703" y="4986"/>
                      <a:pt x="13472" y="5183"/>
                      <a:pt x="13487" y="5426"/>
                    </a:cubicBezTo>
                    <a:cubicBezTo>
                      <a:pt x="13502" y="5671"/>
                      <a:pt x="13760" y="5870"/>
                      <a:pt x="14063" y="5870"/>
                    </a:cubicBezTo>
                    <a:cubicBezTo>
                      <a:pt x="14365" y="5870"/>
                      <a:pt x="14597" y="5671"/>
                      <a:pt x="14578" y="5426"/>
                    </a:cubicBezTo>
                    <a:cubicBezTo>
                      <a:pt x="14560" y="5183"/>
                      <a:pt x="14301" y="4986"/>
                      <a:pt x="14003" y="4986"/>
                    </a:cubicBezTo>
                    <a:close/>
                    <a:moveTo>
                      <a:pt x="15342" y="4986"/>
                    </a:moveTo>
                    <a:cubicBezTo>
                      <a:pt x="15042" y="4986"/>
                      <a:pt x="14815" y="5183"/>
                      <a:pt x="14834" y="5426"/>
                    </a:cubicBezTo>
                    <a:cubicBezTo>
                      <a:pt x="14853" y="5671"/>
                      <a:pt x="15115" y="5870"/>
                      <a:pt x="15418" y="5870"/>
                    </a:cubicBezTo>
                    <a:cubicBezTo>
                      <a:pt x="15720" y="5870"/>
                      <a:pt x="15947" y="5671"/>
                      <a:pt x="15925" y="5426"/>
                    </a:cubicBezTo>
                    <a:cubicBezTo>
                      <a:pt x="15902" y="5183"/>
                      <a:pt x="15641" y="4986"/>
                      <a:pt x="15342" y="4986"/>
                    </a:cubicBezTo>
                    <a:close/>
                    <a:moveTo>
                      <a:pt x="16663" y="4986"/>
                    </a:moveTo>
                    <a:cubicBezTo>
                      <a:pt x="16364" y="4986"/>
                      <a:pt x="16140" y="5183"/>
                      <a:pt x="16163" y="5426"/>
                    </a:cubicBezTo>
                    <a:cubicBezTo>
                      <a:pt x="16186" y="5671"/>
                      <a:pt x="16451" y="5870"/>
                      <a:pt x="16753" y="5870"/>
                    </a:cubicBezTo>
                    <a:cubicBezTo>
                      <a:pt x="17056" y="5870"/>
                      <a:pt x="17280" y="5671"/>
                      <a:pt x="17253" y="5426"/>
                    </a:cubicBezTo>
                    <a:cubicBezTo>
                      <a:pt x="17226" y="5183"/>
                      <a:pt x="16962" y="4986"/>
                      <a:pt x="16663" y="4986"/>
                    </a:cubicBezTo>
                    <a:close/>
                    <a:moveTo>
                      <a:pt x="18003" y="4986"/>
                    </a:moveTo>
                    <a:cubicBezTo>
                      <a:pt x="17704" y="4986"/>
                      <a:pt x="17483" y="5183"/>
                      <a:pt x="17510" y="5426"/>
                    </a:cubicBezTo>
                    <a:cubicBezTo>
                      <a:pt x="17538" y="5671"/>
                      <a:pt x="17807" y="5870"/>
                      <a:pt x="18109" y="5870"/>
                    </a:cubicBezTo>
                    <a:cubicBezTo>
                      <a:pt x="18412" y="5870"/>
                      <a:pt x="18632" y="5671"/>
                      <a:pt x="18601" y="5426"/>
                    </a:cubicBezTo>
                    <a:cubicBezTo>
                      <a:pt x="18570" y="5183"/>
                      <a:pt x="18302" y="4986"/>
                      <a:pt x="18003" y="4986"/>
                    </a:cubicBezTo>
                    <a:close/>
                    <a:moveTo>
                      <a:pt x="19324" y="4986"/>
                    </a:moveTo>
                    <a:cubicBezTo>
                      <a:pt x="19024" y="4986"/>
                      <a:pt x="18807" y="5183"/>
                      <a:pt x="18839" y="5426"/>
                    </a:cubicBezTo>
                    <a:cubicBezTo>
                      <a:pt x="18871" y="5671"/>
                      <a:pt x="19143" y="5870"/>
                      <a:pt x="19446" y="5870"/>
                    </a:cubicBezTo>
                    <a:cubicBezTo>
                      <a:pt x="19748" y="5870"/>
                      <a:pt x="19965" y="5671"/>
                      <a:pt x="19930" y="5426"/>
                    </a:cubicBezTo>
                    <a:cubicBezTo>
                      <a:pt x="19895" y="5183"/>
                      <a:pt x="19623" y="4986"/>
                      <a:pt x="19324" y="4986"/>
                    </a:cubicBezTo>
                    <a:close/>
                    <a:moveTo>
                      <a:pt x="602" y="6064"/>
                    </a:moveTo>
                    <a:cubicBezTo>
                      <a:pt x="299" y="6064"/>
                      <a:pt x="30" y="6266"/>
                      <a:pt x="2" y="6516"/>
                    </a:cubicBezTo>
                    <a:cubicBezTo>
                      <a:pt x="-26" y="6767"/>
                      <a:pt x="200" y="6973"/>
                      <a:pt x="507" y="6973"/>
                    </a:cubicBezTo>
                    <a:cubicBezTo>
                      <a:pt x="814" y="6973"/>
                      <a:pt x="1084" y="6767"/>
                      <a:pt x="1109" y="6516"/>
                    </a:cubicBezTo>
                    <a:cubicBezTo>
                      <a:pt x="1133" y="6266"/>
                      <a:pt x="906" y="6064"/>
                      <a:pt x="602" y="6064"/>
                    </a:cubicBezTo>
                    <a:close/>
                    <a:moveTo>
                      <a:pt x="1959" y="6064"/>
                    </a:moveTo>
                    <a:cubicBezTo>
                      <a:pt x="1656" y="6064"/>
                      <a:pt x="1391" y="6266"/>
                      <a:pt x="1367" y="6516"/>
                    </a:cubicBezTo>
                    <a:cubicBezTo>
                      <a:pt x="1343" y="6767"/>
                      <a:pt x="1573" y="6973"/>
                      <a:pt x="1880" y="6973"/>
                    </a:cubicBezTo>
                    <a:cubicBezTo>
                      <a:pt x="2187" y="6973"/>
                      <a:pt x="2453" y="6767"/>
                      <a:pt x="2473" y="6516"/>
                    </a:cubicBezTo>
                    <a:cubicBezTo>
                      <a:pt x="2493" y="6266"/>
                      <a:pt x="2263" y="6064"/>
                      <a:pt x="1959" y="6064"/>
                    </a:cubicBezTo>
                    <a:close/>
                    <a:moveTo>
                      <a:pt x="3298" y="6064"/>
                    </a:moveTo>
                    <a:cubicBezTo>
                      <a:pt x="2994" y="6064"/>
                      <a:pt x="2733" y="6266"/>
                      <a:pt x="2713" y="6516"/>
                    </a:cubicBezTo>
                    <a:cubicBezTo>
                      <a:pt x="2694" y="6767"/>
                      <a:pt x="2927" y="6973"/>
                      <a:pt x="3235" y="6973"/>
                    </a:cubicBezTo>
                    <a:cubicBezTo>
                      <a:pt x="3542" y="6973"/>
                      <a:pt x="3803" y="6767"/>
                      <a:pt x="3819" y="6516"/>
                    </a:cubicBezTo>
                    <a:cubicBezTo>
                      <a:pt x="3835" y="6266"/>
                      <a:pt x="3602" y="6064"/>
                      <a:pt x="3298" y="6064"/>
                    </a:cubicBezTo>
                    <a:close/>
                    <a:moveTo>
                      <a:pt x="4656" y="6064"/>
                    </a:moveTo>
                    <a:cubicBezTo>
                      <a:pt x="4352" y="6064"/>
                      <a:pt x="4093" y="6266"/>
                      <a:pt x="4078" y="6516"/>
                    </a:cubicBezTo>
                    <a:cubicBezTo>
                      <a:pt x="4063" y="6767"/>
                      <a:pt x="4300" y="6973"/>
                      <a:pt x="4608" y="6973"/>
                    </a:cubicBezTo>
                    <a:cubicBezTo>
                      <a:pt x="4915" y="6973"/>
                      <a:pt x="5173" y="6767"/>
                      <a:pt x="5185" y="6516"/>
                    </a:cubicBezTo>
                    <a:cubicBezTo>
                      <a:pt x="5196" y="6266"/>
                      <a:pt x="4959" y="6064"/>
                      <a:pt x="4656" y="6064"/>
                    </a:cubicBezTo>
                    <a:close/>
                    <a:moveTo>
                      <a:pt x="5994" y="6064"/>
                    </a:moveTo>
                    <a:cubicBezTo>
                      <a:pt x="5691" y="6064"/>
                      <a:pt x="5436" y="6266"/>
                      <a:pt x="5425" y="6516"/>
                    </a:cubicBezTo>
                    <a:cubicBezTo>
                      <a:pt x="5414" y="6767"/>
                      <a:pt x="5655" y="6973"/>
                      <a:pt x="5962" y="6973"/>
                    </a:cubicBezTo>
                    <a:cubicBezTo>
                      <a:pt x="6269" y="6973"/>
                      <a:pt x="6524" y="6767"/>
                      <a:pt x="6531" y="6516"/>
                    </a:cubicBezTo>
                    <a:cubicBezTo>
                      <a:pt x="6539" y="6266"/>
                      <a:pt x="6298" y="6064"/>
                      <a:pt x="5994" y="6064"/>
                    </a:cubicBezTo>
                    <a:close/>
                    <a:moveTo>
                      <a:pt x="7352" y="6064"/>
                    </a:moveTo>
                    <a:cubicBezTo>
                      <a:pt x="7048" y="6064"/>
                      <a:pt x="6796" y="6266"/>
                      <a:pt x="6790" y="6516"/>
                    </a:cubicBezTo>
                    <a:cubicBezTo>
                      <a:pt x="6783" y="6767"/>
                      <a:pt x="7028" y="6973"/>
                      <a:pt x="7335" y="6973"/>
                    </a:cubicBezTo>
                    <a:cubicBezTo>
                      <a:pt x="7642" y="6973"/>
                      <a:pt x="7893" y="6767"/>
                      <a:pt x="7896" y="6516"/>
                    </a:cubicBezTo>
                    <a:cubicBezTo>
                      <a:pt x="7899" y="6266"/>
                      <a:pt x="7655" y="6064"/>
                      <a:pt x="7352" y="6064"/>
                    </a:cubicBezTo>
                    <a:close/>
                    <a:moveTo>
                      <a:pt x="8690" y="6064"/>
                    </a:moveTo>
                    <a:cubicBezTo>
                      <a:pt x="8386" y="6064"/>
                      <a:pt x="8139" y="6266"/>
                      <a:pt x="8137" y="6516"/>
                    </a:cubicBezTo>
                    <a:cubicBezTo>
                      <a:pt x="8135" y="6767"/>
                      <a:pt x="8382" y="6973"/>
                      <a:pt x="8690" y="6973"/>
                    </a:cubicBezTo>
                    <a:cubicBezTo>
                      <a:pt x="8997" y="6973"/>
                      <a:pt x="9244" y="6767"/>
                      <a:pt x="9243" y="6516"/>
                    </a:cubicBezTo>
                    <a:cubicBezTo>
                      <a:pt x="9241" y="6266"/>
                      <a:pt x="8995" y="6064"/>
                      <a:pt x="8690" y="6064"/>
                    </a:cubicBezTo>
                    <a:close/>
                    <a:moveTo>
                      <a:pt x="10048" y="6064"/>
                    </a:moveTo>
                    <a:cubicBezTo>
                      <a:pt x="9744" y="6064"/>
                      <a:pt x="9500" y="6266"/>
                      <a:pt x="9502" y="6516"/>
                    </a:cubicBezTo>
                    <a:cubicBezTo>
                      <a:pt x="9504" y="6767"/>
                      <a:pt x="9755" y="6973"/>
                      <a:pt x="10062" y="6973"/>
                    </a:cubicBezTo>
                    <a:cubicBezTo>
                      <a:pt x="10370" y="6973"/>
                      <a:pt x="10614" y="6767"/>
                      <a:pt x="10608" y="6516"/>
                    </a:cubicBezTo>
                    <a:cubicBezTo>
                      <a:pt x="10602" y="6266"/>
                      <a:pt x="10352" y="6064"/>
                      <a:pt x="10048" y="6064"/>
                    </a:cubicBezTo>
                    <a:close/>
                    <a:moveTo>
                      <a:pt x="11387" y="6064"/>
                    </a:moveTo>
                    <a:cubicBezTo>
                      <a:pt x="11083" y="6064"/>
                      <a:pt x="10842" y="6266"/>
                      <a:pt x="10849" y="6516"/>
                    </a:cubicBezTo>
                    <a:cubicBezTo>
                      <a:pt x="10856" y="6767"/>
                      <a:pt x="11110" y="6973"/>
                      <a:pt x="11417" y="6973"/>
                    </a:cubicBezTo>
                    <a:cubicBezTo>
                      <a:pt x="11725" y="6973"/>
                      <a:pt x="11965" y="6767"/>
                      <a:pt x="11954" y="6516"/>
                    </a:cubicBezTo>
                    <a:cubicBezTo>
                      <a:pt x="11944" y="6266"/>
                      <a:pt x="11691" y="6064"/>
                      <a:pt x="11387" y="6064"/>
                    </a:cubicBezTo>
                    <a:close/>
                    <a:moveTo>
                      <a:pt x="12745" y="6064"/>
                    </a:moveTo>
                    <a:cubicBezTo>
                      <a:pt x="12441" y="6064"/>
                      <a:pt x="12204" y="6266"/>
                      <a:pt x="12215" y="6516"/>
                    </a:cubicBezTo>
                    <a:cubicBezTo>
                      <a:pt x="12226" y="6767"/>
                      <a:pt x="12485" y="6973"/>
                      <a:pt x="12791" y="6973"/>
                    </a:cubicBezTo>
                    <a:cubicBezTo>
                      <a:pt x="13099" y="6973"/>
                      <a:pt x="13336" y="6767"/>
                      <a:pt x="13321" y="6516"/>
                    </a:cubicBezTo>
                    <a:cubicBezTo>
                      <a:pt x="13307" y="6266"/>
                      <a:pt x="13048" y="6064"/>
                      <a:pt x="12745" y="6064"/>
                    </a:cubicBezTo>
                    <a:close/>
                    <a:moveTo>
                      <a:pt x="14084" y="6064"/>
                    </a:moveTo>
                    <a:cubicBezTo>
                      <a:pt x="13781" y="6064"/>
                      <a:pt x="13547" y="6266"/>
                      <a:pt x="13562" y="6516"/>
                    </a:cubicBezTo>
                    <a:cubicBezTo>
                      <a:pt x="13577" y="6767"/>
                      <a:pt x="13839" y="6973"/>
                      <a:pt x="14146" y="6973"/>
                    </a:cubicBezTo>
                    <a:cubicBezTo>
                      <a:pt x="14453" y="6973"/>
                      <a:pt x="14687" y="6767"/>
                      <a:pt x="14668" y="6516"/>
                    </a:cubicBezTo>
                    <a:cubicBezTo>
                      <a:pt x="14649" y="6266"/>
                      <a:pt x="14387" y="6064"/>
                      <a:pt x="14084" y="6064"/>
                    </a:cubicBezTo>
                    <a:close/>
                    <a:moveTo>
                      <a:pt x="15424" y="6064"/>
                    </a:moveTo>
                    <a:cubicBezTo>
                      <a:pt x="15120" y="6064"/>
                      <a:pt x="14889" y="6266"/>
                      <a:pt x="14909" y="6516"/>
                    </a:cubicBezTo>
                    <a:cubicBezTo>
                      <a:pt x="14929" y="6767"/>
                      <a:pt x="15194" y="6973"/>
                      <a:pt x="15501" y="6973"/>
                    </a:cubicBezTo>
                    <a:cubicBezTo>
                      <a:pt x="15808" y="6973"/>
                      <a:pt x="16039" y="6767"/>
                      <a:pt x="16015" y="6516"/>
                    </a:cubicBezTo>
                    <a:cubicBezTo>
                      <a:pt x="15992" y="6266"/>
                      <a:pt x="15727" y="6064"/>
                      <a:pt x="15424" y="6064"/>
                    </a:cubicBezTo>
                    <a:close/>
                    <a:moveTo>
                      <a:pt x="16781" y="6064"/>
                    </a:moveTo>
                    <a:cubicBezTo>
                      <a:pt x="16479" y="6064"/>
                      <a:pt x="16251" y="6266"/>
                      <a:pt x="16275" y="6516"/>
                    </a:cubicBezTo>
                    <a:cubicBezTo>
                      <a:pt x="16299" y="6767"/>
                      <a:pt x="16568" y="6973"/>
                      <a:pt x="16875" y="6973"/>
                    </a:cubicBezTo>
                    <a:cubicBezTo>
                      <a:pt x="17182" y="6973"/>
                      <a:pt x="17408" y="6767"/>
                      <a:pt x="17381" y="6516"/>
                    </a:cubicBezTo>
                    <a:cubicBezTo>
                      <a:pt x="17353" y="6266"/>
                      <a:pt x="17085" y="6064"/>
                      <a:pt x="16781" y="6064"/>
                    </a:cubicBezTo>
                    <a:close/>
                    <a:moveTo>
                      <a:pt x="18121" y="6064"/>
                    </a:moveTo>
                    <a:cubicBezTo>
                      <a:pt x="17818" y="6064"/>
                      <a:pt x="17594" y="6266"/>
                      <a:pt x="17623" y="6516"/>
                    </a:cubicBezTo>
                    <a:cubicBezTo>
                      <a:pt x="17651" y="6767"/>
                      <a:pt x="17924" y="6973"/>
                      <a:pt x="18231" y="6973"/>
                    </a:cubicBezTo>
                    <a:cubicBezTo>
                      <a:pt x="18538" y="6973"/>
                      <a:pt x="18761" y="6767"/>
                      <a:pt x="18729" y="6516"/>
                    </a:cubicBezTo>
                    <a:cubicBezTo>
                      <a:pt x="18697" y="6266"/>
                      <a:pt x="18425" y="6064"/>
                      <a:pt x="18121" y="6064"/>
                    </a:cubicBezTo>
                    <a:close/>
                    <a:moveTo>
                      <a:pt x="19480" y="6064"/>
                    </a:moveTo>
                    <a:cubicBezTo>
                      <a:pt x="19176" y="6064"/>
                      <a:pt x="18956" y="6266"/>
                      <a:pt x="18989" y="6516"/>
                    </a:cubicBezTo>
                    <a:cubicBezTo>
                      <a:pt x="19021" y="6767"/>
                      <a:pt x="19297" y="6973"/>
                      <a:pt x="19605" y="6973"/>
                    </a:cubicBezTo>
                    <a:cubicBezTo>
                      <a:pt x="19911" y="6973"/>
                      <a:pt x="20131" y="6767"/>
                      <a:pt x="20095" y="6516"/>
                    </a:cubicBezTo>
                    <a:cubicBezTo>
                      <a:pt x="20059" y="6266"/>
                      <a:pt x="19783" y="6064"/>
                      <a:pt x="19480" y="6064"/>
                    </a:cubicBezTo>
                    <a:close/>
                    <a:moveTo>
                      <a:pt x="1856" y="7184"/>
                    </a:moveTo>
                    <a:cubicBezTo>
                      <a:pt x="1548" y="7184"/>
                      <a:pt x="1279" y="7391"/>
                      <a:pt x="1255" y="7649"/>
                    </a:cubicBezTo>
                    <a:cubicBezTo>
                      <a:pt x="1230" y="7907"/>
                      <a:pt x="1463" y="8119"/>
                      <a:pt x="1774" y="8119"/>
                    </a:cubicBezTo>
                    <a:cubicBezTo>
                      <a:pt x="2086" y="8119"/>
                      <a:pt x="2356" y="7907"/>
                      <a:pt x="2377" y="7649"/>
                    </a:cubicBezTo>
                    <a:cubicBezTo>
                      <a:pt x="2397" y="7391"/>
                      <a:pt x="2164" y="7184"/>
                      <a:pt x="1856" y="7184"/>
                    </a:cubicBezTo>
                    <a:close/>
                    <a:moveTo>
                      <a:pt x="3232" y="7184"/>
                    </a:moveTo>
                    <a:cubicBezTo>
                      <a:pt x="2924" y="7184"/>
                      <a:pt x="2658" y="7391"/>
                      <a:pt x="2638" y="7649"/>
                    </a:cubicBezTo>
                    <a:cubicBezTo>
                      <a:pt x="2618" y="7907"/>
                      <a:pt x="2855" y="8119"/>
                      <a:pt x="3167" y="8119"/>
                    </a:cubicBezTo>
                    <a:cubicBezTo>
                      <a:pt x="3478" y="8119"/>
                      <a:pt x="3744" y="7907"/>
                      <a:pt x="3761" y="7649"/>
                    </a:cubicBezTo>
                    <a:cubicBezTo>
                      <a:pt x="3777" y="7391"/>
                      <a:pt x="3540" y="7184"/>
                      <a:pt x="3232" y="7184"/>
                    </a:cubicBezTo>
                    <a:close/>
                    <a:moveTo>
                      <a:pt x="4590" y="7184"/>
                    </a:moveTo>
                    <a:cubicBezTo>
                      <a:pt x="4281" y="7184"/>
                      <a:pt x="4019" y="7391"/>
                      <a:pt x="4003" y="7649"/>
                    </a:cubicBezTo>
                    <a:cubicBezTo>
                      <a:pt x="3988" y="7907"/>
                      <a:pt x="4228" y="8119"/>
                      <a:pt x="4540" y="8119"/>
                    </a:cubicBezTo>
                    <a:cubicBezTo>
                      <a:pt x="4851" y="8119"/>
                      <a:pt x="5114" y="7907"/>
                      <a:pt x="5126" y="7649"/>
                    </a:cubicBezTo>
                    <a:cubicBezTo>
                      <a:pt x="5138" y="7391"/>
                      <a:pt x="4897" y="7184"/>
                      <a:pt x="4590" y="7184"/>
                    </a:cubicBezTo>
                    <a:close/>
                    <a:moveTo>
                      <a:pt x="5965" y="7184"/>
                    </a:moveTo>
                    <a:cubicBezTo>
                      <a:pt x="5657" y="7184"/>
                      <a:pt x="5398" y="7391"/>
                      <a:pt x="5388" y="7649"/>
                    </a:cubicBezTo>
                    <a:cubicBezTo>
                      <a:pt x="5376" y="7907"/>
                      <a:pt x="5621" y="8119"/>
                      <a:pt x="5932" y="8119"/>
                    </a:cubicBezTo>
                    <a:cubicBezTo>
                      <a:pt x="6244" y="8119"/>
                      <a:pt x="6502" y="7907"/>
                      <a:pt x="6509" y="7649"/>
                    </a:cubicBezTo>
                    <a:cubicBezTo>
                      <a:pt x="6517" y="7391"/>
                      <a:pt x="6273" y="7184"/>
                      <a:pt x="5965" y="7184"/>
                    </a:cubicBezTo>
                    <a:close/>
                    <a:moveTo>
                      <a:pt x="7322" y="7184"/>
                    </a:moveTo>
                    <a:cubicBezTo>
                      <a:pt x="7014" y="7184"/>
                      <a:pt x="6759" y="7391"/>
                      <a:pt x="6752" y="7649"/>
                    </a:cubicBezTo>
                    <a:cubicBezTo>
                      <a:pt x="6746" y="7907"/>
                      <a:pt x="6993" y="8119"/>
                      <a:pt x="7305" y="8119"/>
                    </a:cubicBezTo>
                    <a:cubicBezTo>
                      <a:pt x="7617" y="8119"/>
                      <a:pt x="7871" y="7907"/>
                      <a:pt x="7874" y="7649"/>
                    </a:cubicBezTo>
                    <a:cubicBezTo>
                      <a:pt x="7877" y="7391"/>
                      <a:pt x="7630" y="7184"/>
                      <a:pt x="7322" y="7184"/>
                    </a:cubicBezTo>
                    <a:close/>
                    <a:moveTo>
                      <a:pt x="8698" y="7184"/>
                    </a:moveTo>
                    <a:cubicBezTo>
                      <a:pt x="8390" y="7184"/>
                      <a:pt x="8139" y="7391"/>
                      <a:pt x="8137" y="7649"/>
                    </a:cubicBezTo>
                    <a:cubicBezTo>
                      <a:pt x="8135" y="7907"/>
                      <a:pt x="8385" y="8119"/>
                      <a:pt x="8697" y="8119"/>
                    </a:cubicBezTo>
                    <a:cubicBezTo>
                      <a:pt x="9009" y="8119"/>
                      <a:pt x="9260" y="7907"/>
                      <a:pt x="9258" y="7649"/>
                    </a:cubicBezTo>
                    <a:cubicBezTo>
                      <a:pt x="9257" y="7391"/>
                      <a:pt x="9007" y="7184"/>
                      <a:pt x="8698" y="7184"/>
                    </a:cubicBezTo>
                    <a:close/>
                    <a:moveTo>
                      <a:pt x="10055" y="7184"/>
                    </a:moveTo>
                    <a:cubicBezTo>
                      <a:pt x="9748" y="7184"/>
                      <a:pt x="9500" y="7391"/>
                      <a:pt x="9502" y="7649"/>
                    </a:cubicBezTo>
                    <a:cubicBezTo>
                      <a:pt x="9504" y="7907"/>
                      <a:pt x="9759" y="8119"/>
                      <a:pt x="10070" y="8119"/>
                    </a:cubicBezTo>
                    <a:cubicBezTo>
                      <a:pt x="10382" y="8119"/>
                      <a:pt x="10630" y="7907"/>
                      <a:pt x="10624" y="7649"/>
                    </a:cubicBezTo>
                    <a:cubicBezTo>
                      <a:pt x="10618" y="7391"/>
                      <a:pt x="10364" y="7184"/>
                      <a:pt x="10055" y="7184"/>
                    </a:cubicBezTo>
                    <a:close/>
                    <a:moveTo>
                      <a:pt x="11432" y="7184"/>
                    </a:moveTo>
                    <a:cubicBezTo>
                      <a:pt x="11124" y="7184"/>
                      <a:pt x="10879" y="7391"/>
                      <a:pt x="10886" y="7649"/>
                    </a:cubicBezTo>
                    <a:cubicBezTo>
                      <a:pt x="10893" y="7907"/>
                      <a:pt x="11151" y="8119"/>
                      <a:pt x="11463" y="8119"/>
                    </a:cubicBezTo>
                    <a:cubicBezTo>
                      <a:pt x="11775" y="8119"/>
                      <a:pt x="12018" y="7907"/>
                      <a:pt x="12008" y="7649"/>
                    </a:cubicBezTo>
                    <a:cubicBezTo>
                      <a:pt x="11997" y="7391"/>
                      <a:pt x="11740" y="7184"/>
                      <a:pt x="11432" y="7184"/>
                    </a:cubicBezTo>
                    <a:close/>
                    <a:moveTo>
                      <a:pt x="12790" y="7184"/>
                    </a:moveTo>
                    <a:cubicBezTo>
                      <a:pt x="12482" y="7184"/>
                      <a:pt x="12241" y="7391"/>
                      <a:pt x="12252" y="7649"/>
                    </a:cubicBezTo>
                    <a:cubicBezTo>
                      <a:pt x="12264" y="7907"/>
                      <a:pt x="12526" y="8119"/>
                      <a:pt x="12837" y="8119"/>
                    </a:cubicBezTo>
                    <a:cubicBezTo>
                      <a:pt x="13149" y="8119"/>
                      <a:pt x="13389" y="7907"/>
                      <a:pt x="13374" y="7649"/>
                    </a:cubicBezTo>
                    <a:cubicBezTo>
                      <a:pt x="13359" y="7391"/>
                      <a:pt x="13098" y="7184"/>
                      <a:pt x="12790" y="7184"/>
                    </a:cubicBezTo>
                    <a:close/>
                    <a:moveTo>
                      <a:pt x="14166" y="7184"/>
                    </a:moveTo>
                    <a:cubicBezTo>
                      <a:pt x="13858" y="7184"/>
                      <a:pt x="13621" y="7391"/>
                      <a:pt x="13637" y="7649"/>
                    </a:cubicBezTo>
                    <a:cubicBezTo>
                      <a:pt x="13652" y="7907"/>
                      <a:pt x="13919" y="8119"/>
                      <a:pt x="14230" y="8119"/>
                    </a:cubicBezTo>
                    <a:cubicBezTo>
                      <a:pt x="14541" y="8119"/>
                      <a:pt x="14778" y="7907"/>
                      <a:pt x="14759" y="7649"/>
                    </a:cubicBezTo>
                    <a:cubicBezTo>
                      <a:pt x="14740" y="7391"/>
                      <a:pt x="14474" y="7184"/>
                      <a:pt x="14166" y="7184"/>
                    </a:cubicBezTo>
                    <a:close/>
                    <a:moveTo>
                      <a:pt x="15524" y="7184"/>
                    </a:moveTo>
                    <a:cubicBezTo>
                      <a:pt x="15216" y="7184"/>
                      <a:pt x="14983" y="7391"/>
                      <a:pt x="15003" y="7649"/>
                    </a:cubicBezTo>
                    <a:cubicBezTo>
                      <a:pt x="15023" y="7907"/>
                      <a:pt x="15292" y="8119"/>
                      <a:pt x="15604" y="8119"/>
                    </a:cubicBezTo>
                    <a:cubicBezTo>
                      <a:pt x="15915" y="8119"/>
                      <a:pt x="16149" y="7907"/>
                      <a:pt x="16125" y="7649"/>
                    </a:cubicBezTo>
                    <a:cubicBezTo>
                      <a:pt x="16101" y="7391"/>
                      <a:pt x="15832" y="7184"/>
                      <a:pt x="15524" y="7184"/>
                    </a:cubicBezTo>
                    <a:close/>
                    <a:moveTo>
                      <a:pt x="16901" y="7184"/>
                    </a:moveTo>
                    <a:cubicBezTo>
                      <a:pt x="16593" y="7184"/>
                      <a:pt x="16363" y="7391"/>
                      <a:pt x="16387" y="7649"/>
                    </a:cubicBezTo>
                    <a:cubicBezTo>
                      <a:pt x="16412" y="7907"/>
                      <a:pt x="16686" y="8119"/>
                      <a:pt x="16997" y="8119"/>
                    </a:cubicBezTo>
                    <a:cubicBezTo>
                      <a:pt x="17308" y="8119"/>
                      <a:pt x="17538" y="7907"/>
                      <a:pt x="17509" y="7649"/>
                    </a:cubicBezTo>
                    <a:cubicBezTo>
                      <a:pt x="17481" y="7391"/>
                      <a:pt x="17209" y="7184"/>
                      <a:pt x="16901" y="7184"/>
                    </a:cubicBezTo>
                    <a:close/>
                    <a:moveTo>
                      <a:pt x="18259" y="7184"/>
                    </a:moveTo>
                    <a:cubicBezTo>
                      <a:pt x="17951" y="7184"/>
                      <a:pt x="17725" y="7391"/>
                      <a:pt x="17754" y="7649"/>
                    </a:cubicBezTo>
                    <a:cubicBezTo>
                      <a:pt x="17783" y="7907"/>
                      <a:pt x="18060" y="8119"/>
                      <a:pt x="18371" y="8119"/>
                    </a:cubicBezTo>
                    <a:cubicBezTo>
                      <a:pt x="18683" y="8119"/>
                      <a:pt x="18909" y="7907"/>
                      <a:pt x="18876" y="7649"/>
                    </a:cubicBezTo>
                    <a:cubicBezTo>
                      <a:pt x="18843" y="7391"/>
                      <a:pt x="18567" y="7184"/>
                      <a:pt x="18259" y="7184"/>
                    </a:cubicBezTo>
                    <a:close/>
                    <a:moveTo>
                      <a:pt x="19636" y="7184"/>
                    </a:moveTo>
                    <a:cubicBezTo>
                      <a:pt x="19328" y="7184"/>
                      <a:pt x="19105" y="7391"/>
                      <a:pt x="19139" y="7649"/>
                    </a:cubicBezTo>
                    <a:cubicBezTo>
                      <a:pt x="19173" y="7907"/>
                      <a:pt x="19452" y="8119"/>
                      <a:pt x="19764" y="8119"/>
                    </a:cubicBezTo>
                    <a:cubicBezTo>
                      <a:pt x="20076" y="8119"/>
                      <a:pt x="20298" y="7907"/>
                      <a:pt x="20261" y="7649"/>
                    </a:cubicBezTo>
                    <a:cubicBezTo>
                      <a:pt x="20224" y="7391"/>
                      <a:pt x="19944" y="7184"/>
                      <a:pt x="19636" y="7184"/>
                    </a:cubicBezTo>
                    <a:close/>
                    <a:moveTo>
                      <a:pt x="8687" y="8325"/>
                    </a:moveTo>
                    <a:cubicBezTo>
                      <a:pt x="8374" y="8325"/>
                      <a:pt x="8120" y="8538"/>
                      <a:pt x="8118" y="8803"/>
                    </a:cubicBezTo>
                    <a:cubicBezTo>
                      <a:pt x="8116" y="9069"/>
                      <a:pt x="8370" y="9287"/>
                      <a:pt x="8686" y="9287"/>
                    </a:cubicBezTo>
                    <a:cubicBezTo>
                      <a:pt x="9003" y="9287"/>
                      <a:pt x="9258" y="9069"/>
                      <a:pt x="9256" y="8803"/>
                    </a:cubicBezTo>
                    <a:cubicBezTo>
                      <a:pt x="9255" y="8538"/>
                      <a:pt x="9000" y="8325"/>
                      <a:pt x="8687" y="8325"/>
                    </a:cubicBezTo>
                    <a:close/>
                    <a:moveTo>
                      <a:pt x="10082" y="8325"/>
                    </a:moveTo>
                    <a:cubicBezTo>
                      <a:pt x="9770" y="8325"/>
                      <a:pt x="9518" y="8538"/>
                      <a:pt x="9521" y="8803"/>
                    </a:cubicBezTo>
                    <a:cubicBezTo>
                      <a:pt x="9523" y="9069"/>
                      <a:pt x="9782" y="9287"/>
                      <a:pt x="10097" y="9287"/>
                    </a:cubicBezTo>
                    <a:cubicBezTo>
                      <a:pt x="10414" y="9287"/>
                      <a:pt x="10665" y="9069"/>
                      <a:pt x="10659" y="8803"/>
                    </a:cubicBezTo>
                    <a:cubicBezTo>
                      <a:pt x="10653" y="8538"/>
                      <a:pt x="10395" y="8325"/>
                      <a:pt x="10082" y="8325"/>
                    </a:cubicBezTo>
                    <a:close/>
                    <a:moveTo>
                      <a:pt x="11459" y="8325"/>
                    </a:moveTo>
                    <a:cubicBezTo>
                      <a:pt x="11146" y="8325"/>
                      <a:pt x="10898" y="8538"/>
                      <a:pt x="10905" y="8803"/>
                    </a:cubicBezTo>
                    <a:cubicBezTo>
                      <a:pt x="10912" y="9069"/>
                      <a:pt x="11174" y="9287"/>
                      <a:pt x="11491" y="9287"/>
                    </a:cubicBezTo>
                    <a:cubicBezTo>
                      <a:pt x="11807" y="9287"/>
                      <a:pt x="12054" y="9069"/>
                      <a:pt x="12043" y="8803"/>
                    </a:cubicBezTo>
                    <a:cubicBezTo>
                      <a:pt x="12032" y="8538"/>
                      <a:pt x="11771" y="8325"/>
                      <a:pt x="11459" y="8325"/>
                    </a:cubicBezTo>
                    <a:close/>
                    <a:moveTo>
                      <a:pt x="12853" y="8325"/>
                    </a:moveTo>
                    <a:cubicBezTo>
                      <a:pt x="12541" y="8325"/>
                      <a:pt x="12297" y="8538"/>
                      <a:pt x="12309" y="8803"/>
                    </a:cubicBezTo>
                    <a:cubicBezTo>
                      <a:pt x="12320" y="9069"/>
                      <a:pt x="12586" y="9287"/>
                      <a:pt x="12902" y="9287"/>
                    </a:cubicBezTo>
                    <a:cubicBezTo>
                      <a:pt x="13218" y="9287"/>
                      <a:pt x="13462" y="9069"/>
                      <a:pt x="13447" y="8803"/>
                    </a:cubicBezTo>
                    <a:cubicBezTo>
                      <a:pt x="13431" y="8538"/>
                      <a:pt x="13166" y="8325"/>
                      <a:pt x="12853" y="8325"/>
                    </a:cubicBezTo>
                    <a:close/>
                    <a:moveTo>
                      <a:pt x="14230" y="8325"/>
                    </a:moveTo>
                    <a:cubicBezTo>
                      <a:pt x="13918" y="8325"/>
                      <a:pt x="13677" y="8538"/>
                      <a:pt x="13693" y="8803"/>
                    </a:cubicBezTo>
                    <a:cubicBezTo>
                      <a:pt x="13709" y="9069"/>
                      <a:pt x="13980" y="9287"/>
                      <a:pt x="14295" y="9287"/>
                    </a:cubicBezTo>
                    <a:cubicBezTo>
                      <a:pt x="14611" y="9287"/>
                      <a:pt x="14852" y="9069"/>
                      <a:pt x="14831" y="8803"/>
                    </a:cubicBezTo>
                    <a:cubicBezTo>
                      <a:pt x="14812" y="8538"/>
                      <a:pt x="14542" y="8325"/>
                      <a:pt x="14230" y="8325"/>
                    </a:cubicBezTo>
                    <a:close/>
                    <a:moveTo>
                      <a:pt x="15625" y="8325"/>
                    </a:moveTo>
                    <a:cubicBezTo>
                      <a:pt x="15312" y="8325"/>
                      <a:pt x="15076" y="8538"/>
                      <a:pt x="15096" y="8803"/>
                    </a:cubicBezTo>
                    <a:cubicBezTo>
                      <a:pt x="15117" y="9069"/>
                      <a:pt x="15391" y="9287"/>
                      <a:pt x="15707" y="9287"/>
                    </a:cubicBezTo>
                    <a:cubicBezTo>
                      <a:pt x="16023" y="9287"/>
                      <a:pt x="16260" y="9069"/>
                      <a:pt x="16235" y="8803"/>
                    </a:cubicBezTo>
                    <a:cubicBezTo>
                      <a:pt x="16211" y="8538"/>
                      <a:pt x="15937" y="8325"/>
                      <a:pt x="15625" y="8325"/>
                    </a:cubicBezTo>
                    <a:close/>
                    <a:moveTo>
                      <a:pt x="17019" y="8325"/>
                    </a:moveTo>
                    <a:cubicBezTo>
                      <a:pt x="16707" y="8325"/>
                      <a:pt x="16474" y="8538"/>
                      <a:pt x="16500" y="8803"/>
                    </a:cubicBezTo>
                    <a:cubicBezTo>
                      <a:pt x="16525" y="9069"/>
                      <a:pt x="16803" y="9287"/>
                      <a:pt x="17118" y="9287"/>
                    </a:cubicBezTo>
                    <a:cubicBezTo>
                      <a:pt x="17435" y="9287"/>
                      <a:pt x="17667" y="9069"/>
                      <a:pt x="17637" y="8803"/>
                    </a:cubicBezTo>
                    <a:cubicBezTo>
                      <a:pt x="17608" y="8538"/>
                      <a:pt x="17332" y="8325"/>
                      <a:pt x="17019" y="8325"/>
                    </a:cubicBezTo>
                    <a:close/>
                    <a:moveTo>
                      <a:pt x="18397" y="8325"/>
                    </a:moveTo>
                    <a:cubicBezTo>
                      <a:pt x="18085" y="8325"/>
                      <a:pt x="17855" y="8538"/>
                      <a:pt x="17885" y="8803"/>
                    </a:cubicBezTo>
                    <a:cubicBezTo>
                      <a:pt x="17915" y="9069"/>
                      <a:pt x="18196" y="9287"/>
                      <a:pt x="18512" y="9287"/>
                    </a:cubicBezTo>
                    <a:cubicBezTo>
                      <a:pt x="18828" y="9287"/>
                      <a:pt x="19057" y="9069"/>
                      <a:pt x="19023" y="8803"/>
                    </a:cubicBezTo>
                    <a:cubicBezTo>
                      <a:pt x="18990" y="8538"/>
                      <a:pt x="18709" y="8325"/>
                      <a:pt x="18397" y="8325"/>
                    </a:cubicBezTo>
                    <a:close/>
                    <a:moveTo>
                      <a:pt x="8696" y="9487"/>
                    </a:moveTo>
                    <a:cubicBezTo>
                      <a:pt x="8379" y="9487"/>
                      <a:pt x="8120" y="9706"/>
                      <a:pt x="8118" y="9979"/>
                    </a:cubicBezTo>
                    <a:cubicBezTo>
                      <a:pt x="8116" y="10253"/>
                      <a:pt x="8373" y="10476"/>
                      <a:pt x="8695" y="10476"/>
                    </a:cubicBezTo>
                    <a:cubicBezTo>
                      <a:pt x="9016" y="10476"/>
                      <a:pt x="9275" y="10253"/>
                      <a:pt x="9273" y="9979"/>
                    </a:cubicBezTo>
                    <a:cubicBezTo>
                      <a:pt x="9271" y="9706"/>
                      <a:pt x="9014" y="9487"/>
                      <a:pt x="8696" y="9487"/>
                    </a:cubicBezTo>
                    <a:close/>
                    <a:moveTo>
                      <a:pt x="10090" y="9487"/>
                    </a:moveTo>
                    <a:cubicBezTo>
                      <a:pt x="9774" y="9487"/>
                      <a:pt x="9518" y="9706"/>
                      <a:pt x="9521" y="9979"/>
                    </a:cubicBezTo>
                    <a:cubicBezTo>
                      <a:pt x="9523" y="10253"/>
                      <a:pt x="9786" y="10476"/>
                      <a:pt x="10106" y="10476"/>
                    </a:cubicBezTo>
                    <a:cubicBezTo>
                      <a:pt x="10427" y="10476"/>
                      <a:pt x="10682" y="10253"/>
                      <a:pt x="10676" y="9979"/>
                    </a:cubicBezTo>
                    <a:cubicBezTo>
                      <a:pt x="10670" y="9706"/>
                      <a:pt x="10408" y="9487"/>
                      <a:pt x="10090" y="9487"/>
                    </a:cubicBezTo>
                    <a:close/>
                    <a:moveTo>
                      <a:pt x="11504" y="9487"/>
                    </a:moveTo>
                    <a:cubicBezTo>
                      <a:pt x="11186" y="9487"/>
                      <a:pt x="10935" y="9706"/>
                      <a:pt x="10942" y="9979"/>
                    </a:cubicBezTo>
                    <a:cubicBezTo>
                      <a:pt x="10950" y="10253"/>
                      <a:pt x="11216" y="10476"/>
                      <a:pt x="11537" y="10476"/>
                    </a:cubicBezTo>
                    <a:cubicBezTo>
                      <a:pt x="11858" y="10476"/>
                      <a:pt x="12108" y="10253"/>
                      <a:pt x="12097" y="9979"/>
                    </a:cubicBezTo>
                    <a:cubicBezTo>
                      <a:pt x="12086" y="9706"/>
                      <a:pt x="11821" y="9487"/>
                      <a:pt x="11504" y="9487"/>
                    </a:cubicBezTo>
                    <a:close/>
                    <a:moveTo>
                      <a:pt x="12917" y="9487"/>
                    </a:moveTo>
                    <a:cubicBezTo>
                      <a:pt x="12601" y="9487"/>
                      <a:pt x="12353" y="9706"/>
                      <a:pt x="12365" y="9979"/>
                    </a:cubicBezTo>
                    <a:cubicBezTo>
                      <a:pt x="12377" y="10253"/>
                      <a:pt x="12647" y="10476"/>
                      <a:pt x="12967" y="10476"/>
                    </a:cubicBezTo>
                    <a:cubicBezTo>
                      <a:pt x="13288" y="10476"/>
                      <a:pt x="13536" y="10253"/>
                      <a:pt x="13520" y="9979"/>
                    </a:cubicBezTo>
                    <a:cubicBezTo>
                      <a:pt x="13504" y="9706"/>
                      <a:pt x="13234" y="9487"/>
                      <a:pt x="12917" y="9487"/>
                    </a:cubicBezTo>
                    <a:close/>
                    <a:moveTo>
                      <a:pt x="14312" y="9487"/>
                    </a:moveTo>
                    <a:cubicBezTo>
                      <a:pt x="13996" y="9487"/>
                      <a:pt x="13751" y="9706"/>
                      <a:pt x="13768" y="9979"/>
                    </a:cubicBezTo>
                    <a:cubicBezTo>
                      <a:pt x="13784" y="10253"/>
                      <a:pt x="14059" y="10476"/>
                      <a:pt x="14380" y="10476"/>
                    </a:cubicBezTo>
                    <a:cubicBezTo>
                      <a:pt x="14700" y="10476"/>
                      <a:pt x="14944" y="10253"/>
                      <a:pt x="14924" y="9979"/>
                    </a:cubicBezTo>
                    <a:cubicBezTo>
                      <a:pt x="14903" y="9706"/>
                      <a:pt x="14628" y="9487"/>
                      <a:pt x="14312" y="9487"/>
                    </a:cubicBezTo>
                    <a:close/>
                    <a:moveTo>
                      <a:pt x="15726" y="9487"/>
                    </a:moveTo>
                    <a:cubicBezTo>
                      <a:pt x="15408" y="9487"/>
                      <a:pt x="15168" y="9706"/>
                      <a:pt x="15190" y="9979"/>
                    </a:cubicBezTo>
                    <a:cubicBezTo>
                      <a:pt x="15211" y="10253"/>
                      <a:pt x="15489" y="10476"/>
                      <a:pt x="15811" y="10476"/>
                    </a:cubicBezTo>
                    <a:cubicBezTo>
                      <a:pt x="16131" y="10476"/>
                      <a:pt x="16370" y="10253"/>
                      <a:pt x="16345" y="9979"/>
                    </a:cubicBezTo>
                    <a:cubicBezTo>
                      <a:pt x="16319" y="9706"/>
                      <a:pt x="16042" y="9487"/>
                      <a:pt x="15726" y="9487"/>
                    </a:cubicBezTo>
                    <a:close/>
                    <a:moveTo>
                      <a:pt x="17139" y="9487"/>
                    </a:moveTo>
                    <a:cubicBezTo>
                      <a:pt x="16822" y="9487"/>
                      <a:pt x="16586" y="9706"/>
                      <a:pt x="16612" y="9979"/>
                    </a:cubicBezTo>
                    <a:cubicBezTo>
                      <a:pt x="16638" y="10253"/>
                      <a:pt x="16920" y="10476"/>
                      <a:pt x="17240" y="10476"/>
                    </a:cubicBezTo>
                    <a:cubicBezTo>
                      <a:pt x="17561" y="10476"/>
                      <a:pt x="17797" y="10253"/>
                      <a:pt x="17767" y="9979"/>
                    </a:cubicBezTo>
                    <a:cubicBezTo>
                      <a:pt x="17737" y="9706"/>
                      <a:pt x="17456" y="9487"/>
                      <a:pt x="17139" y="9487"/>
                    </a:cubicBezTo>
                    <a:close/>
                    <a:moveTo>
                      <a:pt x="8686" y="10712"/>
                    </a:moveTo>
                    <a:cubicBezTo>
                      <a:pt x="8364" y="10712"/>
                      <a:pt x="8101" y="10939"/>
                      <a:pt x="8099" y="11220"/>
                    </a:cubicBezTo>
                    <a:cubicBezTo>
                      <a:pt x="8097" y="11503"/>
                      <a:pt x="8359" y="11733"/>
                      <a:pt x="8685" y="11733"/>
                    </a:cubicBezTo>
                    <a:cubicBezTo>
                      <a:pt x="9011" y="11733"/>
                      <a:pt x="9273" y="11503"/>
                      <a:pt x="9271" y="11220"/>
                    </a:cubicBezTo>
                    <a:cubicBezTo>
                      <a:pt x="9270" y="10939"/>
                      <a:pt x="9008" y="10712"/>
                      <a:pt x="8686" y="10712"/>
                    </a:cubicBezTo>
                    <a:close/>
                    <a:moveTo>
                      <a:pt x="10117" y="10712"/>
                    </a:moveTo>
                    <a:cubicBezTo>
                      <a:pt x="9796" y="10712"/>
                      <a:pt x="9537" y="10939"/>
                      <a:pt x="9540" y="11220"/>
                    </a:cubicBezTo>
                    <a:cubicBezTo>
                      <a:pt x="9542" y="11503"/>
                      <a:pt x="9808" y="11733"/>
                      <a:pt x="10133" y="11733"/>
                    </a:cubicBezTo>
                    <a:cubicBezTo>
                      <a:pt x="10460" y="11733"/>
                      <a:pt x="10718" y="11503"/>
                      <a:pt x="10712" y="11220"/>
                    </a:cubicBezTo>
                    <a:cubicBezTo>
                      <a:pt x="10705" y="10939"/>
                      <a:pt x="10439" y="10712"/>
                      <a:pt x="10117" y="10712"/>
                    </a:cubicBezTo>
                    <a:close/>
                    <a:moveTo>
                      <a:pt x="11549" y="10712"/>
                    </a:moveTo>
                    <a:cubicBezTo>
                      <a:pt x="11227" y="10712"/>
                      <a:pt x="10972" y="10939"/>
                      <a:pt x="10980" y="11220"/>
                    </a:cubicBezTo>
                    <a:cubicBezTo>
                      <a:pt x="10987" y="11503"/>
                      <a:pt x="11258" y="11733"/>
                      <a:pt x="11584" y="11733"/>
                    </a:cubicBezTo>
                    <a:cubicBezTo>
                      <a:pt x="11910" y="11733"/>
                      <a:pt x="12163" y="11503"/>
                      <a:pt x="12152" y="11220"/>
                    </a:cubicBezTo>
                    <a:cubicBezTo>
                      <a:pt x="12141" y="10939"/>
                      <a:pt x="11871" y="10712"/>
                      <a:pt x="11549" y="10712"/>
                    </a:cubicBezTo>
                    <a:close/>
                    <a:moveTo>
                      <a:pt x="12981" y="10712"/>
                    </a:moveTo>
                    <a:cubicBezTo>
                      <a:pt x="12659" y="10712"/>
                      <a:pt x="12408" y="10939"/>
                      <a:pt x="12421" y="11220"/>
                    </a:cubicBezTo>
                    <a:cubicBezTo>
                      <a:pt x="12433" y="11503"/>
                      <a:pt x="12707" y="11733"/>
                      <a:pt x="13033" y="11733"/>
                    </a:cubicBezTo>
                    <a:cubicBezTo>
                      <a:pt x="13359" y="11733"/>
                      <a:pt x="13609" y="11503"/>
                      <a:pt x="13593" y="11220"/>
                    </a:cubicBezTo>
                    <a:cubicBezTo>
                      <a:pt x="13577" y="10939"/>
                      <a:pt x="13303" y="10712"/>
                      <a:pt x="12981" y="10712"/>
                    </a:cubicBezTo>
                    <a:close/>
                    <a:moveTo>
                      <a:pt x="14395" y="10712"/>
                    </a:moveTo>
                    <a:cubicBezTo>
                      <a:pt x="14073" y="10712"/>
                      <a:pt x="13825" y="10939"/>
                      <a:pt x="13842" y="11220"/>
                    </a:cubicBezTo>
                    <a:cubicBezTo>
                      <a:pt x="13860" y="11503"/>
                      <a:pt x="14139" y="11733"/>
                      <a:pt x="14464" y="11733"/>
                    </a:cubicBezTo>
                    <a:cubicBezTo>
                      <a:pt x="14789" y="11733"/>
                      <a:pt x="15037" y="11503"/>
                      <a:pt x="15016" y="11220"/>
                    </a:cubicBezTo>
                    <a:cubicBezTo>
                      <a:pt x="14994" y="10939"/>
                      <a:pt x="14716" y="10712"/>
                      <a:pt x="14395" y="10712"/>
                    </a:cubicBezTo>
                    <a:close/>
                    <a:moveTo>
                      <a:pt x="15826" y="10712"/>
                    </a:moveTo>
                    <a:cubicBezTo>
                      <a:pt x="15504" y="10712"/>
                      <a:pt x="15261" y="10939"/>
                      <a:pt x="15283" y="11220"/>
                    </a:cubicBezTo>
                    <a:cubicBezTo>
                      <a:pt x="15306" y="11503"/>
                      <a:pt x="15587" y="11733"/>
                      <a:pt x="15913" y="11733"/>
                    </a:cubicBezTo>
                    <a:cubicBezTo>
                      <a:pt x="16239" y="11733"/>
                      <a:pt x="16482" y="11503"/>
                      <a:pt x="16456" y="11220"/>
                    </a:cubicBezTo>
                    <a:cubicBezTo>
                      <a:pt x="16430" y="10939"/>
                      <a:pt x="16148" y="10712"/>
                      <a:pt x="15826" y="10712"/>
                    </a:cubicBezTo>
                    <a:close/>
                    <a:moveTo>
                      <a:pt x="17258" y="10712"/>
                    </a:moveTo>
                    <a:cubicBezTo>
                      <a:pt x="16937" y="10712"/>
                      <a:pt x="16698" y="10939"/>
                      <a:pt x="16725" y="11220"/>
                    </a:cubicBezTo>
                    <a:cubicBezTo>
                      <a:pt x="16752" y="11503"/>
                      <a:pt x="17038" y="11733"/>
                      <a:pt x="17363" y="11733"/>
                    </a:cubicBezTo>
                    <a:cubicBezTo>
                      <a:pt x="17689" y="11733"/>
                      <a:pt x="17927" y="11503"/>
                      <a:pt x="17896" y="11220"/>
                    </a:cubicBezTo>
                    <a:cubicBezTo>
                      <a:pt x="17865" y="10939"/>
                      <a:pt x="17579" y="10712"/>
                      <a:pt x="17258" y="10712"/>
                    </a:cubicBezTo>
                    <a:close/>
                    <a:moveTo>
                      <a:pt x="10145" y="11959"/>
                    </a:moveTo>
                    <a:cubicBezTo>
                      <a:pt x="9819" y="11959"/>
                      <a:pt x="9556" y="12193"/>
                      <a:pt x="9558" y="12482"/>
                    </a:cubicBezTo>
                    <a:cubicBezTo>
                      <a:pt x="9561" y="12773"/>
                      <a:pt x="9831" y="13011"/>
                      <a:pt x="10162" y="13011"/>
                    </a:cubicBezTo>
                    <a:cubicBezTo>
                      <a:pt x="10493" y="13011"/>
                      <a:pt x="10755" y="12773"/>
                      <a:pt x="10748" y="12482"/>
                    </a:cubicBezTo>
                    <a:cubicBezTo>
                      <a:pt x="10742" y="12193"/>
                      <a:pt x="10472" y="11959"/>
                      <a:pt x="10145" y="11959"/>
                    </a:cubicBezTo>
                    <a:close/>
                    <a:moveTo>
                      <a:pt x="11595" y="11959"/>
                    </a:moveTo>
                    <a:cubicBezTo>
                      <a:pt x="11268" y="11959"/>
                      <a:pt x="11010" y="12193"/>
                      <a:pt x="11017" y="12482"/>
                    </a:cubicBezTo>
                    <a:cubicBezTo>
                      <a:pt x="11025" y="12773"/>
                      <a:pt x="11300" y="13011"/>
                      <a:pt x="11630" y="13011"/>
                    </a:cubicBezTo>
                    <a:cubicBezTo>
                      <a:pt x="11961" y="13011"/>
                      <a:pt x="12219" y="12773"/>
                      <a:pt x="12207" y="12482"/>
                    </a:cubicBezTo>
                    <a:cubicBezTo>
                      <a:pt x="12196" y="12193"/>
                      <a:pt x="11922" y="11959"/>
                      <a:pt x="11595" y="11959"/>
                    </a:cubicBezTo>
                    <a:close/>
                    <a:moveTo>
                      <a:pt x="13045" y="11959"/>
                    </a:moveTo>
                    <a:cubicBezTo>
                      <a:pt x="12719" y="11959"/>
                      <a:pt x="12464" y="12193"/>
                      <a:pt x="12477" y="12482"/>
                    </a:cubicBezTo>
                    <a:cubicBezTo>
                      <a:pt x="12490" y="12773"/>
                      <a:pt x="12769" y="13011"/>
                      <a:pt x="13099" y="13011"/>
                    </a:cubicBezTo>
                    <a:cubicBezTo>
                      <a:pt x="13430" y="13011"/>
                      <a:pt x="13684" y="12773"/>
                      <a:pt x="13667" y="12482"/>
                    </a:cubicBezTo>
                    <a:cubicBezTo>
                      <a:pt x="13650" y="12193"/>
                      <a:pt x="13372" y="11959"/>
                      <a:pt x="13045" y="11959"/>
                    </a:cubicBezTo>
                    <a:close/>
                    <a:moveTo>
                      <a:pt x="14496" y="11959"/>
                    </a:moveTo>
                    <a:cubicBezTo>
                      <a:pt x="14170" y="11959"/>
                      <a:pt x="13919" y="12193"/>
                      <a:pt x="13937" y="12482"/>
                    </a:cubicBezTo>
                    <a:cubicBezTo>
                      <a:pt x="13954" y="12773"/>
                      <a:pt x="14237" y="13011"/>
                      <a:pt x="14568" y="13011"/>
                    </a:cubicBezTo>
                    <a:cubicBezTo>
                      <a:pt x="14898" y="13011"/>
                      <a:pt x="15149" y="12773"/>
                      <a:pt x="15127" y="12482"/>
                    </a:cubicBezTo>
                    <a:cubicBezTo>
                      <a:pt x="15105" y="12193"/>
                      <a:pt x="14822" y="11959"/>
                      <a:pt x="14496" y="11959"/>
                    </a:cubicBezTo>
                    <a:close/>
                    <a:moveTo>
                      <a:pt x="15928" y="11959"/>
                    </a:moveTo>
                    <a:cubicBezTo>
                      <a:pt x="15601" y="11959"/>
                      <a:pt x="15354" y="12193"/>
                      <a:pt x="15377" y="12482"/>
                    </a:cubicBezTo>
                    <a:cubicBezTo>
                      <a:pt x="15400" y="12773"/>
                      <a:pt x="15687" y="13011"/>
                      <a:pt x="16017" y="13011"/>
                    </a:cubicBezTo>
                    <a:cubicBezTo>
                      <a:pt x="16348" y="13011"/>
                      <a:pt x="16595" y="12773"/>
                      <a:pt x="16568" y="12482"/>
                    </a:cubicBezTo>
                    <a:cubicBezTo>
                      <a:pt x="16541" y="12193"/>
                      <a:pt x="16254" y="11959"/>
                      <a:pt x="15928" y="11959"/>
                    </a:cubicBezTo>
                    <a:close/>
                    <a:moveTo>
                      <a:pt x="17378" y="11959"/>
                    </a:moveTo>
                    <a:cubicBezTo>
                      <a:pt x="17052" y="11959"/>
                      <a:pt x="16809" y="12193"/>
                      <a:pt x="16837" y="12482"/>
                    </a:cubicBezTo>
                    <a:cubicBezTo>
                      <a:pt x="16865" y="12773"/>
                      <a:pt x="17156" y="13011"/>
                      <a:pt x="17486" y="13011"/>
                    </a:cubicBezTo>
                    <a:cubicBezTo>
                      <a:pt x="17817" y="13011"/>
                      <a:pt x="18058" y="12773"/>
                      <a:pt x="18027" y="12482"/>
                    </a:cubicBezTo>
                    <a:cubicBezTo>
                      <a:pt x="17995" y="12193"/>
                      <a:pt x="17704" y="11959"/>
                      <a:pt x="17378" y="11959"/>
                    </a:cubicBezTo>
                    <a:close/>
                    <a:moveTo>
                      <a:pt x="10153" y="13248"/>
                    </a:moveTo>
                    <a:cubicBezTo>
                      <a:pt x="9822" y="13248"/>
                      <a:pt x="9555" y="13488"/>
                      <a:pt x="9558" y="13787"/>
                    </a:cubicBezTo>
                    <a:cubicBezTo>
                      <a:pt x="9561" y="14087"/>
                      <a:pt x="9836" y="14332"/>
                      <a:pt x="10171" y="14332"/>
                    </a:cubicBezTo>
                    <a:cubicBezTo>
                      <a:pt x="10507" y="14332"/>
                      <a:pt x="10774" y="14087"/>
                      <a:pt x="10767" y="13787"/>
                    </a:cubicBezTo>
                    <a:cubicBezTo>
                      <a:pt x="10760" y="13488"/>
                      <a:pt x="10485" y="13248"/>
                      <a:pt x="10153" y="13248"/>
                    </a:cubicBezTo>
                    <a:close/>
                    <a:moveTo>
                      <a:pt x="11622" y="13248"/>
                    </a:moveTo>
                    <a:cubicBezTo>
                      <a:pt x="11290" y="13248"/>
                      <a:pt x="11028" y="13488"/>
                      <a:pt x="11036" y="13787"/>
                    </a:cubicBezTo>
                    <a:cubicBezTo>
                      <a:pt x="11044" y="14087"/>
                      <a:pt x="11323" y="14332"/>
                      <a:pt x="11659" y="14332"/>
                    </a:cubicBezTo>
                    <a:cubicBezTo>
                      <a:pt x="11995" y="14332"/>
                      <a:pt x="12256" y="14087"/>
                      <a:pt x="12244" y="13787"/>
                    </a:cubicBezTo>
                    <a:cubicBezTo>
                      <a:pt x="12232" y="13488"/>
                      <a:pt x="11954" y="13248"/>
                      <a:pt x="11622" y="13248"/>
                    </a:cubicBezTo>
                    <a:close/>
                    <a:moveTo>
                      <a:pt x="13110" y="13248"/>
                    </a:moveTo>
                    <a:cubicBezTo>
                      <a:pt x="12779" y="13248"/>
                      <a:pt x="12520" y="13488"/>
                      <a:pt x="12533" y="13787"/>
                    </a:cubicBezTo>
                    <a:cubicBezTo>
                      <a:pt x="12546" y="14087"/>
                      <a:pt x="12829" y="14332"/>
                      <a:pt x="13165" y="14332"/>
                    </a:cubicBezTo>
                    <a:cubicBezTo>
                      <a:pt x="13501" y="14332"/>
                      <a:pt x="13759" y="14087"/>
                      <a:pt x="13742" y="13787"/>
                    </a:cubicBezTo>
                    <a:cubicBezTo>
                      <a:pt x="13725" y="13488"/>
                      <a:pt x="13442" y="13248"/>
                      <a:pt x="13110" y="13248"/>
                    </a:cubicBezTo>
                    <a:close/>
                    <a:moveTo>
                      <a:pt x="14580" y="13248"/>
                    </a:moveTo>
                    <a:cubicBezTo>
                      <a:pt x="14248" y="13248"/>
                      <a:pt x="13993" y="13488"/>
                      <a:pt x="14011" y="13787"/>
                    </a:cubicBezTo>
                    <a:cubicBezTo>
                      <a:pt x="14030" y="14087"/>
                      <a:pt x="14318" y="14332"/>
                      <a:pt x="14653" y="14332"/>
                    </a:cubicBezTo>
                    <a:cubicBezTo>
                      <a:pt x="14988" y="14332"/>
                      <a:pt x="15243" y="14087"/>
                      <a:pt x="15220" y="13787"/>
                    </a:cubicBezTo>
                    <a:cubicBezTo>
                      <a:pt x="15198" y="13488"/>
                      <a:pt x="14910" y="13248"/>
                      <a:pt x="14580" y="13248"/>
                    </a:cubicBezTo>
                    <a:close/>
                    <a:moveTo>
                      <a:pt x="16048" y="13248"/>
                    </a:moveTo>
                    <a:cubicBezTo>
                      <a:pt x="15716" y="13248"/>
                      <a:pt x="15466" y="13488"/>
                      <a:pt x="15490" y="13787"/>
                    </a:cubicBezTo>
                    <a:cubicBezTo>
                      <a:pt x="15513" y="14087"/>
                      <a:pt x="15804" y="14332"/>
                      <a:pt x="16140" y="14332"/>
                    </a:cubicBezTo>
                    <a:cubicBezTo>
                      <a:pt x="16476" y="14332"/>
                      <a:pt x="16726" y="14087"/>
                      <a:pt x="16698" y="13787"/>
                    </a:cubicBezTo>
                    <a:cubicBezTo>
                      <a:pt x="16671" y="13488"/>
                      <a:pt x="16379" y="13248"/>
                      <a:pt x="16048" y="13248"/>
                    </a:cubicBezTo>
                    <a:close/>
                    <a:moveTo>
                      <a:pt x="17516" y="13248"/>
                    </a:moveTo>
                    <a:cubicBezTo>
                      <a:pt x="17185" y="13248"/>
                      <a:pt x="16939" y="13488"/>
                      <a:pt x="16968" y="13787"/>
                    </a:cubicBezTo>
                    <a:cubicBezTo>
                      <a:pt x="16996" y="14087"/>
                      <a:pt x="17292" y="14332"/>
                      <a:pt x="17627" y="14332"/>
                    </a:cubicBezTo>
                    <a:cubicBezTo>
                      <a:pt x="17964" y="14332"/>
                      <a:pt x="18209" y="14087"/>
                      <a:pt x="18176" y="13787"/>
                    </a:cubicBezTo>
                    <a:cubicBezTo>
                      <a:pt x="18143" y="13488"/>
                      <a:pt x="17848" y="13248"/>
                      <a:pt x="17516" y="13248"/>
                    </a:cubicBezTo>
                    <a:close/>
                    <a:moveTo>
                      <a:pt x="8695" y="14579"/>
                    </a:moveTo>
                    <a:cubicBezTo>
                      <a:pt x="8358" y="14579"/>
                      <a:pt x="8083" y="14828"/>
                      <a:pt x="8081" y="15135"/>
                    </a:cubicBezTo>
                    <a:cubicBezTo>
                      <a:pt x="8078" y="15446"/>
                      <a:pt x="8352" y="15698"/>
                      <a:pt x="8694" y="15698"/>
                    </a:cubicBezTo>
                    <a:cubicBezTo>
                      <a:pt x="9035" y="15698"/>
                      <a:pt x="9310" y="15446"/>
                      <a:pt x="9308" y="15135"/>
                    </a:cubicBezTo>
                    <a:cubicBezTo>
                      <a:pt x="9306" y="14828"/>
                      <a:pt x="9032" y="14579"/>
                      <a:pt x="8695" y="14579"/>
                    </a:cubicBezTo>
                    <a:close/>
                    <a:moveTo>
                      <a:pt x="10181" y="14579"/>
                    </a:moveTo>
                    <a:cubicBezTo>
                      <a:pt x="9845" y="14579"/>
                      <a:pt x="9574" y="14828"/>
                      <a:pt x="9577" y="15135"/>
                    </a:cubicBezTo>
                    <a:cubicBezTo>
                      <a:pt x="9580" y="15446"/>
                      <a:pt x="9859" y="15698"/>
                      <a:pt x="10200" y="15698"/>
                    </a:cubicBezTo>
                    <a:cubicBezTo>
                      <a:pt x="10541" y="15698"/>
                      <a:pt x="10812" y="15446"/>
                      <a:pt x="10805" y="15135"/>
                    </a:cubicBezTo>
                    <a:cubicBezTo>
                      <a:pt x="10797" y="14828"/>
                      <a:pt x="10519" y="14579"/>
                      <a:pt x="10181" y="14579"/>
                    </a:cubicBezTo>
                    <a:close/>
                    <a:moveTo>
                      <a:pt x="11669" y="14579"/>
                    </a:moveTo>
                    <a:cubicBezTo>
                      <a:pt x="11332" y="14579"/>
                      <a:pt x="11065" y="14828"/>
                      <a:pt x="11073" y="15135"/>
                    </a:cubicBezTo>
                    <a:cubicBezTo>
                      <a:pt x="11082" y="15446"/>
                      <a:pt x="11365" y="15698"/>
                      <a:pt x="11706" y="15698"/>
                    </a:cubicBezTo>
                    <a:cubicBezTo>
                      <a:pt x="12048" y="15698"/>
                      <a:pt x="12313" y="15446"/>
                      <a:pt x="12300" y="15135"/>
                    </a:cubicBezTo>
                    <a:cubicBezTo>
                      <a:pt x="12288" y="14828"/>
                      <a:pt x="12006" y="14579"/>
                      <a:pt x="11669" y="14579"/>
                    </a:cubicBezTo>
                    <a:close/>
                    <a:moveTo>
                      <a:pt x="13174" y="14579"/>
                    </a:moveTo>
                    <a:cubicBezTo>
                      <a:pt x="12838" y="14579"/>
                      <a:pt x="12575" y="14828"/>
                      <a:pt x="12589" y="15135"/>
                    </a:cubicBezTo>
                    <a:cubicBezTo>
                      <a:pt x="12603" y="15446"/>
                      <a:pt x="12891" y="15698"/>
                      <a:pt x="13232" y="15698"/>
                    </a:cubicBezTo>
                    <a:cubicBezTo>
                      <a:pt x="13573" y="15698"/>
                      <a:pt x="13835" y="15446"/>
                      <a:pt x="13817" y="15135"/>
                    </a:cubicBezTo>
                    <a:cubicBezTo>
                      <a:pt x="13799" y="14828"/>
                      <a:pt x="13511" y="14579"/>
                      <a:pt x="13174" y="14579"/>
                    </a:cubicBezTo>
                    <a:close/>
                    <a:moveTo>
                      <a:pt x="14663" y="14579"/>
                    </a:moveTo>
                    <a:cubicBezTo>
                      <a:pt x="14326" y="14579"/>
                      <a:pt x="14067" y="14828"/>
                      <a:pt x="14086" y="15135"/>
                    </a:cubicBezTo>
                    <a:cubicBezTo>
                      <a:pt x="14105" y="15446"/>
                      <a:pt x="14398" y="15698"/>
                      <a:pt x="14738" y="15698"/>
                    </a:cubicBezTo>
                    <a:cubicBezTo>
                      <a:pt x="15079" y="15698"/>
                      <a:pt x="15338" y="15446"/>
                      <a:pt x="15314" y="15135"/>
                    </a:cubicBezTo>
                    <a:cubicBezTo>
                      <a:pt x="15291" y="14828"/>
                      <a:pt x="14999" y="14579"/>
                      <a:pt x="14663" y="14579"/>
                    </a:cubicBezTo>
                    <a:close/>
                    <a:moveTo>
                      <a:pt x="16168" y="14579"/>
                    </a:moveTo>
                    <a:cubicBezTo>
                      <a:pt x="15831" y="14579"/>
                      <a:pt x="15578" y="14828"/>
                      <a:pt x="15602" y="15135"/>
                    </a:cubicBezTo>
                    <a:cubicBezTo>
                      <a:pt x="15626" y="15446"/>
                      <a:pt x="15922" y="15698"/>
                      <a:pt x="16264" y="15698"/>
                    </a:cubicBezTo>
                    <a:cubicBezTo>
                      <a:pt x="16604" y="15698"/>
                      <a:pt x="16858" y="15446"/>
                      <a:pt x="16829" y="15135"/>
                    </a:cubicBezTo>
                    <a:cubicBezTo>
                      <a:pt x="16801" y="14828"/>
                      <a:pt x="16505" y="14579"/>
                      <a:pt x="16168" y="14579"/>
                    </a:cubicBezTo>
                    <a:close/>
                    <a:moveTo>
                      <a:pt x="17655" y="14579"/>
                    </a:moveTo>
                    <a:cubicBezTo>
                      <a:pt x="17319" y="14579"/>
                      <a:pt x="17069" y="14828"/>
                      <a:pt x="17099" y="15135"/>
                    </a:cubicBezTo>
                    <a:cubicBezTo>
                      <a:pt x="17128" y="15446"/>
                      <a:pt x="17429" y="15698"/>
                      <a:pt x="17770" y="15698"/>
                    </a:cubicBezTo>
                    <a:cubicBezTo>
                      <a:pt x="18111" y="15698"/>
                      <a:pt x="18360" y="15446"/>
                      <a:pt x="18326" y="15135"/>
                    </a:cubicBezTo>
                    <a:cubicBezTo>
                      <a:pt x="18292" y="14828"/>
                      <a:pt x="17992" y="14579"/>
                      <a:pt x="17655" y="14579"/>
                    </a:cubicBezTo>
                    <a:close/>
                    <a:moveTo>
                      <a:pt x="20650" y="14579"/>
                    </a:moveTo>
                    <a:cubicBezTo>
                      <a:pt x="20313" y="14579"/>
                      <a:pt x="20072" y="14828"/>
                      <a:pt x="20112" y="15135"/>
                    </a:cubicBezTo>
                    <a:cubicBezTo>
                      <a:pt x="20153" y="15446"/>
                      <a:pt x="20462" y="15698"/>
                      <a:pt x="20804" y="15698"/>
                    </a:cubicBezTo>
                    <a:cubicBezTo>
                      <a:pt x="21144" y="15698"/>
                      <a:pt x="21385" y="15446"/>
                      <a:pt x="21340" y="15135"/>
                    </a:cubicBezTo>
                    <a:cubicBezTo>
                      <a:pt x="21296" y="14828"/>
                      <a:pt x="20986" y="14579"/>
                      <a:pt x="20650" y="14579"/>
                    </a:cubicBezTo>
                    <a:close/>
                    <a:moveTo>
                      <a:pt x="10209" y="15952"/>
                    </a:moveTo>
                    <a:cubicBezTo>
                      <a:pt x="9868" y="15952"/>
                      <a:pt x="9593" y="16208"/>
                      <a:pt x="9596" y="16526"/>
                    </a:cubicBezTo>
                    <a:cubicBezTo>
                      <a:pt x="9599" y="16846"/>
                      <a:pt x="9882" y="17107"/>
                      <a:pt x="10228" y="17107"/>
                    </a:cubicBezTo>
                    <a:cubicBezTo>
                      <a:pt x="10575" y="17107"/>
                      <a:pt x="10850" y="16846"/>
                      <a:pt x="10843" y="16526"/>
                    </a:cubicBezTo>
                    <a:cubicBezTo>
                      <a:pt x="10835" y="16208"/>
                      <a:pt x="10552" y="15952"/>
                      <a:pt x="10209" y="15952"/>
                    </a:cubicBezTo>
                    <a:close/>
                    <a:moveTo>
                      <a:pt x="11715" y="15952"/>
                    </a:moveTo>
                    <a:cubicBezTo>
                      <a:pt x="11373" y="15952"/>
                      <a:pt x="11102" y="16208"/>
                      <a:pt x="11111" y="16526"/>
                    </a:cubicBezTo>
                    <a:cubicBezTo>
                      <a:pt x="11119" y="16846"/>
                      <a:pt x="11407" y="17107"/>
                      <a:pt x="11754" y="17107"/>
                    </a:cubicBezTo>
                    <a:cubicBezTo>
                      <a:pt x="12101" y="17107"/>
                      <a:pt x="12371" y="16846"/>
                      <a:pt x="12358" y="16526"/>
                    </a:cubicBezTo>
                    <a:cubicBezTo>
                      <a:pt x="12345" y="16208"/>
                      <a:pt x="12057" y="15952"/>
                      <a:pt x="11715" y="15952"/>
                    </a:cubicBezTo>
                    <a:close/>
                    <a:moveTo>
                      <a:pt x="13240" y="15952"/>
                    </a:moveTo>
                    <a:cubicBezTo>
                      <a:pt x="12898" y="15952"/>
                      <a:pt x="12631" y="16208"/>
                      <a:pt x="12645" y="16526"/>
                    </a:cubicBezTo>
                    <a:cubicBezTo>
                      <a:pt x="12659" y="16846"/>
                      <a:pt x="12952" y="17107"/>
                      <a:pt x="13298" y="17107"/>
                    </a:cubicBezTo>
                    <a:cubicBezTo>
                      <a:pt x="13645" y="17107"/>
                      <a:pt x="13911" y="16846"/>
                      <a:pt x="13893" y="16526"/>
                    </a:cubicBezTo>
                    <a:cubicBezTo>
                      <a:pt x="13874" y="16208"/>
                      <a:pt x="13582" y="15952"/>
                      <a:pt x="13240" y="15952"/>
                    </a:cubicBezTo>
                    <a:close/>
                    <a:moveTo>
                      <a:pt x="14765" y="15952"/>
                    </a:moveTo>
                    <a:cubicBezTo>
                      <a:pt x="14423" y="15952"/>
                      <a:pt x="14160" y="16208"/>
                      <a:pt x="14180" y="16526"/>
                    </a:cubicBezTo>
                    <a:cubicBezTo>
                      <a:pt x="14199" y="16846"/>
                      <a:pt x="14497" y="17107"/>
                      <a:pt x="14843" y="17107"/>
                    </a:cubicBezTo>
                    <a:cubicBezTo>
                      <a:pt x="15189" y="17107"/>
                      <a:pt x="15451" y="16846"/>
                      <a:pt x="15427" y="16526"/>
                    </a:cubicBezTo>
                    <a:cubicBezTo>
                      <a:pt x="15403" y="16208"/>
                      <a:pt x="15106" y="15952"/>
                      <a:pt x="14765" y="15952"/>
                    </a:cubicBezTo>
                    <a:close/>
                    <a:moveTo>
                      <a:pt x="16270" y="15952"/>
                    </a:moveTo>
                    <a:cubicBezTo>
                      <a:pt x="15928" y="15952"/>
                      <a:pt x="15670" y="16208"/>
                      <a:pt x="15695" y="16526"/>
                    </a:cubicBezTo>
                    <a:cubicBezTo>
                      <a:pt x="15720" y="16846"/>
                      <a:pt x="16022" y="17107"/>
                      <a:pt x="16369" y="17107"/>
                    </a:cubicBezTo>
                    <a:cubicBezTo>
                      <a:pt x="16715" y="17107"/>
                      <a:pt x="16972" y="16846"/>
                      <a:pt x="16943" y="16526"/>
                    </a:cubicBezTo>
                    <a:cubicBezTo>
                      <a:pt x="16913" y="16208"/>
                      <a:pt x="16612" y="15952"/>
                      <a:pt x="16270" y="15952"/>
                    </a:cubicBezTo>
                    <a:close/>
                    <a:moveTo>
                      <a:pt x="19320" y="15952"/>
                    </a:moveTo>
                    <a:cubicBezTo>
                      <a:pt x="18978" y="15952"/>
                      <a:pt x="18729" y="16208"/>
                      <a:pt x="18765" y="16526"/>
                    </a:cubicBezTo>
                    <a:cubicBezTo>
                      <a:pt x="18801" y="16846"/>
                      <a:pt x="19112" y="17107"/>
                      <a:pt x="19458" y="17107"/>
                    </a:cubicBezTo>
                    <a:cubicBezTo>
                      <a:pt x="19804" y="17107"/>
                      <a:pt x="20053" y="16846"/>
                      <a:pt x="20012" y="16526"/>
                    </a:cubicBezTo>
                    <a:cubicBezTo>
                      <a:pt x="19972" y="16208"/>
                      <a:pt x="19662" y="15952"/>
                      <a:pt x="19320" y="15952"/>
                    </a:cubicBezTo>
                    <a:close/>
                    <a:moveTo>
                      <a:pt x="20826" y="15952"/>
                    </a:moveTo>
                    <a:cubicBezTo>
                      <a:pt x="20483" y="15952"/>
                      <a:pt x="20239" y="16208"/>
                      <a:pt x="20281" y="16526"/>
                    </a:cubicBezTo>
                    <a:cubicBezTo>
                      <a:pt x="20323" y="16846"/>
                      <a:pt x="20638" y="17107"/>
                      <a:pt x="20985" y="17107"/>
                    </a:cubicBezTo>
                    <a:cubicBezTo>
                      <a:pt x="21331" y="17107"/>
                      <a:pt x="21574" y="16846"/>
                      <a:pt x="21528" y="16526"/>
                    </a:cubicBezTo>
                    <a:cubicBezTo>
                      <a:pt x="21482" y="16208"/>
                      <a:pt x="21167" y="15952"/>
                      <a:pt x="20826" y="15952"/>
                    </a:cubicBezTo>
                    <a:close/>
                    <a:moveTo>
                      <a:pt x="10219" y="17347"/>
                    </a:moveTo>
                    <a:cubicBezTo>
                      <a:pt x="9872" y="17347"/>
                      <a:pt x="9593" y="17611"/>
                      <a:pt x="9596" y="17939"/>
                    </a:cubicBezTo>
                    <a:cubicBezTo>
                      <a:pt x="9599" y="18270"/>
                      <a:pt x="9887" y="18539"/>
                      <a:pt x="10239" y="18539"/>
                    </a:cubicBezTo>
                    <a:cubicBezTo>
                      <a:pt x="10592" y="18539"/>
                      <a:pt x="10871" y="18270"/>
                      <a:pt x="10863" y="17939"/>
                    </a:cubicBezTo>
                    <a:cubicBezTo>
                      <a:pt x="10856" y="17611"/>
                      <a:pt x="10567" y="17347"/>
                      <a:pt x="10219" y="17347"/>
                    </a:cubicBezTo>
                    <a:close/>
                    <a:moveTo>
                      <a:pt x="11763" y="17347"/>
                    </a:moveTo>
                    <a:cubicBezTo>
                      <a:pt x="11415" y="17347"/>
                      <a:pt x="11140" y="17611"/>
                      <a:pt x="11148" y="17939"/>
                    </a:cubicBezTo>
                    <a:cubicBezTo>
                      <a:pt x="11157" y="18270"/>
                      <a:pt x="11450" y="18539"/>
                      <a:pt x="11802" y="18539"/>
                    </a:cubicBezTo>
                    <a:cubicBezTo>
                      <a:pt x="12155" y="18539"/>
                      <a:pt x="12429" y="18270"/>
                      <a:pt x="12416" y="17939"/>
                    </a:cubicBezTo>
                    <a:cubicBezTo>
                      <a:pt x="12402" y="17611"/>
                      <a:pt x="12110" y="17347"/>
                      <a:pt x="11763" y="17347"/>
                    </a:cubicBezTo>
                    <a:close/>
                    <a:moveTo>
                      <a:pt x="13305" y="17347"/>
                    </a:moveTo>
                    <a:cubicBezTo>
                      <a:pt x="12958" y="17347"/>
                      <a:pt x="12687" y="17611"/>
                      <a:pt x="12701" y="17939"/>
                    </a:cubicBezTo>
                    <a:cubicBezTo>
                      <a:pt x="12716" y="18270"/>
                      <a:pt x="13014" y="18539"/>
                      <a:pt x="13365" y="18539"/>
                    </a:cubicBezTo>
                    <a:cubicBezTo>
                      <a:pt x="13718" y="18539"/>
                      <a:pt x="13988" y="18270"/>
                      <a:pt x="13969" y="17939"/>
                    </a:cubicBezTo>
                    <a:cubicBezTo>
                      <a:pt x="13950" y="17611"/>
                      <a:pt x="13653" y="17347"/>
                      <a:pt x="13305" y="17347"/>
                    </a:cubicBezTo>
                    <a:close/>
                    <a:moveTo>
                      <a:pt x="14848" y="17347"/>
                    </a:moveTo>
                    <a:cubicBezTo>
                      <a:pt x="14501" y="17347"/>
                      <a:pt x="14235" y="17611"/>
                      <a:pt x="14254" y="17939"/>
                    </a:cubicBezTo>
                    <a:cubicBezTo>
                      <a:pt x="14275" y="18270"/>
                      <a:pt x="14578" y="18539"/>
                      <a:pt x="14930" y="18539"/>
                    </a:cubicBezTo>
                    <a:cubicBezTo>
                      <a:pt x="15281" y="18539"/>
                      <a:pt x="15547" y="18270"/>
                      <a:pt x="15522" y="17939"/>
                    </a:cubicBezTo>
                    <a:cubicBezTo>
                      <a:pt x="15498" y="17611"/>
                      <a:pt x="15195" y="17347"/>
                      <a:pt x="14848" y="17347"/>
                    </a:cubicBezTo>
                    <a:close/>
                    <a:moveTo>
                      <a:pt x="19477" y="17347"/>
                    </a:moveTo>
                    <a:cubicBezTo>
                      <a:pt x="19130" y="17347"/>
                      <a:pt x="18877" y="17611"/>
                      <a:pt x="18914" y="17939"/>
                    </a:cubicBezTo>
                    <a:cubicBezTo>
                      <a:pt x="18952" y="18270"/>
                      <a:pt x="19268" y="18539"/>
                      <a:pt x="19620" y="18539"/>
                    </a:cubicBezTo>
                    <a:cubicBezTo>
                      <a:pt x="19972" y="18539"/>
                      <a:pt x="20224" y="18270"/>
                      <a:pt x="20182" y="17939"/>
                    </a:cubicBezTo>
                    <a:cubicBezTo>
                      <a:pt x="20141" y="17611"/>
                      <a:pt x="19825" y="17347"/>
                      <a:pt x="19477" y="17347"/>
                    </a:cubicBezTo>
                    <a:close/>
                    <a:moveTo>
                      <a:pt x="10248" y="18826"/>
                    </a:moveTo>
                    <a:cubicBezTo>
                      <a:pt x="9895" y="18826"/>
                      <a:pt x="9611" y="19098"/>
                      <a:pt x="9614" y="19438"/>
                    </a:cubicBezTo>
                    <a:cubicBezTo>
                      <a:pt x="9618" y="19780"/>
                      <a:pt x="9911" y="20058"/>
                      <a:pt x="10268" y="20058"/>
                    </a:cubicBezTo>
                    <a:cubicBezTo>
                      <a:pt x="10627" y="20058"/>
                      <a:pt x="10911" y="19780"/>
                      <a:pt x="10903" y="19438"/>
                    </a:cubicBezTo>
                    <a:cubicBezTo>
                      <a:pt x="10895" y="19098"/>
                      <a:pt x="10602" y="18826"/>
                      <a:pt x="10248" y="18826"/>
                    </a:cubicBezTo>
                    <a:close/>
                    <a:moveTo>
                      <a:pt x="11810" y="18826"/>
                    </a:moveTo>
                    <a:cubicBezTo>
                      <a:pt x="11456" y="18826"/>
                      <a:pt x="11177" y="19098"/>
                      <a:pt x="11186" y="19438"/>
                    </a:cubicBezTo>
                    <a:cubicBezTo>
                      <a:pt x="11195" y="19780"/>
                      <a:pt x="11492" y="20058"/>
                      <a:pt x="11851" y="20058"/>
                    </a:cubicBezTo>
                    <a:cubicBezTo>
                      <a:pt x="12209" y="20058"/>
                      <a:pt x="12487" y="19780"/>
                      <a:pt x="12473" y="19438"/>
                    </a:cubicBezTo>
                    <a:cubicBezTo>
                      <a:pt x="12460" y="19098"/>
                      <a:pt x="12163" y="18826"/>
                      <a:pt x="11810" y="18826"/>
                    </a:cubicBezTo>
                    <a:close/>
                    <a:moveTo>
                      <a:pt x="13389" y="18826"/>
                    </a:moveTo>
                    <a:cubicBezTo>
                      <a:pt x="13036" y="18826"/>
                      <a:pt x="12761" y="19098"/>
                      <a:pt x="12776" y="19438"/>
                    </a:cubicBezTo>
                    <a:cubicBezTo>
                      <a:pt x="12791" y="19780"/>
                      <a:pt x="13094" y="20058"/>
                      <a:pt x="13452" y="20058"/>
                    </a:cubicBezTo>
                    <a:cubicBezTo>
                      <a:pt x="13810" y="20058"/>
                      <a:pt x="14084" y="19780"/>
                      <a:pt x="14065" y="19438"/>
                    </a:cubicBezTo>
                    <a:cubicBezTo>
                      <a:pt x="14045" y="19098"/>
                      <a:pt x="13743" y="18826"/>
                      <a:pt x="13389" y="18826"/>
                    </a:cubicBezTo>
                    <a:close/>
                    <a:moveTo>
                      <a:pt x="14951" y="18826"/>
                    </a:moveTo>
                    <a:cubicBezTo>
                      <a:pt x="14598" y="18826"/>
                      <a:pt x="14327" y="19098"/>
                      <a:pt x="14348" y="19438"/>
                    </a:cubicBezTo>
                    <a:cubicBezTo>
                      <a:pt x="14369" y="19780"/>
                      <a:pt x="14677" y="20058"/>
                      <a:pt x="15035" y="20058"/>
                    </a:cubicBezTo>
                    <a:cubicBezTo>
                      <a:pt x="15392" y="20058"/>
                      <a:pt x="15663" y="19780"/>
                      <a:pt x="15637" y="19438"/>
                    </a:cubicBezTo>
                    <a:cubicBezTo>
                      <a:pt x="15611" y="19098"/>
                      <a:pt x="15303" y="18826"/>
                      <a:pt x="14951" y="18826"/>
                    </a:cubicBezTo>
                    <a:close/>
                    <a:moveTo>
                      <a:pt x="11876" y="20326"/>
                    </a:moveTo>
                    <a:cubicBezTo>
                      <a:pt x="11517" y="20326"/>
                      <a:pt x="11233" y="20608"/>
                      <a:pt x="11242" y="20959"/>
                    </a:cubicBezTo>
                    <a:cubicBezTo>
                      <a:pt x="11251" y="21312"/>
                      <a:pt x="11554" y="21600"/>
                      <a:pt x="11919" y="21600"/>
                    </a:cubicBezTo>
                    <a:cubicBezTo>
                      <a:pt x="12283" y="21600"/>
                      <a:pt x="12566" y="21312"/>
                      <a:pt x="12552" y="20959"/>
                    </a:cubicBezTo>
                    <a:cubicBezTo>
                      <a:pt x="12537" y="20608"/>
                      <a:pt x="12235" y="20326"/>
                      <a:pt x="11876" y="20326"/>
                    </a:cubicBezTo>
                    <a:close/>
                    <a:moveTo>
                      <a:pt x="13455" y="20326"/>
                    </a:moveTo>
                    <a:cubicBezTo>
                      <a:pt x="13096" y="20326"/>
                      <a:pt x="12817" y="20608"/>
                      <a:pt x="12832" y="20959"/>
                    </a:cubicBezTo>
                    <a:cubicBezTo>
                      <a:pt x="12848" y="21312"/>
                      <a:pt x="13156" y="21600"/>
                      <a:pt x="13520" y="21600"/>
                    </a:cubicBezTo>
                    <a:cubicBezTo>
                      <a:pt x="13884" y="21600"/>
                      <a:pt x="14163" y="21312"/>
                      <a:pt x="14142" y="20959"/>
                    </a:cubicBezTo>
                    <a:cubicBezTo>
                      <a:pt x="14122" y="20608"/>
                      <a:pt x="13814" y="20326"/>
                      <a:pt x="13455" y="20326"/>
                    </a:cubicBezTo>
                    <a:close/>
                  </a:path>
                </a:pathLst>
              </a:custGeom>
              <a:solidFill>
                <a:srgbClr val="33B9A0"/>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54492" rtl="0" eaLnBrk="1" fontAlgn="auto" latinLnBrk="0" hangingPunct="1">
                  <a:lnSpc>
                    <a:spcPct val="100000"/>
                  </a:lnSpc>
                  <a:spcBef>
                    <a:spcPts val="0"/>
                  </a:spcBef>
                  <a:spcAft>
                    <a:spcPts val="0"/>
                  </a:spcAft>
                  <a:buClrTx/>
                  <a:buSzTx/>
                  <a:buFontTx/>
                  <a:buNone/>
                  <a:tabLst/>
                  <a:defRPr sz="1400">
                    <a:solidFill>
                      <a:srgbClr val="FFFFFF"/>
                    </a:solidFill>
                    <a:effectLst>
                      <a:outerShdw blurRad="38100" dist="12700" dir="5400000" rotWithShape="0">
                        <a:srgbClr val="000000">
                          <a:alpha val="50000"/>
                        </a:srgbClr>
                      </a:outerShdw>
                    </a:effectLst>
                  </a:defRPr>
                </a:pPr>
                <a:endParaRPr kumimoji="0" sz="637"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Calibri"/>
                  <a:ea typeface="+mn-ea"/>
                  <a:cs typeface="+mn-cs"/>
                </a:endParaRPr>
              </a:p>
            </p:txBody>
          </p:sp>
          <p:sp>
            <p:nvSpPr>
              <p:cNvPr id="20" name="Shape 10">
                <a:extLst>
                  <a:ext uri="{FF2B5EF4-FFF2-40B4-BE49-F238E27FC236}">
                    <a16:creationId xmlns:a16="http://schemas.microsoft.com/office/drawing/2014/main" id="{E5057428-9A78-5A13-7745-6391F2C6FA2C}"/>
                  </a:ext>
                </a:extLst>
              </p:cNvPr>
              <p:cNvSpPr/>
              <p:nvPr/>
            </p:nvSpPr>
            <p:spPr>
              <a:xfrm>
                <a:off x="9623811" y="3768229"/>
                <a:ext cx="2005096" cy="1340754"/>
              </a:xfrm>
              <a:custGeom>
                <a:avLst/>
                <a:gdLst/>
                <a:ahLst/>
                <a:cxnLst>
                  <a:cxn ang="0">
                    <a:pos x="wd2" y="hd2"/>
                  </a:cxn>
                  <a:cxn ang="5400000">
                    <a:pos x="wd2" y="hd2"/>
                  </a:cxn>
                  <a:cxn ang="10800000">
                    <a:pos x="wd2" y="hd2"/>
                  </a:cxn>
                  <a:cxn ang="16200000">
                    <a:pos x="wd2" y="hd2"/>
                  </a:cxn>
                </a:cxnLst>
                <a:rect l="0" t="0" r="r" b="b"/>
                <a:pathLst>
                  <a:path w="21376" h="21600" extrusionOk="0">
                    <a:moveTo>
                      <a:pt x="5773" y="0"/>
                    </a:moveTo>
                    <a:cubicBezTo>
                      <a:pt x="5372" y="0"/>
                      <a:pt x="5176" y="390"/>
                      <a:pt x="5336" y="874"/>
                    </a:cubicBezTo>
                    <a:cubicBezTo>
                      <a:pt x="5496" y="1361"/>
                      <a:pt x="5956" y="1758"/>
                      <a:pt x="6362" y="1758"/>
                    </a:cubicBezTo>
                    <a:cubicBezTo>
                      <a:pt x="6771" y="1758"/>
                      <a:pt x="6965" y="1361"/>
                      <a:pt x="6800" y="874"/>
                    </a:cubicBezTo>
                    <a:cubicBezTo>
                      <a:pt x="6635" y="390"/>
                      <a:pt x="6176" y="0"/>
                      <a:pt x="5773" y="0"/>
                    </a:cubicBezTo>
                    <a:close/>
                    <a:moveTo>
                      <a:pt x="9340" y="0"/>
                    </a:moveTo>
                    <a:cubicBezTo>
                      <a:pt x="8939" y="0"/>
                      <a:pt x="8752" y="390"/>
                      <a:pt x="8924" y="874"/>
                    </a:cubicBezTo>
                    <a:cubicBezTo>
                      <a:pt x="9097" y="1361"/>
                      <a:pt x="9569" y="1758"/>
                      <a:pt x="9975" y="1758"/>
                    </a:cubicBezTo>
                    <a:cubicBezTo>
                      <a:pt x="10383" y="1758"/>
                      <a:pt x="10568" y="1361"/>
                      <a:pt x="10389" y="874"/>
                    </a:cubicBezTo>
                    <a:cubicBezTo>
                      <a:pt x="10212" y="390"/>
                      <a:pt x="9743" y="0"/>
                      <a:pt x="9340" y="0"/>
                    </a:cubicBezTo>
                    <a:close/>
                    <a:moveTo>
                      <a:pt x="2894" y="2157"/>
                    </a:moveTo>
                    <a:cubicBezTo>
                      <a:pt x="2485" y="2157"/>
                      <a:pt x="2277" y="2561"/>
                      <a:pt x="2429" y="3059"/>
                    </a:cubicBezTo>
                    <a:cubicBezTo>
                      <a:pt x="2582" y="3563"/>
                      <a:pt x="3041" y="3971"/>
                      <a:pt x="3455" y="3971"/>
                    </a:cubicBezTo>
                    <a:cubicBezTo>
                      <a:pt x="3868" y="3971"/>
                      <a:pt x="4074" y="3563"/>
                      <a:pt x="3916" y="3059"/>
                    </a:cubicBezTo>
                    <a:cubicBezTo>
                      <a:pt x="3759" y="2561"/>
                      <a:pt x="3301" y="2157"/>
                      <a:pt x="2894" y="2157"/>
                    </a:cubicBezTo>
                    <a:close/>
                    <a:moveTo>
                      <a:pt x="4698" y="2157"/>
                    </a:moveTo>
                    <a:cubicBezTo>
                      <a:pt x="4291" y="2157"/>
                      <a:pt x="4088" y="2561"/>
                      <a:pt x="4246" y="3059"/>
                    </a:cubicBezTo>
                    <a:cubicBezTo>
                      <a:pt x="4406" y="3563"/>
                      <a:pt x="4870" y="3971"/>
                      <a:pt x="5283" y="3971"/>
                    </a:cubicBezTo>
                    <a:cubicBezTo>
                      <a:pt x="5697" y="3971"/>
                      <a:pt x="5899" y="3563"/>
                      <a:pt x="5734" y="3059"/>
                    </a:cubicBezTo>
                    <a:cubicBezTo>
                      <a:pt x="5570" y="2561"/>
                      <a:pt x="5107" y="2157"/>
                      <a:pt x="4698" y="2157"/>
                    </a:cubicBezTo>
                    <a:close/>
                    <a:moveTo>
                      <a:pt x="6503" y="2157"/>
                    </a:moveTo>
                    <a:cubicBezTo>
                      <a:pt x="6095" y="2157"/>
                      <a:pt x="5898" y="2561"/>
                      <a:pt x="6063" y="3059"/>
                    </a:cubicBezTo>
                    <a:cubicBezTo>
                      <a:pt x="6229" y="3563"/>
                      <a:pt x="6698" y="3971"/>
                      <a:pt x="7112" y="3971"/>
                    </a:cubicBezTo>
                    <a:cubicBezTo>
                      <a:pt x="7526" y="3971"/>
                      <a:pt x="7722" y="3563"/>
                      <a:pt x="7551" y="3059"/>
                    </a:cubicBezTo>
                    <a:cubicBezTo>
                      <a:pt x="7381" y="2561"/>
                      <a:pt x="6913" y="2157"/>
                      <a:pt x="6503" y="2157"/>
                    </a:cubicBezTo>
                    <a:close/>
                    <a:moveTo>
                      <a:pt x="8309" y="2157"/>
                    </a:moveTo>
                    <a:cubicBezTo>
                      <a:pt x="7900" y="2157"/>
                      <a:pt x="7709" y="2561"/>
                      <a:pt x="7880" y="3059"/>
                    </a:cubicBezTo>
                    <a:cubicBezTo>
                      <a:pt x="8053" y="3563"/>
                      <a:pt x="8526" y="3971"/>
                      <a:pt x="8941" y="3971"/>
                    </a:cubicBezTo>
                    <a:cubicBezTo>
                      <a:pt x="9354" y="3971"/>
                      <a:pt x="9545" y="3563"/>
                      <a:pt x="9367" y="3059"/>
                    </a:cubicBezTo>
                    <a:cubicBezTo>
                      <a:pt x="9191" y="2561"/>
                      <a:pt x="8718" y="2157"/>
                      <a:pt x="8309" y="2157"/>
                    </a:cubicBezTo>
                    <a:close/>
                    <a:moveTo>
                      <a:pt x="10115" y="2157"/>
                    </a:moveTo>
                    <a:cubicBezTo>
                      <a:pt x="9707" y="2157"/>
                      <a:pt x="9520" y="2561"/>
                      <a:pt x="9698" y="3059"/>
                    </a:cubicBezTo>
                    <a:cubicBezTo>
                      <a:pt x="9877" y="3563"/>
                      <a:pt x="10357" y="3971"/>
                      <a:pt x="10770" y="3971"/>
                    </a:cubicBezTo>
                    <a:cubicBezTo>
                      <a:pt x="11184" y="3971"/>
                      <a:pt x="11369" y="3563"/>
                      <a:pt x="11185" y="3059"/>
                    </a:cubicBezTo>
                    <a:cubicBezTo>
                      <a:pt x="11003" y="2561"/>
                      <a:pt x="10524" y="2157"/>
                      <a:pt x="10115" y="2157"/>
                    </a:cubicBezTo>
                    <a:close/>
                    <a:moveTo>
                      <a:pt x="11944" y="2157"/>
                    </a:moveTo>
                    <a:cubicBezTo>
                      <a:pt x="11535" y="2157"/>
                      <a:pt x="11354" y="2561"/>
                      <a:pt x="11538" y="3059"/>
                    </a:cubicBezTo>
                    <a:cubicBezTo>
                      <a:pt x="11723" y="3563"/>
                      <a:pt x="12208" y="3971"/>
                      <a:pt x="12622" y="3971"/>
                    </a:cubicBezTo>
                    <a:cubicBezTo>
                      <a:pt x="13036" y="3971"/>
                      <a:pt x="13215" y="3563"/>
                      <a:pt x="13024" y="3059"/>
                    </a:cubicBezTo>
                    <a:cubicBezTo>
                      <a:pt x="12835" y="2561"/>
                      <a:pt x="12352" y="2157"/>
                      <a:pt x="11944" y="2157"/>
                    </a:cubicBezTo>
                    <a:close/>
                    <a:moveTo>
                      <a:pt x="1729" y="4383"/>
                    </a:moveTo>
                    <a:cubicBezTo>
                      <a:pt x="1313" y="4383"/>
                      <a:pt x="1099" y="4797"/>
                      <a:pt x="1249" y="5313"/>
                    </a:cubicBezTo>
                    <a:cubicBezTo>
                      <a:pt x="1400" y="5831"/>
                      <a:pt x="1863" y="6254"/>
                      <a:pt x="2284" y="6254"/>
                    </a:cubicBezTo>
                    <a:cubicBezTo>
                      <a:pt x="2703" y="6254"/>
                      <a:pt x="2917" y="5831"/>
                      <a:pt x="2760" y="5313"/>
                    </a:cubicBezTo>
                    <a:cubicBezTo>
                      <a:pt x="2605" y="4797"/>
                      <a:pt x="2143" y="4383"/>
                      <a:pt x="1729" y="4383"/>
                    </a:cubicBezTo>
                    <a:close/>
                    <a:moveTo>
                      <a:pt x="3578" y="4383"/>
                    </a:moveTo>
                    <a:cubicBezTo>
                      <a:pt x="3163" y="4383"/>
                      <a:pt x="2954" y="4797"/>
                      <a:pt x="3111" y="5313"/>
                    </a:cubicBezTo>
                    <a:cubicBezTo>
                      <a:pt x="3269" y="5831"/>
                      <a:pt x="3738" y="6254"/>
                      <a:pt x="4158" y="6254"/>
                    </a:cubicBezTo>
                    <a:cubicBezTo>
                      <a:pt x="4578" y="6254"/>
                      <a:pt x="4786" y="5831"/>
                      <a:pt x="4623" y="5313"/>
                    </a:cubicBezTo>
                    <a:cubicBezTo>
                      <a:pt x="4460" y="4797"/>
                      <a:pt x="3993" y="4383"/>
                      <a:pt x="3578" y="4383"/>
                    </a:cubicBezTo>
                    <a:close/>
                    <a:moveTo>
                      <a:pt x="5407" y="4383"/>
                    </a:moveTo>
                    <a:cubicBezTo>
                      <a:pt x="4992" y="4383"/>
                      <a:pt x="4787" y="4797"/>
                      <a:pt x="4951" y="5313"/>
                    </a:cubicBezTo>
                    <a:cubicBezTo>
                      <a:pt x="5115" y="5831"/>
                      <a:pt x="5590" y="6254"/>
                      <a:pt x="6010" y="6254"/>
                    </a:cubicBezTo>
                    <a:cubicBezTo>
                      <a:pt x="6430" y="6254"/>
                      <a:pt x="6632" y="5831"/>
                      <a:pt x="6462" y="5313"/>
                    </a:cubicBezTo>
                    <a:cubicBezTo>
                      <a:pt x="6293" y="4797"/>
                      <a:pt x="5821" y="4383"/>
                      <a:pt x="5407" y="4383"/>
                    </a:cubicBezTo>
                    <a:close/>
                    <a:moveTo>
                      <a:pt x="7256" y="4383"/>
                    </a:moveTo>
                    <a:cubicBezTo>
                      <a:pt x="6842" y="4383"/>
                      <a:pt x="6643" y="4797"/>
                      <a:pt x="6814" y="5313"/>
                    </a:cubicBezTo>
                    <a:cubicBezTo>
                      <a:pt x="6985" y="5831"/>
                      <a:pt x="7463" y="6254"/>
                      <a:pt x="7883" y="6254"/>
                    </a:cubicBezTo>
                    <a:cubicBezTo>
                      <a:pt x="8305" y="6254"/>
                      <a:pt x="8501" y="5831"/>
                      <a:pt x="8325" y="5313"/>
                    </a:cubicBezTo>
                    <a:cubicBezTo>
                      <a:pt x="8149" y="4797"/>
                      <a:pt x="7672" y="4383"/>
                      <a:pt x="7256" y="4383"/>
                    </a:cubicBezTo>
                    <a:close/>
                    <a:moveTo>
                      <a:pt x="9084" y="4383"/>
                    </a:moveTo>
                    <a:cubicBezTo>
                      <a:pt x="8669" y="4383"/>
                      <a:pt x="8477" y="4797"/>
                      <a:pt x="8654" y="5313"/>
                    </a:cubicBezTo>
                    <a:cubicBezTo>
                      <a:pt x="8832" y="5831"/>
                      <a:pt x="9316" y="6254"/>
                      <a:pt x="9736" y="6254"/>
                    </a:cubicBezTo>
                    <a:cubicBezTo>
                      <a:pt x="10157" y="6254"/>
                      <a:pt x="10347" y="5831"/>
                      <a:pt x="10164" y="5313"/>
                    </a:cubicBezTo>
                    <a:cubicBezTo>
                      <a:pt x="9982" y="4797"/>
                      <a:pt x="9500" y="4383"/>
                      <a:pt x="9084" y="4383"/>
                    </a:cubicBezTo>
                    <a:close/>
                    <a:moveTo>
                      <a:pt x="10935" y="4383"/>
                    </a:moveTo>
                    <a:cubicBezTo>
                      <a:pt x="10521" y="4383"/>
                      <a:pt x="10333" y="4797"/>
                      <a:pt x="10516" y="5313"/>
                    </a:cubicBezTo>
                    <a:cubicBezTo>
                      <a:pt x="10701" y="5831"/>
                      <a:pt x="11192" y="6254"/>
                      <a:pt x="11611" y="6254"/>
                    </a:cubicBezTo>
                    <a:cubicBezTo>
                      <a:pt x="12033" y="6254"/>
                      <a:pt x="12218" y="5831"/>
                      <a:pt x="12028" y="5313"/>
                    </a:cubicBezTo>
                    <a:cubicBezTo>
                      <a:pt x="11839" y="4797"/>
                      <a:pt x="11351" y="4383"/>
                      <a:pt x="10935" y="4383"/>
                    </a:cubicBezTo>
                    <a:close/>
                    <a:moveTo>
                      <a:pt x="12764" y="4383"/>
                    </a:moveTo>
                    <a:cubicBezTo>
                      <a:pt x="12349" y="4383"/>
                      <a:pt x="12166" y="4797"/>
                      <a:pt x="12356" y="5313"/>
                    </a:cubicBezTo>
                    <a:cubicBezTo>
                      <a:pt x="12548" y="5831"/>
                      <a:pt x="13044" y="6254"/>
                      <a:pt x="13465" y="6254"/>
                    </a:cubicBezTo>
                    <a:cubicBezTo>
                      <a:pt x="13885" y="6254"/>
                      <a:pt x="14064" y="5831"/>
                      <a:pt x="13867" y="5313"/>
                    </a:cubicBezTo>
                    <a:cubicBezTo>
                      <a:pt x="13672" y="4797"/>
                      <a:pt x="13179" y="4383"/>
                      <a:pt x="12764" y="4383"/>
                    </a:cubicBezTo>
                    <a:close/>
                    <a:moveTo>
                      <a:pt x="20123" y="4383"/>
                    </a:moveTo>
                    <a:cubicBezTo>
                      <a:pt x="19710" y="4383"/>
                      <a:pt x="19547" y="4797"/>
                      <a:pt x="19764" y="5313"/>
                    </a:cubicBezTo>
                    <a:cubicBezTo>
                      <a:pt x="19982" y="5831"/>
                      <a:pt x="20501" y="6254"/>
                      <a:pt x="20920" y="6254"/>
                    </a:cubicBezTo>
                    <a:cubicBezTo>
                      <a:pt x="21340" y="6254"/>
                      <a:pt x="21498" y="5831"/>
                      <a:pt x="21275" y="5313"/>
                    </a:cubicBezTo>
                    <a:cubicBezTo>
                      <a:pt x="21052" y="4797"/>
                      <a:pt x="20538" y="4383"/>
                      <a:pt x="20123" y="4383"/>
                    </a:cubicBezTo>
                    <a:close/>
                    <a:moveTo>
                      <a:pt x="541" y="6643"/>
                    </a:moveTo>
                    <a:cubicBezTo>
                      <a:pt x="120" y="6643"/>
                      <a:pt x="-102" y="7071"/>
                      <a:pt x="46" y="7604"/>
                    </a:cubicBezTo>
                    <a:cubicBezTo>
                      <a:pt x="195" y="8139"/>
                      <a:pt x="662" y="8575"/>
                      <a:pt x="1089" y="8575"/>
                    </a:cubicBezTo>
                    <a:cubicBezTo>
                      <a:pt x="1516" y="8575"/>
                      <a:pt x="1736" y="8139"/>
                      <a:pt x="1582" y="7604"/>
                    </a:cubicBezTo>
                    <a:cubicBezTo>
                      <a:pt x="1428" y="7071"/>
                      <a:pt x="963" y="6643"/>
                      <a:pt x="541" y="6643"/>
                    </a:cubicBezTo>
                    <a:close/>
                    <a:moveTo>
                      <a:pt x="2414" y="6643"/>
                    </a:moveTo>
                    <a:cubicBezTo>
                      <a:pt x="1992" y="6643"/>
                      <a:pt x="1776" y="7071"/>
                      <a:pt x="1931" y="7604"/>
                    </a:cubicBezTo>
                    <a:cubicBezTo>
                      <a:pt x="2087" y="8139"/>
                      <a:pt x="2559" y="8575"/>
                      <a:pt x="2988" y="8575"/>
                    </a:cubicBezTo>
                    <a:cubicBezTo>
                      <a:pt x="3414" y="8575"/>
                      <a:pt x="3629" y="8139"/>
                      <a:pt x="3467" y="7604"/>
                    </a:cubicBezTo>
                    <a:cubicBezTo>
                      <a:pt x="3306" y="7071"/>
                      <a:pt x="2835" y="6643"/>
                      <a:pt x="2414" y="6643"/>
                    </a:cubicBezTo>
                    <a:close/>
                    <a:moveTo>
                      <a:pt x="4286" y="6643"/>
                    </a:moveTo>
                    <a:cubicBezTo>
                      <a:pt x="3865" y="6643"/>
                      <a:pt x="3654" y="7071"/>
                      <a:pt x="3816" y="7604"/>
                    </a:cubicBezTo>
                    <a:cubicBezTo>
                      <a:pt x="3979" y="8139"/>
                      <a:pt x="4457" y="8575"/>
                      <a:pt x="4885" y="8575"/>
                    </a:cubicBezTo>
                    <a:cubicBezTo>
                      <a:pt x="5311" y="8575"/>
                      <a:pt x="5521" y="8139"/>
                      <a:pt x="5352" y="7604"/>
                    </a:cubicBezTo>
                    <a:cubicBezTo>
                      <a:pt x="5184" y="7071"/>
                      <a:pt x="4707" y="6643"/>
                      <a:pt x="4286" y="6643"/>
                    </a:cubicBezTo>
                    <a:close/>
                    <a:moveTo>
                      <a:pt x="6159" y="6643"/>
                    </a:moveTo>
                    <a:cubicBezTo>
                      <a:pt x="5738" y="6643"/>
                      <a:pt x="5533" y="7071"/>
                      <a:pt x="5702" y="7604"/>
                    </a:cubicBezTo>
                    <a:cubicBezTo>
                      <a:pt x="5872" y="8139"/>
                      <a:pt x="6355" y="8575"/>
                      <a:pt x="6782" y="8575"/>
                    </a:cubicBezTo>
                    <a:cubicBezTo>
                      <a:pt x="7209" y="8575"/>
                      <a:pt x="7413" y="8139"/>
                      <a:pt x="7238" y="7604"/>
                    </a:cubicBezTo>
                    <a:cubicBezTo>
                      <a:pt x="7063" y="7071"/>
                      <a:pt x="6581" y="6643"/>
                      <a:pt x="6159" y="6643"/>
                    </a:cubicBezTo>
                    <a:close/>
                    <a:moveTo>
                      <a:pt x="8009" y="6643"/>
                    </a:moveTo>
                    <a:cubicBezTo>
                      <a:pt x="7588" y="6643"/>
                      <a:pt x="7388" y="7071"/>
                      <a:pt x="7564" y="7604"/>
                    </a:cubicBezTo>
                    <a:cubicBezTo>
                      <a:pt x="7741" y="8139"/>
                      <a:pt x="8230" y="8575"/>
                      <a:pt x="8657" y="8575"/>
                    </a:cubicBezTo>
                    <a:cubicBezTo>
                      <a:pt x="9085" y="8575"/>
                      <a:pt x="9283" y="8139"/>
                      <a:pt x="9100" y="7604"/>
                    </a:cubicBezTo>
                    <a:cubicBezTo>
                      <a:pt x="8919" y="7071"/>
                      <a:pt x="8431" y="6643"/>
                      <a:pt x="8009" y="6643"/>
                    </a:cubicBezTo>
                    <a:close/>
                    <a:moveTo>
                      <a:pt x="9882" y="6643"/>
                    </a:moveTo>
                    <a:cubicBezTo>
                      <a:pt x="9461" y="6643"/>
                      <a:pt x="9267" y="7071"/>
                      <a:pt x="9450" y="7604"/>
                    </a:cubicBezTo>
                    <a:cubicBezTo>
                      <a:pt x="9634" y="8139"/>
                      <a:pt x="10128" y="8575"/>
                      <a:pt x="10555" y="8575"/>
                    </a:cubicBezTo>
                    <a:cubicBezTo>
                      <a:pt x="10983" y="8575"/>
                      <a:pt x="11174" y="8139"/>
                      <a:pt x="10985" y="7604"/>
                    </a:cubicBezTo>
                    <a:cubicBezTo>
                      <a:pt x="10796" y="7071"/>
                      <a:pt x="10305" y="6643"/>
                      <a:pt x="9882" y="6643"/>
                    </a:cubicBezTo>
                    <a:close/>
                    <a:moveTo>
                      <a:pt x="11756" y="6643"/>
                    </a:moveTo>
                    <a:cubicBezTo>
                      <a:pt x="11335" y="6643"/>
                      <a:pt x="11146" y="7071"/>
                      <a:pt x="11335" y="7604"/>
                    </a:cubicBezTo>
                    <a:cubicBezTo>
                      <a:pt x="11526" y="8139"/>
                      <a:pt x="12027" y="8575"/>
                      <a:pt x="12453" y="8575"/>
                    </a:cubicBezTo>
                    <a:cubicBezTo>
                      <a:pt x="12882" y="8575"/>
                      <a:pt x="13068" y="8139"/>
                      <a:pt x="12872" y="7604"/>
                    </a:cubicBezTo>
                    <a:cubicBezTo>
                      <a:pt x="12677" y="7071"/>
                      <a:pt x="12178" y="6643"/>
                      <a:pt x="11756" y="6643"/>
                    </a:cubicBezTo>
                    <a:close/>
                    <a:moveTo>
                      <a:pt x="13629" y="6643"/>
                    </a:moveTo>
                    <a:cubicBezTo>
                      <a:pt x="13208" y="6643"/>
                      <a:pt x="13025" y="7071"/>
                      <a:pt x="13221" y="7604"/>
                    </a:cubicBezTo>
                    <a:cubicBezTo>
                      <a:pt x="13419" y="8139"/>
                      <a:pt x="13925" y="8575"/>
                      <a:pt x="14353" y="8575"/>
                    </a:cubicBezTo>
                    <a:cubicBezTo>
                      <a:pt x="14781" y="8575"/>
                      <a:pt x="14960" y="8139"/>
                      <a:pt x="14757" y="7604"/>
                    </a:cubicBezTo>
                    <a:cubicBezTo>
                      <a:pt x="14555" y="7071"/>
                      <a:pt x="14051" y="6643"/>
                      <a:pt x="13629" y="6643"/>
                    </a:cubicBezTo>
                    <a:close/>
                    <a:moveTo>
                      <a:pt x="15503" y="6643"/>
                    </a:moveTo>
                    <a:cubicBezTo>
                      <a:pt x="15082" y="6643"/>
                      <a:pt x="14904" y="7071"/>
                      <a:pt x="15107" y="7604"/>
                    </a:cubicBezTo>
                    <a:cubicBezTo>
                      <a:pt x="15312" y="8139"/>
                      <a:pt x="15825" y="8575"/>
                      <a:pt x="16252" y="8575"/>
                    </a:cubicBezTo>
                    <a:cubicBezTo>
                      <a:pt x="16678" y="8575"/>
                      <a:pt x="16854" y="8139"/>
                      <a:pt x="16644" y="7604"/>
                    </a:cubicBezTo>
                    <a:cubicBezTo>
                      <a:pt x="16435" y="7071"/>
                      <a:pt x="15924" y="6643"/>
                      <a:pt x="15503" y="6643"/>
                    </a:cubicBezTo>
                    <a:close/>
                    <a:moveTo>
                      <a:pt x="3122" y="9040"/>
                    </a:moveTo>
                    <a:cubicBezTo>
                      <a:pt x="2693" y="9040"/>
                      <a:pt x="2476" y="9481"/>
                      <a:pt x="2637" y="10033"/>
                    </a:cubicBezTo>
                    <a:cubicBezTo>
                      <a:pt x="2798" y="10586"/>
                      <a:pt x="3279" y="11038"/>
                      <a:pt x="3715" y="11038"/>
                    </a:cubicBezTo>
                    <a:cubicBezTo>
                      <a:pt x="4148" y="11038"/>
                      <a:pt x="4364" y="10586"/>
                      <a:pt x="4197" y="10033"/>
                    </a:cubicBezTo>
                    <a:cubicBezTo>
                      <a:pt x="4031" y="9481"/>
                      <a:pt x="3550" y="9040"/>
                      <a:pt x="3122" y="9040"/>
                    </a:cubicBezTo>
                    <a:close/>
                    <a:moveTo>
                      <a:pt x="5017" y="9040"/>
                    </a:moveTo>
                    <a:cubicBezTo>
                      <a:pt x="4588" y="9040"/>
                      <a:pt x="4377" y="9481"/>
                      <a:pt x="4544" y="10033"/>
                    </a:cubicBezTo>
                    <a:cubicBezTo>
                      <a:pt x="4712" y="10586"/>
                      <a:pt x="5201" y="11038"/>
                      <a:pt x="5635" y="11038"/>
                    </a:cubicBezTo>
                    <a:cubicBezTo>
                      <a:pt x="6069" y="11038"/>
                      <a:pt x="6279" y="10586"/>
                      <a:pt x="6105" y="10033"/>
                    </a:cubicBezTo>
                    <a:cubicBezTo>
                      <a:pt x="5931" y="9481"/>
                      <a:pt x="5445" y="9040"/>
                      <a:pt x="5017" y="9040"/>
                    </a:cubicBezTo>
                    <a:close/>
                    <a:moveTo>
                      <a:pt x="6913" y="9040"/>
                    </a:moveTo>
                    <a:cubicBezTo>
                      <a:pt x="6484" y="9040"/>
                      <a:pt x="6278" y="9481"/>
                      <a:pt x="6452" y="10033"/>
                    </a:cubicBezTo>
                    <a:cubicBezTo>
                      <a:pt x="6628" y="10586"/>
                      <a:pt x="7123" y="11038"/>
                      <a:pt x="7556" y="11038"/>
                    </a:cubicBezTo>
                    <a:cubicBezTo>
                      <a:pt x="7990" y="11038"/>
                      <a:pt x="8195" y="10586"/>
                      <a:pt x="8014" y="10033"/>
                    </a:cubicBezTo>
                    <a:cubicBezTo>
                      <a:pt x="7833" y="9481"/>
                      <a:pt x="7341" y="9040"/>
                      <a:pt x="6913" y="9040"/>
                    </a:cubicBezTo>
                    <a:close/>
                    <a:moveTo>
                      <a:pt x="8807" y="9040"/>
                    </a:moveTo>
                    <a:cubicBezTo>
                      <a:pt x="8379" y="9040"/>
                      <a:pt x="8179" y="9481"/>
                      <a:pt x="8361" y="10033"/>
                    </a:cubicBezTo>
                    <a:cubicBezTo>
                      <a:pt x="8543" y="10586"/>
                      <a:pt x="9043" y="11038"/>
                      <a:pt x="9477" y="11038"/>
                    </a:cubicBezTo>
                    <a:cubicBezTo>
                      <a:pt x="9912" y="11038"/>
                      <a:pt x="10110" y="10586"/>
                      <a:pt x="9921" y="10033"/>
                    </a:cubicBezTo>
                    <a:cubicBezTo>
                      <a:pt x="9734" y="9481"/>
                      <a:pt x="9236" y="9040"/>
                      <a:pt x="8807" y="9040"/>
                    </a:cubicBezTo>
                    <a:close/>
                    <a:moveTo>
                      <a:pt x="10703" y="9040"/>
                    </a:moveTo>
                    <a:cubicBezTo>
                      <a:pt x="10274" y="9040"/>
                      <a:pt x="10080" y="9481"/>
                      <a:pt x="10269" y="10033"/>
                    </a:cubicBezTo>
                    <a:cubicBezTo>
                      <a:pt x="10459" y="10586"/>
                      <a:pt x="10964" y="11038"/>
                      <a:pt x="11399" y="11038"/>
                    </a:cubicBezTo>
                    <a:cubicBezTo>
                      <a:pt x="11834" y="11038"/>
                      <a:pt x="12025" y="10586"/>
                      <a:pt x="11829" y="10033"/>
                    </a:cubicBezTo>
                    <a:cubicBezTo>
                      <a:pt x="11634" y="9481"/>
                      <a:pt x="11132" y="9040"/>
                      <a:pt x="10703" y="9040"/>
                    </a:cubicBezTo>
                    <a:close/>
                    <a:moveTo>
                      <a:pt x="12599" y="9040"/>
                    </a:moveTo>
                    <a:cubicBezTo>
                      <a:pt x="12171" y="9040"/>
                      <a:pt x="11981" y="9481"/>
                      <a:pt x="12177" y="10033"/>
                    </a:cubicBezTo>
                    <a:cubicBezTo>
                      <a:pt x="12374" y="10586"/>
                      <a:pt x="12887" y="11038"/>
                      <a:pt x="13320" y="11038"/>
                    </a:cubicBezTo>
                    <a:cubicBezTo>
                      <a:pt x="13755" y="11038"/>
                      <a:pt x="13942" y="10586"/>
                      <a:pt x="13739" y="10033"/>
                    </a:cubicBezTo>
                    <a:cubicBezTo>
                      <a:pt x="13537" y="9481"/>
                      <a:pt x="13028" y="9040"/>
                      <a:pt x="12599" y="9040"/>
                    </a:cubicBezTo>
                    <a:close/>
                    <a:moveTo>
                      <a:pt x="14518" y="9040"/>
                    </a:moveTo>
                    <a:cubicBezTo>
                      <a:pt x="14089" y="9040"/>
                      <a:pt x="13906" y="9481"/>
                      <a:pt x="14109" y="10033"/>
                    </a:cubicBezTo>
                    <a:cubicBezTo>
                      <a:pt x="14313" y="10586"/>
                      <a:pt x="14830" y="11038"/>
                      <a:pt x="15265" y="11038"/>
                    </a:cubicBezTo>
                    <a:cubicBezTo>
                      <a:pt x="15700" y="11038"/>
                      <a:pt x="15879" y="10586"/>
                      <a:pt x="15669" y="10033"/>
                    </a:cubicBezTo>
                    <a:cubicBezTo>
                      <a:pt x="15460" y="9481"/>
                      <a:pt x="14947" y="9040"/>
                      <a:pt x="14518" y="9040"/>
                    </a:cubicBezTo>
                    <a:close/>
                    <a:moveTo>
                      <a:pt x="16414" y="9040"/>
                    </a:moveTo>
                    <a:cubicBezTo>
                      <a:pt x="15987" y="9040"/>
                      <a:pt x="15807" y="9481"/>
                      <a:pt x="16018" y="10033"/>
                    </a:cubicBezTo>
                    <a:cubicBezTo>
                      <a:pt x="16229" y="10586"/>
                      <a:pt x="16753" y="11038"/>
                      <a:pt x="17187" y="11038"/>
                    </a:cubicBezTo>
                    <a:cubicBezTo>
                      <a:pt x="17621" y="11038"/>
                      <a:pt x="17797" y="10586"/>
                      <a:pt x="17580" y="10033"/>
                    </a:cubicBezTo>
                    <a:cubicBezTo>
                      <a:pt x="17364" y="9481"/>
                      <a:pt x="16842" y="9040"/>
                      <a:pt x="16414" y="9040"/>
                    </a:cubicBezTo>
                    <a:close/>
                    <a:moveTo>
                      <a:pt x="18310" y="9040"/>
                    </a:moveTo>
                    <a:cubicBezTo>
                      <a:pt x="17882" y="9040"/>
                      <a:pt x="17709" y="9481"/>
                      <a:pt x="17927" y="10033"/>
                    </a:cubicBezTo>
                    <a:cubicBezTo>
                      <a:pt x="18145" y="10586"/>
                      <a:pt x="18675" y="11038"/>
                      <a:pt x="19109" y="11038"/>
                    </a:cubicBezTo>
                    <a:cubicBezTo>
                      <a:pt x="19543" y="11038"/>
                      <a:pt x="19712" y="10586"/>
                      <a:pt x="19487" y="10033"/>
                    </a:cubicBezTo>
                    <a:cubicBezTo>
                      <a:pt x="19264" y="9481"/>
                      <a:pt x="18738" y="9040"/>
                      <a:pt x="18310" y="9040"/>
                    </a:cubicBezTo>
                    <a:close/>
                    <a:moveTo>
                      <a:pt x="3830" y="11471"/>
                    </a:moveTo>
                    <a:cubicBezTo>
                      <a:pt x="3394" y="11471"/>
                      <a:pt x="3176" y="11929"/>
                      <a:pt x="3341" y="12497"/>
                    </a:cubicBezTo>
                    <a:cubicBezTo>
                      <a:pt x="3508" y="13069"/>
                      <a:pt x="4000" y="13536"/>
                      <a:pt x="4443" y="13536"/>
                    </a:cubicBezTo>
                    <a:cubicBezTo>
                      <a:pt x="4883" y="13536"/>
                      <a:pt x="5101" y="13069"/>
                      <a:pt x="4928" y="12497"/>
                    </a:cubicBezTo>
                    <a:cubicBezTo>
                      <a:pt x="4757" y="11929"/>
                      <a:pt x="4265" y="11471"/>
                      <a:pt x="3830" y="11471"/>
                    </a:cubicBezTo>
                    <a:close/>
                    <a:moveTo>
                      <a:pt x="5770" y="11471"/>
                    </a:moveTo>
                    <a:cubicBezTo>
                      <a:pt x="5334" y="11471"/>
                      <a:pt x="5122" y="11929"/>
                      <a:pt x="5295" y="12497"/>
                    </a:cubicBezTo>
                    <a:cubicBezTo>
                      <a:pt x="5469" y="13069"/>
                      <a:pt x="5967" y="13536"/>
                      <a:pt x="6409" y="13536"/>
                    </a:cubicBezTo>
                    <a:cubicBezTo>
                      <a:pt x="6850" y="13536"/>
                      <a:pt x="7062" y="13069"/>
                      <a:pt x="6881" y="12497"/>
                    </a:cubicBezTo>
                    <a:cubicBezTo>
                      <a:pt x="6702" y="11929"/>
                      <a:pt x="6205" y="11471"/>
                      <a:pt x="5770" y="11471"/>
                    </a:cubicBezTo>
                    <a:close/>
                    <a:moveTo>
                      <a:pt x="7711" y="11471"/>
                    </a:moveTo>
                    <a:cubicBezTo>
                      <a:pt x="7275" y="11471"/>
                      <a:pt x="7068" y="11929"/>
                      <a:pt x="7248" y="12497"/>
                    </a:cubicBezTo>
                    <a:cubicBezTo>
                      <a:pt x="7430" y="13069"/>
                      <a:pt x="7936" y="13536"/>
                      <a:pt x="8377" y="13536"/>
                    </a:cubicBezTo>
                    <a:cubicBezTo>
                      <a:pt x="8818" y="13536"/>
                      <a:pt x="9023" y="13069"/>
                      <a:pt x="8835" y="12497"/>
                    </a:cubicBezTo>
                    <a:cubicBezTo>
                      <a:pt x="8649" y="11929"/>
                      <a:pt x="8146" y="11471"/>
                      <a:pt x="7711" y="11471"/>
                    </a:cubicBezTo>
                    <a:close/>
                    <a:moveTo>
                      <a:pt x="9627" y="11471"/>
                    </a:moveTo>
                    <a:cubicBezTo>
                      <a:pt x="9192" y="11471"/>
                      <a:pt x="8992" y="11929"/>
                      <a:pt x="9179" y="12497"/>
                    </a:cubicBezTo>
                    <a:cubicBezTo>
                      <a:pt x="9368" y="13069"/>
                      <a:pt x="9879" y="13536"/>
                      <a:pt x="10321" y="13536"/>
                    </a:cubicBezTo>
                    <a:cubicBezTo>
                      <a:pt x="10763" y="13536"/>
                      <a:pt x="10962" y="13069"/>
                      <a:pt x="10767" y="12497"/>
                    </a:cubicBezTo>
                    <a:cubicBezTo>
                      <a:pt x="10574" y="11929"/>
                      <a:pt x="10064" y="11471"/>
                      <a:pt x="9627" y="11471"/>
                    </a:cubicBezTo>
                    <a:close/>
                    <a:moveTo>
                      <a:pt x="11569" y="11471"/>
                    </a:moveTo>
                    <a:cubicBezTo>
                      <a:pt x="11133" y="11471"/>
                      <a:pt x="10939" y="11929"/>
                      <a:pt x="11134" y="12497"/>
                    </a:cubicBezTo>
                    <a:cubicBezTo>
                      <a:pt x="11330" y="13069"/>
                      <a:pt x="11846" y="13536"/>
                      <a:pt x="12288" y="13536"/>
                    </a:cubicBezTo>
                    <a:cubicBezTo>
                      <a:pt x="12730" y="13536"/>
                      <a:pt x="12922" y="13069"/>
                      <a:pt x="12720" y="12497"/>
                    </a:cubicBezTo>
                    <a:cubicBezTo>
                      <a:pt x="12519" y="11929"/>
                      <a:pt x="12005" y="11471"/>
                      <a:pt x="11569" y="11471"/>
                    </a:cubicBezTo>
                    <a:close/>
                    <a:moveTo>
                      <a:pt x="13487" y="11471"/>
                    </a:moveTo>
                    <a:cubicBezTo>
                      <a:pt x="13052" y="11471"/>
                      <a:pt x="12862" y="11929"/>
                      <a:pt x="13064" y="12497"/>
                    </a:cubicBezTo>
                    <a:cubicBezTo>
                      <a:pt x="13268" y="13069"/>
                      <a:pt x="13792" y="13536"/>
                      <a:pt x="14233" y="13536"/>
                    </a:cubicBezTo>
                    <a:cubicBezTo>
                      <a:pt x="14676" y="13536"/>
                      <a:pt x="14862" y="13069"/>
                      <a:pt x="14653" y="12497"/>
                    </a:cubicBezTo>
                    <a:cubicBezTo>
                      <a:pt x="14444" y="11929"/>
                      <a:pt x="13924" y="11471"/>
                      <a:pt x="13487" y="11471"/>
                    </a:cubicBezTo>
                    <a:close/>
                    <a:moveTo>
                      <a:pt x="15429" y="11471"/>
                    </a:moveTo>
                    <a:cubicBezTo>
                      <a:pt x="14993" y="11471"/>
                      <a:pt x="14809" y="11929"/>
                      <a:pt x="15019" y="12497"/>
                    </a:cubicBezTo>
                    <a:cubicBezTo>
                      <a:pt x="15230" y="13069"/>
                      <a:pt x="15759" y="13536"/>
                      <a:pt x="16201" y="13536"/>
                    </a:cubicBezTo>
                    <a:cubicBezTo>
                      <a:pt x="16643" y="13536"/>
                      <a:pt x="16823" y="13069"/>
                      <a:pt x="16606" y="12497"/>
                    </a:cubicBezTo>
                    <a:cubicBezTo>
                      <a:pt x="16390" y="11929"/>
                      <a:pt x="15864" y="11471"/>
                      <a:pt x="15429" y="11471"/>
                    </a:cubicBezTo>
                    <a:close/>
                    <a:moveTo>
                      <a:pt x="17347" y="11471"/>
                    </a:moveTo>
                    <a:cubicBezTo>
                      <a:pt x="16912" y="11471"/>
                      <a:pt x="16734" y="11929"/>
                      <a:pt x="16950" y="12497"/>
                    </a:cubicBezTo>
                    <a:cubicBezTo>
                      <a:pt x="17169" y="13069"/>
                      <a:pt x="17706" y="13536"/>
                      <a:pt x="18147" y="13536"/>
                    </a:cubicBezTo>
                    <a:cubicBezTo>
                      <a:pt x="18588" y="13536"/>
                      <a:pt x="18764" y="13069"/>
                      <a:pt x="18539" y="12497"/>
                    </a:cubicBezTo>
                    <a:cubicBezTo>
                      <a:pt x="18316" y="11929"/>
                      <a:pt x="17782" y="11471"/>
                      <a:pt x="17347" y="11471"/>
                    </a:cubicBezTo>
                    <a:close/>
                    <a:moveTo>
                      <a:pt x="4584" y="14005"/>
                    </a:moveTo>
                    <a:cubicBezTo>
                      <a:pt x="4140" y="14005"/>
                      <a:pt x="3921" y="14478"/>
                      <a:pt x="4092" y="15064"/>
                    </a:cubicBezTo>
                    <a:cubicBezTo>
                      <a:pt x="4265" y="15658"/>
                      <a:pt x="4768" y="16141"/>
                      <a:pt x="5218" y="16141"/>
                    </a:cubicBezTo>
                    <a:cubicBezTo>
                      <a:pt x="5666" y="16141"/>
                      <a:pt x="5885" y="15658"/>
                      <a:pt x="5705" y="15064"/>
                    </a:cubicBezTo>
                    <a:cubicBezTo>
                      <a:pt x="5529" y="14478"/>
                      <a:pt x="5026" y="14005"/>
                      <a:pt x="4584" y="14005"/>
                    </a:cubicBezTo>
                    <a:close/>
                    <a:moveTo>
                      <a:pt x="14398" y="14005"/>
                    </a:moveTo>
                    <a:cubicBezTo>
                      <a:pt x="13957" y="14005"/>
                      <a:pt x="13766" y="14478"/>
                      <a:pt x="13974" y="15064"/>
                    </a:cubicBezTo>
                    <a:cubicBezTo>
                      <a:pt x="14186" y="15658"/>
                      <a:pt x="14722" y="16141"/>
                      <a:pt x="15170" y="16141"/>
                    </a:cubicBezTo>
                    <a:cubicBezTo>
                      <a:pt x="15621" y="16141"/>
                      <a:pt x="15807" y="15658"/>
                      <a:pt x="15589" y="15064"/>
                    </a:cubicBezTo>
                    <a:cubicBezTo>
                      <a:pt x="15375" y="14478"/>
                      <a:pt x="14843" y="14005"/>
                      <a:pt x="14398" y="14005"/>
                    </a:cubicBezTo>
                    <a:close/>
                    <a:moveTo>
                      <a:pt x="16363" y="14005"/>
                    </a:moveTo>
                    <a:cubicBezTo>
                      <a:pt x="15919" y="14005"/>
                      <a:pt x="15736" y="14478"/>
                      <a:pt x="15952" y="15064"/>
                    </a:cubicBezTo>
                    <a:cubicBezTo>
                      <a:pt x="16171" y="15658"/>
                      <a:pt x="16713" y="16141"/>
                      <a:pt x="17162" y="16141"/>
                    </a:cubicBezTo>
                    <a:cubicBezTo>
                      <a:pt x="17611" y="16141"/>
                      <a:pt x="17791" y="15658"/>
                      <a:pt x="17566" y="15064"/>
                    </a:cubicBezTo>
                    <a:cubicBezTo>
                      <a:pt x="17343" y="14478"/>
                      <a:pt x="16806" y="14005"/>
                      <a:pt x="16363" y="14005"/>
                    </a:cubicBezTo>
                    <a:close/>
                    <a:moveTo>
                      <a:pt x="18326" y="14005"/>
                    </a:moveTo>
                    <a:cubicBezTo>
                      <a:pt x="17884" y="14005"/>
                      <a:pt x="17705" y="14478"/>
                      <a:pt x="17929" y="15064"/>
                    </a:cubicBezTo>
                    <a:cubicBezTo>
                      <a:pt x="18156" y="15658"/>
                      <a:pt x="18704" y="16141"/>
                      <a:pt x="19153" y="16141"/>
                    </a:cubicBezTo>
                    <a:cubicBezTo>
                      <a:pt x="19602" y="16141"/>
                      <a:pt x="19778" y="15658"/>
                      <a:pt x="19545" y="15064"/>
                    </a:cubicBezTo>
                    <a:cubicBezTo>
                      <a:pt x="19315" y="14478"/>
                      <a:pt x="18769" y="14005"/>
                      <a:pt x="18326" y="14005"/>
                    </a:cubicBezTo>
                    <a:close/>
                    <a:moveTo>
                      <a:pt x="17342" y="16607"/>
                    </a:moveTo>
                    <a:cubicBezTo>
                      <a:pt x="16891" y="16607"/>
                      <a:pt x="16706" y="17096"/>
                      <a:pt x="16931" y="17705"/>
                    </a:cubicBezTo>
                    <a:cubicBezTo>
                      <a:pt x="17157" y="18318"/>
                      <a:pt x="17711" y="18818"/>
                      <a:pt x="18169" y="18818"/>
                    </a:cubicBezTo>
                    <a:cubicBezTo>
                      <a:pt x="18626" y="18818"/>
                      <a:pt x="18806" y="18318"/>
                      <a:pt x="18573" y="17705"/>
                    </a:cubicBezTo>
                    <a:cubicBezTo>
                      <a:pt x="18342" y="17096"/>
                      <a:pt x="17793" y="16607"/>
                      <a:pt x="17342" y="16607"/>
                    </a:cubicBezTo>
                    <a:close/>
                    <a:moveTo>
                      <a:pt x="18367" y="19312"/>
                    </a:moveTo>
                    <a:cubicBezTo>
                      <a:pt x="17907" y="19312"/>
                      <a:pt x="17723" y="19818"/>
                      <a:pt x="17956" y="20448"/>
                    </a:cubicBezTo>
                    <a:cubicBezTo>
                      <a:pt x="18191" y="21084"/>
                      <a:pt x="18757" y="21600"/>
                      <a:pt x="19223" y="21600"/>
                    </a:cubicBezTo>
                    <a:cubicBezTo>
                      <a:pt x="19688" y="21600"/>
                      <a:pt x="19868" y="21084"/>
                      <a:pt x="19626" y="20448"/>
                    </a:cubicBezTo>
                    <a:cubicBezTo>
                      <a:pt x="19388" y="19818"/>
                      <a:pt x="18825" y="19312"/>
                      <a:pt x="18367" y="19312"/>
                    </a:cubicBezTo>
                    <a:close/>
                  </a:path>
                </a:pathLst>
              </a:custGeom>
              <a:solidFill>
                <a:srgbClr val="407E87"/>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54492" rtl="0" eaLnBrk="1" fontAlgn="auto" latinLnBrk="0" hangingPunct="1">
                  <a:lnSpc>
                    <a:spcPct val="100000"/>
                  </a:lnSpc>
                  <a:spcBef>
                    <a:spcPts val="0"/>
                  </a:spcBef>
                  <a:spcAft>
                    <a:spcPts val="0"/>
                  </a:spcAft>
                  <a:buClrTx/>
                  <a:buSzTx/>
                  <a:buFontTx/>
                  <a:buNone/>
                  <a:tabLst/>
                  <a:defRPr sz="1400">
                    <a:solidFill>
                      <a:srgbClr val="FFFFFF"/>
                    </a:solidFill>
                    <a:effectLst>
                      <a:outerShdw blurRad="38100" dist="12700" dir="5400000" rotWithShape="0">
                        <a:srgbClr val="000000">
                          <a:alpha val="50000"/>
                        </a:srgbClr>
                      </a:outerShdw>
                    </a:effectLst>
                  </a:defRPr>
                </a:pPr>
                <a:endParaRPr kumimoji="0" sz="637"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Calibri"/>
                  <a:ea typeface="+mn-ea"/>
                  <a:cs typeface="+mn-cs"/>
                </a:endParaRPr>
              </a:p>
            </p:txBody>
          </p:sp>
          <p:sp>
            <p:nvSpPr>
              <p:cNvPr id="21" name="Shape 11">
                <a:extLst>
                  <a:ext uri="{FF2B5EF4-FFF2-40B4-BE49-F238E27FC236}">
                    <a16:creationId xmlns:a16="http://schemas.microsoft.com/office/drawing/2014/main" id="{5055D88C-A60A-BCD2-7544-F78C4E65F5B1}"/>
                  </a:ext>
                </a:extLst>
              </p:cNvPr>
              <p:cNvSpPr/>
              <p:nvPr/>
            </p:nvSpPr>
            <p:spPr>
              <a:xfrm>
                <a:off x="2078512" y="3045580"/>
                <a:ext cx="2151746" cy="2621795"/>
              </a:xfrm>
              <a:custGeom>
                <a:avLst/>
                <a:gdLst/>
                <a:ahLst/>
                <a:cxnLst>
                  <a:cxn ang="0">
                    <a:pos x="wd2" y="hd2"/>
                  </a:cxn>
                  <a:cxn ang="5400000">
                    <a:pos x="wd2" y="hd2"/>
                  </a:cxn>
                  <a:cxn ang="10800000">
                    <a:pos x="wd2" y="hd2"/>
                  </a:cxn>
                  <a:cxn ang="16200000">
                    <a:pos x="wd2" y="hd2"/>
                  </a:cxn>
                </a:cxnLst>
                <a:rect l="0" t="0" r="r" b="b"/>
                <a:pathLst>
                  <a:path w="21443" h="21600" extrusionOk="0">
                    <a:moveTo>
                      <a:pt x="9809" y="0"/>
                    </a:moveTo>
                    <a:cubicBezTo>
                      <a:pt x="9466" y="0"/>
                      <a:pt x="9113" y="167"/>
                      <a:pt x="9023" y="374"/>
                    </a:cubicBezTo>
                    <a:cubicBezTo>
                      <a:pt x="8932" y="583"/>
                      <a:pt x="9140" y="754"/>
                      <a:pt x="9487" y="754"/>
                    </a:cubicBezTo>
                    <a:cubicBezTo>
                      <a:pt x="9835" y="754"/>
                      <a:pt x="10188" y="583"/>
                      <a:pt x="10275" y="374"/>
                    </a:cubicBezTo>
                    <a:cubicBezTo>
                      <a:pt x="10361" y="167"/>
                      <a:pt x="10153" y="0"/>
                      <a:pt x="9809" y="0"/>
                    </a:cubicBezTo>
                    <a:close/>
                    <a:moveTo>
                      <a:pt x="11344" y="0"/>
                    </a:moveTo>
                    <a:cubicBezTo>
                      <a:pt x="11001" y="0"/>
                      <a:pt x="10652" y="167"/>
                      <a:pt x="10567" y="374"/>
                    </a:cubicBezTo>
                    <a:cubicBezTo>
                      <a:pt x="10481" y="583"/>
                      <a:pt x="10693" y="754"/>
                      <a:pt x="11040" y="754"/>
                    </a:cubicBezTo>
                    <a:cubicBezTo>
                      <a:pt x="11388" y="754"/>
                      <a:pt x="11738" y="583"/>
                      <a:pt x="11820" y="374"/>
                    </a:cubicBezTo>
                    <a:cubicBezTo>
                      <a:pt x="11901" y="167"/>
                      <a:pt x="11688" y="0"/>
                      <a:pt x="11344" y="0"/>
                    </a:cubicBezTo>
                    <a:close/>
                    <a:moveTo>
                      <a:pt x="12858" y="0"/>
                    </a:moveTo>
                    <a:cubicBezTo>
                      <a:pt x="12514" y="0"/>
                      <a:pt x="12171" y="167"/>
                      <a:pt x="12090" y="374"/>
                    </a:cubicBezTo>
                    <a:cubicBezTo>
                      <a:pt x="12009" y="583"/>
                      <a:pt x="12224" y="754"/>
                      <a:pt x="12572" y="754"/>
                    </a:cubicBezTo>
                    <a:cubicBezTo>
                      <a:pt x="12920" y="754"/>
                      <a:pt x="13265" y="583"/>
                      <a:pt x="13342" y="374"/>
                    </a:cubicBezTo>
                    <a:cubicBezTo>
                      <a:pt x="13419" y="167"/>
                      <a:pt x="13202" y="0"/>
                      <a:pt x="12858" y="0"/>
                    </a:cubicBezTo>
                    <a:close/>
                    <a:moveTo>
                      <a:pt x="6310" y="928"/>
                    </a:moveTo>
                    <a:cubicBezTo>
                      <a:pt x="5961" y="928"/>
                      <a:pt x="5595" y="1100"/>
                      <a:pt x="5492" y="1313"/>
                    </a:cubicBezTo>
                    <a:cubicBezTo>
                      <a:pt x="5388" y="1528"/>
                      <a:pt x="5589" y="1703"/>
                      <a:pt x="5942" y="1703"/>
                    </a:cubicBezTo>
                    <a:cubicBezTo>
                      <a:pt x="6295" y="1703"/>
                      <a:pt x="6663" y="1528"/>
                      <a:pt x="6762" y="1313"/>
                    </a:cubicBezTo>
                    <a:cubicBezTo>
                      <a:pt x="6861" y="1100"/>
                      <a:pt x="6658" y="928"/>
                      <a:pt x="6310" y="928"/>
                    </a:cubicBezTo>
                    <a:close/>
                    <a:moveTo>
                      <a:pt x="7865" y="928"/>
                    </a:moveTo>
                    <a:cubicBezTo>
                      <a:pt x="7517" y="928"/>
                      <a:pt x="7154" y="1100"/>
                      <a:pt x="7056" y="1313"/>
                    </a:cubicBezTo>
                    <a:cubicBezTo>
                      <a:pt x="6958" y="1528"/>
                      <a:pt x="7163" y="1703"/>
                      <a:pt x="7516" y="1703"/>
                    </a:cubicBezTo>
                    <a:cubicBezTo>
                      <a:pt x="7869" y="1703"/>
                      <a:pt x="8233" y="1528"/>
                      <a:pt x="8327" y="1313"/>
                    </a:cubicBezTo>
                    <a:cubicBezTo>
                      <a:pt x="8421" y="1100"/>
                      <a:pt x="8214" y="928"/>
                      <a:pt x="7865" y="928"/>
                    </a:cubicBezTo>
                    <a:close/>
                    <a:moveTo>
                      <a:pt x="9421" y="928"/>
                    </a:moveTo>
                    <a:cubicBezTo>
                      <a:pt x="9072" y="928"/>
                      <a:pt x="8715" y="1100"/>
                      <a:pt x="8622" y="1313"/>
                    </a:cubicBezTo>
                    <a:cubicBezTo>
                      <a:pt x="8528" y="1528"/>
                      <a:pt x="8738" y="1703"/>
                      <a:pt x="9090" y="1703"/>
                    </a:cubicBezTo>
                    <a:cubicBezTo>
                      <a:pt x="9443" y="1703"/>
                      <a:pt x="9802" y="1528"/>
                      <a:pt x="9892" y="1313"/>
                    </a:cubicBezTo>
                    <a:cubicBezTo>
                      <a:pt x="9981" y="1100"/>
                      <a:pt x="9769" y="928"/>
                      <a:pt x="9421" y="928"/>
                    </a:cubicBezTo>
                    <a:close/>
                    <a:moveTo>
                      <a:pt x="10956" y="928"/>
                    </a:moveTo>
                    <a:cubicBezTo>
                      <a:pt x="10607" y="928"/>
                      <a:pt x="10253" y="1100"/>
                      <a:pt x="10165" y="1313"/>
                    </a:cubicBezTo>
                    <a:cubicBezTo>
                      <a:pt x="10077" y="1528"/>
                      <a:pt x="10291" y="1703"/>
                      <a:pt x="10643" y="1703"/>
                    </a:cubicBezTo>
                    <a:cubicBezTo>
                      <a:pt x="10996" y="1703"/>
                      <a:pt x="11352" y="1528"/>
                      <a:pt x="11436" y="1313"/>
                    </a:cubicBezTo>
                    <a:cubicBezTo>
                      <a:pt x="11520" y="1100"/>
                      <a:pt x="11304" y="928"/>
                      <a:pt x="10956" y="928"/>
                    </a:cubicBezTo>
                    <a:close/>
                    <a:moveTo>
                      <a:pt x="12512" y="928"/>
                    </a:moveTo>
                    <a:cubicBezTo>
                      <a:pt x="12163" y="928"/>
                      <a:pt x="11814" y="1100"/>
                      <a:pt x="11731" y="1313"/>
                    </a:cubicBezTo>
                    <a:cubicBezTo>
                      <a:pt x="11647" y="1528"/>
                      <a:pt x="11865" y="1703"/>
                      <a:pt x="12218" y="1703"/>
                    </a:cubicBezTo>
                    <a:cubicBezTo>
                      <a:pt x="12571" y="1703"/>
                      <a:pt x="12921" y="1528"/>
                      <a:pt x="13001" y="1313"/>
                    </a:cubicBezTo>
                    <a:cubicBezTo>
                      <a:pt x="13080" y="1100"/>
                      <a:pt x="12861" y="928"/>
                      <a:pt x="12512" y="928"/>
                    </a:cubicBezTo>
                    <a:close/>
                    <a:moveTo>
                      <a:pt x="14068" y="928"/>
                    </a:moveTo>
                    <a:cubicBezTo>
                      <a:pt x="13720" y="928"/>
                      <a:pt x="13374" y="1100"/>
                      <a:pt x="13296" y="1313"/>
                    </a:cubicBezTo>
                    <a:cubicBezTo>
                      <a:pt x="13218" y="1528"/>
                      <a:pt x="13440" y="1703"/>
                      <a:pt x="13792" y="1703"/>
                    </a:cubicBezTo>
                    <a:cubicBezTo>
                      <a:pt x="14145" y="1703"/>
                      <a:pt x="14493" y="1528"/>
                      <a:pt x="14567" y="1313"/>
                    </a:cubicBezTo>
                    <a:cubicBezTo>
                      <a:pt x="14641" y="1100"/>
                      <a:pt x="14417" y="928"/>
                      <a:pt x="14068" y="928"/>
                    </a:cubicBezTo>
                    <a:close/>
                    <a:moveTo>
                      <a:pt x="7436" y="1874"/>
                    </a:moveTo>
                    <a:cubicBezTo>
                      <a:pt x="7082" y="1874"/>
                      <a:pt x="6713" y="2051"/>
                      <a:pt x="6613" y="2270"/>
                    </a:cubicBezTo>
                    <a:cubicBezTo>
                      <a:pt x="6511" y="2491"/>
                      <a:pt x="6719" y="2671"/>
                      <a:pt x="7077" y="2671"/>
                    </a:cubicBezTo>
                    <a:cubicBezTo>
                      <a:pt x="7435" y="2671"/>
                      <a:pt x="7805" y="2491"/>
                      <a:pt x="7902" y="2270"/>
                    </a:cubicBezTo>
                    <a:cubicBezTo>
                      <a:pt x="7999" y="2051"/>
                      <a:pt x="7789" y="1874"/>
                      <a:pt x="7436" y="1874"/>
                    </a:cubicBezTo>
                    <a:close/>
                    <a:moveTo>
                      <a:pt x="9012" y="1874"/>
                    </a:moveTo>
                    <a:cubicBezTo>
                      <a:pt x="8659" y="1874"/>
                      <a:pt x="8294" y="2051"/>
                      <a:pt x="8199" y="2270"/>
                    </a:cubicBezTo>
                    <a:cubicBezTo>
                      <a:pt x="8102" y="2491"/>
                      <a:pt x="8314" y="2671"/>
                      <a:pt x="8672" y="2671"/>
                    </a:cubicBezTo>
                    <a:cubicBezTo>
                      <a:pt x="9030" y="2671"/>
                      <a:pt x="9395" y="2491"/>
                      <a:pt x="9487" y="2270"/>
                    </a:cubicBezTo>
                    <a:cubicBezTo>
                      <a:pt x="9579" y="2051"/>
                      <a:pt x="9366" y="1874"/>
                      <a:pt x="9012" y="1874"/>
                    </a:cubicBezTo>
                    <a:close/>
                    <a:moveTo>
                      <a:pt x="10590" y="1874"/>
                    </a:moveTo>
                    <a:cubicBezTo>
                      <a:pt x="10236" y="1874"/>
                      <a:pt x="9876" y="2051"/>
                      <a:pt x="9785" y="2270"/>
                    </a:cubicBezTo>
                    <a:cubicBezTo>
                      <a:pt x="9694" y="2491"/>
                      <a:pt x="9910" y="2671"/>
                      <a:pt x="10268" y="2671"/>
                    </a:cubicBezTo>
                    <a:cubicBezTo>
                      <a:pt x="10626" y="2671"/>
                      <a:pt x="10988" y="2491"/>
                      <a:pt x="11075" y="2270"/>
                    </a:cubicBezTo>
                    <a:cubicBezTo>
                      <a:pt x="11161" y="2051"/>
                      <a:pt x="10943" y="1874"/>
                      <a:pt x="10590" y="1874"/>
                    </a:cubicBezTo>
                    <a:close/>
                    <a:moveTo>
                      <a:pt x="12145" y="1874"/>
                    </a:moveTo>
                    <a:cubicBezTo>
                      <a:pt x="11791" y="1874"/>
                      <a:pt x="11435" y="2051"/>
                      <a:pt x="11350" y="2270"/>
                    </a:cubicBezTo>
                    <a:cubicBezTo>
                      <a:pt x="11264" y="2491"/>
                      <a:pt x="11484" y="2671"/>
                      <a:pt x="11842" y="2671"/>
                    </a:cubicBezTo>
                    <a:cubicBezTo>
                      <a:pt x="12201" y="2671"/>
                      <a:pt x="12557" y="2491"/>
                      <a:pt x="12639" y="2270"/>
                    </a:cubicBezTo>
                    <a:cubicBezTo>
                      <a:pt x="12720" y="2051"/>
                      <a:pt x="12499" y="1874"/>
                      <a:pt x="12145" y="1874"/>
                    </a:cubicBezTo>
                    <a:close/>
                    <a:moveTo>
                      <a:pt x="13722" y="1874"/>
                    </a:moveTo>
                    <a:cubicBezTo>
                      <a:pt x="13369" y="1874"/>
                      <a:pt x="13017" y="2051"/>
                      <a:pt x="12937" y="2270"/>
                    </a:cubicBezTo>
                    <a:cubicBezTo>
                      <a:pt x="12856" y="2491"/>
                      <a:pt x="13081" y="2671"/>
                      <a:pt x="13438" y="2671"/>
                    </a:cubicBezTo>
                    <a:cubicBezTo>
                      <a:pt x="13796" y="2671"/>
                      <a:pt x="14149" y="2491"/>
                      <a:pt x="14226" y="2270"/>
                    </a:cubicBezTo>
                    <a:cubicBezTo>
                      <a:pt x="14302" y="2051"/>
                      <a:pt x="14076" y="1874"/>
                      <a:pt x="13722" y="1874"/>
                    </a:cubicBezTo>
                    <a:close/>
                    <a:moveTo>
                      <a:pt x="15299" y="1874"/>
                    </a:moveTo>
                    <a:cubicBezTo>
                      <a:pt x="14945" y="1874"/>
                      <a:pt x="14598" y="2051"/>
                      <a:pt x="14523" y="2270"/>
                    </a:cubicBezTo>
                    <a:cubicBezTo>
                      <a:pt x="14448" y="2491"/>
                      <a:pt x="14676" y="2671"/>
                      <a:pt x="15034" y="2671"/>
                    </a:cubicBezTo>
                    <a:cubicBezTo>
                      <a:pt x="15392" y="2671"/>
                      <a:pt x="15741" y="2491"/>
                      <a:pt x="15812" y="2270"/>
                    </a:cubicBezTo>
                    <a:cubicBezTo>
                      <a:pt x="15882" y="2051"/>
                      <a:pt x="15653" y="1874"/>
                      <a:pt x="15299" y="1874"/>
                    </a:cubicBezTo>
                    <a:close/>
                    <a:moveTo>
                      <a:pt x="5410" y="2837"/>
                    </a:moveTo>
                    <a:cubicBezTo>
                      <a:pt x="5051" y="2837"/>
                      <a:pt x="4672" y="3018"/>
                      <a:pt x="4562" y="3244"/>
                    </a:cubicBezTo>
                    <a:cubicBezTo>
                      <a:pt x="4452" y="3471"/>
                      <a:pt x="4657" y="3657"/>
                      <a:pt x="5021" y="3657"/>
                    </a:cubicBezTo>
                    <a:cubicBezTo>
                      <a:pt x="5384" y="3657"/>
                      <a:pt x="5765" y="3471"/>
                      <a:pt x="5871" y="3244"/>
                    </a:cubicBezTo>
                    <a:cubicBezTo>
                      <a:pt x="5976" y="3018"/>
                      <a:pt x="5769" y="2837"/>
                      <a:pt x="5410" y="2837"/>
                    </a:cubicBezTo>
                    <a:close/>
                    <a:moveTo>
                      <a:pt x="7007" y="2837"/>
                    </a:moveTo>
                    <a:cubicBezTo>
                      <a:pt x="6648" y="2837"/>
                      <a:pt x="6273" y="3018"/>
                      <a:pt x="6169" y="3244"/>
                    </a:cubicBezTo>
                    <a:cubicBezTo>
                      <a:pt x="6065" y="3471"/>
                      <a:pt x="6274" y="3657"/>
                      <a:pt x="6637" y="3657"/>
                    </a:cubicBezTo>
                    <a:cubicBezTo>
                      <a:pt x="7000" y="3657"/>
                      <a:pt x="7377" y="3471"/>
                      <a:pt x="7477" y="3244"/>
                    </a:cubicBezTo>
                    <a:cubicBezTo>
                      <a:pt x="7577" y="3018"/>
                      <a:pt x="7366" y="2837"/>
                      <a:pt x="7007" y="2837"/>
                    </a:cubicBezTo>
                    <a:close/>
                    <a:moveTo>
                      <a:pt x="8604" y="2837"/>
                    </a:moveTo>
                    <a:cubicBezTo>
                      <a:pt x="8246" y="2837"/>
                      <a:pt x="7875" y="3018"/>
                      <a:pt x="7776" y="3244"/>
                    </a:cubicBezTo>
                    <a:cubicBezTo>
                      <a:pt x="7677" y="3471"/>
                      <a:pt x="7891" y="3657"/>
                      <a:pt x="8254" y="3657"/>
                    </a:cubicBezTo>
                    <a:cubicBezTo>
                      <a:pt x="8618" y="3657"/>
                      <a:pt x="8989" y="3471"/>
                      <a:pt x="9084" y="3244"/>
                    </a:cubicBezTo>
                    <a:cubicBezTo>
                      <a:pt x="9178" y="3018"/>
                      <a:pt x="8963" y="2837"/>
                      <a:pt x="8604" y="2837"/>
                    </a:cubicBezTo>
                    <a:close/>
                    <a:moveTo>
                      <a:pt x="10180" y="2837"/>
                    </a:moveTo>
                    <a:cubicBezTo>
                      <a:pt x="9822" y="2837"/>
                      <a:pt x="9456" y="3018"/>
                      <a:pt x="9362" y="3244"/>
                    </a:cubicBezTo>
                    <a:cubicBezTo>
                      <a:pt x="9269" y="3471"/>
                      <a:pt x="9487" y="3657"/>
                      <a:pt x="9850" y="3657"/>
                    </a:cubicBezTo>
                    <a:cubicBezTo>
                      <a:pt x="10214" y="3657"/>
                      <a:pt x="10582" y="3471"/>
                      <a:pt x="10671" y="3244"/>
                    </a:cubicBezTo>
                    <a:cubicBezTo>
                      <a:pt x="10760" y="3018"/>
                      <a:pt x="10540" y="2837"/>
                      <a:pt x="10180" y="2837"/>
                    </a:cubicBezTo>
                    <a:close/>
                    <a:moveTo>
                      <a:pt x="11778" y="2837"/>
                    </a:moveTo>
                    <a:cubicBezTo>
                      <a:pt x="11419" y="2837"/>
                      <a:pt x="11057" y="3018"/>
                      <a:pt x="10969" y="3244"/>
                    </a:cubicBezTo>
                    <a:cubicBezTo>
                      <a:pt x="10881" y="3471"/>
                      <a:pt x="11103" y="3657"/>
                      <a:pt x="11467" y="3657"/>
                    </a:cubicBezTo>
                    <a:cubicBezTo>
                      <a:pt x="11830" y="3657"/>
                      <a:pt x="12193" y="3471"/>
                      <a:pt x="12277" y="3244"/>
                    </a:cubicBezTo>
                    <a:cubicBezTo>
                      <a:pt x="12361" y="3018"/>
                      <a:pt x="12138" y="2837"/>
                      <a:pt x="11778" y="2837"/>
                    </a:cubicBezTo>
                    <a:close/>
                    <a:moveTo>
                      <a:pt x="13376" y="2837"/>
                    </a:moveTo>
                    <a:cubicBezTo>
                      <a:pt x="13018" y="2837"/>
                      <a:pt x="12660" y="3018"/>
                      <a:pt x="12577" y="3244"/>
                    </a:cubicBezTo>
                    <a:cubicBezTo>
                      <a:pt x="12494" y="3471"/>
                      <a:pt x="12721" y="3657"/>
                      <a:pt x="13084" y="3657"/>
                    </a:cubicBezTo>
                    <a:cubicBezTo>
                      <a:pt x="13448" y="3657"/>
                      <a:pt x="13807" y="3471"/>
                      <a:pt x="13885" y="3244"/>
                    </a:cubicBezTo>
                    <a:cubicBezTo>
                      <a:pt x="13964" y="3018"/>
                      <a:pt x="13735" y="2837"/>
                      <a:pt x="13376" y="2837"/>
                    </a:cubicBezTo>
                    <a:close/>
                    <a:moveTo>
                      <a:pt x="14975" y="2837"/>
                    </a:moveTo>
                    <a:cubicBezTo>
                      <a:pt x="14615" y="2837"/>
                      <a:pt x="14262" y="3018"/>
                      <a:pt x="14185" y="3244"/>
                    </a:cubicBezTo>
                    <a:cubicBezTo>
                      <a:pt x="14107" y="3471"/>
                      <a:pt x="14338" y="3657"/>
                      <a:pt x="14702" y="3657"/>
                    </a:cubicBezTo>
                    <a:cubicBezTo>
                      <a:pt x="15065" y="3657"/>
                      <a:pt x="15419" y="3471"/>
                      <a:pt x="15492" y="3244"/>
                    </a:cubicBezTo>
                    <a:cubicBezTo>
                      <a:pt x="15565" y="3018"/>
                      <a:pt x="15333" y="2837"/>
                      <a:pt x="14975" y="2837"/>
                    </a:cubicBezTo>
                    <a:close/>
                    <a:moveTo>
                      <a:pt x="16551" y="2837"/>
                    </a:moveTo>
                    <a:cubicBezTo>
                      <a:pt x="16192" y="2837"/>
                      <a:pt x="15843" y="3018"/>
                      <a:pt x="15772" y="3244"/>
                    </a:cubicBezTo>
                    <a:cubicBezTo>
                      <a:pt x="15699" y="3471"/>
                      <a:pt x="15935" y="3657"/>
                      <a:pt x="16298" y="3657"/>
                    </a:cubicBezTo>
                    <a:cubicBezTo>
                      <a:pt x="16662" y="3657"/>
                      <a:pt x="17012" y="3471"/>
                      <a:pt x="17080" y="3244"/>
                    </a:cubicBezTo>
                    <a:cubicBezTo>
                      <a:pt x="17148" y="3018"/>
                      <a:pt x="16910" y="2837"/>
                      <a:pt x="16551" y="2837"/>
                    </a:cubicBezTo>
                    <a:close/>
                    <a:moveTo>
                      <a:pt x="4940" y="3852"/>
                    </a:moveTo>
                    <a:cubicBezTo>
                      <a:pt x="4575" y="3852"/>
                      <a:pt x="4189" y="4040"/>
                      <a:pt x="4076" y="4273"/>
                    </a:cubicBezTo>
                    <a:cubicBezTo>
                      <a:pt x="3963" y="4507"/>
                      <a:pt x="4170" y="4698"/>
                      <a:pt x="4539" y="4698"/>
                    </a:cubicBezTo>
                    <a:cubicBezTo>
                      <a:pt x="4908" y="4698"/>
                      <a:pt x="5295" y="4507"/>
                      <a:pt x="5404" y="4273"/>
                    </a:cubicBezTo>
                    <a:cubicBezTo>
                      <a:pt x="5512" y="4040"/>
                      <a:pt x="5304" y="3852"/>
                      <a:pt x="4940" y="3852"/>
                    </a:cubicBezTo>
                    <a:close/>
                    <a:moveTo>
                      <a:pt x="6557" y="3852"/>
                    </a:moveTo>
                    <a:cubicBezTo>
                      <a:pt x="6193" y="3852"/>
                      <a:pt x="5812" y="4040"/>
                      <a:pt x="5705" y="4273"/>
                    </a:cubicBezTo>
                    <a:cubicBezTo>
                      <a:pt x="5597" y="4507"/>
                      <a:pt x="5808" y="4698"/>
                      <a:pt x="6177" y="4698"/>
                    </a:cubicBezTo>
                    <a:cubicBezTo>
                      <a:pt x="6546" y="4698"/>
                      <a:pt x="6929" y="4507"/>
                      <a:pt x="7032" y="4273"/>
                    </a:cubicBezTo>
                    <a:cubicBezTo>
                      <a:pt x="7135" y="4040"/>
                      <a:pt x="6922" y="3852"/>
                      <a:pt x="6557" y="3852"/>
                    </a:cubicBezTo>
                    <a:close/>
                    <a:moveTo>
                      <a:pt x="8176" y="3852"/>
                    </a:moveTo>
                    <a:cubicBezTo>
                      <a:pt x="7812" y="3852"/>
                      <a:pt x="7434" y="4040"/>
                      <a:pt x="7332" y="4273"/>
                    </a:cubicBezTo>
                    <a:cubicBezTo>
                      <a:pt x="7230" y="4507"/>
                      <a:pt x="7446" y="4698"/>
                      <a:pt x="7815" y="4698"/>
                    </a:cubicBezTo>
                    <a:cubicBezTo>
                      <a:pt x="8184" y="4698"/>
                      <a:pt x="8562" y="4507"/>
                      <a:pt x="8660" y="4273"/>
                    </a:cubicBezTo>
                    <a:cubicBezTo>
                      <a:pt x="8757" y="4040"/>
                      <a:pt x="8540" y="3852"/>
                      <a:pt x="8176" y="3852"/>
                    </a:cubicBezTo>
                    <a:close/>
                    <a:moveTo>
                      <a:pt x="9773" y="3852"/>
                    </a:moveTo>
                    <a:cubicBezTo>
                      <a:pt x="9409" y="3852"/>
                      <a:pt x="9036" y="4040"/>
                      <a:pt x="8939" y="4273"/>
                    </a:cubicBezTo>
                    <a:cubicBezTo>
                      <a:pt x="8843" y="4507"/>
                      <a:pt x="9063" y="4698"/>
                      <a:pt x="9432" y="4698"/>
                    </a:cubicBezTo>
                    <a:cubicBezTo>
                      <a:pt x="9801" y="4698"/>
                      <a:pt x="10176" y="4507"/>
                      <a:pt x="10268" y="4273"/>
                    </a:cubicBezTo>
                    <a:cubicBezTo>
                      <a:pt x="10359" y="4040"/>
                      <a:pt x="10137" y="3852"/>
                      <a:pt x="9773" y="3852"/>
                    </a:cubicBezTo>
                    <a:close/>
                    <a:moveTo>
                      <a:pt x="11392" y="3852"/>
                    </a:moveTo>
                    <a:cubicBezTo>
                      <a:pt x="11027" y="3852"/>
                      <a:pt x="10659" y="4040"/>
                      <a:pt x="10568" y="4273"/>
                    </a:cubicBezTo>
                    <a:cubicBezTo>
                      <a:pt x="10477" y="4507"/>
                      <a:pt x="10702" y="4698"/>
                      <a:pt x="11071" y="4698"/>
                    </a:cubicBezTo>
                    <a:cubicBezTo>
                      <a:pt x="11440" y="4698"/>
                      <a:pt x="11809" y="4507"/>
                      <a:pt x="11895" y="4273"/>
                    </a:cubicBezTo>
                    <a:cubicBezTo>
                      <a:pt x="11982" y="4040"/>
                      <a:pt x="11756" y="3852"/>
                      <a:pt x="11392" y="3852"/>
                    </a:cubicBezTo>
                    <a:close/>
                    <a:moveTo>
                      <a:pt x="13010" y="3852"/>
                    </a:moveTo>
                    <a:cubicBezTo>
                      <a:pt x="12646" y="3852"/>
                      <a:pt x="12282" y="4040"/>
                      <a:pt x="12197" y="4273"/>
                    </a:cubicBezTo>
                    <a:cubicBezTo>
                      <a:pt x="12111" y="4507"/>
                      <a:pt x="12341" y="4698"/>
                      <a:pt x="12710" y="4698"/>
                    </a:cubicBezTo>
                    <a:cubicBezTo>
                      <a:pt x="13078" y="4698"/>
                      <a:pt x="13444" y="4507"/>
                      <a:pt x="13525" y="4273"/>
                    </a:cubicBezTo>
                    <a:cubicBezTo>
                      <a:pt x="13605" y="4040"/>
                      <a:pt x="13374" y="3852"/>
                      <a:pt x="13010" y="3852"/>
                    </a:cubicBezTo>
                    <a:close/>
                    <a:moveTo>
                      <a:pt x="14629" y="3852"/>
                    </a:moveTo>
                    <a:cubicBezTo>
                      <a:pt x="14264" y="3852"/>
                      <a:pt x="13905" y="4040"/>
                      <a:pt x="13826" y="4273"/>
                    </a:cubicBezTo>
                    <a:cubicBezTo>
                      <a:pt x="13745" y="4507"/>
                      <a:pt x="13979" y="4698"/>
                      <a:pt x="14348" y="4698"/>
                    </a:cubicBezTo>
                    <a:cubicBezTo>
                      <a:pt x="14716" y="4698"/>
                      <a:pt x="15077" y="4507"/>
                      <a:pt x="15153" y="4273"/>
                    </a:cubicBezTo>
                    <a:cubicBezTo>
                      <a:pt x="15228" y="4040"/>
                      <a:pt x="14993" y="3852"/>
                      <a:pt x="14629" y="3852"/>
                    </a:cubicBezTo>
                    <a:close/>
                    <a:moveTo>
                      <a:pt x="16248" y="3852"/>
                    </a:moveTo>
                    <a:cubicBezTo>
                      <a:pt x="15884" y="3852"/>
                      <a:pt x="15529" y="4040"/>
                      <a:pt x="15454" y="4273"/>
                    </a:cubicBezTo>
                    <a:cubicBezTo>
                      <a:pt x="15380" y="4507"/>
                      <a:pt x="15618" y="4698"/>
                      <a:pt x="15987" y="4698"/>
                    </a:cubicBezTo>
                    <a:cubicBezTo>
                      <a:pt x="16356" y="4698"/>
                      <a:pt x="16712" y="4507"/>
                      <a:pt x="16782" y="4273"/>
                    </a:cubicBezTo>
                    <a:cubicBezTo>
                      <a:pt x="16852" y="4040"/>
                      <a:pt x="16612" y="3852"/>
                      <a:pt x="16248" y="3852"/>
                    </a:cubicBezTo>
                    <a:close/>
                    <a:moveTo>
                      <a:pt x="17867" y="3852"/>
                    </a:moveTo>
                    <a:cubicBezTo>
                      <a:pt x="17503" y="3852"/>
                      <a:pt x="17152" y="4040"/>
                      <a:pt x="17083" y="4273"/>
                    </a:cubicBezTo>
                    <a:cubicBezTo>
                      <a:pt x="17014" y="4507"/>
                      <a:pt x="17258" y="4698"/>
                      <a:pt x="17626" y="4698"/>
                    </a:cubicBezTo>
                    <a:cubicBezTo>
                      <a:pt x="17995" y="4698"/>
                      <a:pt x="18347" y="4507"/>
                      <a:pt x="18411" y="4273"/>
                    </a:cubicBezTo>
                    <a:cubicBezTo>
                      <a:pt x="18475" y="4040"/>
                      <a:pt x="18231" y="3852"/>
                      <a:pt x="17867" y="3852"/>
                    </a:cubicBezTo>
                    <a:close/>
                    <a:moveTo>
                      <a:pt x="19486" y="3852"/>
                    </a:moveTo>
                    <a:cubicBezTo>
                      <a:pt x="19121" y="3852"/>
                      <a:pt x="18775" y="4040"/>
                      <a:pt x="18712" y="4273"/>
                    </a:cubicBezTo>
                    <a:cubicBezTo>
                      <a:pt x="18649" y="4507"/>
                      <a:pt x="18896" y="4698"/>
                      <a:pt x="19265" y="4698"/>
                    </a:cubicBezTo>
                    <a:cubicBezTo>
                      <a:pt x="19634" y="4698"/>
                      <a:pt x="19981" y="4507"/>
                      <a:pt x="20040" y="4273"/>
                    </a:cubicBezTo>
                    <a:cubicBezTo>
                      <a:pt x="20099" y="4040"/>
                      <a:pt x="19851" y="3852"/>
                      <a:pt x="19486" y="3852"/>
                    </a:cubicBezTo>
                    <a:close/>
                    <a:moveTo>
                      <a:pt x="6087" y="4885"/>
                    </a:moveTo>
                    <a:cubicBezTo>
                      <a:pt x="5718" y="4885"/>
                      <a:pt x="5328" y="5080"/>
                      <a:pt x="5218" y="5319"/>
                    </a:cubicBezTo>
                    <a:cubicBezTo>
                      <a:pt x="5107" y="5561"/>
                      <a:pt x="5320" y="5758"/>
                      <a:pt x="5695" y="5758"/>
                    </a:cubicBezTo>
                    <a:cubicBezTo>
                      <a:pt x="6069" y="5758"/>
                      <a:pt x="6460" y="5561"/>
                      <a:pt x="6567" y="5319"/>
                    </a:cubicBezTo>
                    <a:cubicBezTo>
                      <a:pt x="6672" y="5080"/>
                      <a:pt x="6457" y="4885"/>
                      <a:pt x="6087" y="4885"/>
                    </a:cubicBezTo>
                    <a:close/>
                    <a:moveTo>
                      <a:pt x="7727" y="4885"/>
                    </a:moveTo>
                    <a:cubicBezTo>
                      <a:pt x="7357" y="4885"/>
                      <a:pt x="6972" y="5080"/>
                      <a:pt x="6868" y="5319"/>
                    </a:cubicBezTo>
                    <a:cubicBezTo>
                      <a:pt x="6762" y="5561"/>
                      <a:pt x="6980" y="5758"/>
                      <a:pt x="7354" y="5758"/>
                    </a:cubicBezTo>
                    <a:cubicBezTo>
                      <a:pt x="7729" y="5758"/>
                      <a:pt x="8115" y="5561"/>
                      <a:pt x="8215" y="5319"/>
                    </a:cubicBezTo>
                    <a:cubicBezTo>
                      <a:pt x="8315" y="5080"/>
                      <a:pt x="8097" y="4885"/>
                      <a:pt x="7727" y="4885"/>
                    </a:cubicBezTo>
                    <a:close/>
                    <a:moveTo>
                      <a:pt x="9366" y="4885"/>
                    </a:moveTo>
                    <a:cubicBezTo>
                      <a:pt x="8996" y="4885"/>
                      <a:pt x="8616" y="5080"/>
                      <a:pt x="8517" y="5319"/>
                    </a:cubicBezTo>
                    <a:cubicBezTo>
                      <a:pt x="8418" y="5561"/>
                      <a:pt x="8640" y="5758"/>
                      <a:pt x="9014" y="5758"/>
                    </a:cubicBezTo>
                    <a:cubicBezTo>
                      <a:pt x="9389" y="5758"/>
                      <a:pt x="9770" y="5561"/>
                      <a:pt x="9865" y="5319"/>
                    </a:cubicBezTo>
                    <a:cubicBezTo>
                      <a:pt x="9960" y="5080"/>
                      <a:pt x="9736" y="4885"/>
                      <a:pt x="9366" y="4885"/>
                    </a:cubicBezTo>
                    <a:close/>
                    <a:moveTo>
                      <a:pt x="11005" y="4885"/>
                    </a:moveTo>
                    <a:cubicBezTo>
                      <a:pt x="10635" y="4885"/>
                      <a:pt x="10260" y="5080"/>
                      <a:pt x="10167" y="5319"/>
                    </a:cubicBezTo>
                    <a:cubicBezTo>
                      <a:pt x="10073" y="5561"/>
                      <a:pt x="10299" y="5758"/>
                      <a:pt x="10674" y="5758"/>
                    </a:cubicBezTo>
                    <a:cubicBezTo>
                      <a:pt x="11048" y="5758"/>
                      <a:pt x="11425" y="5561"/>
                      <a:pt x="11514" y="5319"/>
                    </a:cubicBezTo>
                    <a:cubicBezTo>
                      <a:pt x="11603" y="5080"/>
                      <a:pt x="11375" y="4885"/>
                      <a:pt x="11005" y="4885"/>
                    </a:cubicBezTo>
                    <a:close/>
                    <a:moveTo>
                      <a:pt x="12645" y="4885"/>
                    </a:moveTo>
                    <a:cubicBezTo>
                      <a:pt x="12275" y="4885"/>
                      <a:pt x="11903" y="5080"/>
                      <a:pt x="11816" y="5319"/>
                    </a:cubicBezTo>
                    <a:cubicBezTo>
                      <a:pt x="11728" y="5561"/>
                      <a:pt x="11960" y="5758"/>
                      <a:pt x="12334" y="5758"/>
                    </a:cubicBezTo>
                    <a:cubicBezTo>
                      <a:pt x="12709" y="5758"/>
                      <a:pt x="13081" y="5561"/>
                      <a:pt x="13164" y="5319"/>
                    </a:cubicBezTo>
                    <a:cubicBezTo>
                      <a:pt x="13247" y="5080"/>
                      <a:pt x="13014" y="4885"/>
                      <a:pt x="12645" y="4885"/>
                    </a:cubicBezTo>
                    <a:close/>
                    <a:moveTo>
                      <a:pt x="14284" y="4885"/>
                    </a:moveTo>
                    <a:cubicBezTo>
                      <a:pt x="13914" y="4885"/>
                      <a:pt x="13548" y="5080"/>
                      <a:pt x="13466" y="5319"/>
                    </a:cubicBezTo>
                    <a:cubicBezTo>
                      <a:pt x="13384" y="5561"/>
                      <a:pt x="13619" y="5758"/>
                      <a:pt x="13994" y="5758"/>
                    </a:cubicBezTo>
                    <a:cubicBezTo>
                      <a:pt x="14369" y="5758"/>
                      <a:pt x="14736" y="5561"/>
                      <a:pt x="14814" y="5319"/>
                    </a:cubicBezTo>
                    <a:cubicBezTo>
                      <a:pt x="14891" y="5080"/>
                      <a:pt x="14654" y="4885"/>
                      <a:pt x="14284" y="4885"/>
                    </a:cubicBezTo>
                    <a:close/>
                    <a:moveTo>
                      <a:pt x="15924" y="4885"/>
                    </a:moveTo>
                    <a:cubicBezTo>
                      <a:pt x="15554" y="4885"/>
                      <a:pt x="15193" y="5080"/>
                      <a:pt x="15116" y="5319"/>
                    </a:cubicBezTo>
                    <a:cubicBezTo>
                      <a:pt x="15039" y="5561"/>
                      <a:pt x="15281" y="5758"/>
                      <a:pt x="15655" y="5758"/>
                    </a:cubicBezTo>
                    <a:cubicBezTo>
                      <a:pt x="16029" y="5758"/>
                      <a:pt x="16392" y="5561"/>
                      <a:pt x="16465" y="5319"/>
                    </a:cubicBezTo>
                    <a:cubicBezTo>
                      <a:pt x="16536" y="5080"/>
                      <a:pt x="16293" y="4885"/>
                      <a:pt x="15924" y="4885"/>
                    </a:cubicBezTo>
                    <a:close/>
                    <a:moveTo>
                      <a:pt x="17564" y="4885"/>
                    </a:moveTo>
                    <a:cubicBezTo>
                      <a:pt x="17194" y="4885"/>
                      <a:pt x="16837" y="5080"/>
                      <a:pt x="16766" y="5319"/>
                    </a:cubicBezTo>
                    <a:cubicBezTo>
                      <a:pt x="16695" y="5561"/>
                      <a:pt x="16941" y="5758"/>
                      <a:pt x="17315" y="5758"/>
                    </a:cubicBezTo>
                    <a:cubicBezTo>
                      <a:pt x="17690" y="5758"/>
                      <a:pt x="18047" y="5561"/>
                      <a:pt x="18114" y="5319"/>
                    </a:cubicBezTo>
                    <a:cubicBezTo>
                      <a:pt x="18180" y="5080"/>
                      <a:pt x="17934" y="4885"/>
                      <a:pt x="17564" y="4885"/>
                    </a:cubicBezTo>
                    <a:close/>
                    <a:moveTo>
                      <a:pt x="19203" y="4885"/>
                    </a:moveTo>
                    <a:cubicBezTo>
                      <a:pt x="18833" y="4885"/>
                      <a:pt x="18481" y="5080"/>
                      <a:pt x="18416" y="5319"/>
                    </a:cubicBezTo>
                    <a:cubicBezTo>
                      <a:pt x="18351" y="5561"/>
                      <a:pt x="18601" y="5758"/>
                      <a:pt x="18976" y="5758"/>
                    </a:cubicBezTo>
                    <a:cubicBezTo>
                      <a:pt x="19350" y="5758"/>
                      <a:pt x="19703" y="5561"/>
                      <a:pt x="19764" y="5319"/>
                    </a:cubicBezTo>
                    <a:cubicBezTo>
                      <a:pt x="19824" y="5080"/>
                      <a:pt x="19573" y="4885"/>
                      <a:pt x="19203" y="4885"/>
                    </a:cubicBezTo>
                    <a:close/>
                    <a:moveTo>
                      <a:pt x="20865" y="4885"/>
                    </a:moveTo>
                    <a:cubicBezTo>
                      <a:pt x="20495" y="4885"/>
                      <a:pt x="20147" y="5080"/>
                      <a:pt x="20088" y="5319"/>
                    </a:cubicBezTo>
                    <a:cubicBezTo>
                      <a:pt x="20028" y="5561"/>
                      <a:pt x="20283" y="5758"/>
                      <a:pt x="20658" y="5758"/>
                    </a:cubicBezTo>
                    <a:cubicBezTo>
                      <a:pt x="21032" y="5758"/>
                      <a:pt x="21380" y="5561"/>
                      <a:pt x="21435" y="5319"/>
                    </a:cubicBezTo>
                    <a:cubicBezTo>
                      <a:pt x="21490" y="5080"/>
                      <a:pt x="21235" y="4885"/>
                      <a:pt x="20865" y="4885"/>
                    </a:cubicBezTo>
                    <a:close/>
                    <a:moveTo>
                      <a:pt x="5597" y="5954"/>
                    </a:moveTo>
                    <a:cubicBezTo>
                      <a:pt x="5221" y="5954"/>
                      <a:pt x="4825" y="6153"/>
                      <a:pt x="4711" y="6401"/>
                    </a:cubicBezTo>
                    <a:cubicBezTo>
                      <a:pt x="4597" y="6650"/>
                      <a:pt x="4812" y="6853"/>
                      <a:pt x="5192" y="6853"/>
                    </a:cubicBezTo>
                    <a:cubicBezTo>
                      <a:pt x="5572" y="6853"/>
                      <a:pt x="5971" y="6650"/>
                      <a:pt x="6081" y="6401"/>
                    </a:cubicBezTo>
                    <a:cubicBezTo>
                      <a:pt x="6190" y="6153"/>
                      <a:pt x="5972" y="5954"/>
                      <a:pt x="5597" y="5954"/>
                    </a:cubicBezTo>
                    <a:close/>
                    <a:moveTo>
                      <a:pt x="7278" y="5954"/>
                    </a:moveTo>
                    <a:cubicBezTo>
                      <a:pt x="6903" y="5954"/>
                      <a:pt x="6511" y="6153"/>
                      <a:pt x="6403" y="6401"/>
                    </a:cubicBezTo>
                    <a:cubicBezTo>
                      <a:pt x="6295" y="6650"/>
                      <a:pt x="6514" y="6853"/>
                      <a:pt x="6894" y="6853"/>
                    </a:cubicBezTo>
                    <a:cubicBezTo>
                      <a:pt x="7275" y="6853"/>
                      <a:pt x="7667" y="6650"/>
                      <a:pt x="7771" y="6401"/>
                    </a:cubicBezTo>
                    <a:cubicBezTo>
                      <a:pt x="7874" y="6153"/>
                      <a:pt x="7654" y="5954"/>
                      <a:pt x="7278" y="5954"/>
                    </a:cubicBezTo>
                    <a:close/>
                    <a:moveTo>
                      <a:pt x="8938" y="5954"/>
                    </a:moveTo>
                    <a:cubicBezTo>
                      <a:pt x="8563" y="5954"/>
                      <a:pt x="8176" y="6153"/>
                      <a:pt x="8074" y="6401"/>
                    </a:cubicBezTo>
                    <a:cubicBezTo>
                      <a:pt x="7971" y="6650"/>
                      <a:pt x="8195" y="6853"/>
                      <a:pt x="8575" y="6853"/>
                    </a:cubicBezTo>
                    <a:cubicBezTo>
                      <a:pt x="8956" y="6853"/>
                      <a:pt x="9345" y="6650"/>
                      <a:pt x="9442" y="6401"/>
                    </a:cubicBezTo>
                    <a:cubicBezTo>
                      <a:pt x="9540" y="6153"/>
                      <a:pt x="9314" y="5954"/>
                      <a:pt x="8938" y="5954"/>
                    </a:cubicBezTo>
                    <a:close/>
                    <a:moveTo>
                      <a:pt x="10597" y="5954"/>
                    </a:moveTo>
                    <a:cubicBezTo>
                      <a:pt x="10222" y="5954"/>
                      <a:pt x="9841" y="6153"/>
                      <a:pt x="9744" y="6401"/>
                    </a:cubicBezTo>
                    <a:cubicBezTo>
                      <a:pt x="9647" y="6650"/>
                      <a:pt x="9876" y="6853"/>
                      <a:pt x="10257" y="6853"/>
                    </a:cubicBezTo>
                    <a:cubicBezTo>
                      <a:pt x="10637" y="6853"/>
                      <a:pt x="11021" y="6650"/>
                      <a:pt x="11112" y="6401"/>
                    </a:cubicBezTo>
                    <a:cubicBezTo>
                      <a:pt x="11204" y="6153"/>
                      <a:pt x="10973" y="5954"/>
                      <a:pt x="10597" y="5954"/>
                    </a:cubicBezTo>
                    <a:close/>
                    <a:moveTo>
                      <a:pt x="12258" y="5954"/>
                    </a:moveTo>
                    <a:cubicBezTo>
                      <a:pt x="11883" y="5954"/>
                      <a:pt x="11505" y="6153"/>
                      <a:pt x="11415" y="6401"/>
                    </a:cubicBezTo>
                    <a:cubicBezTo>
                      <a:pt x="11324" y="6650"/>
                      <a:pt x="11559" y="6853"/>
                      <a:pt x="11938" y="6853"/>
                    </a:cubicBezTo>
                    <a:cubicBezTo>
                      <a:pt x="12319" y="6853"/>
                      <a:pt x="12698" y="6650"/>
                      <a:pt x="12784" y="6401"/>
                    </a:cubicBezTo>
                    <a:cubicBezTo>
                      <a:pt x="12870" y="6153"/>
                      <a:pt x="12633" y="5954"/>
                      <a:pt x="12258" y="5954"/>
                    </a:cubicBezTo>
                    <a:close/>
                    <a:moveTo>
                      <a:pt x="13939" y="5954"/>
                    </a:moveTo>
                    <a:cubicBezTo>
                      <a:pt x="13563" y="5954"/>
                      <a:pt x="13191" y="6153"/>
                      <a:pt x="13107" y="6401"/>
                    </a:cubicBezTo>
                    <a:cubicBezTo>
                      <a:pt x="13022" y="6650"/>
                      <a:pt x="13260" y="6853"/>
                      <a:pt x="13641" y="6853"/>
                    </a:cubicBezTo>
                    <a:cubicBezTo>
                      <a:pt x="14021" y="6853"/>
                      <a:pt x="14395" y="6650"/>
                      <a:pt x="14476" y="6401"/>
                    </a:cubicBezTo>
                    <a:cubicBezTo>
                      <a:pt x="14555" y="6153"/>
                      <a:pt x="14315" y="5954"/>
                      <a:pt x="13939" y="5954"/>
                    </a:cubicBezTo>
                    <a:close/>
                    <a:moveTo>
                      <a:pt x="15600" y="5954"/>
                    </a:moveTo>
                    <a:cubicBezTo>
                      <a:pt x="15225" y="5954"/>
                      <a:pt x="14857" y="6153"/>
                      <a:pt x="14778" y="6401"/>
                    </a:cubicBezTo>
                    <a:cubicBezTo>
                      <a:pt x="14699" y="6650"/>
                      <a:pt x="14942" y="6853"/>
                      <a:pt x="15323" y="6853"/>
                    </a:cubicBezTo>
                    <a:cubicBezTo>
                      <a:pt x="15703" y="6853"/>
                      <a:pt x="16072" y="6650"/>
                      <a:pt x="16147" y="6401"/>
                    </a:cubicBezTo>
                    <a:cubicBezTo>
                      <a:pt x="16221" y="6153"/>
                      <a:pt x="15975" y="5954"/>
                      <a:pt x="15600" y="5954"/>
                    </a:cubicBezTo>
                    <a:close/>
                    <a:moveTo>
                      <a:pt x="17261" y="5954"/>
                    </a:moveTo>
                    <a:cubicBezTo>
                      <a:pt x="16886" y="5954"/>
                      <a:pt x="16522" y="6153"/>
                      <a:pt x="16449" y="6401"/>
                    </a:cubicBezTo>
                    <a:cubicBezTo>
                      <a:pt x="16375" y="6650"/>
                      <a:pt x="16625" y="6853"/>
                      <a:pt x="17005" y="6853"/>
                    </a:cubicBezTo>
                    <a:cubicBezTo>
                      <a:pt x="17385" y="6853"/>
                      <a:pt x="17749" y="6650"/>
                      <a:pt x="17817" y="6401"/>
                    </a:cubicBezTo>
                    <a:cubicBezTo>
                      <a:pt x="17886" y="6153"/>
                      <a:pt x="17636" y="5954"/>
                      <a:pt x="17261" y="5954"/>
                    </a:cubicBezTo>
                    <a:close/>
                    <a:moveTo>
                      <a:pt x="18943" y="5954"/>
                    </a:moveTo>
                    <a:cubicBezTo>
                      <a:pt x="18567" y="5954"/>
                      <a:pt x="18208" y="6153"/>
                      <a:pt x="18141" y="6401"/>
                    </a:cubicBezTo>
                    <a:cubicBezTo>
                      <a:pt x="18074" y="6650"/>
                      <a:pt x="18327" y="6853"/>
                      <a:pt x="18708" y="6853"/>
                    </a:cubicBezTo>
                    <a:cubicBezTo>
                      <a:pt x="19088" y="6853"/>
                      <a:pt x="19447" y="6650"/>
                      <a:pt x="19510" y="6401"/>
                    </a:cubicBezTo>
                    <a:cubicBezTo>
                      <a:pt x="19572" y="6153"/>
                      <a:pt x="19318" y="5954"/>
                      <a:pt x="18943" y="5954"/>
                    </a:cubicBezTo>
                    <a:close/>
                    <a:moveTo>
                      <a:pt x="6809" y="7057"/>
                    </a:moveTo>
                    <a:cubicBezTo>
                      <a:pt x="6428" y="7057"/>
                      <a:pt x="6029" y="7263"/>
                      <a:pt x="5917" y="7518"/>
                    </a:cubicBezTo>
                    <a:cubicBezTo>
                      <a:pt x="5805" y="7775"/>
                      <a:pt x="6027" y="7984"/>
                      <a:pt x="6414" y="7984"/>
                    </a:cubicBezTo>
                    <a:cubicBezTo>
                      <a:pt x="6800" y="7984"/>
                      <a:pt x="7200" y="7775"/>
                      <a:pt x="7307" y="7518"/>
                    </a:cubicBezTo>
                    <a:cubicBezTo>
                      <a:pt x="7414" y="7263"/>
                      <a:pt x="7190" y="7057"/>
                      <a:pt x="6809" y="7057"/>
                    </a:cubicBezTo>
                    <a:close/>
                    <a:moveTo>
                      <a:pt x="8489" y="7057"/>
                    </a:moveTo>
                    <a:cubicBezTo>
                      <a:pt x="8108" y="7057"/>
                      <a:pt x="7714" y="7263"/>
                      <a:pt x="7608" y="7518"/>
                    </a:cubicBezTo>
                    <a:cubicBezTo>
                      <a:pt x="7502" y="7775"/>
                      <a:pt x="7730" y="7984"/>
                      <a:pt x="8116" y="7984"/>
                    </a:cubicBezTo>
                    <a:cubicBezTo>
                      <a:pt x="8502" y="7984"/>
                      <a:pt x="8898" y="7775"/>
                      <a:pt x="8999" y="7518"/>
                    </a:cubicBezTo>
                    <a:cubicBezTo>
                      <a:pt x="9099" y="7263"/>
                      <a:pt x="8871" y="7057"/>
                      <a:pt x="8489" y="7057"/>
                    </a:cubicBezTo>
                    <a:close/>
                    <a:moveTo>
                      <a:pt x="10191" y="7057"/>
                    </a:moveTo>
                    <a:cubicBezTo>
                      <a:pt x="9810" y="7057"/>
                      <a:pt x="9421" y="7263"/>
                      <a:pt x="9321" y="7518"/>
                    </a:cubicBezTo>
                    <a:cubicBezTo>
                      <a:pt x="9221" y="7775"/>
                      <a:pt x="9453" y="7984"/>
                      <a:pt x="9840" y="7984"/>
                    </a:cubicBezTo>
                    <a:cubicBezTo>
                      <a:pt x="10226" y="7984"/>
                      <a:pt x="10616" y="7775"/>
                      <a:pt x="10711" y="7518"/>
                    </a:cubicBezTo>
                    <a:cubicBezTo>
                      <a:pt x="10806" y="7263"/>
                      <a:pt x="10573" y="7057"/>
                      <a:pt x="10191" y="7057"/>
                    </a:cubicBezTo>
                    <a:close/>
                    <a:moveTo>
                      <a:pt x="11872" y="7057"/>
                    </a:moveTo>
                    <a:cubicBezTo>
                      <a:pt x="11491" y="7057"/>
                      <a:pt x="11106" y="7263"/>
                      <a:pt x="11013" y="7518"/>
                    </a:cubicBezTo>
                    <a:cubicBezTo>
                      <a:pt x="10919" y="7775"/>
                      <a:pt x="11157" y="7984"/>
                      <a:pt x="11543" y="7984"/>
                    </a:cubicBezTo>
                    <a:cubicBezTo>
                      <a:pt x="11929" y="7984"/>
                      <a:pt x="12315" y="7775"/>
                      <a:pt x="12404" y="7518"/>
                    </a:cubicBezTo>
                    <a:cubicBezTo>
                      <a:pt x="12492" y="7263"/>
                      <a:pt x="12254" y="7057"/>
                      <a:pt x="11872" y="7057"/>
                    </a:cubicBezTo>
                    <a:close/>
                    <a:moveTo>
                      <a:pt x="13575" y="7057"/>
                    </a:moveTo>
                    <a:cubicBezTo>
                      <a:pt x="13193" y="7057"/>
                      <a:pt x="12813" y="7263"/>
                      <a:pt x="12726" y="7518"/>
                    </a:cubicBezTo>
                    <a:cubicBezTo>
                      <a:pt x="12638" y="7775"/>
                      <a:pt x="12880" y="7984"/>
                      <a:pt x="13266" y="7984"/>
                    </a:cubicBezTo>
                    <a:cubicBezTo>
                      <a:pt x="13652" y="7984"/>
                      <a:pt x="14033" y="7775"/>
                      <a:pt x="14116" y="7518"/>
                    </a:cubicBezTo>
                    <a:cubicBezTo>
                      <a:pt x="14198" y="7263"/>
                      <a:pt x="13956" y="7057"/>
                      <a:pt x="13575" y="7057"/>
                    </a:cubicBezTo>
                    <a:close/>
                    <a:moveTo>
                      <a:pt x="15256" y="7057"/>
                    </a:moveTo>
                    <a:cubicBezTo>
                      <a:pt x="14875" y="7057"/>
                      <a:pt x="14500" y="7263"/>
                      <a:pt x="14419" y="7518"/>
                    </a:cubicBezTo>
                    <a:cubicBezTo>
                      <a:pt x="14337" y="7775"/>
                      <a:pt x="14584" y="7984"/>
                      <a:pt x="14970" y="7984"/>
                    </a:cubicBezTo>
                    <a:cubicBezTo>
                      <a:pt x="15356" y="7984"/>
                      <a:pt x="15732" y="7775"/>
                      <a:pt x="15809" y="7518"/>
                    </a:cubicBezTo>
                    <a:cubicBezTo>
                      <a:pt x="15886" y="7263"/>
                      <a:pt x="15637" y="7057"/>
                      <a:pt x="15256" y="7057"/>
                    </a:cubicBezTo>
                    <a:close/>
                    <a:moveTo>
                      <a:pt x="16958" y="7057"/>
                    </a:moveTo>
                    <a:cubicBezTo>
                      <a:pt x="16577" y="7057"/>
                      <a:pt x="16207" y="7263"/>
                      <a:pt x="16132" y="7518"/>
                    </a:cubicBezTo>
                    <a:cubicBezTo>
                      <a:pt x="16056" y="7775"/>
                      <a:pt x="16308" y="7984"/>
                      <a:pt x="16694" y="7984"/>
                    </a:cubicBezTo>
                    <a:cubicBezTo>
                      <a:pt x="17081" y="7984"/>
                      <a:pt x="17451" y="7775"/>
                      <a:pt x="17522" y="7518"/>
                    </a:cubicBezTo>
                    <a:cubicBezTo>
                      <a:pt x="17592" y="7263"/>
                      <a:pt x="17340" y="7057"/>
                      <a:pt x="16958" y="7057"/>
                    </a:cubicBezTo>
                    <a:close/>
                    <a:moveTo>
                      <a:pt x="18640" y="7057"/>
                    </a:moveTo>
                    <a:cubicBezTo>
                      <a:pt x="18258" y="7057"/>
                      <a:pt x="17893" y="7263"/>
                      <a:pt x="17824" y="7518"/>
                    </a:cubicBezTo>
                    <a:cubicBezTo>
                      <a:pt x="17754" y="7775"/>
                      <a:pt x="18011" y="7984"/>
                      <a:pt x="18397" y="7984"/>
                    </a:cubicBezTo>
                    <a:cubicBezTo>
                      <a:pt x="18784" y="7984"/>
                      <a:pt x="19150" y="7775"/>
                      <a:pt x="19215" y="7518"/>
                    </a:cubicBezTo>
                    <a:cubicBezTo>
                      <a:pt x="19279" y="7263"/>
                      <a:pt x="19021" y="7057"/>
                      <a:pt x="18640" y="7057"/>
                    </a:cubicBezTo>
                    <a:close/>
                    <a:moveTo>
                      <a:pt x="8042" y="8195"/>
                    </a:moveTo>
                    <a:cubicBezTo>
                      <a:pt x="7655" y="8195"/>
                      <a:pt x="7253" y="8407"/>
                      <a:pt x="7144" y="8671"/>
                    </a:cubicBezTo>
                    <a:cubicBezTo>
                      <a:pt x="7034" y="8936"/>
                      <a:pt x="7264" y="9152"/>
                      <a:pt x="7656" y="9152"/>
                    </a:cubicBezTo>
                    <a:cubicBezTo>
                      <a:pt x="8049" y="9152"/>
                      <a:pt x="8453" y="8936"/>
                      <a:pt x="8557" y="8671"/>
                    </a:cubicBezTo>
                    <a:cubicBezTo>
                      <a:pt x="8661" y="8407"/>
                      <a:pt x="8429" y="8195"/>
                      <a:pt x="8042" y="8195"/>
                    </a:cubicBezTo>
                    <a:close/>
                    <a:moveTo>
                      <a:pt x="9743" y="8195"/>
                    </a:moveTo>
                    <a:cubicBezTo>
                      <a:pt x="9355" y="8195"/>
                      <a:pt x="8959" y="8407"/>
                      <a:pt x="8857" y="8671"/>
                    </a:cubicBezTo>
                    <a:cubicBezTo>
                      <a:pt x="8753" y="8936"/>
                      <a:pt x="8988" y="9152"/>
                      <a:pt x="9380" y="9152"/>
                    </a:cubicBezTo>
                    <a:cubicBezTo>
                      <a:pt x="9773" y="9152"/>
                      <a:pt x="10170" y="8936"/>
                      <a:pt x="10269" y="8671"/>
                    </a:cubicBezTo>
                    <a:cubicBezTo>
                      <a:pt x="10366" y="8407"/>
                      <a:pt x="10131" y="8195"/>
                      <a:pt x="9743" y="8195"/>
                    </a:cubicBezTo>
                    <a:close/>
                    <a:moveTo>
                      <a:pt x="11466" y="8195"/>
                    </a:moveTo>
                    <a:cubicBezTo>
                      <a:pt x="11079" y="8195"/>
                      <a:pt x="10687" y="8407"/>
                      <a:pt x="10591" y="8671"/>
                    </a:cubicBezTo>
                    <a:cubicBezTo>
                      <a:pt x="10494" y="8936"/>
                      <a:pt x="10734" y="9152"/>
                      <a:pt x="11126" y="9152"/>
                    </a:cubicBezTo>
                    <a:cubicBezTo>
                      <a:pt x="11518" y="9152"/>
                      <a:pt x="11912" y="8936"/>
                      <a:pt x="12003" y="8671"/>
                    </a:cubicBezTo>
                    <a:cubicBezTo>
                      <a:pt x="12095" y="8407"/>
                      <a:pt x="11853" y="8195"/>
                      <a:pt x="11466" y="8195"/>
                    </a:cubicBezTo>
                    <a:close/>
                    <a:moveTo>
                      <a:pt x="13189" y="8195"/>
                    </a:moveTo>
                    <a:cubicBezTo>
                      <a:pt x="12801" y="8195"/>
                      <a:pt x="12415" y="8407"/>
                      <a:pt x="12325" y="8671"/>
                    </a:cubicBezTo>
                    <a:cubicBezTo>
                      <a:pt x="12234" y="8936"/>
                      <a:pt x="12478" y="9152"/>
                      <a:pt x="12871" y="9152"/>
                    </a:cubicBezTo>
                    <a:cubicBezTo>
                      <a:pt x="13263" y="9152"/>
                      <a:pt x="13651" y="8936"/>
                      <a:pt x="13737" y="8671"/>
                    </a:cubicBezTo>
                    <a:cubicBezTo>
                      <a:pt x="13822" y="8407"/>
                      <a:pt x="13576" y="8195"/>
                      <a:pt x="13189" y="8195"/>
                    </a:cubicBezTo>
                    <a:close/>
                    <a:moveTo>
                      <a:pt x="14912" y="8195"/>
                    </a:moveTo>
                    <a:cubicBezTo>
                      <a:pt x="14525" y="8195"/>
                      <a:pt x="14143" y="8407"/>
                      <a:pt x="14059" y="8671"/>
                    </a:cubicBezTo>
                    <a:cubicBezTo>
                      <a:pt x="13975" y="8936"/>
                      <a:pt x="14225" y="9152"/>
                      <a:pt x="14617" y="9152"/>
                    </a:cubicBezTo>
                    <a:cubicBezTo>
                      <a:pt x="15010" y="9152"/>
                      <a:pt x="15393" y="8936"/>
                      <a:pt x="15472" y="8671"/>
                    </a:cubicBezTo>
                    <a:cubicBezTo>
                      <a:pt x="15551" y="8407"/>
                      <a:pt x="15300" y="8195"/>
                      <a:pt x="14912" y="8195"/>
                    </a:cubicBezTo>
                    <a:close/>
                    <a:moveTo>
                      <a:pt x="16635" y="8195"/>
                    </a:moveTo>
                    <a:cubicBezTo>
                      <a:pt x="16248" y="8195"/>
                      <a:pt x="15871" y="8407"/>
                      <a:pt x="15793" y="8671"/>
                    </a:cubicBezTo>
                    <a:cubicBezTo>
                      <a:pt x="15715" y="8936"/>
                      <a:pt x="15970" y="9152"/>
                      <a:pt x="16363" y="9152"/>
                    </a:cubicBezTo>
                    <a:cubicBezTo>
                      <a:pt x="16755" y="9152"/>
                      <a:pt x="17133" y="8936"/>
                      <a:pt x="17206" y="8671"/>
                    </a:cubicBezTo>
                    <a:cubicBezTo>
                      <a:pt x="17279" y="8407"/>
                      <a:pt x="17023" y="8195"/>
                      <a:pt x="16635" y="8195"/>
                    </a:cubicBezTo>
                    <a:close/>
                    <a:moveTo>
                      <a:pt x="18359" y="8195"/>
                    </a:moveTo>
                    <a:cubicBezTo>
                      <a:pt x="17971" y="8195"/>
                      <a:pt x="17600" y="8407"/>
                      <a:pt x="17528" y="8671"/>
                    </a:cubicBezTo>
                    <a:cubicBezTo>
                      <a:pt x="17456" y="8936"/>
                      <a:pt x="17716" y="9152"/>
                      <a:pt x="18109" y="9152"/>
                    </a:cubicBezTo>
                    <a:cubicBezTo>
                      <a:pt x="18501" y="9152"/>
                      <a:pt x="18874" y="8936"/>
                      <a:pt x="18941" y="8671"/>
                    </a:cubicBezTo>
                    <a:cubicBezTo>
                      <a:pt x="19007" y="8407"/>
                      <a:pt x="18747" y="8195"/>
                      <a:pt x="18359" y="8195"/>
                    </a:cubicBezTo>
                    <a:close/>
                    <a:moveTo>
                      <a:pt x="7553" y="9351"/>
                    </a:moveTo>
                    <a:cubicBezTo>
                      <a:pt x="7159" y="9351"/>
                      <a:pt x="6749" y="9570"/>
                      <a:pt x="6637" y="9842"/>
                    </a:cubicBezTo>
                    <a:cubicBezTo>
                      <a:pt x="6524" y="10116"/>
                      <a:pt x="6756" y="10339"/>
                      <a:pt x="7154" y="10339"/>
                    </a:cubicBezTo>
                    <a:cubicBezTo>
                      <a:pt x="7553" y="10339"/>
                      <a:pt x="7965" y="10116"/>
                      <a:pt x="8072" y="9842"/>
                    </a:cubicBezTo>
                    <a:cubicBezTo>
                      <a:pt x="8179" y="9570"/>
                      <a:pt x="7946" y="9351"/>
                      <a:pt x="7553" y="9351"/>
                    </a:cubicBezTo>
                    <a:close/>
                    <a:moveTo>
                      <a:pt x="9317" y="9351"/>
                    </a:moveTo>
                    <a:cubicBezTo>
                      <a:pt x="8923" y="9351"/>
                      <a:pt x="8519" y="9570"/>
                      <a:pt x="8413" y="9842"/>
                    </a:cubicBezTo>
                    <a:cubicBezTo>
                      <a:pt x="8307" y="10116"/>
                      <a:pt x="8543" y="10339"/>
                      <a:pt x="8942" y="10339"/>
                    </a:cubicBezTo>
                    <a:cubicBezTo>
                      <a:pt x="9341" y="10339"/>
                      <a:pt x="9747" y="10116"/>
                      <a:pt x="9848" y="9842"/>
                    </a:cubicBezTo>
                    <a:cubicBezTo>
                      <a:pt x="9949" y="9570"/>
                      <a:pt x="9711" y="9351"/>
                      <a:pt x="9317" y="9351"/>
                    </a:cubicBezTo>
                    <a:close/>
                    <a:moveTo>
                      <a:pt x="11061" y="9351"/>
                    </a:moveTo>
                    <a:cubicBezTo>
                      <a:pt x="10668" y="9351"/>
                      <a:pt x="10267" y="9570"/>
                      <a:pt x="10168" y="9842"/>
                    </a:cubicBezTo>
                    <a:cubicBezTo>
                      <a:pt x="10068" y="10116"/>
                      <a:pt x="10310" y="10339"/>
                      <a:pt x="10709" y="10339"/>
                    </a:cubicBezTo>
                    <a:cubicBezTo>
                      <a:pt x="11107" y="10339"/>
                      <a:pt x="11509" y="10116"/>
                      <a:pt x="11604" y="9842"/>
                    </a:cubicBezTo>
                    <a:cubicBezTo>
                      <a:pt x="11698" y="9570"/>
                      <a:pt x="11454" y="9351"/>
                      <a:pt x="11061" y="9351"/>
                    </a:cubicBezTo>
                    <a:close/>
                    <a:moveTo>
                      <a:pt x="12804" y="9351"/>
                    </a:moveTo>
                    <a:cubicBezTo>
                      <a:pt x="12410" y="9351"/>
                      <a:pt x="12016" y="9570"/>
                      <a:pt x="11923" y="9842"/>
                    </a:cubicBezTo>
                    <a:cubicBezTo>
                      <a:pt x="11830" y="10116"/>
                      <a:pt x="12076" y="10339"/>
                      <a:pt x="12476" y="10339"/>
                    </a:cubicBezTo>
                    <a:cubicBezTo>
                      <a:pt x="12875" y="10339"/>
                      <a:pt x="13270" y="10116"/>
                      <a:pt x="13358" y="9842"/>
                    </a:cubicBezTo>
                    <a:cubicBezTo>
                      <a:pt x="13446" y="9570"/>
                      <a:pt x="13198" y="9351"/>
                      <a:pt x="12804" y="9351"/>
                    </a:cubicBezTo>
                    <a:close/>
                    <a:moveTo>
                      <a:pt x="14548" y="9351"/>
                    </a:moveTo>
                    <a:cubicBezTo>
                      <a:pt x="14155" y="9351"/>
                      <a:pt x="13765" y="9570"/>
                      <a:pt x="13679" y="9842"/>
                    </a:cubicBezTo>
                    <a:cubicBezTo>
                      <a:pt x="13591" y="10116"/>
                      <a:pt x="13844" y="10339"/>
                      <a:pt x="14243" y="10339"/>
                    </a:cubicBezTo>
                    <a:cubicBezTo>
                      <a:pt x="14642" y="10339"/>
                      <a:pt x="15032" y="10116"/>
                      <a:pt x="15114" y="9842"/>
                    </a:cubicBezTo>
                    <a:cubicBezTo>
                      <a:pt x="15196" y="9570"/>
                      <a:pt x="14942" y="9351"/>
                      <a:pt x="14548" y="9351"/>
                    </a:cubicBezTo>
                    <a:close/>
                    <a:moveTo>
                      <a:pt x="16292" y="9351"/>
                    </a:moveTo>
                    <a:cubicBezTo>
                      <a:pt x="15898" y="9351"/>
                      <a:pt x="15514" y="9570"/>
                      <a:pt x="15434" y="9842"/>
                    </a:cubicBezTo>
                    <a:cubicBezTo>
                      <a:pt x="15353" y="10116"/>
                      <a:pt x="15612" y="10339"/>
                      <a:pt x="16010" y="10339"/>
                    </a:cubicBezTo>
                    <a:cubicBezTo>
                      <a:pt x="16409" y="10339"/>
                      <a:pt x="16794" y="10116"/>
                      <a:pt x="16870" y="9842"/>
                    </a:cubicBezTo>
                    <a:cubicBezTo>
                      <a:pt x="16945" y="9570"/>
                      <a:pt x="16686" y="9351"/>
                      <a:pt x="16292" y="9351"/>
                    </a:cubicBezTo>
                    <a:close/>
                    <a:moveTo>
                      <a:pt x="7064" y="10576"/>
                    </a:moveTo>
                    <a:cubicBezTo>
                      <a:pt x="6664" y="10576"/>
                      <a:pt x="6246" y="10802"/>
                      <a:pt x="6130" y="11084"/>
                    </a:cubicBezTo>
                    <a:cubicBezTo>
                      <a:pt x="6013" y="11367"/>
                      <a:pt x="6247" y="11598"/>
                      <a:pt x="6653" y="11598"/>
                    </a:cubicBezTo>
                    <a:cubicBezTo>
                      <a:pt x="7058" y="11598"/>
                      <a:pt x="7478" y="11367"/>
                      <a:pt x="7589" y="11084"/>
                    </a:cubicBezTo>
                    <a:cubicBezTo>
                      <a:pt x="7700" y="10802"/>
                      <a:pt x="7464" y="10576"/>
                      <a:pt x="7064" y="10576"/>
                    </a:cubicBezTo>
                    <a:close/>
                    <a:moveTo>
                      <a:pt x="8849" y="10576"/>
                    </a:moveTo>
                    <a:cubicBezTo>
                      <a:pt x="8449" y="10576"/>
                      <a:pt x="8037" y="10802"/>
                      <a:pt x="7927" y="11084"/>
                    </a:cubicBezTo>
                    <a:cubicBezTo>
                      <a:pt x="7817" y="11367"/>
                      <a:pt x="8055" y="11598"/>
                      <a:pt x="8461" y="11598"/>
                    </a:cubicBezTo>
                    <a:cubicBezTo>
                      <a:pt x="8867" y="11598"/>
                      <a:pt x="9281" y="11367"/>
                      <a:pt x="9386" y="11084"/>
                    </a:cubicBezTo>
                    <a:cubicBezTo>
                      <a:pt x="9490" y="10802"/>
                      <a:pt x="9249" y="10576"/>
                      <a:pt x="8849" y="10576"/>
                    </a:cubicBezTo>
                    <a:close/>
                    <a:moveTo>
                      <a:pt x="10635" y="10576"/>
                    </a:moveTo>
                    <a:cubicBezTo>
                      <a:pt x="10235" y="10576"/>
                      <a:pt x="9827" y="10802"/>
                      <a:pt x="9724" y="11084"/>
                    </a:cubicBezTo>
                    <a:cubicBezTo>
                      <a:pt x="9621" y="11367"/>
                      <a:pt x="9866" y="11598"/>
                      <a:pt x="10271" y="11598"/>
                    </a:cubicBezTo>
                    <a:cubicBezTo>
                      <a:pt x="10677" y="11598"/>
                      <a:pt x="11086" y="11367"/>
                      <a:pt x="11184" y="11084"/>
                    </a:cubicBezTo>
                    <a:cubicBezTo>
                      <a:pt x="11281" y="10802"/>
                      <a:pt x="11034" y="10576"/>
                      <a:pt x="10635" y="10576"/>
                    </a:cubicBezTo>
                    <a:close/>
                    <a:moveTo>
                      <a:pt x="12398" y="10576"/>
                    </a:moveTo>
                    <a:cubicBezTo>
                      <a:pt x="11998" y="10576"/>
                      <a:pt x="11597" y="10802"/>
                      <a:pt x="11500" y="11084"/>
                    </a:cubicBezTo>
                    <a:cubicBezTo>
                      <a:pt x="11404" y="11367"/>
                      <a:pt x="11654" y="11598"/>
                      <a:pt x="12060" y="11598"/>
                    </a:cubicBezTo>
                    <a:cubicBezTo>
                      <a:pt x="12465" y="11598"/>
                      <a:pt x="12868" y="11367"/>
                      <a:pt x="12959" y="11084"/>
                    </a:cubicBezTo>
                    <a:cubicBezTo>
                      <a:pt x="13050" y="10802"/>
                      <a:pt x="12798" y="10576"/>
                      <a:pt x="12398" y="10576"/>
                    </a:cubicBezTo>
                    <a:close/>
                    <a:moveTo>
                      <a:pt x="14184" y="10576"/>
                    </a:moveTo>
                    <a:cubicBezTo>
                      <a:pt x="13784" y="10576"/>
                      <a:pt x="13388" y="10802"/>
                      <a:pt x="13298" y="11084"/>
                    </a:cubicBezTo>
                    <a:cubicBezTo>
                      <a:pt x="13208" y="11367"/>
                      <a:pt x="13464" y="11598"/>
                      <a:pt x="13869" y="11598"/>
                    </a:cubicBezTo>
                    <a:cubicBezTo>
                      <a:pt x="14275" y="11598"/>
                      <a:pt x="14673" y="11367"/>
                      <a:pt x="14758" y="11084"/>
                    </a:cubicBezTo>
                    <a:cubicBezTo>
                      <a:pt x="14842" y="10802"/>
                      <a:pt x="14584" y="10576"/>
                      <a:pt x="14184" y="10576"/>
                    </a:cubicBezTo>
                    <a:close/>
                    <a:moveTo>
                      <a:pt x="6576" y="11820"/>
                    </a:moveTo>
                    <a:cubicBezTo>
                      <a:pt x="6170" y="11820"/>
                      <a:pt x="5743" y="12054"/>
                      <a:pt x="5623" y="12344"/>
                    </a:cubicBezTo>
                    <a:cubicBezTo>
                      <a:pt x="5503" y="12637"/>
                      <a:pt x="5739" y="12876"/>
                      <a:pt x="6151" y="12876"/>
                    </a:cubicBezTo>
                    <a:cubicBezTo>
                      <a:pt x="6563" y="12876"/>
                      <a:pt x="6992" y="12637"/>
                      <a:pt x="7107" y="12344"/>
                    </a:cubicBezTo>
                    <a:cubicBezTo>
                      <a:pt x="7222" y="12054"/>
                      <a:pt x="6983" y="11820"/>
                      <a:pt x="6576" y="11820"/>
                    </a:cubicBezTo>
                    <a:close/>
                    <a:moveTo>
                      <a:pt x="8382" y="11820"/>
                    </a:moveTo>
                    <a:cubicBezTo>
                      <a:pt x="7975" y="11820"/>
                      <a:pt x="7555" y="12054"/>
                      <a:pt x="7442" y="12344"/>
                    </a:cubicBezTo>
                    <a:cubicBezTo>
                      <a:pt x="7328" y="12637"/>
                      <a:pt x="7569" y="12876"/>
                      <a:pt x="7981" y="12876"/>
                    </a:cubicBezTo>
                    <a:cubicBezTo>
                      <a:pt x="8394" y="12876"/>
                      <a:pt x="8816" y="12637"/>
                      <a:pt x="8925" y="12344"/>
                    </a:cubicBezTo>
                    <a:cubicBezTo>
                      <a:pt x="9032" y="12054"/>
                      <a:pt x="8789" y="11820"/>
                      <a:pt x="8382" y="11820"/>
                    </a:cubicBezTo>
                    <a:close/>
                    <a:moveTo>
                      <a:pt x="10188" y="11820"/>
                    </a:moveTo>
                    <a:cubicBezTo>
                      <a:pt x="9782" y="11820"/>
                      <a:pt x="9366" y="12054"/>
                      <a:pt x="9260" y="12344"/>
                    </a:cubicBezTo>
                    <a:cubicBezTo>
                      <a:pt x="9153" y="12637"/>
                      <a:pt x="9400" y="12876"/>
                      <a:pt x="9812" y="12876"/>
                    </a:cubicBezTo>
                    <a:cubicBezTo>
                      <a:pt x="10225" y="12876"/>
                      <a:pt x="10642" y="12637"/>
                      <a:pt x="10743" y="12344"/>
                    </a:cubicBezTo>
                    <a:cubicBezTo>
                      <a:pt x="10844" y="12054"/>
                      <a:pt x="10595" y="11820"/>
                      <a:pt x="10188" y="11820"/>
                    </a:cubicBezTo>
                    <a:close/>
                    <a:moveTo>
                      <a:pt x="11994" y="11820"/>
                    </a:moveTo>
                    <a:cubicBezTo>
                      <a:pt x="11587" y="11820"/>
                      <a:pt x="11177" y="12054"/>
                      <a:pt x="11078" y="12344"/>
                    </a:cubicBezTo>
                    <a:cubicBezTo>
                      <a:pt x="10978" y="12637"/>
                      <a:pt x="11230" y="12876"/>
                      <a:pt x="11643" y="12876"/>
                    </a:cubicBezTo>
                    <a:cubicBezTo>
                      <a:pt x="12055" y="12876"/>
                      <a:pt x="12467" y="12637"/>
                      <a:pt x="12561" y="12344"/>
                    </a:cubicBezTo>
                    <a:cubicBezTo>
                      <a:pt x="12655" y="12054"/>
                      <a:pt x="12401" y="11820"/>
                      <a:pt x="11994" y="11820"/>
                    </a:cubicBezTo>
                    <a:close/>
                    <a:moveTo>
                      <a:pt x="4221" y="13116"/>
                    </a:moveTo>
                    <a:cubicBezTo>
                      <a:pt x="3807" y="13116"/>
                      <a:pt x="3366" y="13358"/>
                      <a:pt x="3235" y="13657"/>
                    </a:cubicBezTo>
                    <a:cubicBezTo>
                      <a:pt x="3103" y="13961"/>
                      <a:pt x="3335" y="14208"/>
                      <a:pt x="3754" y="14208"/>
                    </a:cubicBezTo>
                    <a:cubicBezTo>
                      <a:pt x="4174" y="14208"/>
                      <a:pt x="4617" y="13961"/>
                      <a:pt x="4744" y="13657"/>
                    </a:cubicBezTo>
                    <a:cubicBezTo>
                      <a:pt x="4869" y="13358"/>
                      <a:pt x="4634" y="13116"/>
                      <a:pt x="4221" y="13116"/>
                    </a:cubicBezTo>
                    <a:close/>
                    <a:moveTo>
                      <a:pt x="6047" y="13116"/>
                    </a:moveTo>
                    <a:cubicBezTo>
                      <a:pt x="5634" y="13116"/>
                      <a:pt x="5197" y="13358"/>
                      <a:pt x="5074" y="13657"/>
                    </a:cubicBezTo>
                    <a:cubicBezTo>
                      <a:pt x="4949" y="13961"/>
                      <a:pt x="5188" y="14208"/>
                      <a:pt x="5607" y="14208"/>
                    </a:cubicBezTo>
                    <a:cubicBezTo>
                      <a:pt x="6026" y="14208"/>
                      <a:pt x="6464" y="13961"/>
                      <a:pt x="6583" y="13657"/>
                    </a:cubicBezTo>
                    <a:cubicBezTo>
                      <a:pt x="6701" y="13358"/>
                      <a:pt x="6461" y="13116"/>
                      <a:pt x="6047" y="13116"/>
                    </a:cubicBezTo>
                    <a:close/>
                    <a:moveTo>
                      <a:pt x="7894" y="13116"/>
                    </a:moveTo>
                    <a:cubicBezTo>
                      <a:pt x="7481" y="13116"/>
                      <a:pt x="7051" y="13358"/>
                      <a:pt x="6935" y="13657"/>
                    </a:cubicBezTo>
                    <a:cubicBezTo>
                      <a:pt x="6816" y="13961"/>
                      <a:pt x="7060" y="14208"/>
                      <a:pt x="7479" y="14208"/>
                    </a:cubicBezTo>
                    <a:cubicBezTo>
                      <a:pt x="7899" y="14208"/>
                      <a:pt x="8331" y="13961"/>
                      <a:pt x="8443" y="13657"/>
                    </a:cubicBezTo>
                    <a:cubicBezTo>
                      <a:pt x="8554" y="13358"/>
                      <a:pt x="8308" y="13116"/>
                      <a:pt x="7894" y="13116"/>
                    </a:cubicBezTo>
                    <a:close/>
                    <a:moveTo>
                      <a:pt x="9721" y="13116"/>
                    </a:moveTo>
                    <a:cubicBezTo>
                      <a:pt x="9308" y="13116"/>
                      <a:pt x="8883" y="13358"/>
                      <a:pt x="8774" y="13657"/>
                    </a:cubicBezTo>
                    <a:cubicBezTo>
                      <a:pt x="8663" y="13961"/>
                      <a:pt x="8913" y="14208"/>
                      <a:pt x="9332" y="14208"/>
                    </a:cubicBezTo>
                    <a:cubicBezTo>
                      <a:pt x="9751" y="14208"/>
                      <a:pt x="10178" y="13961"/>
                      <a:pt x="10283" y="13657"/>
                    </a:cubicBezTo>
                    <a:cubicBezTo>
                      <a:pt x="10387" y="13358"/>
                      <a:pt x="10135" y="13116"/>
                      <a:pt x="9721" y="13116"/>
                    </a:cubicBezTo>
                    <a:close/>
                    <a:moveTo>
                      <a:pt x="3651" y="14446"/>
                    </a:moveTo>
                    <a:cubicBezTo>
                      <a:pt x="3230" y="14446"/>
                      <a:pt x="2780" y="14696"/>
                      <a:pt x="2644" y="15008"/>
                    </a:cubicBezTo>
                    <a:cubicBezTo>
                      <a:pt x="2507" y="15321"/>
                      <a:pt x="2742" y="15577"/>
                      <a:pt x="3168" y="15577"/>
                    </a:cubicBezTo>
                    <a:cubicBezTo>
                      <a:pt x="3595" y="15577"/>
                      <a:pt x="4048" y="15321"/>
                      <a:pt x="4178" y="15008"/>
                    </a:cubicBezTo>
                    <a:cubicBezTo>
                      <a:pt x="4308" y="14696"/>
                      <a:pt x="4072" y="14446"/>
                      <a:pt x="3651" y="14446"/>
                    </a:cubicBezTo>
                    <a:close/>
                    <a:moveTo>
                      <a:pt x="5519" y="14446"/>
                    </a:moveTo>
                    <a:cubicBezTo>
                      <a:pt x="5098" y="14446"/>
                      <a:pt x="4654" y="14696"/>
                      <a:pt x="4525" y="15008"/>
                    </a:cubicBezTo>
                    <a:cubicBezTo>
                      <a:pt x="4396" y="15321"/>
                      <a:pt x="4637" y="15577"/>
                      <a:pt x="5063" y="15577"/>
                    </a:cubicBezTo>
                    <a:cubicBezTo>
                      <a:pt x="5490" y="15577"/>
                      <a:pt x="5937" y="15321"/>
                      <a:pt x="6060" y="15008"/>
                    </a:cubicBezTo>
                    <a:cubicBezTo>
                      <a:pt x="6183" y="14696"/>
                      <a:pt x="5940" y="14446"/>
                      <a:pt x="5519" y="14446"/>
                    </a:cubicBezTo>
                    <a:close/>
                    <a:moveTo>
                      <a:pt x="7387" y="14446"/>
                    </a:moveTo>
                    <a:cubicBezTo>
                      <a:pt x="6966" y="14446"/>
                      <a:pt x="6528" y="14696"/>
                      <a:pt x="6406" y="15008"/>
                    </a:cubicBezTo>
                    <a:cubicBezTo>
                      <a:pt x="6284" y="15321"/>
                      <a:pt x="6531" y="15577"/>
                      <a:pt x="6958" y="15577"/>
                    </a:cubicBezTo>
                    <a:cubicBezTo>
                      <a:pt x="7385" y="15577"/>
                      <a:pt x="7825" y="15321"/>
                      <a:pt x="7941" y="15008"/>
                    </a:cubicBezTo>
                    <a:cubicBezTo>
                      <a:pt x="8056" y="14696"/>
                      <a:pt x="7808" y="14446"/>
                      <a:pt x="7387" y="14446"/>
                    </a:cubicBezTo>
                    <a:close/>
                    <a:moveTo>
                      <a:pt x="3060" y="15830"/>
                    </a:moveTo>
                    <a:cubicBezTo>
                      <a:pt x="2633" y="15830"/>
                      <a:pt x="2172" y="16088"/>
                      <a:pt x="2032" y="16410"/>
                    </a:cubicBezTo>
                    <a:cubicBezTo>
                      <a:pt x="1890" y="16736"/>
                      <a:pt x="2127" y="17000"/>
                      <a:pt x="2561" y="17000"/>
                    </a:cubicBezTo>
                    <a:cubicBezTo>
                      <a:pt x="2996" y="17000"/>
                      <a:pt x="3457" y="16736"/>
                      <a:pt x="3593" y="16410"/>
                    </a:cubicBezTo>
                    <a:cubicBezTo>
                      <a:pt x="3727" y="16088"/>
                      <a:pt x="3489" y="15830"/>
                      <a:pt x="3060" y="15830"/>
                    </a:cubicBezTo>
                    <a:close/>
                    <a:moveTo>
                      <a:pt x="4949" y="15830"/>
                    </a:moveTo>
                    <a:cubicBezTo>
                      <a:pt x="4521" y="15830"/>
                      <a:pt x="4067" y="16088"/>
                      <a:pt x="3934" y="16410"/>
                    </a:cubicBezTo>
                    <a:cubicBezTo>
                      <a:pt x="3800" y="16736"/>
                      <a:pt x="4044" y="17000"/>
                      <a:pt x="4478" y="17000"/>
                    </a:cubicBezTo>
                    <a:cubicBezTo>
                      <a:pt x="4912" y="17000"/>
                      <a:pt x="5368" y="16736"/>
                      <a:pt x="5496" y="16410"/>
                    </a:cubicBezTo>
                    <a:cubicBezTo>
                      <a:pt x="5623" y="16088"/>
                      <a:pt x="5377" y="15830"/>
                      <a:pt x="4949" y="15830"/>
                    </a:cubicBezTo>
                    <a:close/>
                    <a:moveTo>
                      <a:pt x="2450" y="17266"/>
                    </a:moveTo>
                    <a:cubicBezTo>
                      <a:pt x="2015" y="17266"/>
                      <a:pt x="1544" y="17534"/>
                      <a:pt x="1398" y="17867"/>
                    </a:cubicBezTo>
                    <a:cubicBezTo>
                      <a:pt x="1252" y="18204"/>
                      <a:pt x="1491" y="18479"/>
                      <a:pt x="1933" y="18479"/>
                    </a:cubicBezTo>
                    <a:cubicBezTo>
                      <a:pt x="2375" y="18479"/>
                      <a:pt x="2848" y="18204"/>
                      <a:pt x="2988" y="17867"/>
                    </a:cubicBezTo>
                    <a:cubicBezTo>
                      <a:pt x="3128" y="17534"/>
                      <a:pt x="2886" y="17266"/>
                      <a:pt x="2450" y="17266"/>
                    </a:cubicBezTo>
                    <a:close/>
                    <a:moveTo>
                      <a:pt x="4380" y="17266"/>
                    </a:moveTo>
                    <a:cubicBezTo>
                      <a:pt x="3945" y="17266"/>
                      <a:pt x="3481" y="17534"/>
                      <a:pt x="3343" y="17867"/>
                    </a:cubicBezTo>
                    <a:cubicBezTo>
                      <a:pt x="3204" y="18204"/>
                      <a:pt x="3449" y="18479"/>
                      <a:pt x="3891" y="18479"/>
                    </a:cubicBezTo>
                    <a:cubicBezTo>
                      <a:pt x="4333" y="18479"/>
                      <a:pt x="4801" y="18204"/>
                      <a:pt x="4934" y="17867"/>
                    </a:cubicBezTo>
                    <a:cubicBezTo>
                      <a:pt x="5065" y="17534"/>
                      <a:pt x="4816" y="17266"/>
                      <a:pt x="4380" y="17266"/>
                    </a:cubicBezTo>
                    <a:close/>
                    <a:moveTo>
                      <a:pt x="1799" y="18754"/>
                    </a:moveTo>
                    <a:cubicBezTo>
                      <a:pt x="1355" y="18754"/>
                      <a:pt x="874" y="19032"/>
                      <a:pt x="723" y="19378"/>
                    </a:cubicBezTo>
                    <a:cubicBezTo>
                      <a:pt x="571" y="19727"/>
                      <a:pt x="812" y="20012"/>
                      <a:pt x="1262" y="20012"/>
                    </a:cubicBezTo>
                    <a:cubicBezTo>
                      <a:pt x="1712" y="20012"/>
                      <a:pt x="2196" y="19727"/>
                      <a:pt x="2342" y="19378"/>
                    </a:cubicBezTo>
                    <a:cubicBezTo>
                      <a:pt x="2486" y="19032"/>
                      <a:pt x="2243" y="18754"/>
                      <a:pt x="1799" y="18754"/>
                    </a:cubicBezTo>
                    <a:close/>
                    <a:moveTo>
                      <a:pt x="3771" y="18754"/>
                    </a:moveTo>
                    <a:cubicBezTo>
                      <a:pt x="3327" y="18754"/>
                      <a:pt x="2852" y="19032"/>
                      <a:pt x="2710" y="19378"/>
                    </a:cubicBezTo>
                    <a:cubicBezTo>
                      <a:pt x="2566" y="19727"/>
                      <a:pt x="2813" y="20012"/>
                      <a:pt x="3263" y="20012"/>
                    </a:cubicBezTo>
                    <a:cubicBezTo>
                      <a:pt x="3713" y="20012"/>
                      <a:pt x="4192" y="19727"/>
                      <a:pt x="4329" y="19378"/>
                    </a:cubicBezTo>
                    <a:cubicBezTo>
                      <a:pt x="4465" y="19032"/>
                      <a:pt x="4214" y="18754"/>
                      <a:pt x="3771" y="18754"/>
                    </a:cubicBezTo>
                    <a:close/>
                    <a:moveTo>
                      <a:pt x="1148" y="20295"/>
                    </a:moveTo>
                    <a:cubicBezTo>
                      <a:pt x="697" y="20295"/>
                      <a:pt x="204" y="20583"/>
                      <a:pt x="48" y="20942"/>
                    </a:cubicBezTo>
                    <a:cubicBezTo>
                      <a:pt x="-110" y="21304"/>
                      <a:pt x="133" y="21600"/>
                      <a:pt x="592" y="21600"/>
                    </a:cubicBezTo>
                    <a:cubicBezTo>
                      <a:pt x="1050" y="21600"/>
                      <a:pt x="1546" y="21304"/>
                      <a:pt x="1697" y="20942"/>
                    </a:cubicBezTo>
                    <a:cubicBezTo>
                      <a:pt x="1846" y="20583"/>
                      <a:pt x="1600" y="20295"/>
                      <a:pt x="1148" y="20295"/>
                    </a:cubicBezTo>
                    <a:close/>
                    <a:moveTo>
                      <a:pt x="3162" y="20295"/>
                    </a:moveTo>
                    <a:cubicBezTo>
                      <a:pt x="2710" y="20295"/>
                      <a:pt x="2224" y="20583"/>
                      <a:pt x="2076" y="20942"/>
                    </a:cubicBezTo>
                    <a:cubicBezTo>
                      <a:pt x="1927" y="21304"/>
                      <a:pt x="2177" y="21600"/>
                      <a:pt x="2635" y="21600"/>
                    </a:cubicBezTo>
                    <a:cubicBezTo>
                      <a:pt x="3094" y="21600"/>
                      <a:pt x="3584" y="21304"/>
                      <a:pt x="3726" y="20942"/>
                    </a:cubicBezTo>
                    <a:cubicBezTo>
                      <a:pt x="3867" y="20583"/>
                      <a:pt x="3614" y="20295"/>
                      <a:pt x="3162" y="20295"/>
                    </a:cubicBezTo>
                    <a:close/>
                    <a:moveTo>
                      <a:pt x="5154" y="20295"/>
                    </a:moveTo>
                    <a:cubicBezTo>
                      <a:pt x="4702" y="20295"/>
                      <a:pt x="4223" y="20583"/>
                      <a:pt x="4084" y="20942"/>
                    </a:cubicBezTo>
                    <a:cubicBezTo>
                      <a:pt x="3943" y="21304"/>
                      <a:pt x="4199" y="21600"/>
                      <a:pt x="4658" y="21600"/>
                    </a:cubicBezTo>
                    <a:cubicBezTo>
                      <a:pt x="5117" y="21600"/>
                      <a:pt x="5599" y="21304"/>
                      <a:pt x="5733" y="20942"/>
                    </a:cubicBezTo>
                    <a:cubicBezTo>
                      <a:pt x="5865" y="20583"/>
                      <a:pt x="5606" y="20295"/>
                      <a:pt x="5154" y="20295"/>
                    </a:cubicBezTo>
                    <a:close/>
                  </a:path>
                </a:pathLst>
              </a:custGeom>
              <a:solidFill>
                <a:srgbClr val="3E7FBF"/>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54492" rtl="0" eaLnBrk="1" fontAlgn="auto" latinLnBrk="0" hangingPunct="1">
                  <a:lnSpc>
                    <a:spcPct val="100000"/>
                  </a:lnSpc>
                  <a:spcBef>
                    <a:spcPts val="0"/>
                  </a:spcBef>
                  <a:spcAft>
                    <a:spcPts val="0"/>
                  </a:spcAft>
                  <a:buClrTx/>
                  <a:buSzTx/>
                  <a:buFontTx/>
                  <a:buNone/>
                  <a:tabLst/>
                  <a:defRPr sz="1400">
                    <a:solidFill>
                      <a:srgbClr val="FFFFFF"/>
                    </a:solidFill>
                    <a:effectLst>
                      <a:outerShdw blurRad="38100" dist="12700" dir="5400000" rotWithShape="0">
                        <a:srgbClr val="000000">
                          <a:alpha val="50000"/>
                        </a:srgbClr>
                      </a:outerShdw>
                    </a:effectLst>
                  </a:defRPr>
                </a:pPr>
                <a:endParaRPr kumimoji="0" sz="637"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Calibri"/>
                  <a:ea typeface="+mn-ea"/>
                  <a:cs typeface="+mn-cs"/>
                </a:endParaRPr>
              </a:p>
            </p:txBody>
          </p:sp>
        </p:grpSp>
        <p:sp>
          <p:nvSpPr>
            <p:cNvPr id="25" name="Teardrop 24">
              <a:extLst>
                <a:ext uri="{FF2B5EF4-FFF2-40B4-BE49-F238E27FC236}">
                  <a16:creationId xmlns:a16="http://schemas.microsoft.com/office/drawing/2014/main" id="{FBC48246-9E7E-FB54-1242-1CB33678B1A1}"/>
                </a:ext>
              </a:extLst>
            </p:cNvPr>
            <p:cNvSpPr/>
            <p:nvPr/>
          </p:nvSpPr>
          <p:spPr>
            <a:xfrm rot="8079188">
              <a:off x="5814606" y="1324127"/>
              <a:ext cx="676787" cy="679234"/>
            </a:xfrm>
            <a:prstGeom prst="teardrop">
              <a:avLst>
                <a:gd name="adj" fmla="val 200000"/>
              </a:avLst>
            </a:prstGeom>
            <a:solidFill>
              <a:srgbClr val="8EB8E1"/>
            </a:solidFill>
            <a:ln>
              <a:solidFill>
                <a:srgbClr val="8EB8E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819" b="0" i="0" u="none" strike="noStrike" kern="0" cap="none" spc="0" normalizeH="0" baseline="0" noProof="0">
                <a:ln>
                  <a:noFill/>
                </a:ln>
                <a:solidFill>
                  <a:prstClr val="white"/>
                </a:solidFill>
                <a:effectLst/>
                <a:uLnTx/>
                <a:uFillTx/>
                <a:latin typeface="Calibri"/>
                <a:ea typeface="+mn-ea"/>
                <a:cs typeface="+mn-cs"/>
              </a:endParaRPr>
            </a:p>
          </p:txBody>
        </p:sp>
        <p:sp>
          <p:nvSpPr>
            <p:cNvPr id="26" name="Oval 25">
              <a:extLst>
                <a:ext uri="{FF2B5EF4-FFF2-40B4-BE49-F238E27FC236}">
                  <a16:creationId xmlns:a16="http://schemas.microsoft.com/office/drawing/2014/main" id="{05463083-F6E7-4E40-00AF-FDEB50CD589E}"/>
                </a:ext>
              </a:extLst>
            </p:cNvPr>
            <p:cNvSpPr/>
            <p:nvPr/>
          </p:nvSpPr>
          <p:spPr>
            <a:xfrm>
              <a:off x="5999907" y="8051184"/>
              <a:ext cx="306191" cy="305088"/>
            </a:xfrm>
            <a:prstGeom prst="ellipse">
              <a:avLst/>
            </a:prstGeom>
            <a:solidFill>
              <a:srgbClr val="8EB8E1"/>
            </a:solidFill>
            <a:ln>
              <a:solidFill>
                <a:srgbClr val="8EB8E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819" b="0" i="0" u="none" strike="noStrike" kern="0" cap="none" spc="0" normalizeH="0" baseline="0" noProof="0">
                <a:ln>
                  <a:noFill/>
                </a:ln>
                <a:solidFill>
                  <a:prstClr val="white"/>
                </a:solidFill>
                <a:effectLst/>
                <a:uLnTx/>
                <a:uFillTx/>
                <a:latin typeface="Calibri"/>
                <a:ea typeface="+mn-ea"/>
                <a:cs typeface="+mn-cs"/>
              </a:endParaRPr>
            </a:p>
          </p:txBody>
        </p:sp>
        <p:cxnSp>
          <p:nvCxnSpPr>
            <p:cNvPr id="27" name="Straight Connector 26">
              <a:extLst>
                <a:ext uri="{FF2B5EF4-FFF2-40B4-BE49-F238E27FC236}">
                  <a16:creationId xmlns:a16="http://schemas.microsoft.com/office/drawing/2014/main" id="{BCA8FE66-363F-B8B8-3AF5-9556F5185001}"/>
                </a:ext>
              </a:extLst>
            </p:cNvPr>
            <p:cNvCxnSpPr>
              <a:cxnSpLocks/>
            </p:cNvCxnSpPr>
            <p:nvPr/>
          </p:nvCxnSpPr>
          <p:spPr>
            <a:xfrm flipV="1">
              <a:off x="6159345" y="2485142"/>
              <a:ext cx="0" cy="5566041"/>
            </a:xfrm>
            <a:prstGeom prst="line">
              <a:avLst/>
            </a:prstGeom>
            <a:ln w="28575">
              <a:solidFill>
                <a:srgbClr val="8EB8E1"/>
              </a:solidFill>
            </a:ln>
          </p:spPr>
          <p:style>
            <a:lnRef idx="1">
              <a:schemeClr val="accent1"/>
            </a:lnRef>
            <a:fillRef idx="0">
              <a:schemeClr val="accent1"/>
            </a:fillRef>
            <a:effectRef idx="0">
              <a:schemeClr val="accent1"/>
            </a:effectRef>
            <a:fontRef idx="minor">
              <a:schemeClr val="tx1"/>
            </a:fontRef>
          </p:style>
        </p:cxnSp>
        <p:sp>
          <p:nvSpPr>
            <p:cNvPr id="31" name="Teardrop 30">
              <a:extLst>
                <a:ext uri="{FF2B5EF4-FFF2-40B4-BE49-F238E27FC236}">
                  <a16:creationId xmlns:a16="http://schemas.microsoft.com/office/drawing/2014/main" id="{0D12F948-3C79-9691-3CDA-314C45C86E27}"/>
                </a:ext>
              </a:extLst>
            </p:cNvPr>
            <p:cNvSpPr/>
            <p:nvPr/>
          </p:nvSpPr>
          <p:spPr>
            <a:xfrm rot="8079188">
              <a:off x="9694694" y="1711446"/>
              <a:ext cx="676787" cy="679234"/>
            </a:xfrm>
            <a:prstGeom prst="teardrop">
              <a:avLst>
                <a:gd name="adj" fmla="val 200000"/>
              </a:avLst>
            </a:prstGeom>
            <a:solidFill>
              <a:srgbClr val="2A9A85"/>
            </a:solidFill>
            <a:ln>
              <a:solidFill>
                <a:srgbClr val="2A9A8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819" b="0" i="0" u="none" strike="noStrike" kern="0" cap="none" spc="0" normalizeH="0" baseline="0" noProof="0">
                <a:ln>
                  <a:noFill/>
                </a:ln>
                <a:solidFill>
                  <a:prstClr val="white"/>
                </a:solidFill>
                <a:effectLst/>
                <a:uLnTx/>
                <a:uFillTx/>
                <a:latin typeface="Calibri"/>
                <a:ea typeface="+mn-ea"/>
                <a:cs typeface="+mn-cs"/>
              </a:endParaRPr>
            </a:p>
          </p:txBody>
        </p:sp>
        <p:sp>
          <p:nvSpPr>
            <p:cNvPr id="32" name="Oval 31">
              <a:extLst>
                <a:ext uri="{FF2B5EF4-FFF2-40B4-BE49-F238E27FC236}">
                  <a16:creationId xmlns:a16="http://schemas.microsoft.com/office/drawing/2014/main" id="{AEACEB84-F822-0DBD-74CE-0529304DF192}"/>
                </a:ext>
              </a:extLst>
            </p:cNvPr>
            <p:cNvSpPr/>
            <p:nvPr/>
          </p:nvSpPr>
          <p:spPr>
            <a:xfrm>
              <a:off x="9890741" y="8710130"/>
              <a:ext cx="306191" cy="305088"/>
            </a:xfrm>
            <a:prstGeom prst="ellipse">
              <a:avLst/>
            </a:prstGeom>
            <a:solidFill>
              <a:srgbClr val="2A9A8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819" b="0" i="0" u="none" strike="noStrike" kern="0" cap="none" spc="0" normalizeH="0" baseline="0" noProof="0">
                <a:ln>
                  <a:noFill/>
                </a:ln>
                <a:solidFill>
                  <a:prstClr val="white"/>
                </a:solidFill>
                <a:effectLst/>
                <a:uLnTx/>
                <a:uFillTx/>
                <a:latin typeface="Calibri"/>
                <a:ea typeface="+mn-ea"/>
                <a:cs typeface="+mn-cs"/>
              </a:endParaRPr>
            </a:p>
          </p:txBody>
        </p:sp>
        <p:cxnSp>
          <p:nvCxnSpPr>
            <p:cNvPr id="33" name="Straight Connector 32">
              <a:extLst>
                <a:ext uri="{FF2B5EF4-FFF2-40B4-BE49-F238E27FC236}">
                  <a16:creationId xmlns:a16="http://schemas.microsoft.com/office/drawing/2014/main" id="{3F9ABC39-151A-30AE-F725-6E82C31D8354}"/>
                </a:ext>
              </a:extLst>
            </p:cNvPr>
            <p:cNvCxnSpPr>
              <a:cxnSpLocks/>
            </p:cNvCxnSpPr>
            <p:nvPr/>
          </p:nvCxnSpPr>
          <p:spPr>
            <a:xfrm flipH="1" flipV="1">
              <a:off x="10042808" y="1791296"/>
              <a:ext cx="2057" cy="6918832"/>
            </a:xfrm>
            <a:prstGeom prst="line">
              <a:avLst/>
            </a:prstGeom>
            <a:ln w="28575">
              <a:solidFill>
                <a:srgbClr val="2A9A85"/>
              </a:solidFill>
            </a:ln>
          </p:spPr>
          <p:style>
            <a:lnRef idx="1">
              <a:schemeClr val="accent1"/>
            </a:lnRef>
            <a:fillRef idx="0">
              <a:schemeClr val="accent1"/>
            </a:fillRef>
            <a:effectRef idx="0">
              <a:schemeClr val="accent1"/>
            </a:effectRef>
            <a:fontRef idx="minor">
              <a:schemeClr val="tx1"/>
            </a:fontRef>
          </p:style>
        </p:cxnSp>
        <p:sp>
          <p:nvSpPr>
            <p:cNvPr id="34" name="Teardrop 33">
              <a:extLst>
                <a:ext uri="{FF2B5EF4-FFF2-40B4-BE49-F238E27FC236}">
                  <a16:creationId xmlns:a16="http://schemas.microsoft.com/office/drawing/2014/main" id="{77657182-601D-BC08-572B-9859CBA72678}"/>
                </a:ext>
              </a:extLst>
            </p:cNvPr>
            <p:cNvSpPr/>
            <p:nvPr/>
          </p:nvSpPr>
          <p:spPr>
            <a:xfrm rot="8079188">
              <a:off x="15863634" y="2768431"/>
              <a:ext cx="676787" cy="679234"/>
            </a:xfrm>
            <a:prstGeom prst="teardrop">
              <a:avLst>
                <a:gd name="adj" fmla="val 200000"/>
              </a:avLst>
            </a:prstGeom>
            <a:solidFill>
              <a:srgbClr val="407E87"/>
            </a:solidFill>
            <a:ln>
              <a:solidFill>
                <a:srgbClr val="407E8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819" b="0" i="0" u="none" strike="noStrike" kern="0" cap="none" spc="0" normalizeH="0" baseline="0" noProof="0">
                <a:ln>
                  <a:noFill/>
                </a:ln>
                <a:solidFill>
                  <a:prstClr val="white"/>
                </a:solidFill>
                <a:effectLst/>
                <a:uLnTx/>
                <a:uFillTx/>
                <a:latin typeface="Calibri"/>
                <a:ea typeface="+mn-ea"/>
                <a:cs typeface="+mn-cs"/>
              </a:endParaRPr>
            </a:p>
          </p:txBody>
        </p:sp>
        <p:sp>
          <p:nvSpPr>
            <p:cNvPr id="35" name="Oval 34">
              <a:extLst>
                <a:ext uri="{FF2B5EF4-FFF2-40B4-BE49-F238E27FC236}">
                  <a16:creationId xmlns:a16="http://schemas.microsoft.com/office/drawing/2014/main" id="{104F1DB6-9277-2BBF-0D79-2DB6DB9E5042}"/>
                </a:ext>
              </a:extLst>
            </p:cNvPr>
            <p:cNvSpPr/>
            <p:nvPr/>
          </p:nvSpPr>
          <p:spPr>
            <a:xfrm>
              <a:off x="16048933" y="8473787"/>
              <a:ext cx="306191" cy="305088"/>
            </a:xfrm>
            <a:prstGeom prst="ellipse">
              <a:avLst/>
            </a:prstGeom>
            <a:solidFill>
              <a:srgbClr val="407E87"/>
            </a:solidFill>
            <a:ln>
              <a:solidFill>
                <a:srgbClr val="407E8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819" b="0" i="0" u="none" strike="noStrike" kern="0" cap="none" spc="0" normalizeH="0" baseline="0" noProof="0">
                <a:ln>
                  <a:noFill/>
                </a:ln>
                <a:solidFill>
                  <a:prstClr val="white"/>
                </a:solidFill>
                <a:effectLst/>
                <a:uLnTx/>
                <a:uFillTx/>
                <a:latin typeface="Calibri"/>
                <a:ea typeface="+mn-ea"/>
                <a:cs typeface="+mn-cs"/>
              </a:endParaRPr>
            </a:p>
          </p:txBody>
        </p:sp>
        <p:cxnSp>
          <p:nvCxnSpPr>
            <p:cNvPr id="36" name="Straight Connector 35">
              <a:extLst>
                <a:ext uri="{FF2B5EF4-FFF2-40B4-BE49-F238E27FC236}">
                  <a16:creationId xmlns:a16="http://schemas.microsoft.com/office/drawing/2014/main" id="{56620417-CBC7-4415-EAFD-EC9A3F3B5CD4}"/>
                </a:ext>
              </a:extLst>
            </p:cNvPr>
            <p:cNvCxnSpPr>
              <a:cxnSpLocks/>
              <a:endCxn id="34" idx="7"/>
            </p:cNvCxnSpPr>
            <p:nvPr/>
          </p:nvCxnSpPr>
          <p:spPr>
            <a:xfrm flipV="1">
              <a:off x="16203057" y="4066872"/>
              <a:ext cx="6505" cy="4406913"/>
            </a:xfrm>
            <a:prstGeom prst="line">
              <a:avLst/>
            </a:prstGeom>
            <a:ln w="28575">
              <a:solidFill>
                <a:srgbClr val="407E87"/>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5DAD205-8D2C-8310-3B2E-E0A53879F3F3}"/>
                </a:ext>
              </a:extLst>
            </p:cNvPr>
            <p:cNvSpPr txBox="1"/>
            <p:nvPr/>
          </p:nvSpPr>
          <p:spPr>
            <a:xfrm>
              <a:off x="2189909" y="1385455"/>
              <a:ext cx="3200953" cy="1477806"/>
            </a:xfrm>
            <a:prstGeom prst="rect">
              <a:avLst/>
            </a:prstGeom>
            <a:noFill/>
          </p:spPr>
          <p:txBody>
            <a:bodyPr wrap="square" lIns="0" rIns="0" rtlCol="0" anchor="b">
              <a:spAutoFit/>
            </a:bodyPr>
            <a:lstStyle/>
            <a:p>
              <a:pPr marL="0" marR="0" lvl="0" indent="0" algn="r" defTabSz="554492" rtl="0" eaLnBrk="1" fontAlgn="auto" latinLnBrk="0" hangingPunct="1">
                <a:lnSpc>
                  <a:spcPct val="150000"/>
                </a:lnSpc>
                <a:spcBef>
                  <a:spcPts val="0"/>
                </a:spcBef>
                <a:spcAft>
                  <a:spcPts val="0"/>
                </a:spcAft>
                <a:buClrTx/>
                <a:buSzTx/>
                <a:buFontTx/>
                <a:buNone/>
                <a:tabLst/>
                <a:defRPr/>
              </a:pPr>
              <a:r>
                <a:rPr kumimoji="0" lang="ar-EG" sz="1213" b="1" i="0" u="none" strike="noStrike" kern="0" cap="none" spc="0" normalizeH="0" baseline="0" noProof="0" dirty="0">
                  <a:ln>
                    <a:noFill/>
                  </a:ln>
                  <a:solidFill>
                    <a:srgbClr val="8EB8E1"/>
                  </a:solidFill>
                  <a:effectLst/>
                  <a:uLnTx/>
                  <a:uFillTx/>
                  <a:latin typeface="Neo Sans Arabic Bold" panose="020B0804030504040204" pitchFamily="34" charset="-78"/>
                  <a:cs typeface="Neo Sans Arabic Bold" panose="020B0804030504040204" pitchFamily="34" charset="-78"/>
                </a:rPr>
                <a:t>المحور الثالث</a:t>
              </a:r>
              <a:endParaRPr kumimoji="0" lang="en-GB" sz="1213" b="1" i="0" u="none" strike="noStrike" kern="0" cap="none" spc="0" normalizeH="0" baseline="0" noProof="0" dirty="0">
                <a:ln>
                  <a:noFill/>
                </a:ln>
                <a:solidFill>
                  <a:srgbClr val="8EB8E1"/>
                </a:solidFill>
                <a:effectLst/>
                <a:uLnTx/>
                <a:uFillTx/>
                <a:latin typeface="Neo Sans Arabic Bold" panose="020B0804030504040204" pitchFamily="34" charset="-78"/>
                <a:cs typeface="Neo Sans Arabic Bold" panose="020B0804030504040204" pitchFamily="34" charset="-78"/>
              </a:endParaRPr>
            </a:p>
            <a:p>
              <a:pPr marL="0" marR="0" lvl="0" indent="0" algn="r" defTabSz="554492" rtl="0" eaLnBrk="1" fontAlgn="auto" latinLnBrk="0" hangingPunct="1">
                <a:lnSpc>
                  <a:spcPct val="150000"/>
                </a:lnSpc>
                <a:spcBef>
                  <a:spcPts val="0"/>
                </a:spcBef>
                <a:spcAft>
                  <a:spcPts val="0"/>
                </a:spcAft>
                <a:buClrTx/>
                <a:buSzTx/>
                <a:buFontTx/>
                <a:buNone/>
                <a:tabLst/>
                <a:defRPr/>
              </a:pPr>
              <a:r>
                <a:rPr kumimoji="0" lang="ar-EG" sz="1213" b="0" i="0" u="none" strike="noStrike" kern="0" cap="none" spc="0" normalizeH="0" baseline="0" noProof="0" dirty="0">
                  <a:ln>
                    <a:noFill/>
                  </a:ln>
                  <a:solidFill>
                    <a:srgbClr val="8EB8E1"/>
                  </a:solidFill>
                  <a:effectLst/>
                  <a:uLnTx/>
                  <a:uFillTx/>
                  <a:latin typeface="Neo Sans Arabic" panose="020B0504030504040204" pitchFamily="34" charset="-78"/>
                  <a:ea typeface="+mn-ea"/>
                  <a:cs typeface="Neo Sans Arabic" panose="020B0504030504040204" pitchFamily="34" charset="-78"/>
                </a:rPr>
                <a:t>مكافحة المعلومات المضللة والتحيز الإعلامي</a:t>
              </a:r>
            </a:p>
          </p:txBody>
        </p:sp>
        <p:grpSp>
          <p:nvGrpSpPr>
            <p:cNvPr id="46" name="Group 45">
              <a:extLst>
                <a:ext uri="{FF2B5EF4-FFF2-40B4-BE49-F238E27FC236}">
                  <a16:creationId xmlns:a16="http://schemas.microsoft.com/office/drawing/2014/main" id="{8BADE6C8-51A9-E44B-62AC-2BB19F3882F0}"/>
                </a:ext>
              </a:extLst>
            </p:cNvPr>
            <p:cNvGrpSpPr/>
            <p:nvPr/>
          </p:nvGrpSpPr>
          <p:grpSpPr>
            <a:xfrm>
              <a:off x="6508477" y="2698772"/>
              <a:ext cx="3934349" cy="1477807"/>
              <a:chOff x="-347798" y="2742317"/>
              <a:chExt cx="3610027" cy="817039"/>
            </a:xfrm>
          </p:grpSpPr>
          <p:sp>
            <p:nvSpPr>
              <p:cNvPr id="47" name="TextBox 46">
                <a:extLst>
                  <a:ext uri="{FF2B5EF4-FFF2-40B4-BE49-F238E27FC236}">
                    <a16:creationId xmlns:a16="http://schemas.microsoft.com/office/drawing/2014/main" id="{D25F754E-0A5E-6410-F2A2-AD6F6E1E6D2E}"/>
                  </a:ext>
                </a:extLst>
              </p:cNvPr>
              <p:cNvSpPr txBox="1"/>
              <p:nvPr/>
            </p:nvSpPr>
            <p:spPr>
              <a:xfrm>
                <a:off x="-347798" y="2742317"/>
                <a:ext cx="2937087" cy="817039"/>
              </a:xfrm>
              <a:prstGeom prst="rect">
                <a:avLst/>
              </a:prstGeom>
              <a:noFill/>
            </p:spPr>
            <p:txBody>
              <a:bodyPr wrap="square" lIns="0" rIns="0" rtlCol="0" anchor="b">
                <a:spAutoFit/>
              </a:bodyPr>
              <a:lstStyle/>
              <a:p>
                <a:pPr marL="0" marR="0" lvl="0" indent="0" algn="r" defTabSz="554492" rtl="0" eaLnBrk="1" fontAlgn="auto" latinLnBrk="0" hangingPunct="1">
                  <a:lnSpc>
                    <a:spcPct val="150000"/>
                  </a:lnSpc>
                  <a:spcBef>
                    <a:spcPts val="0"/>
                  </a:spcBef>
                  <a:spcAft>
                    <a:spcPts val="0"/>
                  </a:spcAft>
                  <a:buClrTx/>
                  <a:buSzTx/>
                  <a:buFontTx/>
                  <a:buNone/>
                  <a:tabLst/>
                  <a:defRPr/>
                </a:pPr>
                <a:r>
                  <a:rPr kumimoji="0" lang="ar-EG" sz="1213" b="1" i="0" u="none" strike="noStrike" kern="0" cap="none" spc="0" normalizeH="0" baseline="0" noProof="0" dirty="0">
                    <a:ln>
                      <a:noFill/>
                    </a:ln>
                    <a:solidFill>
                      <a:srgbClr val="33B9A0"/>
                    </a:solidFill>
                    <a:effectLst/>
                    <a:uLnTx/>
                    <a:uFillTx/>
                    <a:latin typeface="Neo Sans Arabic Bold" panose="020B0804030504040204" pitchFamily="34" charset="-78"/>
                    <a:cs typeface="Neo Sans Arabic Bold" panose="020B0804030504040204" pitchFamily="34" charset="-78"/>
                  </a:rPr>
                  <a:t>المحور الثاني</a:t>
                </a:r>
                <a:endParaRPr kumimoji="0" lang="en-GB" sz="1213" b="1" i="0" u="none" strike="noStrike" kern="0" cap="none" spc="0" normalizeH="0" baseline="0" noProof="0" dirty="0">
                  <a:ln>
                    <a:noFill/>
                  </a:ln>
                  <a:solidFill>
                    <a:srgbClr val="33B9A0"/>
                  </a:solidFill>
                  <a:effectLst/>
                  <a:uLnTx/>
                  <a:uFillTx/>
                  <a:latin typeface="Neo Sans Arabic Bold" panose="020B0804030504040204" pitchFamily="34" charset="-78"/>
                  <a:cs typeface="Neo Sans Arabic Bold" panose="020B0804030504040204" pitchFamily="34" charset="-78"/>
                </a:endParaRPr>
              </a:p>
              <a:p>
                <a:pPr marL="0" marR="0" lvl="0" indent="0" algn="r" defTabSz="554492" rtl="0" eaLnBrk="1" fontAlgn="auto" latinLnBrk="0" hangingPunct="1">
                  <a:lnSpc>
                    <a:spcPct val="150000"/>
                  </a:lnSpc>
                  <a:spcBef>
                    <a:spcPts val="0"/>
                  </a:spcBef>
                  <a:spcAft>
                    <a:spcPts val="0"/>
                  </a:spcAft>
                  <a:buClrTx/>
                  <a:buSzTx/>
                  <a:buFontTx/>
                  <a:buNone/>
                  <a:tabLst/>
                  <a:defRPr/>
                </a:pPr>
                <a:r>
                  <a:rPr kumimoji="0" lang="ar-EG" sz="1213" b="0" i="0" u="none" strike="noStrike" kern="0" cap="none" spc="0" normalizeH="0" baseline="0" noProof="0" dirty="0">
                    <a:ln>
                      <a:noFill/>
                    </a:ln>
                    <a:solidFill>
                      <a:srgbClr val="33B9A0"/>
                    </a:solidFill>
                    <a:effectLst/>
                    <a:uLnTx/>
                    <a:uFillTx/>
                    <a:latin typeface="Neo Sans Arabic" panose="020B0504030504040204" pitchFamily="34" charset="-78"/>
                    <a:ea typeface="+mn-ea"/>
                    <a:cs typeface="Neo Sans Arabic" panose="020B0504030504040204" pitchFamily="34" charset="-78"/>
                  </a:rPr>
                  <a:t>توظيف وسائل التواصل الاجتماعي للتمثيل الوطني</a:t>
                </a:r>
              </a:p>
            </p:txBody>
          </p:sp>
          <p:sp>
            <p:nvSpPr>
              <p:cNvPr id="48" name="TextBox 47">
                <a:extLst>
                  <a:ext uri="{FF2B5EF4-FFF2-40B4-BE49-F238E27FC236}">
                    <a16:creationId xmlns:a16="http://schemas.microsoft.com/office/drawing/2014/main" id="{2C9E5B4B-E031-8154-A666-29DED81CC2EC}"/>
                  </a:ext>
                </a:extLst>
              </p:cNvPr>
              <p:cNvSpPr txBox="1"/>
              <p:nvPr/>
            </p:nvSpPr>
            <p:spPr>
              <a:xfrm>
                <a:off x="332936" y="3086922"/>
                <a:ext cx="2929293" cy="152230"/>
              </a:xfrm>
              <a:prstGeom prst="rect">
                <a:avLst/>
              </a:prstGeom>
              <a:noFill/>
            </p:spPr>
            <p:txBody>
              <a:bodyPr wrap="square" lIns="0" rIns="0" rtlCol="0" anchor="t">
                <a:spAutoFit/>
              </a:bodyPr>
              <a:lstStyle/>
              <a:p>
                <a:pPr marL="0" marR="0" lvl="0" indent="0" algn="just" defTabSz="554492" rtl="0" eaLnBrk="1" fontAlgn="auto" latinLnBrk="0" hangingPunct="1">
                  <a:lnSpc>
                    <a:spcPct val="100000"/>
                  </a:lnSpc>
                  <a:spcBef>
                    <a:spcPts val="0"/>
                  </a:spcBef>
                  <a:spcAft>
                    <a:spcPts val="0"/>
                  </a:spcAft>
                  <a:buClrTx/>
                  <a:buSzTx/>
                  <a:buFontTx/>
                  <a:buNone/>
                  <a:tabLst/>
                  <a:defRPr/>
                </a:pPr>
                <a:endParaRPr kumimoji="0" lang="en-US" sz="485" b="0" i="0" u="none" strike="noStrike" kern="0" cap="none" spc="0" normalizeH="0" baseline="0" noProof="0" dirty="0">
                  <a:ln>
                    <a:noFill/>
                  </a:ln>
                  <a:solidFill>
                    <a:prstClr val="white">
                      <a:lumMod val="75000"/>
                    </a:prstClr>
                  </a:solidFill>
                  <a:effectLst/>
                  <a:uLnTx/>
                  <a:uFillTx/>
                  <a:latin typeface="Calibri"/>
                  <a:ea typeface="+mn-ea"/>
                  <a:cs typeface="+mn-cs"/>
                </a:endParaRPr>
              </a:p>
            </p:txBody>
          </p:sp>
        </p:grpSp>
        <p:sp>
          <p:nvSpPr>
            <p:cNvPr id="50" name="TextBox 49">
              <a:extLst>
                <a:ext uri="{FF2B5EF4-FFF2-40B4-BE49-F238E27FC236}">
                  <a16:creationId xmlns:a16="http://schemas.microsoft.com/office/drawing/2014/main" id="{0E0277DE-1C90-5A5E-E065-AF907C08D740}"/>
                </a:ext>
              </a:extLst>
            </p:cNvPr>
            <p:cNvSpPr txBox="1"/>
            <p:nvPr/>
          </p:nvSpPr>
          <p:spPr>
            <a:xfrm>
              <a:off x="12391536" y="3419666"/>
              <a:ext cx="3200953" cy="862090"/>
            </a:xfrm>
            <a:prstGeom prst="rect">
              <a:avLst/>
            </a:prstGeom>
            <a:noFill/>
          </p:spPr>
          <p:txBody>
            <a:bodyPr wrap="square" lIns="0" rIns="0" rtlCol="0" anchor="b">
              <a:spAutoFit/>
            </a:bodyPr>
            <a:lstStyle/>
            <a:p>
              <a:pPr marL="0" marR="0" lvl="0" indent="0" algn="r" defTabSz="554492" rtl="0" eaLnBrk="1" fontAlgn="auto" latinLnBrk="0" hangingPunct="1">
                <a:lnSpc>
                  <a:spcPct val="100000"/>
                </a:lnSpc>
                <a:spcBef>
                  <a:spcPts val="0"/>
                </a:spcBef>
                <a:spcAft>
                  <a:spcPts val="0"/>
                </a:spcAft>
                <a:buClrTx/>
                <a:buSzTx/>
                <a:buFontTx/>
                <a:buNone/>
                <a:tabLst/>
                <a:defRPr/>
              </a:pPr>
              <a:r>
                <a:rPr kumimoji="0" lang="ar-EG" sz="1213" b="1" i="0" u="none" strike="noStrike" kern="0" cap="none" spc="0" normalizeH="0" baseline="0" noProof="0" dirty="0">
                  <a:ln>
                    <a:noFill/>
                  </a:ln>
                  <a:solidFill>
                    <a:srgbClr val="407E87"/>
                  </a:solidFill>
                  <a:effectLst/>
                  <a:uLnTx/>
                  <a:uFillTx/>
                  <a:latin typeface="Neo Sans Arabic Bold" panose="020B0804030504040204" pitchFamily="34" charset="-78"/>
                  <a:cs typeface="Neo Sans Arabic Bold" panose="020B0804030504040204" pitchFamily="34" charset="-78"/>
                </a:rPr>
                <a:t>المحور الأول</a:t>
              </a:r>
              <a:endParaRPr kumimoji="0" lang="en-GB" sz="1213" b="1" i="0" u="none" strike="noStrike" kern="0" cap="none" spc="0" normalizeH="0" baseline="0" noProof="0" dirty="0">
                <a:ln>
                  <a:noFill/>
                </a:ln>
                <a:solidFill>
                  <a:srgbClr val="407E87"/>
                </a:solidFill>
                <a:effectLst/>
                <a:uLnTx/>
                <a:uFillTx/>
                <a:latin typeface="Neo Sans Arabic Bold" panose="020B0804030504040204" pitchFamily="34" charset="-78"/>
                <a:cs typeface="Neo Sans Arabic Bold" panose="020B0804030504040204" pitchFamily="34" charset="-78"/>
              </a:endParaRPr>
            </a:p>
            <a:p>
              <a:pPr marL="0" marR="0" lvl="0" indent="0" algn="r" defTabSz="554492" rtl="0" eaLnBrk="1" fontAlgn="auto" latinLnBrk="0" hangingPunct="1">
                <a:lnSpc>
                  <a:spcPct val="150000"/>
                </a:lnSpc>
                <a:spcBef>
                  <a:spcPts val="0"/>
                </a:spcBef>
                <a:spcAft>
                  <a:spcPts val="0"/>
                </a:spcAft>
                <a:buClrTx/>
                <a:buSzTx/>
                <a:buFontTx/>
                <a:buNone/>
                <a:tabLst/>
                <a:defRPr/>
              </a:pPr>
              <a:r>
                <a:rPr kumimoji="0" lang="ar-EG" sz="1213" b="0" i="0" u="none" strike="noStrike" kern="0" cap="none" spc="0" normalizeH="0" baseline="0" noProof="0" dirty="0">
                  <a:ln>
                    <a:noFill/>
                  </a:ln>
                  <a:solidFill>
                    <a:srgbClr val="407E87"/>
                  </a:solidFill>
                  <a:effectLst/>
                  <a:uLnTx/>
                  <a:uFillTx/>
                  <a:latin typeface="Neo Sans Arabic" panose="020B0504030504040204" pitchFamily="34" charset="-78"/>
                  <a:ea typeface="+mn-ea"/>
                  <a:cs typeface="Neo Sans Arabic" panose="020B0504030504040204" pitchFamily="34" charset="-78"/>
                </a:rPr>
                <a:t>إدارة السمعة الرقمية</a:t>
              </a:r>
            </a:p>
          </p:txBody>
        </p:sp>
      </p:grpSp>
      <p:pic>
        <p:nvPicPr>
          <p:cNvPr id="2" name="Picture 1">
            <a:extLst>
              <a:ext uri="{FF2B5EF4-FFF2-40B4-BE49-F238E27FC236}">
                <a16:creationId xmlns:a16="http://schemas.microsoft.com/office/drawing/2014/main" id="{345B0EDE-E5BF-9152-D1DD-60789A62D87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840701" y="1747767"/>
            <a:ext cx="334502" cy="333267"/>
          </a:xfrm>
          <a:prstGeom prst="rect">
            <a:avLst/>
          </a:prstGeom>
        </p:spPr>
      </p:pic>
      <p:pic>
        <p:nvPicPr>
          <p:cNvPr id="4" name="Graphic 75">
            <a:extLst>
              <a:ext uri="{FF2B5EF4-FFF2-40B4-BE49-F238E27FC236}">
                <a16:creationId xmlns:a16="http://schemas.microsoft.com/office/drawing/2014/main" id="{BA88299C-6A75-7F18-EE1E-025855585D8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143100" y="1105525"/>
            <a:ext cx="244767" cy="302681"/>
          </a:xfrm>
          <a:prstGeom prst="rect">
            <a:avLst/>
          </a:prstGeom>
        </p:spPr>
      </p:pic>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62568697-C389-B839-3A66-7A0886C5A635}"/>
                  </a:ext>
                </a:extLst>
              </p:cNvPr>
              <p:cNvGraphicFramePr>
                <a:graphicFrameLocks noChangeAspect="1"/>
              </p:cNvGraphicFramePr>
              <p:nvPr>
                <p:extLst>
                  <p:ext uri="{D42A27DB-BD31-4B8C-83A1-F6EECF244321}">
                    <p14:modId xmlns:p14="http://schemas.microsoft.com/office/powerpoint/2010/main" val="1368996939"/>
                  </p:ext>
                </p:extLst>
              </p:nvPr>
            </p:nvGraphicFramePr>
            <p:xfrm>
              <a:off x="3808369" y="863664"/>
              <a:ext cx="204024" cy="317251"/>
            </p:xfrm>
            <a:graphic>
              <a:graphicData uri="http://schemas.microsoft.com/office/powerpoint/2016/slidezoom">
                <pslz:sldZm>
                  <pslz:sldZmObj sldId="3817" cId="2703706382">
                    <pslz:zmPr id="{ED90CCDA-E842-4AD0-94BB-D6D4A72B3D3A}" returnToParent="0" imageType="cover" transitionDur="1000">
                      <p166:blipFill xmlns:p166="http://schemas.microsoft.com/office/powerpoint/2016/6/main">
                        <a:blip r:embed="rId4">
                          <a:extLst>
                            <a:ext uri="{28A0092B-C50C-407E-A947-70E740481C1C}">
                              <a14:useLocalDpi xmlns:a14="http://schemas.microsoft.com/office/drawing/2010/main" val="0"/>
                            </a:ext>
                          </a:extLst>
                        </a:blip>
                        <a:stretch>
                          <a:fillRect/>
                        </a:stretch>
                      </p166:blipFill>
                      <p166:spPr xmlns:p166="http://schemas.microsoft.com/office/powerpoint/2016/6/main">
                        <a:xfrm>
                          <a:off x="0" y="0"/>
                          <a:ext cx="204024" cy="317251"/>
                        </a:xfrm>
                        <a:prstGeom prst="rect">
                          <a:avLst/>
                        </a:prstGeom>
                        <a:ln w="3175">
                          <a:noFill/>
                        </a:ln>
                      </p166:spPr>
                    </pslz:zmPr>
                  </pslz:sldZmObj>
                </pslz:sldZm>
              </a:graphicData>
            </a:graphic>
          </p:graphicFrame>
        </mc:Choice>
        <mc:Fallback xmlns="">
          <p:pic>
            <p:nvPicPr>
              <p:cNvPr id="7" name="Slide Zoom 6">
                <a:hlinkClick r:id="rId5" action="ppaction://hlinksldjump"/>
                <a:extLst>
                  <a:ext uri="{FF2B5EF4-FFF2-40B4-BE49-F238E27FC236}">
                    <a16:creationId xmlns:a16="http://schemas.microsoft.com/office/drawing/2014/main" id="{62568697-C389-B839-3A66-7A0886C5A635}"/>
                  </a:ext>
                </a:extLst>
              </p:cNvPr>
              <p:cNvPicPr>
                <a:picLocks noGrp="1" noRot="1" noChangeAspect="1" noMove="1" noResize="1" noEditPoints="1" noAdjustHandles="1" noChangeArrowheads="1" noChangeShapeType="1"/>
              </p:cNvPicPr>
              <p:nvPr/>
            </p:nvPicPr>
            <p:blipFill>
              <a:blip r:embed="rId6">
                <a:extLst>
                  <a:ext uri="{28A0092B-C50C-407E-A947-70E740481C1C}">
                    <a14:useLocalDpi xmlns:a14="http://schemas.microsoft.com/office/drawing/2010/main" val="0"/>
                  </a:ext>
                </a:extLst>
              </a:blip>
              <a:stretch>
                <a:fillRect/>
              </a:stretch>
            </p:blipFill>
            <p:spPr>
              <a:xfrm>
                <a:off x="3808369" y="863664"/>
                <a:ext cx="204024" cy="317251"/>
              </a:xfrm>
              <a:prstGeom prst="rect">
                <a:avLst/>
              </a:prstGeom>
              <a:ln w="3175">
                <a:noFill/>
              </a:ln>
            </p:spPr>
          </p:pic>
        </mc:Fallback>
      </mc:AlternateContent>
    </p:spTree>
    <p:extLst>
      <p:ext uri="{BB962C8B-B14F-4D97-AF65-F5344CB8AC3E}">
        <p14:creationId xmlns:p14="http://schemas.microsoft.com/office/powerpoint/2010/main" val="2778470400"/>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A6D0111-745F-9779-A142-F006578B1BDB}"/>
            </a:ext>
          </a:extLst>
        </p:cNvPr>
        <p:cNvGrpSpPr/>
        <p:nvPr/>
      </p:nvGrpSpPr>
      <p:grpSpPr>
        <a:xfrm>
          <a:off x="0" y="0"/>
          <a:ext cx="0" cy="0"/>
          <a:chOff x="0" y="0"/>
          <a:chExt cx="0" cy="0"/>
        </a:xfrm>
      </p:grpSpPr>
      <p:grpSp>
        <p:nvGrpSpPr>
          <p:cNvPr id="12" name="Google Shape;171;p8">
            <a:extLst>
              <a:ext uri="{FF2B5EF4-FFF2-40B4-BE49-F238E27FC236}">
                <a16:creationId xmlns:a16="http://schemas.microsoft.com/office/drawing/2014/main" id="{E4DDDA84-E4DE-7562-92F5-ADA6432712C4}"/>
              </a:ext>
            </a:extLst>
          </p:cNvPr>
          <p:cNvGrpSpPr/>
          <p:nvPr/>
        </p:nvGrpSpPr>
        <p:grpSpPr>
          <a:xfrm>
            <a:off x="428" y="0"/>
            <a:ext cx="12191345" cy="6857790"/>
            <a:chOff x="0" y="0"/>
            <a:chExt cx="20104431" cy="11309004"/>
          </a:xfrm>
        </p:grpSpPr>
        <p:pic>
          <p:nvPicPr>
            <p:cNvPr id="13" name="Google Shape;172;p8">
              <a:extLst>
                <a:ext uri="{FF2B5EF4-FFF2-40B4-BE49-F238E27FC236}">
                  <a16:creationId xmlns:a16="http://schemas.microsoft.com/office/drawing/2014/main" id="{A9846D25-6AB0-22E5-6408-AA59AA168B95}"/>
                </a:ext>
              </a:extLst>
            </p:cNvPr>
            <p:cNvPicPr preferRelativeResize="0"/>
            <p:nvPr/>
          </p:nvPicPr>
          <p:blipFill rotWithShape="1">
            <a:blip r:embed="rId2">
              <a:alphaModFix/>
            </a:blip>
            <a:srcRect/>
            <a:stretch/>
          </p:blipFill>
          <p:spPr>
            <a:xfrm>
              <a:off x="19381" y="0"/>
              <a:ext cx="20050625" cy="11263772"/>
            </a:xfrm>
            <a:prstGeom prst="rect">
              <a:avLst/>
            </a:prstGeom>
            <a:noFill/>
            <a:ln>
              <a:noFill/>
            </a:ln>
          </p:spPr>
        </p:pic>
        <p:sp>
          <p:nvSpPr>
            <p:cNvPr id="22" name="Google Shape;173;p8">
              <a:extLst>
                <a:ext uri="{FF2B5EF4-FFF2-40B4-BE49-F238E27FC236}">
                  <a16:creationId xmlns:a16="http://schemas.microsoft.com/office/drawing/2014/main" id="{3CEB8901-0797-7FB2-2E0D-59DC0FDEBC4F}"/>
                </a:ext>
              </a:extLst>
            </p:cNvPr>
            <p:cNvSpPr/>
            <p:nvPr/>
          </p:nvSpPr>
          <p:spPr>
            <a:xfrm>
              <a:off x="19381" y="0"/>
              <a:ext cx="20085050" cy="11308715"/>
            </a:xfrm>
            <a:custGeom>
              <a:avLst/>
              <a:gdLst/>
              <a:ahLst/>
              <a:cxnLst/>
              <a:rect l="l" t="t" r="r" b="b"/>
              <a:pathLst>
                <a:path w="20085050" h="11308715" extrusionOk="0">
                  <a:moveTo>
                    <a:pt x="20084718" y="0"/>
                  </a:moveTo>
                  <a:lnTo>
                    <a:pt x="0" y="0"/>
                  </a:lnTo>
                  <a:lnTo>
                    <a:pt x="0" y="11308556"/>
                  </a:lnTo>
                  <a:lnTo>
                    <a:pt x="20084718" y="11308556"/>
                  </a:lnTo>
                  <a:lnTo>
                    <a:pt x="20084718" y="0"/>
                  </a:lnTo>
                  <a:close/>
                </a:path>
              </a:pathLst>
            </a:custGeom>
            <a:solidFill>
              <a:srgbClr val="FFFFFF">
                <a:alpha val="30980"/>
              </a:srgbClr>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3" name="Google Shape;174;p8">
              <a:extLst>
                <a:ext uri="{FF2B5EF4-FFF2-40B4-BE49-F238E27FC236}">
                  <a16:creationId xmlns:a16="http://schemas.microsoft.com/office/drawing/2014/main" id="{E11B3CDF-1AF4-996E-5999-04CB31A655C0}"/>
                </a:ext>
              </a:extLst>
            </p:cNvPr>
            <p:cNvSpPr/>
            <p:nvPr/>
          </p:nvSpPr>
          <p:spPr>
            <a:xfrm>
              <a:off x="19142226" y="524067"/>
              <a:ext cx="962025" cy="10784840"/>
            </a:xfrm>
            <a:custGeom>
              <a:avLst/>
              <a:gdLst/>
              <a:ahLst/>
              <a:cxnLst/>
              <a:rect l="l" t="t" r="r" b="b"/>
              <a:pathLst>
                <a:path w="962025" h="10784840" extrusionOk="0">
                  <a:moveTo>
                    <a:pt x="961863" y="0"/>
                  </a:moveTo>
                  <a:lnTo>
                    <a:pt x="648833" y="18513"/>
                  </a:lnTo>
                  <a:lnTo>
                    <a:pt x="601798" y="22889"/>
                  </a:lnTo>
                  <a:lnTo>
                    <a:pt x="555800" y="30321"/>
                  </a:lnTo>
                  <a:lnTo>
                    <a:pt x="510934" y="40702"/>
                  </a:lnTo>
                  <a:lnTo>
                    <a:pt x="467297" y="53924"/>
                  </a:lnTo>
                  <a:lnTo>
                    <a:pt x="424985" y="69877"/>
                  </a:lnTo>
                  <a:lnTo>
                    <a:pt x="384096" y="88453"/>
                  </a:lnTo>
                  <a:lnTo>
                    <a:pt x="344725" y="109544"/>
                  </a:lnTo>
                  <a:lnTo>
                    <a:pt x="306969" y="133041"/>
                  </a:lnTo>
                  <a:lnTo>
                    <a:pt x="270925" y="158835"/>
                  </a:lnTo>
                  <a:lnTo>
                    <a:pt x="236688" y="186818"/>
                  </a:lnTo>
                  <a:lnTo>
                    <a:pt x="204355" y="216880"/>
                  </a:lnTo>
                  <a:lnTo>
                    <a:pt x="174023" y="248915"/>
                  </a:lnTo>
                  <a:lnTo>
                    <a:pt x="145788" y="282812"/>
                  </a:lnTo>
                  <a:lnTo>
                    <a:pt x="119747" y="318464"/>
                  </a:lnTo>
                  <a:lnTo>
                    <a:pt x="95996" y="355761"/>
                  </a:lnTo>
                  <a:lnTo>
                    <a:pt x="74631" y="394596"/>
                  </a:lnTo>
                  <a:lnTo>
                    <a:pt x="55749" y="434859"/>
                  </a:lnTo>
                  <a:lnTo>
                    <a:pt x="39446" y="476442"/>
                  </a:lnTo>
                  <a:lnTo>
                    <a:pt x="25820" y="519237"/>
                  </a:lnTo>
                  <a:lnTo>
                    <a:pt x="14965" y="563134"/>
                  </a:lnTo>
                  <a:lnTo>
                    <a:pt x="6979" y="608026"/>
                  </a:lnTo>
                  <a:lnTo>
                    <a:pt x="1959" y="653803"/>
                  </a:lnTo>
                  <a:lnTo>
                    <a:pt x="0" y="700358"/>
                  </a:lnTo>
                  <a:lnTo>
                    <a:pt x="1198" y="747580"/>
                  </a:lnTo>
                  <a:lnTo>
                    <a:pt x="594831" y="10784488"/>
                  </a:lnTo>
                  <a:lnTo>
                    <a:pt x="961863" y="10784488"/>
                  </a:lnTo>
                  <a:lnTo>
                    <a:pt x="961863" y="0"/>
                  </a:lnTo>
                  <a:close/>
                </a:path>
              </a:pathLst>
            </a:custGeom>
            <a:solidFill>
              <a:srgbClr val="33B9A0"/>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 name="Google Shape;175;p8">
              <a:extLst>
                <a:ext uri="{FF2B5EF4-FFF2-40B4-BE49-F238E27FC236}">
                  <a16:creationId xmlns:a16="http://schemas.microsoft.com/office/drawing/2014/main" id="{EEC5E77F-5B51-27BC-0F6B-2159D714360B}"/>
                </a:ext>
              </a:extLst>
            </p:cNvPr>
            <p:cNvSpPr/>
            <p:nvPr/>
          </p:nvSpPr>
          <p:spPr>
            <a:xfrm>
              <a:off x="0" y="1320454"/>
              <a:ext cx="11541125" cy="9988550"/>
            </a:xfrm>
            <a:custGeom>
              <a:avLst/>
              <a:gdLst/>
              <a:ahLst/>
              <a:cxnLst/>
              <a:rect l="l" t="t" r="r" b="b"/>
              <a:pathLst>
                <a:path w="11541125" h="9988550" extrusionOk="0">
                  <a:moveTo>
                    <a:pt x="9533117" y="0"/>
                  </a:moveTo>
                  <a:lnTo>
                    <a:pt x="9486556" y="1802"/>
                  </a:lnTo>
                  <a:lnTo>
                    <a:pt x="9439583" y="6807"/>
                  </a:lnTo>
                  <a:lnTo>
                    <a:pt x="0" y="1335350"/>
                  </a:lnTo>
                  <a:lnTo>
                    <a:pt x="0" y="9988101"/>
                  </a:lnTo>
                  <a:lnTo>
                    <a:pt x="11540719" y="9988101"/>
                  </a:lnTo>
                  <a:lnTo>
                    <a:pt x="10218513" y="593522"/>
                  </a:lnTo>
                  <a:lnTo>
                    <a:pt x="10210357" y="546994"/>
                  </a:lnTo>
                  <a:lnTo>
                    <a:pt x="10199238" y="501745"/>
                  </a:lnTo>
                  <a:lnTo>
                    <a:pt x="10185272" y="457863"/>
                  </a:lnTo>
                  <a:lnTo>
                    <a:pt x="10168573" y="415435"/>
                  </a:lnTo>
                  <a:lnTo>
                    <a:pt x="10149259" y="374549"/>
                  </a:lnTo>
                  <a:lnTo>
                    <a:pt x="10127445" y="335291"/>
                  </a:lnTo>
                  <a:lnTo>
                    <a:pt x="10103248" y="297750"/>
                  </a:lnTo>
                  <a:lnTo>
                    <a:pt x="10076782" y="262012"/>
                  </a:lnTo>
                  <a:lnTo>
                    <a:pt x="10048165" y="228165"/>
                  </a:lnTo>
                  <a:lnTo>
                    <a:pt x="10017513" y="196297"/>
                  </a:lnTo>
                  <a:lnTo>
                    <a:pt x="9984940" y="166494"/>
                  </a:lnTo>
                  <a:lnTo>
                    <a:pt x="9950564" y="138845"/>
                  </a:lnTo>
                  <a:lnTo>
                    <a:pt x="9914500" y="113436"/>
                  </a:lnTo>
                  <a:lnTo>
                    <a:pt x="9876864" y="90355"/>
                  </a:lnTo>
                  <a:lnTo>
                    <a:pt x="9837773" y="69689"/>
                  </a:lnTo>
                  <a:lnTo>
                    <a:pt x="9797342" y="51527"/>
                  </a:lnTo>
                  <a:lnTo>
                    <a:pt x="9755687" y="35954"/>
                  </a:lnTo>
                  <a:lnTo>
                    <a:pt x="9712924" y="23058"/>
                  </a:lnTo>
                  <a:lnTo>
                    <a:pt x="9669170" y="12928"/>
                  </a:lnTo>
                  <a:lnTo>
                    <a:pt x="9624540" y="5650"/>
                  </a:lnTo>
                  <a:lnTo>
                    <a:pt x="9579150" y="1311"/>
                  </a:lnTo>
                  <a:lnTo>
                    <a:pt x="9533117" y="0"/>
                  </a:lnTo>
                  <a:close/>
                </a:path>
              </a:pathLst>
            </a:custGeom>
            <a:solidFill>
              <a:srgbClr val="065363"/>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 name="Google Shape;176;p8">
              <a:extLst>
                <a:ext uri="{FF2B5EF4-FFF2-40B4-BE49-F238E27FC236}">
                  <a16:creationId xmlns:a16="http://schemas.microsoft.com/office/drawing/2014/main" id="{AB86006C-F027-B08E-9CFF-35B9547028D2}"/>
                </a:ext>
              </a:extLst>
            </p:cNvPr>
            <p:cNvSpPr/>
            <p:nvPr/>
          </p:nvSpPr>
          <p:spPr>
            <a:xfrm>
              <a:off x="0" y="1001648"/>
              <a:ext cx="11817350" cy="10307320"/>
            </a:xfrm>
            <a:custGeom>
              <a:avLst/>
              <a:gdLst/>
              <a:ahLst/>
              <a:cxnLst/>
              <a:rect l="l" t="t" r="r" b="b"/>
              <a:pathLst>
                <a:path w="11817350" h="10307320" extrusionOk="0">
                  <a:moveTo>
                    <a:pt x="11816958" y="10306908"/>
                  </a:moveTo>
                  <a:lnTo>
                    <a:pt x="10449885" y="593530"/>
                  </a:lnTo>
                  <a:lnTo>
                    <a:pt x="10441729" y="547002"/>
                  </a:lnTo>
                  <a:lnTo>
                    <a:pt x="10430610" y="501753"/>
                  </a:lnTo>
                  <a:lnTo>
                    <a:pt x="10416643" y="457871"/>
                  </a:lnTo>
                  <a:lnTo>
                    <a:pt x="10399945" y="415443"/>
                  </a:lnTo>
                  <a:lnTo>
                    <a:pt x="10380630" y="374557"/>
                  </a:lnTo>
                  <a:lnTo>
                    <a:pt x="10358816" y="335299"/>
                  </a:lnTo>
                  <a:lnTo>
                    <a:pt x="10334618" y="297757"/>
                  </a:lnTo>
                  <a:lnTo>
                    <a:pt x="10308152" y="262020"/>
                  </a:lnTo>
                  <a:lnTo>
                    <a:pt x="10279535" y="228173"/>
                  </a:lnTo>
                  <a:lnTo>
                    <a:pt x="10248881" y="196304"/>
                  </a:lnTo>
                  <a:lnTo>
                    <a:pt x="10216309" y="166501"/>
                  </a:lnTo>
                  <a:lnTo>
                    <a:pt x="10181932" y="138852"/>
                  </a:lnTo>
                  <a:lnTo>
                    <a:pt x="10145868" y="113442"/>
                  </a:lnTo>
                  <a:lnTo>
                    <a:pt x="10108232" y="90361"/>
                  </a:lnTo>
                  <a:lnTo>
                    <a:pt x="10069140" y="69695"/>
                  </a:lnTo>
                  <a:lnTo>
                    <a:pt x="10028709" y="51531"/>
                  </a:lnTo>
                  <a:lnTo>
                    <a:pt x="9987054" y="35958"/>
                  </a:lnTo>
                  <a:lnTo>
                    <a:pt x="9944292" y="23062"/>
                  </a:lnTo>
                  <a:lnTo>
                    <a:pt x="9900538" y="12931"/>
                  </a:lnTo>
                  <a:lnTo>
                    <a:pt x="9855909" y="5652"/>
                  </a:lnTo>
                  <a:lnTo>
                    <a:pt x="9810519" y="1312"/>
                  </a:lnTo>
                  <a:lnTo>
                    <a:pt x="9764487" y="0"/>
                  </a:lnTo>
                  <a:lnTo>
                    <a:pt x="9717927" y="1801"/>
                  </a:lnTo>
                  <a:lnTo>
                    <a:pt x="9670955" y="6805"/>
                  </a:lnTo>
                  <a:lnTo>
                    <a:pt x="0" y="1367911"/>
                  </a:lnTo>
                </a:path>
              </a:pathLst>
            </a:custGeom>
            <a:noFill/>
            <a:ln w="31400" cap="flat" cmpd="sng">
              <a:solidFill>
                <a:srgbClr val="77A3AC"/>
              </a:solidFill>
              <a:prstDash val="solid"/>
              <a:round/>
              <a:headEnd type="none" w="sm" len="sm"/>
              <a:tailEnd type="none" w="sm" len="sm"/>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 name="Google Shape;177;p8">
              <a:extLst>
                <a:ext uri="{FF2B5EF4-FFF2-40B4-BE49-F238E27FC236}">
                  <a16:creationId xmlns:a16="http://schemas.microsoft.com/office/drawing/2014/main" id="{B14544A9-3828-535F-598C-9B5462C376C7}"/>
                </a:ext>
              </a:extLst>
            </p:cNvPr>
            <p:cNvSpPr/>
            <p:nvPr/>
          </p:nvSpPr>
          <p:spPr>
            <a:xfrm>
              <a:off x="0" y="1320454"/>
              <a:ext cx="11541125" cy="9988550"/>
            </a:xfrm>
            <a:custGeom>
              <a:avLst/>
              <a:gdLst/>
              <a:ahLst/>
              <a:cxnLst/>
              <a:rect l="l" t="t" r="r" b="b"/>
              <a:pathLst>
                <a:path w="11541125" h="9988550" extrusionOk="0">
                  <a:moveTo>
                    <a:pt x="9533117" y="0"/>
                  </a:moveTo>
                  <a:lnTo>
                    <a:pt x="9486556" y="1802"/>
                  </a:lnTo>
                  <a:lnTo>
                    <a:pt x="9439583" y="6807"/>
                  </a:lnTo>
                  <a:lnTo>
                    <a:pt x="0" y="1335350"/>
                  </a:lnTo>
                  <a:lnTo>
                    <a:pt x="0" y="9988101"/>
                  </a:lnTo>
                  <a:lnTo>
                    <a:pt x="11540719" y="9988101"/>
                  </a:lnTo>
                  <a:lnTo>
                    <a:pt x="10218513" y="593522"/>
                  </a:lnTo>
                  <a:lnTo>
                    <a:pt x="10210357" y="546994"/>
                  </a:lnTo>
                  <a:lnTo>
                    <a:pt x="10199238" y="501745"/>
                  </a:lnTo>
                  <a:lnTo>
                    <a:pt x="10185272" y="457863"/>
                  </a:lnTo>
                  <a:lnTo>
                    <a:pt x="10168573" y="415435"/>
                  </a:lnTo>
                  <a:lnTo>
                    <a:pt x="10149259" y="374549"/>
                  </a:lnTo>
                  <a:lnTo>
                    <a:pt x="10127445" y="335291"/>
                  </a:lnTo>
                  <a:lnTo>
                    <a:pt x="10103248" y="297750"/>
                  </a:lnTo>
                  <a:lnTo>
                    <a:pt x="10076782" y="262012"/>
                  </a:lnTo>
                  <a:lnTo>
                    <a:pt x="10048165" y="228165"/>
                  </a:lnTo>
                  <a:lnTo>
                    <a:pt x="10017513" y="196297"/>
                  </a:lnTo>
                  <a:lnTo>
                    <a:pt x="9984940" y="166494"/>
                  </a:lnTo>
                  <a:lnTo>
                    <a:pt x="9950564" y="138845"/>
                  </a:lnTo>
                  <a:lnTo>
                    <a:pt x="9914500" y="113436"/>
                  </a:lnTo>
                  <a:lnTo>
                    <a:pt x="9876864" y="90355"/>
                  </a:lnTo>
                  <a:lnTo>
                    <a:pt x="9837773" y="69689"/>
                  </a:lnTo>
                  <a:lnTo>
                    <a:pt x="9797342" y="51527"/>
                  </a:lnTo>
                  <a:lnTo>
                    <a:pt x="9755687" y="35954"/>
                  </a:lnTo>
                  <a:lnTo>
                    <a:pt x="9712924" y="23058"/>
                  </a:lnTo>
                  <a:lnTo>
                    <a:pt x="9669170" y="12928"/>
                  </a:lnTo>
                  <a:lnTo>
                    <a:pt x="9624540" y="5650"/>
                  </a:lnTo>
                  <a:lnTo>
                    <a:pt x="9579150" y="1311"/>
                  </a:lnTo>
                  <a:lnTo>
                    <a:pt x="9533117" y="0"/>
                  </a:lnTo>
                  <a:close/>
                </a:path>
              </a:pathLst>
            </a:custGeom>
            <a:solidFill>
              <a:srgbClr val="065363"/>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7" name="object 7">
            <a:extLst>
              <a:ext uri="{FF2B5EF4-FFF2-40B4-BE49-F238E27FC236}">
                <a16:creationId xmlns:a16="http://schemas.microsoft.com/office/drawing/2014/main" id="{FF94355E-86FF-DAF6-E2DA-D31456B79006}"/>
              </a:ext>
            </a:extLst>
          </p:cNvPr>
          <p:cNvSpPr txBox="1">
            <a:spLocks noGrp="1"/>
          </p:cNvSpPr>
          <p:nvPr>
            <p:ph type="body" idx="1"/>
          </p:nvPr>
        </p:nvSpPr>
        <p:spPr>
          <a:xfrm>
            <a:off x="-3653835" y="3013131"/>
            <a:ext cx="9269280" cy="2908463"/>
          </a:xfrm>
          <a:prstGeom prst="rect">
            <a:avLst/>
          </a:prstGeom>
        </p:spPr>
        <p:txBody>
          <a:bodyPr vert="horz" wrap="square" lIns="0" tIns="9627" rIns="0" bIns="0" rtlCol="0">
            <a:spAutoFit/>
          </a:bodyPr>
          <a:lstStyle/>
          <a:p>
            <a:pPr marL="3537701" marR="41973" algn="r" rtl="0">
              <a:lnSpc>
                <a:spcPct val="300000"/>
              </a:lnSpc>
              <a:spcBef>
                <a:spcPts val="364"/>
              </a:spcBef>
            </a:pPr>
            <a:r>
              <a:rPr lang="ar-EG" sz="1213" dirty="0">
                <a:solidFill>
                  <a:schemeClr val="bg1"/>
                </a:solidFill>
                <a:latin typeface="Neo Sans Arabic" panose="020B0504030504040204" pitchFamily="34" charset="-78"/>
                <a:cs typeface="Neo Sans Arabic" panose="020B0504030504040204" pitchFamily="34" charset="-78"/>
              </a:rPr>
              <a:t>	مناقشة أهمية مكافحة المعلومات المُضلِّلة.</a:t>
            </a:r>
          </a:p>
          <a:p>
            <a:pPr marL="3537701" marR="41973" algn="r" rtl="0">
              <a:lnSpc>
                <a:spcPct val="300000"/>
              </a:lnSpc>
              <a:spcBef>
                <a:spcPts val="364"/>
              </a:spcBef>
            </a:pPr>
            <a:r>
              <a:rPr lang="ar-EG" sz="1213" dirty="0">
                <a:solidFill>
                  <a:schemeClr val="bg1"/>
                </a:solidFill>
                <a:latin typeface="Neo Sans Arabic" panose="020B0504030504040204" pitchFamily="34" charset="-78"/>
                <a:cs typeface="Neo Sans Arabic" panose="020B0504030504040204" pitchFamily="34" charset="-78"/>
              </a:rPr>
              <a:t>تطبيق استراتيجيات فعَّالة لمكافحة المعلومات المُضلِّلة. </a:t>
            </a:r>
          </a:p>
          <a:p>
            <a:pPr marL="3537701" marR="41973" algn="r" rtl="0">
              <a:lnSpc>
                <a:spcPct val="300000"/>
              </a:lnSpc>
              <a:spcBef>
                <a:spcPts val="364"/>
              </a:spcBef>
            </a:pPr>
            <a:r>
              <a:rPr lang="ar-EG" sz="1213" dirty="0">
                <a:solidFill>
                  <a:schemeClr val="bg1"/>
                </a:solidFill>
                <a:latin typeface="Neo Sans Arabic" panose="020B0504030504040204" pitchFamily="34" charset="-78"/>
                <a:cs typeface="Neo Sans Arabic" panose="020B0504030504040204" pitchFamily="34" charset="-78"/>
              </a:rPr>
              <a:t>تعريف طرق التعامل مع التحيز الإعلامي.</a:t>
            </a:r>
          </a:p>
          <a:p>
            <a:pPr marL="3537701" marR="41973" algn="r" rtl="0">
              <a:lnSpc>
                <a:spcPct val="300000"/>
              </a:lnSpc>
              <a:spcBef>
                <a:spcPts val="364"/>
              </a:spcBef>
            </a:pPr>
            <a:r>
              <a:rPr lang="ar-EG" sz="1213" dirty="0">
                <a:solidFill>
                  <a:schemeClr val="bg1"/>
                </a:solidFill>
                <a:latin typeface="Neo Sans Arabic" panose="020B0504030504040204" pitchFamily="34" charset="-78"/>
                <a:cs typeface="Neo Sans Arabic" panose="020B0504030504040204" pitchFamily="34" charset="-78"/>
              </a:rPr>
              <a:t>سرد أمثلة على حملات ناجحة في مكافحة المعلومات المُضلِّلة.</a:t>
            </a:r>
          </a:p>
          <a:p>
            <a:pPr marL="3537701" marR="41973" algn="r" rtl="0">
              <a:lnSpc>
                <a:spcPct val="300000"/>
              </a:lnSpc>
              <a:spcBef>
                <a:spcPts val="364"/>
              </a:spcBef>
            </a:pPr>
            <a:r>
              <a:rPr lang="ar-EG" sz="1213" dirty="0">
                <a:solidFill>
                  <a:schemeClr val="bg1"/>
                </a:solidFill>
                <a:latin typeface="Neo Sans Arabic" panose="020B0504030504040204" pitchFamily="34" charset="-78"/>
                <a:cs typeface="Neo Sans Arabic" panose="020B0504030504040204" pitchFamily="34" charset="-78"/>
              </a:rPr>
              <a:t>عرض دَور الأفراد في مكافحة المعلومات المُضلِّلة.</a:t>
            </a:r>
          </a:p>
        </p:txBody>
      </p:sp>
      <p:pic>
        <p:nvPicPr>
          <p:cNvPr id="14" name="Picture 13">
            <a:extLst>
              <a:ext uri="{FF2B5EF4-FFF2-40B4-BE49-F238E27FC236}">
                <a16:creationId xmlns:a16="http://schemas.microsoft.com/office/drawing/2014/main" id="{571936D6-3DC5-864A-F84C-C570429F2F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0767" y="3273522"/>
            <a:ext cx="138623" cy="175814"/>
          </a:xfrm>
          <a:prstGeom prst="rect">
            <a:avLst/>
          </a:prstGeom>
        </p:spPr>
      </p:pic>
      <p:pic>
        <p:nvPicPr>
          <p:cNvPr id="15" name="Picture 14">
            <a:extLst>
              <a:ext uri="{FF2B5EF4-FFF2-40B4-BE49-F238E27FC236}">
                <a16:creationId xmlns:a16="http://schemas.microsoft.com/office/drawing/2014/main" id="{7C22F3B7-87D3-FFEB-0B4E-D53259BAC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0767" y="3911124"/>
            <a:ext cx="138623" cy="175814"/>
          </a:xfrm>
          <a:prstGeom prst="rect">
            <a:avLst/>
          </a:prstGeom>
        </p:spPr>
      </p:pic>
      <p:pic>
        <p:nvPicPr>
          <p:cNvPr id="16" name="Picture 15">
            <a:extLst>
              <a:ext uri="{FF2B5EF4-FFF2-40B4-BE49-F238E27FC236}">
                <a16:creationId xmlns:a16="http://schemas.microsoft.com/office/drawing/2014/main" id="{524AC221-3642-68BA-C257-BDAC8AC9A2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0767" y="4496004"/>
            <a:ext cx="138623" cy="175814"/>
          </a:xfrm>
          <a:prstGeom prst="rect">
            <a:avLst/>
          </a:prstGeom>
        </p:spPr>
      </p:pic>
      <p:pic>
        <p:nvPicPr>
          <p:cNvPr id="17" name="Picture 16">
            <a:extLst>
              <a:ext uri="{FF2B5EF4-FFF2-40B4-BE49-F238E27FC236}">
                <a16:creationId xmlns:a16="http://schemas.microsoft.com/office/drawing/2014/main" id="{CE0841CA-8915-E88A-0FE5-69A80C92FD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0767" y="5102081"/>
            <a:ext cx="138623" cy="175814"/>
          </a:xfrm>
          <a:prstGeom prst="rect">
            <a:avLst/>
          </a:prstGeom>
        </p:spPr>
      </p:pic>
      <p:pic>
        <p:nvPicPr>
          <p:cNvPr id="3" name="Picture 2">
            <a:extLst>
              <a:ext uri="{FF2B5EF4-FFF2-40B4-BE49-F238E27FC236}">
                <a16:creationId xmlns:a16="http://schemas.microsoft.com/office/drawing/2014/main" id="{52110828-4A61-00AB-EC43-B98B0461F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0767" y="5708157"/>
            <a:ext cx="138623" cy="175814"/>
          </a:xfrm>
          <a:prstGeom prst="rect">
            <a:avLst/>
          </a:prstGeom>
        </p:spPr>
      </p:pic>
      <p:sp>
        <p:nvSpPr>
          <p:cNvPr id="28" name="TextBox 27">
            <a:extLst>
              <a:ext uri="{FF2B5EF4-FFF2-40B4-BE49-F238E27FC236}">
                <a16:creationId xmlns:a16="http://schemas.microsoft.com/office/drawing/2014/main" id="{BB99D7A1-2B0B-0226-4A7B-411D90B64435}"/>
              </a:ext>
            </a:extLst>
          </p:cNvPr>
          <p:cNvSpPr txBox="1"/>
          <p:nvPr/>
        </p:nvSpPr>
        <p:spPr>
          <a:xfrm>
            <a:off x="-2221395" y="1594455"/>
            <a:ext cx="7136530" cy="719684"/>
          </a:xfrm>
          <a:prstGeom prst="rect">
            <a:avLst/>
          </a:prstGeom>
          <a:noFill/>
        </p:spPr>
        <p:txBody>
          <a:bodyPr wrap="square">
            <a:spAutoFit/>
          </a:bodyPr>
          <a:lstStyle/>
          <a:p>
            <a:pPr marL="0" marR="0" lvl="0" indent="0" algn="r" defTabSz="554492" rtl="0" eaLnBrk="1" fontAlgn="auto" latinLnBrk="0" hangingPunct="1">
              <a:lnSpc>
                <a:spcPct val="200000"/>
              </a:lnSpc>
              <a:spcBef>
                <a:spcPts val="0"/>
              </a:spcBef>
              <a:spcAft>
                <a:spcPts val="0"/>
              </a:spcAft>
              <a:buClrTx/>
              <a:buSzTx/>
              <a:buFontTx/>
              <a:buNone/>
              <a:tabLst/>
              <a:defRPr/>
            </a:pPr>
            <a:r>
              <a:rPr kumimoji="0" lang="ar-EG" sz="2426" b="1" i="0" u="none" strike="noStrike" kern="0" cap="none" spc="0" normalizeH="0" baseline="0" noProof="0" dirty="0">
                <a:ln>
                  <a:noFill/>
                </a:ln>
                <a:solidFill>
                  <a:prstClr val="white"/>
                </a:solidFill>
                <a:effectLst/>
                <a:uLnTx/>
                <a:uFillTx/>
                <a:latin typeface="Neo Sans Arabic Bold" panose="020B0804030504040204" pitchFamily="34" charset="-78"/>
                <a:cs typeface="Neo Sans Arabic Bold" panose="020B0804030504040204" pitchFamily="34" charset="-78"/>
              </a:rPr>
              <a:t>المحور الثالث</a:t>
            </a:r>
            <a:endParaRPr kumimoji="0" lang="en-GB" sz="2426" b="1" i="0" u="none" strike="noStrike" kern="0" cap="none" spc="0" normalizeH="0" baseline="0" noProof="0" dirty="0">
              <a:ln>
                <a:noFill/>
              </a:ln>
              <a:solidFill>
                <a:prstClr val="white"/>
              </a:solidFill>
              <a:effectLst/>
              <a:uLnTx/>
              <a:uFillTx/>
              <a:latin typeface="Neo Sans Arabic Bold" panose="020B0804030504040204" pitchFamily="34" charset="-78"/>
              <a:cs typeface="Neo Sans Arabic Bold" panose="020B0804030504040204" pitchFamily="34" charset="-78"/>
            </a:endParaRPr>
          </a:p>
        </p:txBody>
      </p:sp>
      <p:sp>
        <p:nvSpPr>
          <p:cNvPr id="29" name="Google Shape;180;p8">
            <a:extLst>
              <a:ext uri="{FF2B5EF4-FFF2-40B4-BE49-F238E27FC236}">
                <a16:creationId xmlns:a16="http://schemas.microsoft.com/office/drawing/2014/main" id="{D75DF23E-93A3-424E-6518-16BC2A62FA8B}"/>
              </a:ext>
            </a:extLst>
          </p:cNvPr>
          <p:cNvSpPr/>
          <p:nvPr/>
        </p:nvSpPr>
        <p:spPr>
          <a:xfrm>
            <a:off x="5503451" y="2050256"/>
            <a:ext cx="280712" cy="427422"/>
          </a:xfrm>
          <a:custGeom>
            <a:avLst/>
            <a:gdLst/>
            <a:ahLst/>
            <a:cxnLst/>
            <a:rect l="l" t="t" r="r" b="b"/>
            <a:pathLst>
              <a:path w="462915" h="704850" extrusionOk="0">
                <a:moveTo>
                  <a:pt x="62959" y="0"/>
                </a:moveTo>
                <a:lnTo>
                  <a:pt x="32212" y="8931"/>
                </a:lnTo>
                <a:lnTo>
                  <a:pt x="9984" y="31899"/>
                </a:lnTo>
                <a:lnTo>
                  <a:pt x="251" y="66502"/>
                </a:lnTo>
                <a:lnTo>
                  <a:pt x="0" y="71151"/>
                </a:lnTo>
                <a:lnTo>
                  <a:pt x="178" y="75821"/>
                </a:lnTo>
                <a:lnTo>
                  <a:pt x="753" y="657458"/>
                </a:lnTo>
                <a:lnTo>
                  <a:pt x="4361" y="676412"/>
                </a:lnTo>
                <a:lnTo>
                  <a:pt x="13313" y="691114"/>
                </a:lnTo>
                <a:lnTo>
                  <a:pt x="26922" y="700825"/>
                </a:lnTo>
                <a:lnTo>
                  <a:pt x="44501" y="704807"/>
                </a:lnTo>
                <a:lnTo>
                  <a:pt x="62302" y="702402"/>
                </a:lnTo>
                <a:lnTo>
                  <a:pt x="91871" y="661343"/>
                </a:lnTo>
                <a:lnTo>
                  <a:pt x="131482" y="254224"/>
                </a:lnTo>
                <a:lnTo>
                  <a:pt x="137985" y="191776"/>
                </a:lnTo>
                <a:lnTo>
                  <a:pt x="147231" y="190833"/>
                </a:lnTo>
                <a:lnTo>
                  <a:pt x="153052" y="194687"/>
                </a:lnTo>
                <a:lnTo>
                  <a:pt x="400029" y="290904"/>
                </a:lnTo>
                <a:lnTo>
                  <a:pt x="406448" y="292422"/>
                </a:lnTo>
                <a:lnTo>
                  <a:pt x="422182" y="293429"/>
                </a:lnTo>
                <a:lnTo>
                  <a:pt x="436799" y="289321"/>
                </a:lnTo>
                <a:lnTo>
                  <a:pt x="449157" y="280688"/>
                </a:lnTo>
                <a:lnTo>
                  <a:pt x="458111" y="268119"/>
                </a:lnTo>
                <a:lnTo>
                  <a:pt x="462447" y="253128"/>
                </a:lnTo>
                <a:lnTo>
                  <a:pt x="461586" y="238112"/>
                </a:lnTo>
                <a:lnTo>
                  <a:pt x="455745" y="224183"/>
                </a:lnTo>
                <a:lnTo>
                  <a:pt x="445138" y="212456"/>
                </a:lnTo>
                <a:lnTo>
                  <a:pt x="440489" y="208760"/>
                </a:lnTo>
                <a:lnTo>
                  <a:pt x="435159" y="205880"/>
                </a:lnTo>
                <a:lnTo>
                  <a:pt x="103672" y="9980"/>
                </a:lnTo>
                <a:lnTo>
                  <a:pt x="98248" y="7509"/>
                </a:lnTo>
                <a:lnTo>
                  <a:pt x="62959" y="0"/>
                </a:lnTo>
                <a:close/>
              </a:path>
            </a:pathLst>
          </a:custGeom>
          <a:solidFill>
            <a:srgbClr val="33B9A0"/>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0" name="Google Shape;181;p8">
            <a:extLst>
              <a:ext uri="{FF2B5EF4-FFF2-40B4-BE49-F238E27FC236}">
                <a16:creationId xmlns:a16="http://schemas.microsoft.com/office/drawing/2014/main" id="{8CBCFAEF-A720-56BF-5E97-F6D4436823A3}"/>
              </a:ext>
            </a:extLst>
          </p:cNvPr>
          <p:cNvSpPr/>
          <p:nvPr/>
        </p:nvSpPr>
        <p:spPr>
          <a:xfrm>
            <a:off x="5503886" y="1652695"/>
            <a:ext cx="291108" cy="331541"/>
          </a:xfrm>
          <a:custGeom>
            <a:avLst/>
            <a:gdLst/>
            <a:ahLst/>
            <a:cxnLst/>
            <a:rect l="l" t="t" r="r" b="b"/>
            <a:pathLst>
              <a:path w="480059" h="546735" extrusionOk="0">
                <a:moveTo>
                  <a:pt x="48260" y="0"/>
                </a:moveTo>
                <a:lnTo>
                  <a:pt x="8696" y="18688"/>
                </a:lnTo>
                <a:lnTo>
                  <a:pt x="0" y="40962"/>
                </a:lnTo>
                <a:lnTo>
                  <a:pt x="198" y="107707"/>
                </a:lnTo>
                <a:lnTo>
                  <a:pt x="660" y="158039"/>
                </a:lnTo>
                <a:lnTo>
                  <a:pt x="834" y="207417"/>
                </a:lnTo>
                <a:lnTo>
                  <a:pt x="94" y="255363"/>
                </a:lnTo>
                <a:lnTo>
                  <a:pt x="94" y="462059"/>
                </a:lnTo>
                <a:lnTo>
                  <a:pt x="7343" y="507388"/>
                </a:lnTo>
                <a:lnTo>
                  <a:pt x="50040" y="543177"/>
                </a:lnTo>
                <a:lnTo>
                  <a:pt x="64470" y="546206"/>
                </a:lnTo>
                <a:lnTo>
                  <a:pt x="78510" y="545779"/>
                </a:lnTo>
                <a:lnTo>
                  <a:pt x="427714" y="389398"/>
                </a:lnTo>
                <a:lnTo>
                  <a:pt x="466822" y="367398"/>
                </a:lnTo>
                <a:lnTo>
                  <a:pt x="479564" y="338121"/>
                </a:lnTo>
                <a:lnTo>
                  <a:pt x="477053" y="321183"/>
                </a:lnTo>
                <a:lnTo>
                  <a:pt x="441997" y="292074"/>
                </a:lnTo>
                <a:lnTo>
                  <a:pt x="415254" y="294221"/>
                </a:lnTo>
                <a:lnTo>
                  <a:pt x="155178" y="365884"/>
                </a:lnTo>
                <a:lnTo>
                  <a:pt x="144009" y="368632"/>
                </a:lnTo>
                <a:lnTo>
                  <a:pt x="137841" y="368109"/>
                </a:lnTo>
                <a:lnTo>
                  <a:pt x="134755" y="362992"/>
                </a:lnTo>
                <a:lnTo>
                  <a:pt x="132833" y="351957"/>
                </a:lnTo>
                <a:lnTo>
                  <a:pt x="126655" y="306528"/>
                </a:lnTo>
                <a:lnTo>
                  <a:pt x="93573" y="58039"/>
                </a:lnTo>
                <a:lnTo>
                  <a:pt x="90217" y="35873"/>
                </a:lnTo>
                <a:lnTo>
                  <a:pt x="85151" y="21595"/>
                </a:lnTo>
                <a:lnTo>
                  <a:pt x="75741" y="10405"/>
                </a:lnTo>
                <a:lnTo>
                  <a:pt x="63079" y="2981"/>
                </a:lnTo>
                <a:lnTo>
                  <a:pt x="48260" y="0"/>
                </a:lnTo>
                <a:close/>
              </a:path>
            </a:pathLst>
          </a:custGeom>
          <a:solidFill>
            <a:srgbClr val="33B9A0"/>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1" name="Google Shape;182;p8">
            <a:extLst>
              <a:ext uri="{FF2B5EF4-FFF2-40B4-BE49-F238E27FC236}">
                <a16:creationId xmlns:a16="http://schemas.microsoft.com/office/drawing/2014/main" id="{72331C7E-F556-6FB1-93B2-A0074EF7022B}"/>
              </a:ext>
            </a:extLst>
          </p:cNvPr>
          <p:cNvSpPr/>
          <p:nvPr/>
        </p:nvSpPr>
        <p:spPr>
          <a:xfrm>
            <a:off x="5207959" y="1835702"/>
            <a:ext cx="264924" cy="341167"/>
          </a:xfrm>
          <a:custGeom>
            <a:avLst/>
            <a:gdLst/>
            <a:ahLst/>
            <a:cxnLst/>
            <a:rect l="l" t="t" r="r" b="b"/>
            <a:pathLst>
              <a:path w="436880" h="562609" extrusionOk="0">
                <a:moveTo>
                  <a:pt x="48172" y="0"/>
                </a:moveTo>
                <a:lnTo>
                  <a:pt x="33702" y="4943"/>
                </a:lnTo>
                <a:lnTo>
                  <a:pt x="21202" y="15178"/>
                </a:lnTo>
                <a:lnTo>
                  <a:pt x="12969" y="28783"/>
                </a:lnTo>
                <a:lnTo>
                  <a:pt x="10092" y="43901"/>
                </a:lnTo>
                <a:lnTo>
                  <a:pt x="12626" y="59304"/>
                </a:lnTo>
                <a:lnTo>
                  <a:pt x="20626" y="73763"/>
                </a:lnTo>
                <a:lnTo>
                  <a:pt x="24741" y="78957"/>
                </a:lnTo>
                <a:lnTo>
                  <a:pt x="29631" y="83564"/>
                </a:lnTo>
                <a:lnTo>
                  <a:pt x="225845" y="278029"/>
                </a:lnTo>
                <a:lnTo>
                  <a:pt x="241153" y="293704"/>
                </a:lnTo>
                <a:lnTo>
                  <a:pt x="240462" y="297630"/>
                </a:lnTo>
                <a:lnTo>
                  <a:pt x="229290" y="307588"/>
                </a:lnTo>
                <a:lnTo>
                  <a:pt x="56315" y="450347"/>
                </a:lnTo>
                <a:lnTo>
                  <a:pt x="34892" y="468296"/>
                </a:lnTo>
                <a:lnTo>
                  <a:pt x="13799" y="486619"/>
                </a:lnTo>
                <a:lnTo>
                  <a:pt x="4096" y="499263"/>
                </a:lnTo>
                <a:lnTo>
                  <a:pt x="0" y="513849"/>
                </a:lnTo>
                <a:lnTo>
                  <a:pt x="1331" y="528906"/>
                </a:lnTo>
                <a:lnTo>
                  <a:pt x="7914" y="542963"/>
                </a:lnTo>
                <a:lnTo>
                  <a:pt x="18900" y="554220"/>
                </a:lnTo>
                <a:lnTo>
                  <a:pt x="32366" y="560874"/>
                </a:lnTo>
                <a:lnTo>
                  <a:pt x="47273" y="562541"/>
                </a:lnTo>
                <a:lnTo>
                  <a:pt x="62583" y="558837"/>
                </a:lnTo>
                <a:lnTo>
                  <a:pt x="396080" y="365974"/>
                </a:lnTo>
                <a:lnTo>
                  <a:pt x="425010" y="339061"/>
                </a:lnTo>
                <a:lnTo>
                  <a:pt x="436278" y="301295"/>
                </a:lnTo>
                <a:lnTo>
                  <a:pt x="433457" y="283755"/>
                </a:lnTo>
                <a:lnTo>
                  <a:pt x="404646" y="241821"/>
                </a:lnTo>
                <a:lnTo>
                  <a:pt x="112520" y="30788"/>
                </a:lnTo>
                <a:lnTo>
                  <a:pt x="78928" y="7430"/>
                </a:lnTo>
                <a:lnTo>
                  <a:pt x="63588" y="708"/>
                </a:lnTo>
                <a:lnTo>
                  <a:pt x="48172" y="0"/>
                </a:lnTo>
                <a:close/>
              </a:path>
            </a:pathLst>
          </a:custGeom>
          <a:solidFill>
            <a:srgbClr val="33B9A0"/>
          </a:solidFill>
          <a:ln>
            <a:noFill/>
          </a:ln>
        </p:spPr>
        <p:txBody>
          <a:bodyPr spcFirstLastPara="1" wrap="square" lIns="0" tIns="0" rIns="0" bIns="0" anchor="t" anchorCtr="0">
            <a:noAutofit/>
          </a:bodyPr>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1092"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 name="TextBox 31">
            <a:extLst>
              <a:ext uri="{FF2B5EF4-FFF2-40B4-BE49-F238E27FC236}">
                <a16:creationId xmlns:a16="http://schemas.microsoft.com/office/drawing/2014/main" id="{2CED28E1-2D37-50BF-B752-30AD02348360}"/>
              </a:ext>
            </a:extLst>
          </p:cNvPr>
          <p:cNvSpPr txBox="1"/>
          <p:nvPr/>
        </p:nvSpPr>
        <p:spPr>
          <a:xfrm>
            <a:off x="-274894" y="2564208"/>
            <a:ext cx="6325327" cy="531492"/>
          </a:xfrm>
          <a:prstGeom prst="rect">
            <a:avLst/>
          </a:prstGeom>
          <a:noFill/>
        </p:spPr>
        <p:txBody>
          <a:bodyPr wrap="square">
            <a:spAutoFit/>
          </a:bodyPr>
          <a:lstStyle/>
          <a:p>
            <a:pPr marL="0" marR="0" lvl="0" indent="0" algn="r" defTabSz="554492" rtl="0" eaLnBrk="1" fontAlgn="auto" latinLnBrk="0" hangingPunct="1">
              <a:lnSpc>
                <a:spcPct val="200000"/>
              </a:lnSpc>
              <a:spcBef>
                <a:spcPts val="0"/>
              </a:spcBef>
              <a:spcAft>
                <a:spcPts val="0"/>
              </a:spcAft>
              <a:buClrTx/>
              <a:buSzTx/>
              <a:buFontTx/>
              <a:buNone/>
              <a:tabLst/>
              <a:defRPr/>
            </a:pPr>
            <a:r>
              <a:rPr kumimoji="0" lang="ar-EG" sz="1698" b="0" i="0" u="none" strike="noStrike" kern="0" cap="none" spc="0" normalizeH="0" baseline="0" noProof="0" dirty="0">
                <a:ln>
                  <a:noFill/>
                </a:ln>
                <a:solidFill>
                  <a:srgbClr val="33B9A0"/>
                </a:solidFill>
                <a:effectLst/>
                <a:uLnTx/>
                <a:uFillTx/>
                <a:latin typeface="Neo Sans Arabic" panose="020B0504030504040204" pitchFamily="34" charset="-78"/>
                <a:ea typeface="+mn-ea"/>
                <a:cs typeface="Neo Sans Arabic" panose="020B0504030504040204" pitchFamily="34" charset="-78"/>
              </a:rPr>
              <a:t>مكافحة المعلومات المضللة والتحيز الإعلامي</a:t>
            </a:r>
          </a:p>
        </p:txBody>
      </p:sp>
    </p:spTree>
    <p:extLst>
      <p:ext uri="{BB962C8B-B14F-4D97-AF65-F5344CB8AC3E}">
        <p14:creationId xmlns:p14="http://schemas.microsoft.com/office/powerpoint/2010/main" val="2703706382"/>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F819086-FA83-C6D4-C660-21FE67F8292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6C58CC8-5BA1-623F-4E8B-9C7A86E9B8C1}"/>
              </a:ext>
            </a:extLst>
          </p:cNvPr>
          <p:cNvSpPr/>
          <p:nvPr/>
        </p:nvSpPr>
        <p:spPr>
          <a:xfrm>
            <a:off x="429" y="3"/>
            <a:ext cx="12191145"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3C8087"/>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3" name="object 3">
            <a:extLst>
              <a:ext uri="{FF2B5EF4-FFF2-40B4-BE49-F238E27FC236}">
                <a16:creationId xmlns:a16="http://schemas.microsoft.com/office/drawing/2014/main" id="{79EEE4F3-8032-0EFA-92FB-2ADD0AA56E21}"/>
              </a:ext>
            </a:extLst>
          </p:cNvPr>
          <p:cNvPicPr/>
          <p:nvPr/>
        </p:nvPicPr>
        <p:blipFill>
          <a:blip r:embed="rId3" cstate="print"/>
          <a:stretch>
            <a:fillRect/>
          </a:stretch>
        </p:blipFill>
        <p:spPr>
          <a:xfrm>
            <a:off x="429" y="-9523"/>
            <a:ext cx="12191144" cy="6876567"/>
          </a:xfrm>
          <a:prstGeom prst="rect">
            <a:avLst/>
          </a:prstGeom>
        </p:spPr>
      </p:pic>
      <p:sp>
        <p:nvSpPr>
          <p:cNvPr id="15" name="Rectangle: Rounded Corners 14">
            <a:extLst>
              <a:ext uri="{FF2B5EF4-FFF2-40B4-BE49-F238E27FC236}">
                <a16:creationId xmlns:a16="http://schemas.microsoft.com/office/drawing/2014/main" id="{C1747D68-8087-449D-1936-234A56B1BBC8}"/>
              </a:ext>
            </a:extLst>
          </p:cNvPr>
          <p:cNvSpPr/>
          <p:nvPr/>
        </p:nvSpPr>
        <p:spPr>
          <a:xfrm>
            <a:off x="655880" y="1774748"/>
            <a:ext cx="9749758" cy="3216087"/>
          </a:xfrm>
          <a:prstGeom prst="roundRect">
            <a:avLst/>
          </a:prstGeom>
          <a:solidFill>
            <a:srgbClr val="0053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prstClr val="white"/>
              </a:solidFill>
              <a:effectLst/>
              <a:uLnTx/>
              <a:uFillTx/>
              <a:latin typeface="Calibri"/>
              <a:ea typeface="+mn-ea"/>
              <a:cs typeface="+mn-cs"/>
            </a:endParaRPr>
          </a:p>
        </p:txBody>
      </p:sp>
      <p:pic>
        <p:nvPicPr>
          <p:cNvPr id="5" name="Picture 4" descr="A black background with white text and a question mark&#10;&#10;AI-generated content may be incorrect.">
            <a:extLst>
              <a:ext uri="{FF2B5EF4-FFF2-40B4-BE49-F238E27FC236}">
                <a16:creationId xmlns:a16="http://schemas.microsoft.com/office/drawing/2014/main" id="{CEACDCC1-CB91-9DB5-414F-E38ED93CF33E}"/>
              </a:ext>
            </a:extLst>
          </p:cNvPr>
          <p:cNvPicPr>
            <a:picLocks noChangeAspect="1"/>
          </p:cNvPicPr>
          <p:nvPr/>
        </p:nvPicPr>
        <p:blipFill>
          <a:blip r:embed="rId4">
            <a:extLst>
              <a:ext uri="{28A0092B-C50C-407E-A947-70E740481C1C}">
                <a14:useLocalDpi xmlns:a14="http://schemas.microsoft.com/office/drawing/2010/main" val="0"/>
              </a:ext>
            </a:extLst>
          </a:blip>
          <a:srcRect l="68262" r="2979"/>
          <a:stretch/>
        </p:blipFill>
        <p:spPr>
          <a:xfrm>
            <a:off x="7118427" y="-46208"/>
            <a:ext cx="3287211" cy="6858000"/>
          </a:xfrm>
          <a:prstGeom prst="rect">
            <a:avLst/>
          </a:prstGeom>
        </p:spPr>
      </p:pic>
      <p:sp>
        <p:nvSpPr>
          <p:cNvPr id="6" name="TextBox 5">
            <a:extLst>
              <a:ext uri="{FF2B5EF4-FFF2-40B4-BE49-F238E27FC236}">
                <a16:creationId xmlns:a16="http://schemas.microsoft.com/office/drawing/2014/main" id="{D213EB65-9508-0176-0978-C6A222E500F1}"/>
              </a:ext>
            </a:extLst>
          </p:cNvPr>
          <p:cNvSpPr txBox="1"/>
          <p:nvPr/>
        </p:nvSpPr>
        <p:spPr>
          <a:xfrm>
            <a:off x="340659" y="2562734"/>
            <a:ext cx="5912160" cy="1620187"/>
          </a:xfrm>
          <a:prstGeom prst="rect">
            <a:avLst/>
          </a:prstGeom>
          <a:noFill/>
        </p:spPr>
        <p:txBody>
          <a:bodyPr wrap="square">
            <a:spAutoFit/>
          </a:bodyPr>
          <a:lstStyle/>
          <a:p>
            <a:pPr marL="0" marR="0" lvl="0" indent="0" algn="ctr" defTabSz="554492" rtl="0" eaLnBrk="1" fontAlgn="auto" latinLnBrk="0" hangingPunct="1">
              <a:lnSpc>
                <a:spcPct val="150000"/>
              </a:lnSpc>
              <a:spcBef>
                <a:spcPts val="0"/>
              </a:spcBef>
              <a:spcAft>
                <a:spcPts val="0"/>
              </a:spcAft>
              <a:buClrTx/>
              <a:buSzTx/>
              <a:buFontTx/>
              <a:buNone/>
              <a:tabLst/>
              <a:defRPr/>
            </a:pPr>
            <a:r>
              <a:rPr kumimoji="0" lang="ar-EG" sz="3500" b="1" i="0" u="none" strike="noStrike" kern="1200" cap="none" spc="0" normalizeH="0" baseline="0" noProof="0" dirty="0">
                <a:ln>
                  <a:noFill/>
                </a:ln>
                <a:solidFill>
                  <a:prstClr val="white"/>
                </a:solidFill>
                <a:effectLst/>
                <a:uLnTx/>
                <a:uFillTx/>
                <a:latin typeface="Neo Sans Arabic Bold" panose="020B0804030504040204" pitchFamily="34" charset="-78"/>
                <a:cs typeface="Neo Sans Arabic Bold" panose="020B0804030504040204" pitchFamily="34" charset="-78"/>
              </a:rPr>
              <a:t>لماذا تعد المعلومات المضللة خطرة على المجتمع؟</a:t>
            </a:r>
            <a:endParaRPr kumimoji="0" lang="en-GB" sz="3500" b="0" i="0" u="none" strike="noStrike" kern="0" cap="none" spc="0" normalizeH="0" baseline="0" noProof="0" dirty="0">
              <a:ln>
                <a:noFill/>
              </a:ln>
              <a:solidFill>
                <a:prstClr val="white"/>
              </a:solidFill>
              <a:effectLst/>
              <a:uLnTx/>
              <a:uFillTx/>
              <a:latin typeface="Neo Sans Arabic Bold" panose="020B0804030504040204" pitchFamily="34" charset="-78"/>
              <a:cs typeface="Neo Sans Arabic Bold" panose="020B0804030504040204" pitchFamily="34" charset="-78"/>
            </a:endParaRPr>
          </a:p>
        </p:txBody>
      </p:sp>
      <p:pic>
        <p:nvPicPr>
          <p:cNvPr id="4" name="object 6">
            <a:extLst>
              <a:ext uri="{FF2B5EF4-FFF2-40B4-BE49-F238E27FC236}">
                <a16:creationId xmlns:a16="http://schemas.microsoft.com/office/drawing/2014/main" id="{B9A5D279-A442-28B7-7FEF-5CB3B96D0AD0}"/>
              </a:ext>
            </a:extLst>
          </p:cNvPr>
          <p:cNvPicPr/>
          <p:nvPr/>
        </p:nvPicPr>
        <p:blipFill>
          <a:blip r:embed="rId5" cstate="print"/>
          <a:stretch>
            <a:fillRect/>
          </a:stretch>
        </p:blipFill>
        <p:spPr>
          <a:xfrm>
            <a:off x="10289897" y="154911"/>
            <a:ext cx="1633614" cy="944684"/>
          </a:xfrm>
          <a:prstGeom prst="rect">
            <a:avLst/>
          </a:prstGeom>
        </p:spPr>
      </p:pic>
    </p:spTree>
    <p:extLst>
      <p:ext uri="{BB962C8B-B14F-4D97-AF65-F5344CB8AC3E}">
        <p14:creationId xmlns:p14="http://schemas.microsoft.com/office/powerpoint/2010/main" val="3566366217"/>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6B14EC9-2B49-B858-6C35-710F0BDE6A89}"/>
            </a:ext>
          </a:extLst>
        </p:cNvPr>
        <p:cNvGrpSpPr/>
        <p:nvPr/>
      </p:nvGrpSpPr>
      <p:grpSpPr>
        <a:xfrm>
          <a:off x="0" y="0"/>
          <a:ext cx="0" cy="0"/>
          <a:chOff x="0" y="0"/>
          <a:chExt cx="0" cy="0"/>
        </a:xfrm>
      </p:grpSpPr>
      <p:sp>
        <p:nvSpPr>
          <p:cNvPr id="80" name="Freeform 72">
            <a:extLst>
              <a:ext uri="{FF2B5EF4-FFF2-40B4-BE49-F238E27FC236}">
                <a16:creationId xmlns:a16="http://schemas.microsoft.com/office/drawing/2014/main" id="{E9E3987F-E2D3-A8C8-2F27-C3D8DF4BFDAC}"/>
              </a:ext>
            </a:extLst>
          </p:cNvPr>
          <p:cNvSpPr/>
          <p:nvPr/>
        </p:nvSpPr>
        <p:spPr>
          <a:xfrm flipV="1">
            <a:off x="3798835" y="4819934"/>
            <a:ext cx="1467867" cy="725694"/>
          </a:xfrm>
          <a:custGeom>
            <a:avLst/>
            <a:gdLst>
              <a:gd name="connsiteX0" fmla="*/ 1304925 w 1304925"/>
              <a:gd name="connsiteY0" fmla="*/ 638175 h 638175"/>
              <a:gd name="connsiteX1" fmla="*/ 704850 w 1304925"/>
              <a:gd name="connsiteY1" fmla="*/ 0 h 638175"/>
              <a:gd name="connsiteX2" fmla="*/ 0 w 1304925"/>
              <a:gd name="connsiteY2" fmla="*/ 0 h 638175"/>
            </a:gdLst>
            <a:ahLst/>
            <a:cxnLst>
              <a:cxn ang="0">
                <a:pos x="connsiteX0" y="connsiteY0"/>
              </a:cxn>
              <a:cxn ang="0">
                <a:pos x="connsiteX1" y="connsiteY1"/>
              </a:cxn>
              <a:cxn ang="0">
                <a:pos x="connsiteX2" y="connsiteY2"/>
              </a:cxn>
            </a:cxnLst>
            <a:rect l="l" t="t" r="r" b="b"/>
            <a:pathLst>
              <a:path w="1304925" h="638175">
                <a:moveTo>
                  <a:pt x="1304925" y="638175"/>
                </a:moveTo>
                <a:lnTo>
                  <a:pt x="704850" y="0"/>
                </a:lnTo>
                <a:lnTo>
                  <a:pt x="0" y="0"/>
                </a:lnTo>
              </a:path>
            </a:pathLst>
          </a:custGeom>
          <a:ln w="19050">
            <a:solidFill>
              <a:srgbClr val="11465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59" name="Freeform 29">
            <a:extLst>
              <a:ext uri="{FF2B5EF4-FFF2-40B4-BE49-F238E27FC236}">
                <a16:creationId xmlns:a16="http://schemas.microsoft.com/office/drawing/2014/main" id="{CC1C0C85-E13A-8501-71A5-BF5522229DDB}"/>
              </a:ext>
            </a:extLst>
          </p:cNvPr>
          <p:cNvSpPr/>
          <p:nvPr/>
        </p:nvSpPr>
        <p:spPr>
          <a:xfrm>
            <a:off x="3798834" y="2293796"/>
            <a:ext cx="1467868" cy="688820"/>
          </a:xfrm>
          <a:custGeom>
            <a:avLst/>
            <a:gdLst>
              <a:gd name="connsiteX0" fmla="*/ 1304925 w 1304925"/>
              <a:gd name="connsiteY0" fmla="*/ 638175 h 638175"/>
              <a:gd name="connsiteX1" fmla="*/ 704850 w 1304925"/>
              <a:gd name="connsiteY1" fmla="*/ 0 h 638175"/>
              <a:gd name="connsiteX2" fmla="*/ 0 w 1304925"/>
              <a:gd name="connsiteY2" fmla="*/ 0 h 638175"/>
            </a:gdLst>
            <a:ahLst/>
            <a:cxnLst>
              <a:cxn ang="0">
                <a:pos x="connsiteX0" y="connsiteY0"/>
              </a:cxn>
              <a:cxn ang="0">
                <a:pos x="connsiteX1" y="connsiteY1"/>
              </a:cxn>
              <a:cxn ang="0">
                <a:pos x="connsiteX2" y="connsiteY2"/>
              </a:cxn>
            </a:cxnLst>
            <a:rect l="l" t="t" r="r" b="b"/>
            <a:pathLst>
              <a:path w="1304925" h="638175">
                <a:moveTo>
                  <a:pt x="1304925" y="638175"/>
                </a:moveTo>
                <a:lnTo>
                  <a:pt x="704850" y="0"/>
                </a:lnTo>
                <a:lnTo>
                  <a:pt x="0" y="0"/>
                </a:lnTo>
              </a:path>
            </a:pathLst>
          </a:custGeom>
          <a:ln w="19050">
            <a:solidFill>
              <a:srgbClr val="11465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pic>
        <p:nvPicPr>
          <p:cNvPr id="8" name="object 8">
            <a:extLst>
              <a:ext uri="{FF2B5EF4-FFF2-40B4-BE49-F238E27FC236}">
                <a16:creationId xmlns:a16="http://schemas.microsoft.com/office/drawing/2014/main" id="{F3E7BE82-1B17-B773-C754-31655F37CEE5}"/>
              </a:ext>
            </a:extLst>
          </p:cNvPr>
          <p:cNvPicPr/>
          <p:nvPr/>
        </p:nvPicPr>
        <p:blipFill>
          <a:blip r:embed="rId3" cstate="print"/>
          <a:stretch>
            <a:fillRect/>
          </a:stretch>
        </p:blipFill>
        <p:spPr>
          <a:xfrm>
            <a:off x="3714988" y="6453522"/>
            <a:ext cx="289105" cy="150624"/>
          </a:xfrm>
          <a:prstGeom prst="rect">
            <a:avLst/>
          </a:prstGeom>
        </p:spPr>
      </p:pic>
      <p:sp>
        <p:nvSpPr>
          <p:cNvPr id="32" name="TextBox 31">
            <a:extLst>
              <a:ext uri="{FF2B5EF4-FFF2-40B4-BE49-F238E27FC236}">
                <a16:creationId xmlns:a16="http://schemas.microsoft.com/office/drawing/2014/main" id="{38AE13CF-D07C-3192-04C0-BA3827EB4371}"/>
              </a:ext>
            </a:extLst>
          </p:cNvPr>
          <p:cNvSpPr txBox="1"/>
          <p:nvPr/>
        </p:nvSpPr>
        <p:spPr>
          <a:xfrm>
            <a:off x="355123" y="1939853"/>
            <a:ext cx="2279496" cy="707886"/>
          </a:xfrm>
          <a:prstGeom prst="rect">
            <a:avLst/>
          </a:prstGeom>
          <a:noFill/>
        </p:spPr>
        <p:txBody>
          <a:bodyPr wrap="square" lIns="0" rIns="0" rtlCol="0" anchor="b">
            <a:spAutoFit/>
          </a:bodyPr>
          <a:lstStyle/>
          <a:p>
            <a:pPr lvl="0" algn="ctr" defTabSz="554492">
              <a:defRPr/>
            </a:pPr>
            <a:r>
              <a:rPr lang="ar-EG" sz="2000" dirty="0">
                <a:solidFill>
                  <a:srgbClr val="114653"/>
                </a:solidFill>
                <a:latin typeface="Neo Sans Arabic" panose="020B0504030504040204" pitchFamily="34" charset="-78"/>
                <a:ea typeface="Times New Roman" panose="02020603050405020304" pitchFamily="18" charset="0"/>
                <a:cs typeface="Neo Sans Arabic" panose="020B0504030504040204" pitchFamily="34" charset="-78"/>
              </a:rPr>
              <a:t>حماية الأمن الوطني والمجتمعي</a:t>
            </a:r>
            <a:endParaRPr kumimoji="0" lang="en-US" sz="2000" b="0" i="0" u="none" strike="noStrike" kern="0" cap="none" spc="0" normalizeH="0" baseline="0" noProof="1">
              <a:ln>
                <a:noFill/>
              </a:ln>
              <a:solidFill>
                <a:srgbClr val="114653"/>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262A42DD-A032-765E-BFFA-5FAF6DF2B4C4}"/>
              </a:ext>
            </a:extLst>
          </p:cNvPr>
          <p:cNvSpPr txBox="1"/>
          <p:nvPr/>
        </p:nvSpPr>
        <p:spPr>
          <a:xfrm>
            <a:off x="9398183" y="5334306"/>
            <a:ext cx="2460744" cy="400110"/>
          </a:xfrm>
          <a:prstGeom prst="rect">
            <a:avLst/>
          </a:prstGeom>
          <a:noFill/>
        </p:spPr>
        <p:txBody>
          <a:bodyPr wrap="square" lIns="0" rIns="0" rtlCol="0" anchor="b">
            <a:spAutoFit/>
          </a:bodyPr>
          <a:lstStyle/>
          <a:p>
            <a:pPr lvl="0" algn="ctr" defTabSz="554492">
              <a:defRPr/>
            </a:pPr>
            <a:r>
              <a:rPr lang="ar-EG" sz="2000" dirty="0">
                <a:solidFill>
                  <a:srgbClr val="114653"/>
                </a:solidFill>
                <a:latin typeface="Neo Sans Arabic" panose="020B0504030504040204" pitchFamily="34" charset="-78"/>
                <a:ea typeface="Times New Roman" panose="02020603050405020304" pitchFamily="18" charset="0"/>
                <a:cs typeface="Neo Sans Arabic" panose="020B0504030504040204" pitchFamily="34" charset="-78"/>
              </a:rPr>
              <a:t>منع انتشار الشائعات</a:t>
            </a:r>
            <a:endParaRPr kumimoji="0" lang="en-US" sz="2000" b="0" i="0" u="none" strike="noStrike" kern="0" cap="none" spc="0" normalizeH="0" baseline="0" noProof="1">
              <a:ln>
                <a:noFill/>
              </a:ln>
              <a:solidFill>
                <a:srgbClr val="114653"/>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1F73F2A7-6A59-F207-B4C1-1D26E879CA83}"/>
              </a:ext>
            </a:extLst>
          </p:cNvPr>
          <p:cNvSpPr txBox="1"/>
          <p:nvPr/>
        </p:nvSpPr>
        <p:spPr>
          <a:xfrm>
            <a:off x="92909" y="5334306"/>
            <a:ext cx="2803924" cy="400110"/>
          </a:xfrm>
          <a:prstGeom prst="rect">
            <a:avLst/>
          </a:prstGeom>
          <a:noFill/>
        </p:spPr>
        <p:txBody>
          <a:bodyPr wrap="square" lIns="0" rIns="0" rtlCol="0" anchor="b">
            <a:spAutoFit/>
          </a:bodyPr>
          <a:lstStyle/>
          <a:p>
            <a:pPr lvl="0" algn="ctr" defTabSz="554492">
              <a:defRPr/>
            </a:pPr>
            <a:r>
              <a:rPr lang="ar-EG" sz="2000" dirty="0">
                <a:solidFill>
                  <a:srgbClr val="114653"/>
                </a:solidFill>
                <a:latin typeface="Neo Sans Arabic" panose="020B0504030504040204" pitchFamily="34" charset="-78"/>
                <a:ea typeface="Times New Roman" panose="02020603050405020304" pitchFamily="18" charset="0"/>
                <a:cs typeface="Neo Sans Arabic" panose="020B0504030504040204" pitchFamily="34" charset="-78"/>
              </a:rPr>
              <a:t>تعزيز الوعي الإعلامي</a:t>
            </a:r>
            <a:endParaRPr kumimoji="0" lang="en-US" sz="2000" b="0" i="0" u="none" strike="noStrike" kern="0" cap="none" spc="0" normalizeH="0" baseline="0" noProof="1">
              <a:ln>
                <a:noFill/>
              </a:ln>
              <a:solidFill>
                <a:srgbClr val="114653"/>
              </a:solidFill>
              <a:effectLst/>
              <a:uLnTx/>
              <a:uFillTx/>
              <a:latin typeface="Calibri" panose="020F0502020204030204"/>
              <a:ea typeface="+mn-ea"/>
              <a:cs typeface="+mn-cs"/>
            </a:endParaRPr>
          </a:p>
        </p:txBody>
      </p:sp>
      <p:grpSp>
        <p:nvGrpSpPr>
          <p:cNvPr id="2" name="Group 1">
            <a:extLst>
              <a:ext uri="{FF2B5EF4-FFF2-40B4-BE49-F238E27FC236}">
                <a16:creationId xmlns:a16="http://schemas.microsoft.com/office/drawing/2014/main" id="{82B101B3-0E70-AB2B-5B87-C00E78BBC6F1}"/>
              </a:ext>
            </a:extLst>
          </p:cNvPr>
          <p:cNvGrpSpPr/>
          <p:nvPr/>
        </p:nvGrpSpPr>
        <p:grpSpPr>
          <a:xfrm>
            <a:off x="309401" y="284483"/>
            <a:ext cx="11573197" cy="762309"/>
            <a:chOff x="545739" y="284483"/>
            <a:chExt cx="11573197" cy="762309"/>
          </a:xfrm>
        </p:grpSpPr>
        <p:pic>
          <p:nvPicPr>
            <p:cNvPr id="6" name="Picture 5">
              <a:extLst>
                <a:ext uri="{FF2B5EF4-FFF2-40B4-BE49-F238E27FC236}">
                  <a16:creationId xmlns:a16="http://schemas.microsoft.com/office/drawing/2014/main" id="{00A9D3A4-A676-081D-0A6C-120EAABCC3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66541" y="284483"/>
              <a:ext cx="7735824" cy="557434"/>
            </a:xfrm>
            <a:prstGeom prst="rect">
              <a:avLst/>
            </a:prstGeom>
          </p:spPr>
        </p:pic>
        <p:sp>
          <p:nvSpPr>
            <p:cNvPr id="7" name="Text Placeholder 1">
              <a:extLst>
                <a:ext uri="{FF2B5EF4-FFF2-40B4-BE49-F238E27FC236}">
                  <a16:creationId xmlns:a16="http://schemas.microsoft.com/office/drawing/2014/main" id="{9104D263-AEB2-5061-B476-493AE77EBC49}"/>
                </a:ext>
              </a:extLst>
            </p:cNvPr>
            <p:cNvSpPr txBox="1">
              <a:spLocks/>
            </p:cNvSpPr>
            <p:nvPr/>
          </p:nvSpPr>
          <p:spPr>
            <a:xfrm>
              <a:off x="545739" y="322545"/>
              <a:ext cx="11573197" cy="724247"/>
            </a:xfrm>
            <a:prstGeom prst="rect">
              <a:avLst/>
            </a:prstGeom>
          </p:spPr>
          <p:txBody>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algn="ctr" rtl="1"/>
              <a:r>
                <a:rPr lang="ar-EG" sz="2400" kern="0" dirty="0">
                  <a:solidFill>
                    <a:schemeClr val="bg1"/>
                  </a:solidFill>
                  <a:latin typeface="Neo Sans Arabic Bold" panose="020B0804030504040204" pitchFamily="34" charset="-78"/>
                  <a:cs typeface="Neo Sans Arabic Bold" panose="020B0804030504040204" pitchFamily="34" charset="-78"/>
                </a:rPr>
                <a:t>أهمية مكافحة المعلومات المضللة</a:t>
              </a:r>
            </a:p>
          </p:txBody>
        </p:sp>
      </p:grpSp>
      <p:sp>
        <p:nvSpPr>
          <p:cNvPr id="13" name="TextBox 12">
            <a:extLst>
              <a:ext uri="{FF2B5EF4-FFF2-40B4-BE49-F238E27FC236}">
                <a16:creationId xmlns:a16="http://schemas.microsoft.com/office/drawing/2014/main" id="{580630CC-C2F4-223E-124E-8D513F645DCF}"/>
              </a:ext>
            </a:extLst>
          </p:cNvPr>
          <p:cNvSpPr txBox="1"/>
          <p:nvPr/>
        </p:nvSpPr>
        <p:spPr>
          <a:xfrm>
            <a:off x="9531200" y="1848388"/>
            <a:ext cx="2194709" cy="707886"/>
          </a:xfrm>
          <a:prstGeom prst="rect">
            <a:avLst/>
          </a:prstGeom>
          <a:noFill/>
        </p:spPr>
        <p:txBody>
          <a:bodyPr wrap="square" lIns="0" rIns="0" rtlCol="0" anchor="b">
            <a:spAutoFit/>
          </a:bodyPr>
          <a:lstStyle/>
          <a:p>
            <a:pPr lvl="0" algn="ctr" defTabSz="554492">
              <a:defRPr/>
            </a:pPr>
            <a:r>
              <a:rPr lang="ar-EG" sz="2000" dirty="0">
                <a:solidFill>
                  <a:srgbClr val="114653"/>
                </a:solidFill>
                <a:latin typeface="Neo Sans Arabic" panose="020B0504030504040204" pitchFamily="34" charset="-78"/>
                <a:ea typeface="Times New Roman" panose="02020603050405020304" pitchFamily="18" charset="0"/>
                <a:cs typeface="Neo Sans Arabic" panose="020B0504030504040204" pitchFamily="34" charset="-78"/>
              </a:rPr>
              <a:t>الحفاظ على الثقة في الإعلام</a:t>
            </a:r>
            <a:endParaRPr kumimoji="0" lang="en-US" sz="2000" b="0" i="0" u="none" strike="noStrike" kern="0" cap="none" spc="0" normalizeH="0" baseline="0" noProof="1">
              <a:ln>
                <a:noFill/>
              </a:ln>
              <a:solidFill>
                <a:srgbClr val="114653"/>
              </a:solidFill>
              <a:effectLst/>
              <a:uLnTx/>
              <a:uFillTx/>
              <a:latin typeface="Calibri" panose="020F0502020204030204"/>
              <a:ea typeface="+mn-ea"/>
              <a:cs typeface="+mn-cs"/>
            </a:endParaRPr>
          </a:p>
        </p:txBody>
      </p:sp>
      <p:sp>
        <p:nvSpPr>
          <p:cNvPr id="58" name="Freeform 70">
            <a:extLst>
              <a:ext uri="{FF2B5EF4-FFF2-40B4-BE49-F238E27FC236}">
                <a16:creationId xmlns:a16="http://schemas.microsoft.com/office/drawing/2014/main" id="{667F8562-DB71-C9B4-DAF6-5D018AE8D4B8}"/>
              </a:ext>
            </a:extLst>
          </p:cNvPr>
          <p:cNvSpPr/>
          <p:nvPr/>
        </p:nvSpPr>
        <p:spPr>
          <a:xfrm rot="10800000">
            <a:off x="6984684" y="4856807"/>
            <a:ext cx="1408483" cy="688820"/>
          </a:xfrm>
          <a:custGeom>
            <a:avLst/>
            <a:gdLst>
              <a:gd name="connsiteX0" fmla="*/ 1304925 w 1304925"/>
              <a:gd name="connsiteY0" fmla="*/ 638175 h 638175"/>
              <a:gd name="connsiteX1" fmla="*/ 704850 w 1304925"/>
              <a:gd name="connsiteY1" fmla="*/ 0 h 638175"/>
              <a:gd name="connsiteX2" fmla="*/ 0 w 1304925"/>
              <a:gd name="connsiteY2" fmla="*/ 0 h 638175"/>
            </a:gdLst>
            <a:ahLst/>
            <a:cxnLst>
              <a:cxn ang="0">
                <a:pos x="connsiteX0" y="connsiteY0"/>
              </a:cxn>
              <a:cxn ang="0">
                <a:pos x="connsiteX1" y="connsiteY1"/>
              </a:cxn>
              <a:cxn ang="0">
                <a:pos x="connsiteX2" y="connsiteY2"/>
              </a:cxn>
            </a:cxnLst>
            <a:rect l="l" t="t" r="r" b="b"/>
            <a:pathLst>
              <a:path w="1304925" h="638175">
                <a:moveTo>
                  <a:pt x="1304925" y="638175"/>
                </a:moveTo>
                <a:lnTo>
                  <a:pt x="704850" y="0"/>
                </a:lnTo>
                <a:lnTo>
                  <a:pt x="0" y="0"/>
                </a:lnTo>
              </a:path>
            </a:pathLst>
          </a:custGeom>
          <a:ln w="19050">
            <a:solidFill>
              <a:srgbClr val="11465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63" name="Oval 62">
            <a:extLst>
              <a:ext uri="{FF2B5EF4-FFF2-40B4-BE49-F238E27FC236}">
                <a16:creationId xmlns:a16="http://schemas.microsoft.com/office/drawing/2014/main" id="{B0435965-F001-A8FB-4A38-9807B569FAE4}"/>
              </a:ext>
            </a:extLst>
          </p:cNvPr>
          <p:cNvSpPr/>
          <p:nvPr/>
        </p:nvSpPr>
        <p:spPr>
          <a:xfrm>
            <a:off x="6787120" y="2777498"/>
            <a:ext cx="416686" cy="416686"/>
          </a:xfrm>
          <a:prstGeom prst="ellipse">
            <a:avLst/>
          </a:prstGeom>
          <a:solidFill>
            <a:srgbClr val="1146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4" name="Oval 63">
            <a:extLst>
              <a:ext uri="{FF2B5EF4-FFF2-40B4-BE49-F238E27FC236}">
                <a16:creationId xmlns:a16="http://schemas.microsoft.com/office/drawing/2014/main" id="{6475188E-1F31-1A5C-61F8-3C16AA69CF46}"/>
              </a:ext>
            </a:extLst>
          </p:cNvPr>
          <p:cNvSpPr/>
          <p:nvPr/>
        </p:nvSpPr>
        <p:spPr>
          <a:xfrm>
            <a:off x="6787120" y="4568008"/>
            <a:ext cx="416686" cy="416686"/>
          </a:xfrm>
          <a:prstGeom prst="ellipse">
            <a:avLst/>
          </a:prstGeom>
          <a:solidFill>
            <a:srgbClr val="1146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5" name="Oval 64">
            <a:extLst>
              <a:ext uri="{FF2B5EF4-FFF2-40B4-BE49-F238E27FC236}">
                <a16:creationId xmlns:a16="http://schemas.microsoft.com/office/drawing/2014/main" id="{CDB306B3-4EBC-387D-38BF-36472655CDE5}"/>
              </a:ext>
            </a:extLst>
          </p:cNvPr>
          <p:cNvSpPr/>
          <p:nvPr/>
        </p:nvSpPr>
        <p:spPr>
          <a:xfrm>
            <a:off x="5033564" y="4568008"/>
            <a:ext cx="416686" cy="416686"/>
          </a:xfrm>
          <a:prstGeom prst="ellipse">
            <a:avLst/>
          </a:prstGeom>
          <a:solidFill>
            <a:srgbClr val="1146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6" name="Oval 65">
            <a:extLst>
              <a:ext uri="{FF2B5EF4-FFF2-40B4-BE49-F238E27FC236}">
                <a16:creationId xmlns:a16="http://schemas.microsoft.com/office/drawing/2014/main" id="{79BD2F09-C489-0F94-6DFB-544280C2D951}"/>
              </a:ext>
            </a:extLst>
          </p:cNvPr>
          <p:cNvSpPr/>
          <p:nvPr/>
        </p:nvSpPr>
        <p:spPr>
          <a:xfrm>
            <a:off x="5033564" y="2777498"/>
            <a:ext cx="416686" cy="416686"/>
          </a:xfrm>
          <a:prstGeom prst="ellipse">
            <a:avLst/>
          </a:prstGeom>
          <a:solidFill>
            <a:srgbClr val="1146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9" name="Freeform 71">
            <a:extLst>
              <a:ext uri="{FF2B5EF4-FFF2-40B4-BE49-F238E27FC236}">
                <a16:creationId xmlns:a16="http://schemas.microsoft.com/office/drawing/2014/main" id="{2D74A638-0DD6-B1A6-AF31-11798339A7B3}"/>
              </a:ext>
            </a:extLst>
          </p:cNvPr>
          <p:cNvSpPr/>
          <p:nvPr/>
        </p:nvSpPr>
        <p:spPr>
          <a:xfrm rot="10800000" flipV="1">
            <a:off x="7002302" y="2293796"/>
            <a:ext cx="1390865" cy="725694"/>
          </a:xfrm>
          <a:custGeom>
            <a:avLst/>
            <a:gdLst>
              <a:gd name="connsiteX0" fmla="*/ 1304925 w 1304925"/>
              <a:gd name="connsiteY0" fmla="*/ 638175 h 638175"/>
              <a:gd name="connsiteX1" fmla="*/ 704850 w 1304925"/>
              <a:gd name="connsiteY1" fmla="*/ 0 h 638175"/>
              <a:gd name="connsiteX2" fmla="*/ 0 w 1304925"/>
              <a:gd name="connsiteY2" fmla="*/ 0 h 638175"/>
            </a:gdLst>
            <a:ahLst/>
            <a:cxnLst>
              <a:cxn ang="0">
                <a:pos x="connsiteX0" y="connsiteY0"/>
              </a:cxn>
              <a:cxn ang="0">
                <a:pos x="connsiteX1" y="connsiteY1"/>
              </a:cxn>
              <a:cxn ang="0">
                <a:pos x="connsiteX2" y="connsiteY2"/>
              </a:cxn>
            </a:cxnLst>
            <a:rect l="l" t="t" r="r" b="b"/>
            <a:pathLst>
              <a:path w="1304925" h="638175">
                <a:moveTo>
                  <a:pt x="1304925" y="638175"/>
                </a:moveTo>
                <a:lnTo>
                  <a:pt x="704850" y="0"/>
                </a:lnTo>
                <a:lnTo>
                  <a:pt x="0" y="0"/>
                </a:lnTo>
              </a:path>
            </a:pathLst>
          </a:custGeom>
          <a:ln w="19050">
            <a:solidFill>
              <a:srgbClr val="11465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grpSp>
        <p:nvGrpSpPr>
          <p:cNvPr id="94" name="Group 93">
            <a:extLst>
              <a:ext uri="{FF2B5EF4-FFF2-40B4-BE49-F238E27FC236}">
                <a16:creationId xmlns:a16="http://schemas.microsoft.com/office/drawing/2014/main" id="{E55B00A9-1805-7D44-614C-77894521643A}"/>
              </a:ext>
            </a:extLst>
          </p:cNvPr>
          <p:cNvGrpSpPr/>
          <p:nvPr/>
        </p:nvGrpSpPr>
        <p:grpSpPr>
          <a:xfrm>
            <a:off x="4870054" y="2660790"/>
            <a:ext cx="2460744" cy="2460744"/>
            <a:chOff x="4870054" y="2660790"/>
            <a:chExt cx="2460744" cy="2460744"/>
          </a:xfrm>
        </p:grpSpPr>
        <p:sp>
          <p:nvSpPr>
            <p:cNvPr id="60" name="Oval 59">
              <a:extLst>
                <a:ext uri="{FF2B5EF4-FFF2-40B4-BE49-F238E27FC236}">
                  <a16:creationId xmlns:a16="http://schemas.microsoft.com/office/drawing/2014/main" id="{BAB19A6B-D4C2-DE52-D0F1-BF610CF984AB}"/>
                </a:ext>
              </a:extLst>
            </p:cNvPr>
            <p:cNvSpPr/>
            <p:nvPr/>
          </p:nvSpPr>
          <p:spPr>
            <a:xfrm>
              <a:off x="4870054" y="2660790"/>
              <a:ext cx="2460744" cy="2460744"/>
            </a:xfrm>
            <a:prstGeom prst="ellipse">
              <a:avLst/>
            </a:prstGeom>
            <a:noFill/>
            <a:ln w="50800">
              <a:solidFill>
                <a:srgbClr val="11465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1" name="Oval 60">
              <a:extLst>
                <a:ext uri="{FF2B5EF4-FFF2-40B4-BE49-F238E27FC236}">
                  <a16:creationId xmlns:a16="http://schemas.microsoft.com/office/drawing/2014/main" id="{BCE103B9-8B61-B9CD-9631-E0497DA65BBF}"/>
                </a:ext>
              </a:extLst>
            </p:cNvPr>
            <p:cNvSpPr/>
            <p:nvPr/>
          </p:nvSpPr>
          <p:spPr>
            <a:xfrm>
              <a:off x="5116130" y="2906866"/>
              <a:ext cx="1968594" cy="1968594"/>
            </a:xfrm>
            <a:prstGeom prst="ellipse">
              <a:avLst/>
            </a:prstGeom>
            <a:noFill/>
            <a:ln w="50800">
              <a:solidFill>
                <a:srgbClr val="20849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2" name="Oval 61">
              <a:extLst>
                <a:ext uri="{FF2B5EF4-FFF2-40B4-BE49-F238E27FC236}">
                  <a16:creationId xmlns:a16="http://schemas.microsoft.com/office/drawing/2014/main" id="{AE651EF5-B12D-2E95-A039-1BAB09F4E130}"/>
                </a:ext>
              </a:extLst>
            </p:cNvPr>
            <p:cNvSpPr/>
            <p:nvPr/>
          </p:nvSpPr>
          <p:spPr>
            <a:xfrm>
              <a:off x="5362205" y="3152941"/>
              <a:ext cx="1476445" cy="1476445"/>
            </a:xfrm>
            <a:prstGeom prst="ellipse">
              <a:avLst/>
            </a:prstGeom>
            <a:noFill/>
            <a:ln w="50800">
              <a:solidFill>
                <a:srgbClr val="8DB7E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pic>
          <p:nvPicPr>
            <p:cNvPr id="93" name="Picture 92" descr="A computer screen with a paper and a bubble with a exclamation mark&#10;&#10;AI-generated content may be incorrect.">
              <a:extLst>
                <a:ext uri="{FF2B5EF4-FFF2-40B4-BE49-F238E27FC236}">
                  <a16:creationId xmlns:a16="http://schemas.microsoft.com/office/drawing/2014/main" id="{DE90905F-AE71-5CAF-917E-A3D60697AE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46796" y="3441959"/>
              <a:ext cx="898405" cy="898405"/>
            </a:xfrm>
            <a:prstGeom prst="rect">
              <a:avLst/>
            </a:prstGeom>
          </p:spPr>
        </p:pic>
      </p:grpSp>
      <p:grpSp>
        <p:nvGrpSpPr>
          <p:cNvPr id="97" name="Group 96">
            <a:extLst>
              <a:ext uri="{FF2B5EF4-FFF2-40B4-BE49-F238E27FC236}">
                <a16:creationId xmlns:a16="http://schemas.microsoft.com/office/drawing/2014/main" id="{676B4744-390C-4ABD-08BC-4BF6F2B47613}"/>
              </a:ext>
            </a:extLst>
          </p:cNvPr>
          <p:cNvGrpSpPr/>
          <p:nvPr/>
        </p:nvGrpSpPr>
        <p:grpSpPr>
          <a:xfrm>
            <a:off x="8403681" y="1791108"/>
            <a:ext cx="984297" cy="984297"/>
            <a:chOff x="8403681" y="1791108"/>
            <a:chExt cx="984297" cy="984297"/>
          </a:xfrm>
        </p:grpSpPr>
        <p:grpSp>
          <p:nvGrpSpPr>
            <p:cNvPr id="67" name="Group 66">
              <a:extLst>
                <a:ext uri="{FF2B5EF4-FFF2-40B4-BE49-F238E27FC236}">
                  <a16:creationId xmlns:a16="http://schemas.microsoft.com/office/drawing/2014/main" id="{E4ABD825-E7B0-101E-945C-CFB32138CB15}"/>
                </a:ext>
              </a:extLst>
            </p:cNvPr>
            <p:cNvGrpSpPr/>
            <p:nvPr/>
          </p:nvGrpSpPr>
          <p:grpSpPr>
            <a:xfrm>
              <a:off x="8403681" y="1791108"/>
              <a:ext cx="984297" cy="984297"/>
              <a:chOff x="6657557" y="1620255"/>
              <a:chExt cx="911927" cy="911927"/>
            </a:xfrm>
          </p:grpSpPr>
          <p:sp>
            <p:nvSpPr>
              <p:cNvPr id="68" name="Oval 67">
                <a:extLst>
                  <a:ext uri="{FF2B5EF4-FFF2-40B4-BE49-F238E27FC236}">
                    <a16:creationId xmlns:a16="http://schemas.microsoft.com/office/drawing/2014/main" id="{C481A4B4-D677-8711-61DF-75A466BD7012}"/>
                  </a:ext>
                </a:extLst>
              </p:cNvPr>
              <p:cNvSpPr/>
              <p:nvPr/>
            </p:nvSpPr>
            <p:spPr>
              <a:xfrm>
                <a:off x="6657557" y="1620255"/>
                <a:ext cx="911927" cy="911927"/>
              </a:xfrm>
              <a:prstGeom prst="ellipse">
                <a:avLst/>
              </a:prstGeom>
              <a:solidFill>
                <a:srgbClr val="165363">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69" name="Oval 68">
                <a:extLst>
                  <a:ext uri="{FF2B5EF4-FFF2-40B4-BE49-F238E27FC236}">
                    <a16:creationId xmlns:a16="http://schemas.microsoft.com/office/drawing/2014/main" id="{6E82C8EB-FE9A-B7CE-2731-9E0884D76FFE}"/>
                  </a:ext>
                </a:extLst>
              </p:cNvPr>
              <p:cNvSpPr/>
              <p:nvPr/>
            </p:nvSpPr>
            <p:spPr>
              <a:xfrm>
                <a:off x="6733551" y="1696249"/>
                <a:ext cx="759939" cy="759939"/>
              </a:xfrm>
              <a:prstGeom prst="ellipse">
                <a:avLst/>
              </a:prstGeom>
              <a:solidFill>
                <a:srgbClr val="1146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grpSp>
        <p:pic>
          <p:nvPicPr>
            <p:cNvPr id="96" name="Picture 95">
              <a:extLst>
                <a:ext uri="{FF2B5EF4-FFF2-40B4-BE49-F238E27FC236}">
                  <a16:creationId xmlns:a16="http://schemas.microsoft.com/office/drawing/2014/main" id="{DD1C9E25-C244-1372-9DBA-BC391849741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608349" y="1992536"/>
              <a:ext cx="570435" cy="570435"/>
            </a:xfrm>
            <a:prstGeom prst="rect">
              <a:avLst/>
            </a:prstGeom>
          </p:spPr>
        </p:pic>
      </p:grpSp>
      <p:grpSp>
        <p:nvGrpSpPr>
          <p:cNvPr id="100" name="Group 99">
            <a:extLst>
              <a:ext uri="{FF2B5EF4-FFF2-40B4-BE49-F238E27FC236}">
                <a16:creationId xmlns:a16="http://schemas.microsoft.com/office/drawing/2014/main" id="{E44C1FCB-857E-0F27-D347-02725C1CFC2B}"/>
              </a:ext>
            </a:extLst>
          </p:cNvPr>
          <p:cNvGrpSpPr/>
          <p:nvPr/>
        </p:nvGrpSpPr>
        <p:grpSpPr>
          <a:xfrm>
            <a:off x="8403681" y="5051020"/>
            <a:ext cx="984297" cy="984297"/>
            <a:chOff x="8403681" y="5051020"/>
            <a:chExt cx="984297" cy="984297"/>
          </a:xfrm>
        </p:grpSpPr>
        <p:grpSp>
          <p:nvGrpSpPr>
            <p:cNvPr id="76" name="그룹 2">
              <a:extLst>
                <a:ext uri="{FF2B5EF4-FFF2-40B4-BE49-F238E27FC236}">
                  <a16:creationId xmlns:a16="http://schemas.microsoft.com/office/drawing/2014/main" id="{7FD0455C-FA4C-4BC4-EF01-57F425659D30}"/>
                </a:ext>
              </a:extLst>
            </p:cNvPr>
            <p:cNvGrpSpPr/>
            <p:nvPr/>
          </p:nvGrpSpPr>
          <p:grpSpPr>
            <a:xfrm>
              <a:off x="8403681" y="5051020"/>
              <a:ext cx="984297" cy="984297"/>
              <a:chOff x="6609996" y="4624904"/>
              <a:chExt cx="911927" cy="911927"/>
            </a:xfrm>
          </p:grpSpPr>
          <p:sp>
            <p:nvSpPr>
              <p:cNvPr id="77" name="Oval 76">
                <a:extLst>
                  <a:ext uri="{FF2B5EF4-FFF2-40B4-BE49-F238E27FC236}">
                    <a16:creationId xmlns:a16="http://schemas.microsoft.com/office/drawing/2014/main" id="{B5AF1AC3-E412-39C8-195F-103063F38038}"/>
                  </a:ext>
                </a:extLst>
              </p:cNvPr>
              <p:cNvSpPr/>
              <p:nvPr/>
            </p:nvSpPr>
            <p:spPr>
              <a:xfrm>
                <a:off x="6609996" y="4624904"/>
                <a:ext cx="911927" cy="911927"/>
              </a:xfrm>
              <a:prstGeom prst="ellipse">
                <a:avLst/>
              </a:prstGeom>
              <a:solidFill>
                <a:srgbClr val="114653">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78" name="Oval 77">
                <a:extLst>
                  <a:ext uri="{FF2B5EF4-FFF2-40B4-BE49-F238E27FC236}">
                    <a16:creationId xmlns:a16="http://schemas.microsoft.com/office/drawing/2014/main" id="{98581254-8882-4675-2186-54447C91534F}"/>
                  </a:ext>
                </a:extLst>
              </p:cNvPr>
              <p:cNvSpPr/>
              <p:nvPr/>
            </p:nvSpPr>
            <p:spPr>
              <a:xfrm>
                <a:off x="6685990" y="4700898"/>
                <a:ext cx="759939" cy="759939"/>
              </a:xfrm>
              <a:prstGeom prst="ellipse">
                <a:avLst/>
              </a:prstGeom>
              <a:solidFill>
                <a:srgbClr val="114653"/>
              </a:solidFill>
              <a:ln>
                <a:solidFill>
                  <a:srgbClr val="16536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grpSp>
        <p:pic>
          <p:nvPicPr>
            <p:cNvPr id="99" name="Picture 98">
              <a:extLst>
                <a:ext uri="{FF2B5EF4-FFF2-40B4-BE49-F238E27FC236}">
                  <a16:creationId xmlns:a16="http://schemas.microsoft.com/office/drawing/2014/main" id="{B348E7B4-20C4-6BEE-2604-39118047A01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608349" y="5205698"/>
              <a:ext cx="565111" cy="565111"/>
            </a:xfrm>
            <a:prstGeom prst="rect">
              <a:avLst/>
            </a:prstGeom>
          </p:spPr>
        </p:pic>
      </p:grpSp>
      <p:grpSp>
        <p:nvGrpSpPr>
          <p:cNvPr id="103" name="Group 102">
            <a:extLst>
              <a:ext uri="{FF2B5EF4-FFF2-40B4-BE49-F238E27FC236}">
                <a16:creationId xmlns:a16="http://schemas.microsoft.com/office/drawing/2014/main" id="{0F1F2C7D-2396-4404-7742-402BF6B5A7DE}"/>
              </a:ext>
            </a:extLst>
          </p:cNvPr>
          <p:cNvGrpSpPr/>
          <p:nvPr/>
        </p:nvGrpSpPr>
        <p:grpSpPr>
          <a:xfrm>
            <a:off x="2804024" y="5051020"/>
            <a:ext cx="984297" cy="984297"/>
            <a:chOff x="2804024" y="5051020"/>
            <a:chExt cx="984297" cy="984297"/>
          </a:xfrm>
        </p:grpSpPr>
        <p:grpSp>
          <p:nvGrpSpPr>
            <p:cNvPr id="73" name="Group 72">
              <a:extLst>
                <a:ext uri="{FF2B5EF4-FFF2-40B4-BE49-F238E27FC236}">
                  <a16:creationId xmlns:a16="http://schemas.microsoft.com/office/drawing/2014/main" id="{25D40E8B-2313-E1D0-372B-B76F35B663CD}"/>
                </a:ext>
              </a:extLst>
            </p:cNvPr>
            <p:cNvGrpSpPr/>
            <p:nvPr/>
          </p:nvGrpSpPr>
          <p:grpSpPr>
            <a:xfrm>
              <a:off x="2804024" y="5051020"/>
              <a:ext cx="984297" cy="984297"/>
              <a:chOff x="1837163" y="4852588"/>
              <a:chExt cx="911927" cy="911927"/>
            </a:xfrm>
          </p:grpSpPr>
          <p:sp>
            <p:nvSpPr>
              <p:cNvPr id="74" name="Oval 73">
                <a:extLst>
                  <a:ext uri="{FF2B5EF4-FFF2-40B4-BE49-F238E27FC236}">
                    <a16:creationId xmlns:a16="http://schemas.microsoft.com/office/drawing/2014/main" id="{39232E0D-A83E-E70C-027A-9BBE5AC14884}"/>
                  </a:ext>
                </a:extLst>
              </p:cNvPr>
              <p:cNvSpPr/>
              <p:nvPr/>
            </p:nvSpPr>
            <p:spPr>
              <a:xfrm>
                <a:off x="1837163" y="4852588"/>
                <a:ext cx="911927" cy="911927"/>
              </a:xfrm>
              <a:prstGeom prst="ellipse">
                <a:avLst/>
              </a:prstGeom>
              <a:solidFill>
                <a:srgbClr val="114653">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75" name="Oval 74">
                <a:extLst>
                  <a:ext uri="{FF2B5EF4-FFF2-40B4-BE49-F238E27FC236}">
                    <a16:creationId xmlns:a16="http://schemas.microsoft.com/office/drawing/2014/main" id="{84624377-2E9C-318E-4605-0AF6E6F50025}"/>
                  </a:ext>
                </a:extLst>
              </p:cNvPr>
              <p:cNvSpPr/>
              <p:nvPr/>
            </p:nvSpPr>
            <p:spPr>
              <a:xfrm>
                <a:off x="1913156" y="4928582"/>
                <a:ext cx="759939" cy="759939"/>
              </a:xfrm>
              <a:prstGeom prst="ellipse">
                <a:avLst/>
              </a:prstGeom>
              <a:solidFill>
                <a:srgbClr val="1146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grpSp>
        <p:pic>
          <p:nvPicPr>
            <p:cNvPr id="102" name="Picture 101">
              <a:extLst>
                <a:ext uri="{FF2B5EF4-FFF2-40B4-BE49-F238E27FC236}">
                  <a16:creationId xmlns:a16="http://schemas.microsoft.com/office/drawing/2014/main" id="{08CF97B6-5F50-47B0-7AE9-9BE581C4113F}"/>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95726" y="5293326"/>
              <a:ext cx="497319" cy="497319"/>
            </a:xfrm>
            <a:prstGeom prst="rect">
              <a:avLst/>
            </a:prstGeom>
          </p:spPr>
        </p:pic>
      </p:grpSp>
      <p:grpSp>
        <p:nvGrpSpPr>
          <p:cNvPr id="106" name="Group 105">
            <a:extLst>
              <a:ext uri="{FF2B5EF4-FFF2-40B4-BE49-F238E27FC236}">
                <a16:creationId xmlns:a16="http://schemas.microsoft.com/office/drawing/2014/main" id="{80843FFB-D60F-31C4-98C2-725BC0224EE8}"/>
              </a:ext>
            </a:extLst>
          </p:cNvPr>
          <p:cNvGrpSpPr/>
          <p:nvPr/>
        </p:nvGrpSpPr>
        <p:grpSpPr>
          <a:xfrm>
            <a:off x="2804024" y="1791108"/>
            <a:ext cx="984297" cy="984297"/>
            <a:chOff x="2804024" y="1791108"/>
            <a:chExt cx="984297" cy="984297"/>
          </a:xfrm>
        </p:grpSpPr>
        <p:grpSp>
          <p:nvGrpSpPr>
            <p:cNvPr id="70" name="Group 69">
              <a:extLst>
                <a:ext uri="{FF2B5EF4-FFF2-40B4-BE49-F238E27FC236}">
                  <a16:creationId xmlns:a16="http://schemas.microsoft.com/office/drawing/2014/main" id="{69D22F5A-9B68-7B0C-00F2-D0F13E438888}"/>
                </a:ext>
              </a:extLst>
            </p:cNvPr>
            <p:cNvGrpSpPr/>
            <p:nvPr/>
          </p:nvGrpSpPr>
          <p:grpSpPr>
            <a:xfrm>
              <a:off x="2804024" y="1791108"/>
              <a:ext cx="984297" cy="984297"/>
              <a:chOff x="1837163" y="4852588"/>
              <a:chExt cx="911927" cy="911927"/>
            </a:xfrm>
          </p:grpSpPr>
          <p:sp>
            <p:nvSpPr>
              <p:cNvPr id="71" name="Oval 70">
                <a:extLst>
                  <a:ext uri="{FF2B5EF4-FFF2-40B4-BE49-F238E27FC236}">
                    <a16:creationId xmlns:a16="http://schemas.microsoft.com/office/drawing/2014/main" id="{31CC2698-7413-A9AD-E998-D0D4EC5873D6}"/>
                  </a:ext>
                </a:extLst>
              </p:cNvPr>
              <p:cNvSpPr/>
              <p:nvPr/>
            </p:nvSpPr>
            <p:spPr>
              <a:xfrm>
                <a:off x="1837163" y="4852588"/>
                <a:ext cx="911927" cy="911927"/>
              </a:xfrm>
              <a:prstGeom prst="ellipse">
                <a:avLst/>
              </a:prstGeom>
              <a:solidFill>
                <a:srgbClr val="114653">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72" name="Oval 71">
                <a:extLst>
                  <a:ext uri="{FF2B5EF4-FFF2-40B4-BE49-F238E27FC236}">
                    <a16:creationId xmlns:a16="http://schemas.microsoft.com/office/drawing/2014/main" id="{D8588FE2-6BE2-CE36-6F0B-223EC837404A}"/>
                  </a:ext>
                </a:extLst>
              </p:cNvPr>
              <p:cNvSpPr/>
              <p:nvPr/>
            </p:nvSpPr>
            <p:spPr>
              <a:xfrm>
                <a:off x="1913156" y="4928582"/>
                <a:ext cx="759939" cy="759939"/>
              </a:xfrm>
              <a:prstGeom prst="ellipse">
                <a:avLst/>
              </a:prstGeom>
              <a:solidFill>
                <a:srgbClr val="1146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grpSp>
        <p:pic>
          <p:nvPicPr>
            <p:cNvPr id="105" name="Picture 104">
              <a:extLst>
                <a:ext uri="{FF2B5EF4-FFF2-40B4-BE49-F238E27FC236}">
                  <a16:creationId xmlns:a16="http://schemas.microsoft.com/office/drawing/2014/main" id="{F6D1CEB0-B35E-7C90-D51A-19C7DD183687}"/>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959027" y="1971937"/>
              <a:ext cx="609449" cy="609449"/>
            </a:xfrm>
            <a:prstGeom prst="rect">
              <a:avLst/>
            </a:prstGeom>
          </p:spPr>
        </p:pic>
      </p:grpSp>
      <p:grpSp>
        <p:nvGrpSpPr>
          <p:cNvPr id="107" name="object 8">
            <a:extLst>
              <a:ext uri="{FF2B5EF4-FFF2-40B4-BE49-F238E27FC236}">
                <a16:creationId xmlns:a16="http://schemas.microsoft.com/office/drawing/2014/main" id="{D567D743-9F16-A912-543C-833B52F0D8A6}"/>
              </a:ext>
            </a:extLst>
          </p:cNvPr>
          <p:cNvGrpSpPr/>
          <p:nvPr/>
        </p:nvGrpSpPr>
        <p:grpSpPr>
          <a:xfrm>
            <a:off x="-3674409" y="888156"/>
            <a:ext cx="5276699" cy="4294625"/>
            <a:chOff x="0" y="0"/>
            <a:chExt cx="8701667" cy="7082154"/>
          </a:xfrm>
        </p:grpSpPr>
        <p:sp>
          <p:nvSpPr>
            <p:cNvPr id="108" name="object 10">
              <a:extLst>
                <a:ext uri="{FF2B5EF4-FFF2-40B4-BE49-F238E27FC236}">
                  <a16:creationId xmlns:a16="http://schemas.microsoft.com/office/drawing/2014/main" id="{935DE235-A257-F0A5-2CE8-F2D2CA4973A0}"/>
                </a:ext>
              </a:extLst>
            </p:cNvPr>
            <p:cNvSpPr/>
            <p:nvPr/>
          </p:nvSpPr>
          <p:spPr>
            <a:xfrm>
              <a:off x="0" y="0"/>
              <a:ext cx="6506209" cy="5866765"/>
            </a:xfrm>
            <a:custGeom>
              <a:avLst/>
              <a:gdLst/>
              <a:ahLst/>
              <a:cxnLst/>
              <a:rect l="l" t="t" r="r" b="b"/>
              <a:pathLst>
                <a:path w="6506209" h="5866765">
                  <a:moveTo>
                    <a:pt x="0" y="5862801"/>
                  </a:moveTo>
                  <a:lnTo>
                    <a:pt x="868" y="5862792"/>
                  </a:lnTo>
                  <a:lnTo>
                    <a:pt x="30900" y="5862574"/>
                  </a:lnTo>
                  <a:lnTo>
                    <a:pt x="81643" y="5862606"/>
                  </a:lnTo>
                  <a:lnTo>
                    <a:pt x="132385" y="5862637"/>
                  </a:lnTo>
                  <a:lnTo>
                    <a:pt x="183127" y="5862669"/>
                  </a:lnTo>
                  <a:lnTo>
                    <a:pt x="233870" y="5862701"/>
                  </a:lnTo>
                  <a:lnTo>
                    <a:pt x="284612" y="5862732"/>
                  </a:lnTo>
                  <a:lnTo>
                    <a:pt x="335354" y="5862764"/>
                  </a:lnTo>
                  <a:lnTo>
                    <a:pt x="386097" y="5862796"/>
                  </a:lnTo>
                  <a:lnTo>
                    <a:pt x="436839" y="5862827"/>
                  </a:lnTo>
                  <a:lnTo>
                    <a:pt x="487581" y="5862859"/>
                  </a:lnTo>
                  <a:lnTo>
                    <a:pt x="538324" y="5862891"/>
                  </a:lnTo>
                  <a:lnTo>
                    <a:pt x="589066" y="5862922"/>
                  </a:lnTo>
                  <a:lnTo>
                    <a:pt x="639808" y="5862954"/>
                  </a:lnTo>
                  <a:lnTo>
                    <a:pt x="690551" y="5862985"/>
                  </a:lnTo>
                  <a:lnTo>
                    <a:pt x="741293" y="5863017"/>
                  </a:lnTo>
                  <a:lnTo>
                    <a:pt x="792035" y="5863049"/>
                  </a:lnTo>
                  <a:lnTo>
                    <a:pt x="842778" y="5863080"/>
                  </a:lnTo>
                  <a:lnTo>
                    <a:pt x="893520" y="5863112"/>
                  </a:lnTo>
                  <a:lnTo>
                    <a:pt x="944262" y="5863143"/>
                  </a:lnTo>
                  <a:lnTo>
                    <a:pt x="995005" y="5863175"/>
                  </a:lnTo>
                  <a:lnTo>
                    <a:pt x="1045747" y="5863207"/>
                  </a:lnTo>
                  <a:lnTo>
                    <a:pt x="1096489" y="5863238"/>
                  </a:lnTo>
                  <a:lnTo>
                    <a:pt x="1147231" y="5863270"/>
                  </a:lnTo>
                  <a:lnTo>
                    <a:pt x="1197974" y="5863301"/>
                  </a:lnTo>
                  <a:lnTo>
                    <a:pt x="1248716" y="5863333"/>
                  </a:lnTo>
                  <a:lnTo>
                    <a:pt x="1299458" y="5863364"/>
                  </a:lnTo>
                  <a:lnTo>
                    <a:pt x="1350201" y="5863396"/>
                  </a:lnTo>
                  <a:lnTo>
                    <a:pt x="1400943" y="5863428"/>
                  </a:lnTo>
                  <a:lnTo>
                    <a:pt x="1451685" y="5863459"/>
                  </a:lnTo>
                  <a:lnTo>
                    <a:pt x="1502427" y="5863491"/>
                  </a:lnTo>
                  <a:lnTo>
                    <a:pt x="1553170" y="5863522"/>
                  </a:lnTo>
                  <a:lnTo>
                    <a:pt x="1603912" y="5863554"/>
                  </a:lnTo>
                  <a:lnTo>
                    <a:pt x="1654654" y="5863585"/>
                  </a:lnTo>
                  <a:lnTo>
                    <a:pt x="1705396" y="5863617"/>
                  </a:lnTo>
                  <a:lnTo>
                    <a:pt x="1756139" y="5863648"/>
                  </a:lnTo>
                  <a:lnTo>
                    <a:pt x="1806881" y="5863680"/>
                  </a:lnTo>
                  <a:lnTo>
                    <a:pt x="1857623" y="5863711"/>
                  </a:lnTo>
                  <a:lnTo>
                    <a:pt x="1908365" y="5863743"/>
                  </a:lnTo>
                  <a:lnTo>
                    <a:pt x="1959108" y="5863774"/>
                  </a:lnTo>
                  <a:lnTo>
                    <a:pt x="2009850" y="5863806"/>
                  </a:lnTo>
                  <a:lnTo>
                    <a:pt x="2060592" y="5863837"/>
                  </a:lnTo>
                  <a:lnTo>
                    <a:pt x="2111334" y="5863869"/>
                  </a:lnTo>
                  <a:lnTo>
                    <a:pt x="2162077" y="5863900"/>
                  </a:lnTo>
                  <a:lnTo>
                    <a:pt x="2212819" y="5863931"/>
                  </a:lnTo>
                  <a:lnTo>
                    <a:pt x="2263561" y="5863963"/>
                  </a:lnTo>
                  <a:lnTo>
                    <a:pt x="2314303" y="5863994"/>
                  </a:lnTo>
                  <a:lnTo>
                    <a:pt x="2365046" y="5864026"/>
                  </a:lnTo>
                  <a:lnTo>
                    <a:pt x="2415788" y="5864057"/>
                  </a:lnTo>
                  <a:lnTo>
                    <a:pt x="2466530" y="5864089"/>
                  </a:lnTo>
                  <a:lnTo>
                    <a:pt x="2517272" y="5864120"/>
                  </a:lnTo>
                  <a:lnTo>
                    <a:pt x="2568015" y="5864151"/>
                  </a:lnTo>
                  <a:lnTo>
                    <a:pt x="2618757" y="5864183"/>
                  </a:lnTo>
                  <a:lnTo>
                    <a:pt x="2669499" y="5864214"/>
                  </a:lnTo>
                  <a:lnTo>
                    <a:pt x="2720241" y="5864245"/>
                  </a:lnTo>
                  <a:lnTo>
                    <a:pt x="2770984" y="5864277"/>
                  </a:lnTo>
                  <a:lnTo>
                    <a:pt x="2821726" y="5864308"/>
                  </a:lnTo>
                  <a:lnTo>
                    <a:pt x="2872468" y="5864340"/>
                  </a:lnTo>
                  <a:lnTo>
                    <a:pt x="2923210" y="5864371"/>
                  </a:lnTo>
                  <a:lnTo>
                    <a:pt x="2973953" y="5864402"/>
                  </a:lnTo>
                  <a:lnTo>
                    <a:pt x="3024695" y="5864433"/>
                  </a:lnTo>
                  <a:lnTo>
                    <a:pt x="3075437" y="5864465"/>
                  </a:lnTo>
                  <a:lnTo>
                    <a:pt x="3126179" y="5864496"/>
                  </a:lnTo>
                  <a:lnTo>
                    <a:pt x="3176921" y="5864527"/>
                  </a:lnTo>
                  <a:lnTo>
                    <a:pt x="3227664" y="5864559"/>
                  </a:lnTo>
                  <a:lnTo>
                    <a:pt x="3278406" y="5864590"/>
                  </a:lnTo>
                  <a:lnTo>
                    <a:pt x="3329148" y="5864621"/>
                  </a:lnTo>
                  <a:lnTo>
                    <a:pt x="3379890" y="5864653"/>
                  </a:lnTo>
                  <a:lnTo>
                    <a:pt x="3430633" y="5864684"/>
                  </a:lnTo>
                  <a:lnTo>
                    <a:pt x="3481375" y="5864715"/>
                  </a:lnTo>
                  <a:lnTo>
                    <a:pt x="3532117" y="5864746"/>
                  </a:lnTo>
                  <a:lnTo>
                    <a:pt x="3582859" y="5864778"/>
                  </a:lnTo>
                  <a:lnTo>
                    <a:pt x="3633602" y="5864809"/>
                  </a:lnTo>
                  <a:lnTo>
                    <a:pt x="3684344" y="5864840"/>
                  </a:lnTo>
                  <a:lnTo>
                    <a:pt x="3735086" y="5864871"/>
                  </a:lnTo>
                  <a:lnTo>
                    <a:pt x="3785828" y="5864902"/>
                  </a:lnTo>
                  <a:lnTo>
                    <a:pt x="3836571" y="5864934"/>
                  </a:lnTo>
                  <a:lnTo>
                    <a:pt x="3887313" y="5864965"/>
                  </a:lnTo>
                  <a:lnTo>
                    <a:pt x="3938055" y="5864996"/>
                  </a:lnTo>
                  <a:lnTo>
                    <a:pt x="3988797" y="5865027"/>
                  </a:lnTo>
                  <a:lnTo>
                    <a:pt x="4039540" y="5865058"/>
                  </a:lnTo>
                  <a:lnTo>
                    <a:pt x="4090282" y="5865089"/>
                  </a:lnTo>
                  <a:lnTo>
                    <a:pt x="4141024" y="5865121"/>
                  </a:lnTo>
                  <a:lnTo>
                    <a:pt x="4191767" y="5865152"/>
                  </a:lnTo>
                  <a:lnTo>
                    <a:pt x="4242509" y="5865183"/>
                  </a:lnTo>
                  <a:lnTo>
                    <a:pt x="4293251" y="5865214"/>
                  </a:lnTo>
                  <a:lnTo>
                    <a:pt x="4343993" y="5865245"/>
                  </a:lnTo>
                  <a:lnTo>
                    <a:pt x="4394736" y="5865276"/>
                  </a:lnTo>
                  <a:lnTo>
                    <a:pt x="4445478" y="5865307"/>
                  </a:lnTo>
                  <a:lnTo>
                    <a:pt x="4496220" y="5865338"/>
                  </a:lnTo>
                  <a:lnTo>
                    <a:pt x="4546962" y="5865369"/>
                  </a:lnTo>
                  <a:lnTo>
                    <a:pt x="4597705" y="5865401"/>
                  </a:lnTo>
                  <a:lnTo>
                    <a:pt x="4648447" y="5865432"/>
                  </a:lnTo>
                  <a:lnTo>
                    <a:pt x="4699189" y="5865463"/>
                  </a:lnTo>
                  <a:lnTo>
                    <a:pt x="4749932" y="5865494"/>
                  </a:lnTo>
                  <a:lnTo>
                    <a:pt x="4800674" y="5865525"/>
                  </a:lnTo>
                  <a:lnTo>
                    <a:pt x="4851416" y="5865556"/>
                  </a:lnTo>
                  <a:lnTo>
                    <a:pt x="4902159" y="5865587"/>
                  </a:lnTo>
                  <a:lnTo>
                    <a:pt x="4952901" y="5865618"/>
                  </a:lnTo>
                  <a:lnTo>
                    <a:pt x="5003643" y="5865649"/>
                  </a:lnTo>
                  <a:lnTo>
                    <a:pt x="5054385" y="5865680"/>
                  </a:lnTo>
                  <a:lnTo>
                    <a:pt x="5105128" y="5865711"/>
                  </a:lnTo>
                  <a:lnTo>
                    <a:pt x="5155870" y="5865742"/>
                  </a:lnTo>
                  <a:lnTo>
                    <a:pt x="5206612" y="5865773"/>
                  </a:lnTo>
                  <a:lnTo>
                    <a:pt x="5257355" y="5865804"/>
                  </a:lnTo>
                  <a:lnTo>
                    <a:pt x="5308097" y="5865834"/>
                  </a:lnTo>
                  <a:lnTo>
                    <a:pt x="5358839" y="5865865"/>
                  </a:lnTo>
                  <a:lnTo>
                    <a:pt x="5409582" y="5865896"/>
                  </a:lnTo>
                  <a:lnTo>
                    <a:pt x="5460324" y="5865927"/>
                  </a:lnTo>
                  <a:lnTo>
                    <a:pt x="5511067" y="5865958"/>
                  </a:lnTo>
                  <a:lnTo>
                    <a:pt x="5561809" y="5865989"/>
                  </a:lnTo>
                  <a:lnTo>
                    <a:pt x="5612551" y="5866020"/>
                  </a:lnTo>
                  <a:lnTo>
                    <a:pt x="5663294" y="5866051"/>
                  </a:lnTo>
                  <a:lnTo>
                    <a:pt x="5714036" y="5866082"/>
                  </a:lnTo>
                  <a:lnTo>
                    <a:pt x="5749061" y="5866251"/>
                  </a:lnTo>
                  <a:lnTo>
                    <a:pt x="5784090" y="5866481"/>
                  </a:lnTo>
                  <a:lnTo>
                    <a:pt x="5819110" y="5866398"/>
                  </a:lnTo>
                  <a:lnTo>
                    <a:pt x="5854105" y="5865631"/>
                  </a:lnTo>
                  <a:lnTo>
                    <a:pt x="5904153" y="5862458"/>
                  </a:lnTo>
                  <a:lnTo>
                    <a:pt x="5952623" y="5856572"/>
                  </a:lnTo>
                  <a:lnTo>
                    <a:pt x="5999458" y="5848053"/>
                  </a:lnTo>
                  <a:lnTo>
                    <a:pt x="6044602" y="5836979"/>
                  </a:lnTo>
                  <a:lnTo>
                    <a:pt x="6087997" y="5823429"/>
                  </a:lnTo>
                  <a:lnTo>
                    <a:pt x="6129588" y="5807481"/>
                  </a:lnTo>
                  <a:lnTo>
                    <a:pt x="6169318" y="5789215"/>
                  </a:lnTo>
                  <a:lnTo>
                    <a:pt x="6207131" y="5768708"/>
                  </a:lnTo>
                  <a:lnTo>
                    <a:pt x="6242971" y="5746040"/>
                  </a:lnTo>
                  <a:lnTo>
                    <a:pt x="6276780" y="5721288"/>
                  </a:lnTo>
                  <a:lnTo>
                    <a:pt x="6308502" y="5694533"/>
                  </a:lnTo>
                  <a:lnTo>
                    <a:pt x="6338082" y="5665851"/>
                  </a:lnTo>
                  <a:lnTo>
                    <a:pt x="6365462" y="5635323"/>
                  </a:lnTo>
                  <a:lnTo>
                    <a:pt x="6390586" y="5603025"/>
                  </a:lnTo>
                  <a:lnTo>
                    <a:pt x="6413398" y="5569038"/>
                  </a:lnTo>
                  <a:lnTo>
                    <a:pt x="6433841" y="5533440"/>
                  </a:lnTo>
                  <a:lnTo>
                    <a:pt x="6451859" y="5496309"/>
                  </a:lnTo>
                  <a:lnTo>
                    <a:pt x="6467395" y="5457724"/>
                  </a:lnTo>
                  <a:lnTo>
                    <a:pt x="6480393" y="5417763"/>
                  </a:lnTo>
                  <a:lnTo>
                    <a:pt x="6490796" y="5376506"/>
                  </a:lnTo>
                  <a:lnTo>
                    <a:pt x="6498548" y="5334031"/>
                  </a:lnTo>
                  <a:lnTo>
                    <a:pt x="6503593" y="5290415"/>
                  </a:lnTo>
                  <a:lnTo>
                    <a:pt x="6505874" y="5245739"/>
                  </a:lnTo>
                  <a:lnTo>
                    <a:pt x="6505335" y="5200081"/>
                  </a:lnTo>
                  <a:lnTo>
                    <a:pt x="6501919" y="5153519"/>
                  </a:lnTo>
                  <a:lnTo>
                    <a:pt x="6495570" y="5106132"/>
                  </a:lnTo>
                  <a:lnTo>
                    <a:pt x="6486230" y="5057998"/>
                  </a:lnTo>
                  <a:lnTo>
                    <a:pt x="6473845" y="5009197"/>
                  </a:lnTo>
                  <a:lnTo>
                    <a:pt x="6459160" y="4963284"/>
                  </a:lnTo>
                  <a:lnTo>
                    <a:pt x="6441765" y="4918713"/>
                  </a:lnTo>
                  <a:lnTo>
                    <a:pt x="6421959" y="4875273"/>
                  </a:lnTo>
                  <a:lnTo>
                    <a:pt x="6400041" y="4832753"/>
                  </a:lnTo>
                  <a:lnTo>
                    <a:pt x="6376309" y="4790942"/>
                  </a:lnTo>
                  <a:lnTo>
                    <a:pt x="6351355" y="4748743"/>
                  </a:lnTo>
                  <a:lnTo>
                    <a:pt x="6324330" y="4703114"/>
                  </a:lnTo>
                  <a:lnTo>
                    <a:pt x="6295288" y="4654145"/>
                  </a:lnTo>
                  <a:lnTo>
                    <a:pt x="6264282" y="4601922"/>
                  </a:lnTo>
                  <a:lnTo>
                    <a:pt x="6231364" y="4546535"/>
                  </a:lnTo>
                  <a:lnTo>
                    <a:pt x="6196588" y="4488070"/>
                  </a:lnTo>
                  <a:lnTo>
                    <a:pt x="6160005" y="4426616"/>
                  </a:lnTo>
                  <a:lnTo>
                    <a:pt x="6121669" y="4362262"/>
                  </a:lnTo>
                  <a:lnTo>
                    <a:pt x="6101860" y="4329024"/>
                  </a:lnTo>
                  <a:lnTo>
                    <a:pt x="6081633" y="4295095"/>
                  </a:lnTo>
                  <a:lnTo>
                    <a:pt x="6060994" y="4260484"/>
                  </a:lnTo>
                  <a:lnTo>
                    <a:pt x="6039949" y="4225203"/>
                  </a:lnTo>
                  <a:lnTo>
                    <a:pt x="6018506" y="4189263"/>
                  </a:lnTo>
                  <a:lnTo>
                    <a:pt x="5996671" y="4152675"/>
                  </a:lnTo>
                  <a:lnTo>
                    <a:pt x="5974450" y="4115449"/>
                  </a:lnTo>
                  <a:lnTo>
                    <a:pt x="5951850" y="4077598"/>
                  </a:lnTo>
                  <a:lnTo>
                    <a:pt x="5928879" y="4039131"/>
                  </a:lnTo>
                  <a:lnTo>
                    <a:pt x="5905541" y="4000061"/>
                  </a:lnTo>
                  <a:lnTo>
                    <a:pt x="5881844" y="3960397"/>
                  </a:lnTo>
                  <a:lnTo>
                    <a:pt x="5857795" y="3920152"/>
                  </a:lnTo>
                  <a:lnTo>
                    <a:pt x="5833400" y="3879335"/>
                  </a:lnTo>
                  <a:lnTo>
                    <a:pt x="5808665" y="3837958"/>
                  </a:lnTo>
                  <a:lnTo>
                    <a:pt x="5783598" y="3796033"/>
                  </a:lnTo>
                  <a:lnTo>
                    <a:pt x="5758205" y="3753569"/>
                  </a:lnTo>
                  <a:lnTo>
                    <a:pt x="5732493" y="3710578"/>
                  </a:lnTo>
                  <a:lnTo>
                    <a:pt x="5706467" y="3667072"/>
                  </a:lnTo>
                  <a:lnTo>
                    <a:pt x="5680135" y="3623060"/>
                  </a:lnTo>
                  <a:lnTo>
                    <a:pt x="5653504" y="3578555"/>
                  </a:lnTo>
                  <a:lnTo>
                    <a:pt x="5626579" y="3533566"/>
                  </a:lnTo>
                  <a:lnTo>
                    <a:pt x="5599368" y="3488106"/>
                  </a:lnTo>
                  <a:lnTo>
                    <a:pt x="5571877" y="3442185"/>
                  </a:lnTo>
                  <a:lnTo>
                    <a:pt x="5544113" y="3395813"/>
                  </a:lnTo>
                  <a:lnTo>
                    <a:pt x="5516082" y="3349003"/>
                  </a:lnTo>
                  <a:lnTo>
                    <a:pt x="5487791" y="3301765"/>
                  </a:lnTo>
                  <a:lnTo>
                    <a:pt x="5459247" y="3254111"/>
                  </a:lnTo>
                  <a:lnTo>
                    <a:pt x="5430456" y="3206050"/>
                  </a:lnTo>
                  <a:lnTo>
                    <a:pt x="5401424" y="3157594"/>
                  </a:lnTo>
                  <a:lnTo>
                    <a:pt x="5372159" y="3108755"/>
                  </a:lnTo>
                  <a:lnTo>
                    <a:pt x="5342667" y="3059543"/>
                  </a:lnTo>
                  <a:lnTo>
                    <a:pt x="5312954" y="3009969"/>
                  </a:lnTo>
                  <a:lnTo>
                    <a:pt x="5283027" y="2960044"/>
                  </a:lnTo>
                  <a:lnTo>
                    <a:pt x="5252894" y="2909780"/>
                  </a:lnTo>
                  <a:lnTo>
                    <a:pt x="5222559" y="2859187"/>
                  </a:lnTo>
                  <a:lnTo>
                    <a:pt x="5192030" y="2808275"/>
                  </a:lnTo>
                  <a:lnTo>
                    <a:pt x="5161314" y="2757058"/>
                  </a:lnTo>
                  <a:lnTo>
                    <a:pt x="5130417" y="2705544"/>
                  </a:lnTo>
                  <a:lnTo>
                    <a:pt x="5099346" y="2653746"/>
                  </a:lnTo>
                  <a:lnTo>
                    <a:pt x="5068107" y="2601674"/>
                  </a:lnTo>
                  <a:lnTo>
                    <a:pt x="5036707" y="2549340"/>
                  </a:lnTo>
                  <a:lnTo>
                    <a:pt x="5005153" y="2496753"/>
                  </a:lnTo>
                  <a:lnTo>
                    <a:pt x="4973451" y="2443926"/>
                  </a:lnTo>
                  <a:lnTo>
                    <a:pt x="4941607" y="2390870"/>
                  </a:lnTo>
                  <a:lnTo>
                    <a:pt x="4909629" y="2337594"/>
                  </a:lnTo>
                  <a:lnTo>
                    <a:pt x="4877523" y="2284112"/>
                  </a:lnTo>
                  <a:lnTo>
                    <a:pt x="4845295" y="2230432"/>
                  </a:lnTo>
                  <a:lnTo>
                    <a:pt x="4812953" y="2176567"/>
                  </a:lnTo>
                  <a:lnTo>
                    <a:pt x="4780502" y="2122527"/>
                  </a:lnTo>
                  <a:lnTo>
                    <a:pt x="4747950" y="2068324"/>
                  </a:lnTo>
                  <a:lnTo>
                    <a:pt x="4715302" y="2013968"/>
                  </a:lnTo>
                  <a:lnTo>
                    <a:pt x="4682566" y="1959471"/>
                  </a:lnTo>
                  <a:lnTo>
                    <a:pt x="4649749" y="1904843"/>
                  </a:lnTo>
                  <a:lnTo>
                    <a:pt x="4616856" y="1850095"/>
                  </a:lnTo>
                  <a:lnTo>
                    <a:pt x="4583894" y="1795239"/>
                  </a:lnTo>
                  <a:lnTo>
                    <a:pt x="4550870" y="1740285"/>
                  </a:lnTo>
                  <a:lnTo>
                    <a:pt x="4517791" y="1685245"/>
                  </a:lnTo>
                  <a:lnTo>
                    <a:pt x="4484663" y="1630130"/>
                  </a:lnTo>
                  <a:lnTo>
                    <a:pt x="4451493" y="1574950"/>
                  </a:lnTo>
                  <a:lnTo>
                    <a:pt x="4418287" y="1519716"/>
                  </a:lnTo>
                  <a:lnTo>
                    <a:pt x="4385052" y="1464440"/>
                  </a:lnTo>
                  <a:lnTo>
                    <a:pt x="4351795" y="1409133"/>
                  </a:lnTo>
                  <a:lnTo>
                    <a:pt x="4318522" y="1353805"/>
                  </a:lnTo>
                  <a:lnTo>
                    <a:pt x="4285239" y="1298468"/>
                  </a:lnTo>
                  <a:lnTo>
                    <a:pt x="4251954" y="1243132"/>
                  </a:lnTo>
                  <a:lnTo>
                    <a:pt x="4218673" y="1187809"/>
                  </a:lnTo>
                  <a:lnTo>
                    <a:pt x="4185402" y="1132510"/>
                  </a:lnTo>
                  <a:lnTo>
                    <a:pt x="4152149" y="1077245"/>
                  </a:lnTo>
                  <a:lnTo>
                    <a:pt x="4118919" y="1022026"/>
                  </a:lnTo>
                  <a:lnTo>
                    <a:pt x="4085720" y="966864"/>
                  </a:lnTo>
                  <a:lnTo>
                    <a:pt x="4052558" y="911769"/>
                  </a:lnTo>
                  <a:lnTo>
                    <a:pt x="4019439" y="856753"/>
                  </a:lnTo>
                  <a:lnTo>
                    <a:pt x="3986371" y="801826"/>
                  </a:lnTo>
                  <a:lnTo>
                    <a:pt x="3953359" y="747001"/>
                  </a:lnTo>
                  <a:lnTo>
                    <a:pt x="3920411" y="692287"/>
                  </a:lnTo>
                  <a:lnTo>
                    <a:pt x="3887532" y="637695"/>
                  </a:lnTo>
                  <a:lnTo>
                    <a:pt x="3854730" y="583238"/>
                  </a:lnTo>
                  <a:lnTo>
                    <a:pt x="3822012" y="528925"/>
                  </a:lnTo>
                  <a:lnTo>
                    <a:pt x="3789383" y="474768"/>
                  </a:lnTo>
                  <a:lnTo>
                    <a:pt x="3756850" y="420778"/>
                  </a:lnTo>
                  <a:lnTo>
                    <a:pt x="3724421" y="366965"/>
                  </a:lnTo>
                  <a:lnTo>
                    <a:pt x="3692101" y="313342"/>
                  </a:lnTo>
                  <a:lnTo>
                    <a:pt x="3659897" y="259918"/>
                  </a:lnTo>
                  <a:lnTo>
                    <a:pt x="3627816" y="206705"/>
                  </a:lnTo>
                  <a:lnTo>
                    <a:pt x="3595864" y="153714"/>
                  </a:lnTo>
                  <a:lnTo>
                    <a:pt x="3564048" y="100956"/>
                  </a:lnTo>
                  <a:lnTo>
                    <a:pt x="3532375" y="48441"/>
                  </a:lnTo>
                  <a:lnTo>
                    <a:pt x="350315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109" name="object 11">
              <a:extLst>
                <a:ext uri="{FF2B5EF4-FFF2-40B4-BE49-F238E27FC236}">
                  <a16:creationId xmlns:a16="http://schemas.microsoft.com/office/drawing/2014/main" id="{58CE755E-AF07-BBD7-C471-1A990EA03453}"/>
                </a:ext>
              </a:extLst>
            </p:cNvPr>
            <p:cNvSpPr/>
            <p:nvPr/>
          </p:nvSpPr>
          <p:spPr>
            <a:xfrm>
              <a:off x="0" y="0"/>
              <a:ext cx="4424045" cy="4857115"/>
            </a:xfrm>
            <a:custGeom>
              <a:avLst/>
              <a:gdLst/>
              <a:ahLst/>
              <a:cxnLst/>
              <a:rect l="l" t="t" r="r" b="b"/>
              <a:pathLst>
                <a:path w="4424045" h="4857115">
                  <a:moveTo>
                    <a:pt x="0" y="4854300"/>
                  </a:moveTo>
                  <a:lnTo>
                    <a:pt x="79877" y="4854350"/>
                  </a:lnTo>
                  <a:lnTo>
                    <a:pt x="130619" y="4854381"/>
                  </a:lnTo>
                  <a:lnTo>
                    <a:pt x="181362" y="4854412"/>
                  </a:lnTo>
                  <a:lnTo>
                    <a:pt x="232104" y="4854444"/>
                  </a:lnTo>
                  <a:lnTo>
                    <a:pt x="282846" y="4854475"/>
                  </a:lnTo>
                  <a:lnTo>
                    <a:pt x="333588" y="4854507"/>
                  </a:lnTo>
                  <a:lnTo>
                    <a:pt x="384331" y="4854538"/>
                  </a:lnTo>
                  <a:lnTo>
                    <a:pt x="435073" y="4854570"/>
                  </a:lnTo>
                  <a:lnTo>
                    <a:pt x="485815" y="4854601"/>
                  </a:lnTo>
                  <a:lnTo>
                    <a:pt x="536557" y="4854632"/>
                  </a:lnTo>
                  <a:lnTo>
                    <a:pt x="587300" y="4854664"/>
                  </a:lnTo>
                  <a:lnTo>
                    <a:pt x="638042" y="4854695"/>
                  </a:lnTo>
                  <a:lnTo>
                    <a:pt x="688784" y="4854726"/>
                  </a:lnTo>
                  <a:lnTo>
                    <a:pt x="739526" y="4854758"/>
                  </a:lnTo>
                  <a:lnTo>
                    <a:pt x="790269" y="4854789"/>
                  </a:lnTo>
                  <a:lnTo>
                    <a:pt x="841011" y="4854820"/>
                  </a:lnTo>
                  <a:lnTo>
                    <a:pt x="891753" y="4854852"/>
                  </a:lnTo>
                  <a:lnTo>
                    <a:pt x="942495" y="4854883"/>
                  </a:lnTo>
                  <a:lnTo>
                    <a:pt x="993238" y="4854914"/>
                  </a:lnTo>
                  <a:lnTo>
                    <a:pt x="1043980" y="4854946"/>
                  </a:lnTo>
                  <a:lnTo>
                    <a:pt x="1094722" y="4854977"/>
                  </a:lnTo>
                  <a:lnTo>
                    <a:pt x="1145464" y="4855008"/>
                  </a:lnTo>
                  <a:lnTo>
                    <a:pt x="1196207" y="4855040"/>
                  </a:lnTo>
                  <a:lnTo>
                    <a:pt x="1246949" y="4855071"/>
                  </a:lnTo>
                  <a:lnTo>
                    <a:pt x="1297691" y="4855102"/>
                  </a:lnTo>
                  <a:lnTo>
                    <a:pt x="1348433" y="4855133"/>
                  </a:lnTo>
                  <a:lnTo>
                    <a:pt x="1399175" y="4855165"/>
                  </a:lnTo>
                  <a:lnTo>
                    <a:pt x="1449918" y="4855196"/>
                  </a:lnTo>
                  <a:lnTo>
                    <a:pt x="1500660" y="4855227"/>
                  </a:lnTo>
                  <a:lnTo>
                    <a:pt x="1551402" y="4855258"/>
                  </a:lnTo>
                  <a:lnTo>
                    <a:pt x="1602144" y="4855290"/>
                  </a:lnTo>
                  <a:lnTo>
                    <a:pt x="1652887" y="4855321"/>
                  </a:lnTo>
                  <a:lnTo>
                    <a:pt x="1703629" y="4855352"/>
                  </a:lnTo>
                  <a:lnTo>
                    <a:pt x="1754371" y="4855383"/>
                  </a:lnTo>
                  <a:lnTo>
                    <a:pt x="1805113" y="4855414"/>
                  </a:lnTo>
                  <a:lnTo>
                    <a:pt x="1855856" y="4855446"/>
                  </a:lnTo>
                  <a:lnTo>
                    <a:pt x="1906598" y="4855477"/>
                  </a:lnTo>
                  <a:lnTo>
                    <a:pt x="1957340" y="4855508"/>
                  </a:lnTo>
                  <a:lnTo>
                    <a:pt x="2008083" y="4855539"/>
                  </a:lnTo>
                  <a:lnTo>
                    <a:pt x="2058825" y="4855570"/>
                  </a:lnTo>
                  <a:lnTo>
                    <a:pt x="2109567" y="4855601"/>
                  </a:lnTo>
                  <a:lnTo>
                    <a:pt x="2160309" y="4855632"/>
                  </a:lnTo>
                  <a:lnTo>
                    <a:pt x="2211052" y="4855664"/>
                  </a:lnTo>
                  <a:lnTo>
                    <a:pt x="2261794" y="4855695"/>
                  </a:lnTo>
                  <a:lnTo>
                    <a:pt x="2312536" y="4855726"/>
                  </a:lnTo>
                  <a:lnTo>
                    <a:pt x="2363278" y="4855757"/>
                  </a:lnTo>
                  <a:lnTo>
                    <a:pt x="2414021" y="4855788"/>
                  </a:lnTo>
                  <a:lnTo>
                    <a:pt x="2464763" y="4855819"/>
                  </a:lnTo>
                  <a:lnTo>
                    <a:pt x="2515505" y="4855850"/>
                  </a:lnTo>
                  <a:lnTo>
                    <a:pt x="2566248" y="4855881"/>
                  </a:lnTo>
                  <a:lnTo>
                    <a:pt x="2616990" y="4855912"/>
                  </a:lnTo>
                  <a:lnTo>
                    <a:pt x="2667732" y="4855943"/>
                  </a:lnTo>
                  <a:lnTo>
                    <a:pt x="2718474" y="4855974"/>
                  </a:lnTo>
                  <a:lnTo>
                    <a:pt x="2769217" y="4856005"/>
                  </a:lnTo>
                  <a:lnTo>
                    <a:pt x="2819959" y="4856036"/>
                  </a:lnTo>
                  <a:lnTo>
                    <a:pt x="2870701" y="4856067"/>
                  </a:lnTo>
                  <a:lnTo>
                    <a:pt x="2921444" y="4856098"/>
                  </a:lnTo>
                  <a:lnTo>
                    <a:pt x="2972186" y="4856129"/>
                  </a:lnTo>
                  <a:lnTo>
                    <a:pt x="3022928" y="4856160"/>
                  </a:lnTo>
                  <a:lnTo>
                    <a:pt x="3073671" y="4856191"/>
                  </a:lnTo>
                  <a:lnTo>
                    <a:pt x="3124413" y="4856222"/>
                  </a:lnTo>
                  <a:lnTo>
                    <a:pt x="3175155" y="4856253"/>
                  </a:lnTo>
                  <a:lnTo>
                    <a:pt x="3225898" y="4856284"/>
                  </a:lnTo>
                  <a:lnTo>
                    <a:pt x="3276640" y="4856315"/>
                  </a:lnTo>
                  <a:lnTo>
                    <a:pt x="3327382" y="4856346"/>
                  </a:lnTo>
                  <a:lnTo>
                    <a:pt x="3378125" y="4856377"/>
                  </a:lnTo>
                  <a:lnTo>
                    <a:pt x="3428867" y="4856408"/>
                  </a:lnTo>
                  <a:lnTo>
                    <a:pt x="3479609" y="4856439"/>
                  </a:lnTo>
                  <a:lnTo>
                    <a:pt x="3530352" y="4856469"/>
                  </a:lnTo>
                  <a:lnTo>
                    <a:pt x="3581094" y="4856500"/>
                  </a:lnTo>
                  <a:lnTo>
                    <a:pt x="3631837" y="4856531"/>
                  </a:lnTo>
                  <a:lnTo>
                    <a:pt x="3666861" y="4856701"/>
                  </a:lnTo>
                  <a:lnTo>
                    <a:pt x="3701891" y="4856930"/>
                  </a:lnTo>
                  <a:lnTo>
                    <a:pt x="3736910" y="4856848"/>
                  </a:lnTo>
                  <a:lnTo>
                    <a:pt x="3771906" y="4856081"/>
                  </a:lnTo>
                  <a:lnTo>
                    <a:pt x="3821954" y="4852907"/>
                  </a:lnTo>
                  <a:lnTo>
                    <a:pt x="3870424" y="4847021"/>
                  </a:lnTo>
                  <a:lnTo>
                    <a:pt x="3917259" y="4838502"/>
                  </a:lnTo>
                  <a:lnTo>
                    <a:pt x="3962402" y="4827428"/>
                  </a:lnTo>
                  <a:lnTo>
                    <a:pt x="4005798" y="4813878"/>
                  </a:lnTo>
                  <a:lnTo>
                    <a:pt x="4047389" y="4797931"/>
                  </a:lnTo>
                  <a:lnTo>
                    <a:pt x="4087119" y="4779664"/>
                  </a:lnTo>
                  <a:lnTo>
                    <a:pt x="4124932" y="4759158"/>
                  </a:lnTo>
                  <a:lnTo>
                    <a:pt x="4160771" y="4736489"/>
                  </a:lnTo>
                  <a:lnTo>
                    <a:pt x="4194580" y="4711738"/>
                  </a:lnTo>
                  <a:lnTo>
                    <a:pt x="4226303" y="4684982"/>
                  </a:lnTo>
                  <a:lnTo>
                    <a:pt x="4255882" y="4656301"/>
                  </a:lnTo>
                  <a:lnTo>
                    <a:pt x="4283262" y="4625772"/>
                  </a:lnTo>
                  <a:lnTo>
                    <a:pt x="4308387" y="4593475"/>
                  </a:lnTo>
                  <a:lnTo>
                    <a:pt x="4331198" y="4559488"/>
                  </a:lnTo>
                  <a:lnTo>
                    <a:pt x="4351641" y="4523890"/>
                  </a:lnTo>
                  <a:lnTo>
                    <a:pt x="4369659" y="4486759"/>
                  </a:lnTo>
                  <a:lnTo>
                    <a:pt x="4385195" y="4448173"/>
                  </a:lnTo>
                  <a:lnTo>
                    <a:pt x="4398193" y="4408213"/>
                  </a:lnTo>
                  <a:lnTo>
                    <a:pt x="4408597" y="4366956"/>
                  </a:lnTo>
                  <a:lnTo>
                    <a:pt x="4416349" y="4324480"/>
                  </a:lnTo>
                  <a:lnTo>
                    <a:pt x="4421394" y="4280865"/>
                  </a:lnTo>
                  <a:lnTo>
                    <a:pt x="4423675" y="4236189"/>
                  </a:lnTo>
                  <a:lnTo>
                    <a:pt x="4423136" y="4190531"/>
                  </a:lnTo>
                  <a:lnTo>
                    <a:pt x="4419719" y="4143969"/>
                  </a:lnTo>
                  <a:lnTo>
                    <a:pt x="4413370" y="4096581"/>
                  </a:lnTo>
                  <a:lnTo>
                    <a:pt x="4404031" y="4048448"/>
                  </a:lnTo>
                  <a:lnTo>
                    <a:pt x="4391646" y="3999646"/>
                  </a:lnTo>
                  <a:lnTo>
                    <a:pt x="4376961" y="3953734"/>
                  </a:lnTo>
                  <a:lnTo>
                    <a:pt x="4359566" y="3909163"/>
                  </a:lnTo>
                  <a:lnTo>
                    <a:pt x="4339760" y="3865723"/>
                  </a:lnTo>
                  <a:lnTo>
                    <a:pt x="4317842" y="3823203"/>
                  </a:lnTo>
                  <a:lnTo>
                    <a:pt x="4294110" y="3781391"/>
                  </a:lnTo>
                  <a:lnTo>
                    <a:pt x="4255289" y="3716001"/>
                  </a:lnTo>
                  <a:lnTo>
                    <a:pt x="4235177" y="3682348"/>
                  </a:lnTo>
                  <a:lnTo>
                    <a:pt x="4214609" y="3648074"/>
                  </a:lnTo>
                  <a:lnTo>
                    <a:pt x="4193595" y="3613191"/>
                  </a:lnTo>
                  <a:lnTo>
                    <a:pt x="4172145" y="3577714"/>
                  </a:lnTo>
                  <a:lnTo>
                    <a:pt x="4150268" y="3541654"/>
                  </a:lnTo>
                  <a:lnTo>
                    <a:pt x="4127974" y="3505026"/>
                  </a:lnTo>
                  <a:lnTo>
                    <a:pt x="4105272" y="3467842"/>
                  </a:lnTo>
                  <a:lnTo>
                    <a:pt x="4082173" y="3430115"/>
                  </a:lnTo>
                  <a:lnTo>
                    <a:pt x="4058685" y="3391858"/>
                  </a:lnTo>
                  <a:lnTo>
                    <a:pt x="4034818" y="3353085"/>
                  </a:lnTo>
                  <a:lnTo>
                    <a:pt x="4010583" y="3313808"/>
                  </a:lnTo>
                  <a:lnTo>
                    <a:pt x="3985988" y="3274041"/>
                  </a:lnTo>
                  <a:lnTo>
                    <a:pt x="3961043" y="3233796"/>
                  </a:lnTo>
                  <a:lnTo>
                    <a:pt x="3935758" y="3193087"/>
                  </a:lnTo>
                  <a:lnTo>
                    <a:pt x="3910142" y="3151927"/>
                  </a:lnTo>
                  <a:lnTo>
                    <a:pt x="3884205" y="3110328"/>
                  </a:lnTo>
                  <a:lnTo>
                    <a:pt x="3857957" y="3068304"/>
                  </a:lnTo>
                  <a:lnTo>
                    <a:pt x="3831406" y="3025868"/>
                  </a:lnTo>
                  <a:lnTo>
                    <a:pt x="3804564" y="2983034"/>
                  </a:lnTo>
                  <a:lnTo>
                    <a:pt x="3777438" y="2939813"/>
                  </a:lnTo>
                  <a:lnTo>
                    <a:pt x="3750040" y="2896219"/>
                  </a:lnTo>
                  <a:lnTo>
                    <a:pt x="3722378" y="2852266"/>
                  </a:lnTo>
                  <a:lnTo>
                    <a:pt x="3694462" y="2807966"/>
                  </a:lnTo>
                  <a:lnTo>
                    <a:pt x="3666302" y="2763332"/>
                  </a:lnTo>
                  <a:lnTo>
                    <a:pt x="3637908" y="2718378"/>
                  </a:lnTo>
                  <a:lnTo>
                    <a:pt x="3609288" y="2673116"/>
                  </a:lnTo>
                  <a:lnTo>
                    <a:pt x="3580453" y="2627560"/>
                  </a:lnTo>
                  <a:lnTo>
                    <a:pt x="3551411" y="2581723"/>
                  </a:lnTo>
                  <a:lnTo>
                    <a:pt x="3522174" y="2535617"/>
                  </a:lnTo>
                  <a:lnTo>
                    <a:pt x="3492750" y="2489256"/>
                  </a:lnTo>
                  <a:lnTo>
                    <a:pt x="3463149" y="2442653"/>
                  </a:lnTo>
                  <a:lnTo>
                    <a:pt x="3433380" y="2395820"/>
                  </a:lnTo>
                  <a:lnTo>
                    <a:pt x="3403454" y="2348772"/>
                  </a:lnTo>
                  <a:lnTo>
                    <a:pt x="3373379" y="2301521"/>
                  </a:lnTo>
                  <a:lnTo>
                    <a:pt x="3343166" y="2254080"/>
                  </a:lnTo>
                  <a:lnTo>
                    <a:pt x="3312823" y="2206462"/>
                  </a:lnTo>
                  <a:lnTo>
                    <a:pt x="3282361" y="2158681"/>
                  </a:lnTo>
                  <a:lnTo>
                    <a:pt x="3251789" y="2110748"/>
                  </a:lnTo>
                  <a:lnTo>
                    <a:pt x="3221117" y="2062679"/>
                  </a:lnTo>
                  <a:lnTo>
                    <a:pt x="3190354" y="2014484"/>
                  </a:lnTo>
                  <a:lnTo>
                    <a:pt x="3159511" y="1966179"/>
                  </a:lnTo>
                  <a:lnTo>
                    <a:pt x="3128595" y="1917775"/>
                  </a:lnTo>
                  <a:lnTo>
                    <a:pt x="3097618" y="1869285"/>
                  </a:lnTo>
                  <a:lnTo>
                    <a:pt x="3066589" y="1820724"/>
                  </a:lnTo>
                  <a:lnTo>
                    <a:pt x="3035517" y="1772103"/>
                  </a:lnTo>
                  <a:lnTo>
                    <a:pt x="3004412" y="1723437"/>
                  </a:lnTo>
                  <a:lnTo>
                    <a:pt x="2973283" y="1674737"/>
                  </a:lnTo>
                  <a:lnTo>
                    <a:pt x="2942141" y="1626017"/>
                  </a:lnTo>
                  <a:lnTo>
                    <a:pt x="2910994" y="1577291"/>
                  </a:lnTo>
                  <a:lnTo>
                    <a:pt x="2879853" y="1528570"/>
                  </a:lnTo>
                  <a:lnTo>
                    <a:pt x="2848727" y="1479869"/>
                  </a:lnTo>
                  <a:lnTo>
                    <a:pt x="2817625" y="1431200"/>
                  </a:lnTo>
                  <a:lnTo>
                    <a:pt x="2786557" y="1382577"/>
                  </a:lnTo>
                  <a:lnTo>
                    <a:pt x="2755533" y="1334012"/>
                  </a:lnTo>
                  <a:lnTo>
                    <a:pt x="2724563" y="1285519"/>
                  </a:lnTo>
                  <a:lnTo>
                    <a:pt x="2693655" y="1237111"/>
                  </a:lnTo>
                  <a:lnTo>
                    <a:pt x="2662820" y="1188800"/>
                  </a:lnTo>
                  <a:lnTo>
                    <a:pt x="2632067" y="1140600"/>
                  </a:lnTo>
                  <a:lnTo>
                    <a:pt x="2601406" y="1092523"/>
                  </a:lnTo>
                  <a:lnTo>
                    <a:pt x="2570846" y="1044584"/>
                  </a:lnTo>
                  <a:lnTo>
                    <a:pt x="2540398" y="996795"/>
                  </a:lnTo>
                  <a:lnTo>
                    <a:pt x="2510069" y="949168"/>
                  </a:lnTo>
                  <a:lnTo>
                    <a:pt x="2479871" y="901718"/>
                  </a:lnTo>
                  <a:lnTo>
                    <a:pt x="2449813" y="854457"/>
                  </a:lnTo>
                  <a:lnTo>
                    <a:pt x="2419904" y="807398"/>
                  </a:lnTo>
                  <a:lnTo>
                    <a:pt x="2390154" y="760555"/>
                  </a:lnTo>
                  <a:lnTo>
                    <a:pt x="2360573" y="713940"/>
                  </a:lnTo>
                  <a:lnTo>
                    <a:pt x="2331169" y="667567"/>
                  </a:lnTo>
                  <a:lnTo>
                    <a:pt x="2301954" y="621448"/>
                  </a:lnTo>
                  <a:lnTo>
                    <a:pt x="2272936" y="575597"/>
                  </a:lnTo>
                  <a:lnTo>
                    <a:pt x="2244125" y="530026"/>
                  </a:lnTo>
                  <a:lnTo>
                    <a:pt x="2215530" y="484749"/>
                  </a:lnTo>
                  <a:lnTo>
                    <a:pt x="2187162" y="439779"/>
                  </a:lnTo>
                  <a:lnTo>
                    <a:pt x="2159029" y="395129"/>
                  </a:lnTo>
                  <a:lnTo>
                    <a:pt x="2131142" y="350812"/>
                  </a:lnTo>
                  <a:lnTo>
                    <a:pt x="2103510" y="306841"/>
                  </a:lnTo>
                  <a:lnTo>
                    <a:pt x="2076142" y="263230"/>
                  </a:lnTo>
                  <a:lnTo>
                    <a:pt x="2049048" y="219990"/>
                  </a:lnTo>
                  <a:lnTo>
                    <a:pt x="2022239" y="177136"/>
                  </a:lnTo>
                  <a:lnTo>
                    <a:pt x="1995722" y="134680"/>
                  </a:lnTo>
                  <a:lnTo>
                    <a:pt x="1969509" y="92635"/>
                  </a:lnTo>
                  <a:lnTo>
                    <a:pt x="1943608" y="51015"/>
                  </a:lnTo>
                  <a:lnTo>
                    <a:pt x="1918029" y="9832"/>
                  </a:lnTo>
                  <a:lnTo>
                    <a:pt x="191193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110" name="object 12">
              <a:extLst>
                <a:ext uri="{FF2B5EF4-FFF2-40B4-BE49-F238E27FC236}">
                  <a16:creationId xmlns:a16="http://schemas.microsoft.com/office/drawing/2014/main" id="{A233376C-E78A-A753-7EF1-3FF6BEFE0587}"/>
                </a:ext>
              </a:extLst>
            </p:cNvPr>
            <p:cNvSpPr/>
            <p:nvPr/>
          </p:nvSpPr>
          <p:spPr>
            <a:xfrm>
              <a:off x="9787" y="0"/>
              <a:ext cx="8691880" cy="7082154"/>
            </a:xfrm>
            <a:custGeom>
              <a:avLst/>
              <a:gdLst/>
              <a:ahLst/>
              <a:cxnLst/>
              <a:rect l="l" t="t" r="r" b="b"/>
              <a:pathLst>
                <a:path w="8691880" h="7082155">
                  <a:moveTo>
                    <a:pt x="0" y="7077369"/>
                  </a:moveTo>
                  <a:lnTo>
                    <a:pt x="42823" y="7077396"/>
                  </a:lnTo>
                  <a:lnTo>
                    <a:pt x="85964" y="7077423"/>
                  </a:lnTo>
                  <a:lnTo>
                    <a:pt x="129418" y="7077449"/>
                  </a:lnTo>
                  <a:lnTo>
                    <a:pt x="173181" y="7077476"/>
                  </a:lnTo>
                  <a:lnTo>
                    <a:pt x="217248" y="7077503"/>
                  </a:lnTo>
                  <a:lnTo>
                    <a:pt x="261616" y="7077529"/>
                  </a:lnTo>
                  <a:lnTo>
                    <a:pt x="306281" y="7077556"/>
                  </a:lnTo>
                  <a:lnTo>
                    <a:pt x="351237" y="7077583"/>
                  </a:lnTo>
                  <a:lnTo>
                    <a:pt x="396481" y="7077609"/>
                  </a:lnTo>
                  <a:lnTo>
                    <a:pt x="442009" y="7077636"/>
                  </a:lnTo>
                  <a:lnTo>
                    <a:pt x="487817" y="7077663"/>
                  </a:lnTo>
                  <a:lnTo>
                    <a:pt x="533899" y="7077689"/>
                  </a:lnTo>
                  <a:lnTo>
                    <a:pt x="580253" y="7077716"/>
                  </a:lnTo>
                  <a:lnTo>
                    <a:pt x="626874" y="7077742"/>
                  </a:lnTo>
                  <a:lnTo>
                    <a:pt x="673757" y="7077769"/>
                  </a:lnTo>
                  <a:lnTo>
                    <a:pt x="720899" y="7077796"/>
                  </a:lnTo>
                  <a:lnTo>
                    <a:pt x="768295" y="7077822"/>
                  </a:lnTo>
                  <a:lnTo>
                    <a:pt x="815941" y="7077849"/>
                  </a:lnTo>
                  <a:lnTo>
                    <a:pt x="863833" y="7077875"/>
                  </a:lnTo>
                  <a:lnTo>
                    <a:pt x="911966" y="7077902"/>
                  </a:lnTo>
                  <a:lnTo>
                    <a:pt x="960337" y="7077929"/>
                  </a:lnTo>
                  <a:lnTo>
                    <a:pt x="1008941" y="7077955"/>
                  </a:lnTo>
                  <a:lnTo>
                    <a:pt x="1057775" y="7077982"/>
                  </a:lnTo>
                  <a:lnTo>
                    <a:pt x="1106833" y="7078008"/>
                  </a:lnTo>
                  <a:lnTo>
                    <a:pt x="1156112" y="7078035"/>
                  </a:lnTo>
                  <a:lnTo>
                    <a:pt x="1205607" y="7078061"/>
                  </a:lnTo>
                  <a:lnTo>
                    <a:pt x="1255314" y="7078088"/>
                  </a:lnTo>
                  <a:lnTo>
                    <a:pt x="1305230" y="7078115"/>
                  </a:lnTo>
                  <a:lnTo>
                    <a:pt x="1355349" y="7078141"/>
                  </a:lnTo>
                  <a:lnTo>
                    <a:pt x="1405668" y="7078168"/>
                  </a:lnTo>
                  <a:lnTo>
                    <a:pt x="1456182" y="7078194"/>
                  </a:lnTo>
                  <a:lnTo>
                    <a:pt x="1506888" y="7078221"/>
                  </a:lnTo>
                  <a:lnTo>
                    <a:pt x="1557780" y="7078247"/>
                  </a:lnTo>
                  <a:lnTo>
                    <a:pt x="1608856" y="7078274"/>
                  </a:lnTo>
                  <a:lnTo>
                    <a:pt x="1660110" y="7078300"/>
                  </a:lnTo>
                  <a:lnTo>
                    <a:pt x="1711538" y="7078327"/>
                  </a:lnTo>
                  <a:lnTo>
                    <a:pt x="1763137" y="7078353"/>
                  </a:lnTo>
                  <a:lnTo>
                    <a:pt x="1814901" y="7078380"/>
                  </a:lnTo>
                  <a:lnTo>
                    <a:pt x="1866828" y="7078406"/>
                  </a:lnTo>
                  <a:lnTo>
                    <a:pt x="1918912" y="7078433"/>
                  </a:lnTo>
                  <a:lnTo>
                    <a:pt x="1971149" y="7078459"/>
                  </a:lnTo>
                  <a:lnTo>
                    <a:pt x="2023536" y="7078486"/>
                  </a:lnTo>
                  <a:lnTo>
                    <a:pt x="2076067" y="7078512"/>
                  </a:lnTo>
                  <a:lnTo>
                    <a:pt x="2128740" y="7078539"/>
                  </a:lnTo>
                  <a:lnTo>
                    <a:pt x="2181549" y="7078565"/>
                  </a:lnTo>
                  <a:lnTo>
                    <a:pt x="2234490" y="7078591"/>
                  </a:lnTo>
                  <a:lnTo>
                    <a:pt x="2287559" y="7078618"/>
                  </a:lnTo>
                  <a:lnTo>
                    <a:pt x="2340753" y="7078644"/>
                  </a:lnTo>
                  <a:lnTo>
                    <a:pt x="2394066" y="7078671"/>
                  </a:lnTo>
                  <a:lnTo>
                    <a:pt x="2447495" y="7078697"/>
                  </a:lnTo>
                  <a:lnTo>
                    <a:pt x="2501035" y="7078724"/>
                  </a:lnTo>
                  <a:lnTo>
                    <a:pt x="2554683" y="7078750"/>
                  </a:lnTo>
                  <a:lnTo>
                    <a:pt x="2608433" y="7078776"/>
                  </a:lnTo>
                  <a:lnTo>
                    <a:pt x="2662282" y="7078803"/>
                  </a:lnTo>
                  <a:lnTo>
                    <a:pt x="2716226" y="7078829"/>
                  </a:lnTo>
                  <a:lnTo>
                    <a:pt x="2770260" y="7078856"/>
                  </a:lnTo>
                  <a:lnTo>
                    <a:pt x="2824380" y="7078882"/>
                  </a:lnTo>
                  <a:lnTo>
                    <a:pt x="2878582" y="7078908"/>
                  </a:lnTo>
                  <a:lnTo>
                    <a:pt x="2932862" y="7078935"/>
                  </a:lnTo>
                  <a:lnTo>
                    <a:pt x="2987215" y="7078961"/>
                  </a:lnTo>
                  <a:lnTo>
                    <a:pt x="3041638" y="7078987"/>
                  </a:lnTo>
                  <a:lnTo>
                    <a:pt x="3096126" y="7079014"/>
                  </a:lnTo>
                  <a:lnTo>
                    <a:pt x="3150675" y="7079040"/>
                  </a:lnTo>
                  <a:lnTo>
                    <a:pt x="3205280" y="7079067"/>
                  </a:lnTo>
                  <a:lnTo>
                    <a:pt x="3259938" y="7079093"/>
                  </a:lnTo>
                  <a:lnTo>
                    <a:pt x="3314645" y="7079119"/>
                  </a:lnTo>
                  <a:lnTo>
                    <a:pt x="3369395" y="7079146"/>
                  </a:lnTo>
                  <a:lnTo>
                    <a:pt x="3424186" y="7079172"/>
                  </a:lnTo>
                  <a:lnTo>
                    <a:pt x="3479012" y="7079198"/>
                  </a:lnTo>
                  <a:lnTo>
                    <a:pt x="3533870" y="7079225"/>
                  </a:lnTo>
                  <a:lnTo>
                    <a:pt x="3588755" y="7079251"/>
                  </a:lnTo>
                  <a:lnTo>
                    <a:pt x="3643663" y="7079277"/>
                  </a:lnTo>
                  <a:lnTo>
                    <a:pt x="3698590" y="7079303"/>
                  </a:lnTo>
                  <a:lnTo>
                    <a:pt x="3753532" y="7079330"/>
                  </a:lnTo>
                  <a:lnTo>
                    <a:pt x="3808484" y="7079356"/>
                  </a:lnTo>
                  <a:lnTo>
                    <a:pt x="3863443" y="7079382"/>
                  </a:lnTo>
                  <a:lnTo>
                    <a:pt x="3918403" y="7079409"/>
                  </a:lnTo>
                  <a:lnTo>
                    <a:pt x="3973362" y="7079435"/>
                  </a:lnTo>
                  <a:lnTo>
                    <a:pt x="4028314" y="7079461"/>
                  </a:lnTo>
                  <a:lnTo>
                    <a:pt x="4083256" y="7079487"/>
                  </a:lnTo>
                  <a:lnTo>
                    <a:pt x="4138183" y="7079514"/>
                  </a:lnTo>
                  <a:lnTo>
                    <a:pt x="4193091" y="7079540"/>
                  </a:lnTo>
                  <a:lnTo>
                    <a:pt x="4247976" y="7079566"/>
                  </a:lnTo>
                  <a:lnTo>
                    <a:pt x="4302834" y="7079592"/>
                  </a:lnTo>
                  <a:lnTo>
                    <a:pt x="4357660" y="7079619"/>
                  </a:lnTo>
                  <a:lnTo>
                    <a:pt x="4412451" y="7079645"/>
                  </a:lnTo>
                  <a:lnTo>
                    <a:pt x="4467201" y="7079671"/>
                  </a:lnTo>
                  <a:lnTo>
                    <a:pt x="4521907" y="7079697"/>
                  </a:lnTo>
                  <a:lnTo>
                    <a:pt x="4576566" y="7079724"/>
                  </a:lnTo>
                  <a:lnTo>
                    <a:pt x="4631171" y="7079750"/>
                  </a:lnTo>
                  <a:lnTo>
                    <a:pt x="4685720" y="7079776"/>
                  </a:lnTo>
                  <a:lnTo>
                    <a:pt x="4740208" y="7079802"/>
                  </a:lnTo>
                  <a:lnTo>
                    <a:pt x="4794631" y="7079828"/>
                  </a:lnTo>
                  <a:lnTo>
                    <a:pt x="4848984" y="7079855"/>
                  </a:lnTo>
                  <a:lnTo>
                    <a:pt x="4903264" y="7079881"/>
                  </a:lnTo>
                  <a:lnTo>
                    <a:pt x="4957466" y="7079907"/>
                  </a:lnTo>
                  <a:lnTo>
                    <a:pt x="5011586" y="7079933"/>
                  </a:lnTo>
                  <a:lnTo>
                    <a:pt x="5065620" y="7079959"/>
                  </a:lnTo>
                  <a:lnTo>
                    <a:pt x="5119564" y="7079985"/>
                  </a:lnTo>
                  <a:lnTo>
                    <a:pt x="5173413" y="7080012"/>
                  </a:lnTo>
                  <a:lnTo>
                    <a:pt x="5227163" y="7080038"/>
                  </a:lnTo>
                  <a:lnTo>
                    <a:pt x="5280811" y="7080064"/>
                  </a:lnTo>
                  <a:lnTo>
                    <a:pt x="5334351" y="7080090"/>
                  </a:lnTo>
                  <a:lnTo>
                    <a:pt x="5387780" y="7080116"/>
                  </a:lnTo>
                  <a:lnTo>
                    <a:pt x="5441093" y="7080142"/>
                  </a:lnTo>
                  <a:lnTo>
                    <a:pt x="5494286" y="7080168"/>
                  </a:lnTo>
                  <a:lnTo>
                    <a:pt x="5547356" y="7080194"/>
                  </a:lnTo>
                  <a:lnTo>
                    <a:pt x="5600297" y="7080221"/>
                  </a:lnTo>
                  <a:lnTo>
                    <a:pt x="5653106" y="7080247"/>
                  </a:lnTo>
                  <a:lnTo>
                    <a:pt x="5705779" y="7080273"/>
                  </a:lnTo>
                  <a:lnTo>
                    <a:pt x="5758310" y="7080299"/>
                  </a:lnTo>
                  <a:lnTo>
                    <a:pt x="5810697" y="7080325"/>
                  </a:lnTo>
                  <a:lnTo>
                    <a:pt x="5862934" y="7080351"/>
                  </a:lnTo>
                  <a:lnTo>
                    <a:pt x="5915018" y="7080377"/>
                  </a:lnTo>
                  <a:lnTo>
                    <a:pt x="5966944" y="7080403"/>
                  </a:lnTo>
                  <a:lnTo>
                    <a:pt x="6018709" y="7080429"/>
                  </a:lnTo>
                  <a:lnTo>
                    <a:pt x="6070308" y="7080455"/>
                  </a:lnTo>
                  <a:lnTo>
                    <a:pt x="6121736" y="7080481"/>
                  </a:lnTo>
                  <a:lnTo>
                    <a:pt x="6172990" y="7080507"/>
                  </a:lnTo>
                  <a:lnTo>
                    <a:pt x="6224065" y="7080534"/>
                  </a:lnTo>
                  <a:lnTo>
                    <a:pt x="6274958" y="7080560"/>
                  </a:lnTo>
                  <a:lnTo>
                    <a:pt x="6325664" y="7080586"/>
                  </a:lnTo>
                  <a:lnTo>
                    <a:pt x="6376178" y="7080612"/>
                  </a:lnTo>
                  <a:lnTo>
                    <a:pt x="6426497" y="7080638"/>
                  </a:lnTo>
                  <a:lnTo>
                    <a:pt x="6476616" y="7080664"/>
                  </a:lnTo>
                  <a:lnTo>
                    <a:pt x="6526532" y="7080690"/>
                  </a:lnTo>
                  <a:lnTo>
                    <a:pt x="6576239" y="7080716"/>
                  </a:lnTo>
                  <a:lnTo>
                    <a:pt x="6625734" y="7080742"/>
                  </a:lnTo>
                  <a:lnTo>
                    <a:pt x="6675013" y="7080768"/>
                  </a:lnTo>
                  <a:lnTo>
                    <a:pt x="6724071" y="7080794"/>
                  </a:lnTo>
                  <a:lnTo>
                    <a:pt x="6772904" y="7080820"/>
                  </a:lnTo>
                  <a:lnTo>
                    <a:pt x="6821509" y="7080846"/>
                  </a:lnTo>
                  <a:lnTo>
                    <a:pt x="6869880" y="7080872"/>
                  </a:lnTo>
                  <a:lnTo>
                    <a:pt x="6918013" y="7080898"/>
                  </a:lnTo>
                  <a:lnTo>
                    <a:pt x="6965905" y="7080924"/>
                  </a:lnTo>
                  <a:lnTo>
                    <a:pt x="7013551" y="7080950"/>
                  </a:lnTo>
                  <a:lnTo>
                    <a:pt x="7060947" y="7080976"/>
                  </a:lnTo>
                  <a:lnTo>
                    <a:pt x="7108089" y="7081002"/>
                  </a:lnTo>
                  <a:lnTo>
                    <a:pt x="7154972" y="7081027"/>
                  </a:lnTo>
                  <a:lnTo>
                    <a:pt x="7201593" y="7081053"/>
                  </a:lnTo>
                  <a:lnTo>
                    <a:pt x="7247947" y="7081079"/>
                  </a:lnTo>
                  <a:lnTo>
                    <a:pt x="7294029" y="7081105"/>
                  </a:lnTo>
                  <a:lnTo>
                    <a:pt x="7339837" y="7081131"/>
                  </a:lnTo>
                  <a:lnTo>
                    <a:pt x="7385365" y="7081157"/>
                  </a:lnTo>
                  <a:lnTo>
                    <a:pt x="7430609" y="7081183"/>
                  </a:lnTo>
                  <a:lnTo>
                    <a:pt x="7475565" y="7081209"/>
                  </a:lnTo>
                  <a:lnTo>
                    <a:pt x="7520230" y="7081235"/>
                  </a:lnTo>
                  <a:lnTo>
                    <a:pt x="7564598" y="7081261"/>
                  </a:lnTo>
                  <a:lnTo>
                    <a:pt x="7608665" y="7081287"/>
                  </a:lnTo>
                  <a:lnTo>
                    <a:pt x="7652428" y="7081313"/>
                  </a:lnTo>
                  <a:lnTo>
                    <a:pt x="7695882" y="7081338"/>
                  </a:lnTo>
                  <a:lnTo>
                    <a:pt x="7739023" y="7081364"/>
                  </a:lnTo>
                  <a:lnTo>
                    <a:pt x="7781846" y="7081390"/>
                  </a:lnTo>
                  <a:lnTo>
                    <a:pt x="7822077" y="7081590"/>
                  </a:lnTo>
                  <a:lnTo>
                    <a:pt x="7862311" y="7081856"/>
                  </a:lnTo>
                  <a:lnTo>
                    <a:pt x="7902531" y="7081761"/>
                  </a:lnTo>
                  <a:lnTo>
                    <a:pt x="7942721" y="7080877"/>
                  </a:lnTo>
                  <a:lnTo>
                    <a:pt x="7993119" y="7077859"/>
                  </a:lnTo>
                  <a:lnTo>
                    <a:pt x="8042134" y="7072447"/>
                  </a:lnTo>
                  <a:lnTo>
                    <a:pt x="8089724" y="7064703"/>
                  </a:lnTo>
                  <a:lnTo>
                    <a:pt x="8135845" y="7054686"/>
                  </a:lnTo>
                  <a:lnTo>
                    <a:pt x="8180454" y="7042457"/>
                  </a:lnTo>
                  <a:lnTo>
                    <a:pt x="8223507" y="7028077"/>
                  </a:lnTo>
                  <a:lnTo>
                    <a:pt x="8264961" y="7011606"/>
                  </a:lnTo>
                  <a:lnTo>
                    <a:pt x="8304772" y="6993104"/>
                  </a:lnTo>
                  <a:lnTo>
                    <a:pt x="8342897" y="6972633"/>
                  </a:lnTo>
                  <a:lnTo>
                    <a:pt x="8379293" y="6950252"/>
                  </a:lnTo>
                  <a:lnTo>
                    <a:pt x="8413916" y="6926022"/>
                  </a:lnTo>
                  <a:lnTo>
                    <a:pt x="8446723" y="6900003"/>
                  </a:lnTo>
                  <a:lnTo>
                    <a:pt x="8477669" y="6872257"/>
                  </a:lnTo>
                  <a:lnTo>
                    <a:pt x="8506713" y="6842843"/>
                  </a:lnTo>
                  <a:lnTo>
                    <a:pt x="8533810" y="6811822"/>
                  </a:lnTo>
                  <a:lnTo>
                    <a:pt x="8558917" y="6779254"/>
                  </a:lnTo>
                  <a:lnTo>
                    <a:pt x="8581990" y="6745200"/>
                  </a:lnTo>
                  <a:lnTo>
                    <a:pt x="8602987" y="6709721"/>
                  </a:lnTo>
                  <a:lnTo>
                    <a:pt x="8621863" y="6672877"/>
                  </a:lnTo>
                  <a:lnTo>
                    <a:pt x="8638576" y="6634728"/>
                  </a:lnTo>
                  <a:lnTo>
                    <a:pt x="8653081" y="6595335"/>
                  </a:lnTo>
                  <a:lnTo>
                    <a:pt x="8665335" y="6554758"/>
                  </a:lnTo>
                  <a:lnTo>
                    <a:pt x="8675296" y="6513058"/>
                  </a:lnTo>
                  <a:lnTo>
                    <a:pt x="8682919" y="6470296"/>
                  </a:lnTo>
                  <a:lnTo>
                    <a:pt x="8688161" y="6426531"/>
                  </a:lnTo>
                  <a:lnTo>
                    <a:pt x="8690979" y="6381825"/>
                  </a:lnTo>
                  <a:lnTo>
                    <a:pt x="8691329" y="6336238"/>
                  </a:lnTo>
                  <a:lnTo>
                    <a:pt x="8689168" y="6289830"/>
                  </a:lnTo>
                  <a:lnTo>
                    <a:pt x="8684452" y="6242661"/>
                  </a:lnTo>
                  <a:lnTo>
                    <a:pt x="8677138" y="6194793"/>
                  </a:lnTo>
                  <a:lnTo>
                    <a:pt x="8667183" y="6146286"/>
                  </a:lnTo>
                  <a:lnTo>
                    <a:pt x="8654542" y="6097200"/>
                  </a:lnTo>
                  <a:lnTo>
                    <a:pt x="8637675" y="6044467"/>
                  </a:lnTo>
                  <a:lnTo>
                    <a:pt x="8617698" y="5993274"/>
                  </a:lnTo>
                  <a:lnTo>
                    <a:pt x="8594952" y="5943379"/>
                  </a:lnTo>
                  <a:lnTo>
                    <a:pt x="8569780" y="5894541"/>
                  </a:lnTo>
                  <a:lnTo>
                    <a:pt x="8542525" y="5846517"/>
                  </a:lnTo>
                  <a:lnTo>
                    <a:pt x="8519611" y="5807779"/>
                  </a:lnTo>
                  <a:lnTo>
                    <a:pt x="8494820" y="5765954"/>
                  </a:lnTo>
                  <a:lnTo>
                    <a:pt x="8468191" y="5721104"/>
                  </a:lnTo>
                  <a:lnTo>
                    <a:pt x="8439762" y="5673292"/>
                  </a:lnTo>
                  <a:lnTo>
                    <a:pt x="8409570" y="5622581"/>
                  </a:lnTo>
                  <a:lnTo>
                    <a:pt x="8377656" y="5569035"/>
                  </a:lnTo>
                  <a:lnTo>
                    <a:pt x="8344056" y="5512716"/>
                  </a:lnTo>
                  <a:lnTo>
                    <a:pt x="8308809" y="5453686"/>
                  </a:lnTo>
                  <a:lnTo>
                    <a:pt x="8271954" y="5392011"/>
                  </a:lnTo>
                  <a:lnTo>
                    <a:pt x="8233528" y="5327751"/>
                  </a:lnTo>
                  <a:lnTo>
                    <a:pt x="8213738" y="5294672"/>
                  </a:lnTo>
                  <a:lnTo>
                    <a:pt x="8193571" y="5260970"/>
                  </a:lnTo>
                  <a:lnTo>
                    <a:pt x="8173029" y="5226655"/>
                  </a:lnTo>
                  <a:lnTo>
                    <a:pt x="8152119" y="5191732"/>
                  </a:lnTo>
                  <a:lnTo>
                    <a:pt x="8130846" y="5156211"/>
                  </a:lnTo>
                  <a:lnTo>
                    <a:pt x="8109213" y="5120099"/>
                  </a:lnTo>
                  <a:lnTo>
                    <a:pt x="8087226" y="5083405"/>
                  </a:lnTo>
                  <a:lnTo>
                    <a:pt x="8064889" y="5046135"/>
                  </a:lnTo>
                  <a:lnTo>
                    <a:pt x="8042208" y="5008298"/>
                  </a:lnTo>
                  <a:lnTo>
                    <a:pt x="8019187" y="4969901"/>
                  </a:lnTo>
                  <a:lnTo>
                    <a:pt x="7995831" y="4930954"/>
                  </a:lnTo>
                  <a:lnTo>
                    <a:pt x="7972145" y="4891462"/>
                  </a:lnTo>
                  <a:lnTo>
                    <a:pt x="7948133" y="4851435"/>
                  </a:lnTo>
                  <a:lnTo>
                    <a:pt x="7923800" y="4810881"/>
                  </a:lnTo>
                  <a:lnTo>
                    <a:pt x="7899151" y="4769806"/>
                  </a:lnTo>
                  <a:lnTo>
                    <a:pt x="7874192" y="4728219"/>
                  </a:lnTo>
                  <a:lnTo>
                    <a:pt x="7848926" y="4686128"/>
                  </a:lnTo>
                  <a:lnTo>
                    <a:pt x="7823358" y="4643541"/>
                  </a:lnTo>
                  <a:lnTo>
                    <a:pt x="7797494" y="4600465"/>
                  </a:lnTo>
                  <a:lnTo>
                    <a:pt x="7771337" y="4556909"/>
                  </a:lnTo>
                  <a:lnTo>
                    <a:pt x="7744893" y="4512880"/>
                  </a:lnTo>
                  <a:lnTo>
                    <a:pt x="7718167" y="4468387"/>
                  </a:lnTo>
                  <a:lnTo>
                    <a:pt x="7691164" y="4423436"/>
                  </a:lnTo>
                  <a:lnTo>
                    <a:pt x="7663887" y="4378037"/>
                  </a:lnTo>
                  <a:lnTo>
                    <a:pt x="7636343" y="4332196"/>
                  </a:lnTo>
                  <a:lnTo>
                    <a:pt x="7608535" y="4285922"/>
                  </a:lnTo>
                  <a:lnTo>
                    <a:pt x="7580469" y="4239222"/>
                  </a:lnTo>
                  <a:lnTo>
                    <a:pt x="7552149" y="4192105"/>
                  </a:lnTo>
                  <a:lnTo>
                    <a:pt x="7523580" y="4144579"/>
                  </a:lnTo>
                  <a:lnTo>
                    <a:pt x="7494767" y="4096650"/>
                  </a:lnTo>
                  <a:lnTo>
                    <a:pt x="7465715" y="4048328"/>
                  </a:lnTo>
                  <a:lnTo>
                    <a:pt x="7436428" y="3999620"/>
                  </a:lnTo>
                  <a:lnTo>
                    <a:pt x="7406912" y="3950533"/>
                  </a:lnTo>
                  <a:lnTo>
                    <a:pt x="7377170" y="3901076"/>
                  </a:lnTo>
                  <a:lnTo>
                    <a:pt x="7347209" y="3851257"/>
                  </a:lnTo>
                  <a:lnTo>
                    <a:pt x="7317032" y="3801084"/>
                  </a:lnTo>
                  <a:lnTo>
                    <a:pt x="7286644" y="3750563"/>
                  </a:lnTo>
                  <a:lnTo>
                    <a:pt x="7256051" y="3699704"/>
                  </a:lnTo>
                  <a:lnTo>
                    <a:pt x="7225257" y="3648514"/>
                  </a:lnTo>
                  <a:lnTo>
                    <a:pt x="7194266" y="3597001"/>
                  </a:lnTo>
                  <a:lnTo>
                    <a:pt x="7163085" y="3545173"/>
                  </a:lnTo>
                  <a:lnTo>
                    <a:pt x="7131716" y="3493038"/>
                  </a:lnTo>
                  <a:lnTo>
                    <a:pt x="7100166" y="3440603"/>
                  </a:lnTo>
                  <a:lnTo>
                    <a:pt x="7068438" y="3387876"/>
                  </a:lnTo>
                  <a:lnTo>
                    <a:pt x="7036539" y="3334866"/>
                  </a:lnTo>
                  <a:lnTo>
                    <a:pt x="7004472" y="3281581"/>
                  </a:lnTo>
                  <a:lnTo>
                    <a:pt x="6972242" y="3228027"/>
                  </a:lnTo>
                  <a:lnTo>
                    <a:pt x="6939854" y="3174213"/>
                  </a:lnTo>
                  <a:lnTo>
                    <a:pt x="6907314" y="3120148"/>
                  </a:lnTo>
                  <a:lnTo>
                    <a:pt x="6874625" y="3065838"/>
                  </a:lnTo>
                  <a:lnTo>
                    <a:pt x="6841792" y="3011291"/>
                  </a:lnTo>
                  <a:lnTo>
                    <a:pt x="6808821" y="2956516"/>
                  </a:lnTo>
                  <a:lnTo>
                    <a:pt x="6775716" y="2901521"/>
                  </a:lnTo>
                  <a:lnTo>
                    <a:pt x="6742481" y="2846313"/>
                  </a:lnTo>
                  <a:lnTo>
                    <a:pt x="6709122" y="2790899"/>
                  </a:lnTo>
                  <a:lnTo>
                    <a:pt x="6675644" y="2735289"/>
                  </a:lnTo>
                  <a:lnTo>
                    <a:pt x="6642051" y="2679490"/>
                  </a:lnTo>
                  <a:lnTo>
                    <a:pt x="6608348" y="2623509"/>
                  </a:lnTo>
                  <a:lnTo>
                    <a:pt x="6574540" y="2567356"/>
                  </a:lnTo>
                  <a:lnTo>
                    <a:pt x="6540631" y="2511036"/>
                  </a:lnTo>
                  <a:lnTo>
                    <a:pt x="6506627" y="2454559"/>
                  </a:lnTo>
                  <a:lnTo>
                    <a:pt x="6472532" y="2397932"/>
                  </a:lnTo>
                  <a:lnTo>
                    <a:pt x="6438350" y="2341164"/>
                  </a:lnTo>
                  <a:lnTo>
                    <a:pt x="6404088" y="2284261"/>
                  </a:lnTo>
                  <a:lnTo>
                    <a:pt x="6369749" y="2227232"/>
                  </a:lnTo>
                  <a:lnTo>
                    <a:pt x="6335338" y="2170085"/>
                  </a:lnTo>
                  <a:lnTo>
                    <a:pt x="6300861" y="2112828"/>
                  </a:lnTo>
                  <a:lnTo>
                    <a:pt x="6266321" y="2055468"/>
                  </a:lnTo>
                  <a:lnTo>
                    <a:pt x="6231724" y="1998014"/>
                  </a:lnTo>
                  <a:lnTo>
                    <a:pt x="6197075" y="1940473"/>
                  </a:lnTo>
                  <a:lnTo>
                    <a:pt x="6162378" y="1882853"/>
                  </a:lnTo>
                  <a:lnTo>
                    <a:pt x="6127638" y="1825162"/>
                  </a:lnTo>
                  <a:lnTo>
                    <a:pt x="6092859" y="1767408"/>
                  </a:lnTo>
                  <a:lnTo>
                    <a:pt x="6058048" y="1709598"/>
                  </a:lnTo>
                  <a:lnTo>
                    <a:pt x="6023207" y="1651742"/>
                  </a:lnTo>
                  <a:lnTo>
                    <a:pt x="5988343" y="1593846"/>
                  </a:lnTo>
                  <a:lnTo>
                    <a:pt x="5953461" y="1535918"/>
                  </a:lnTo>
                  <a:lnTo>
                    <a:pt x="5918563" y="1477966"/>
                  </a:lnTo>
                  <a:lnTo>
                    <a:pt x="5883657" y="1419999"/>
                  </a:lnTo>
                  <a:lnTo>
                    <a:pt x="5848745" y="1362024"/>
                  </a:lnTo>
                  <a:lnTo>
                    <a:pt x="5813834" y="1304048"/>
                  </a:lnTo>
                  <a:lnTo>
                    <a:pt x="5778928" y="1246081"/>
                  </a:lnTo>
                  <a:lnTo>
                    <a:pt x="5744032" y="1188129"/>
                  </a:lnTo>
                  <a:lnTo>
                    <a:pt x="5709150" y="1130200"/>
                  </a:lnTo>
                  <a:lnTo>
                    <a:pt x="5674288" y="1072303"/>
                  </a:lnTo>
                  <a:lnTo>
                    <a:pt x="5639449" y="1014446"/>
                  </a:lnTo>
                  <a:lnTo>
                    <a:pt x="5604640" y="956635"/>
                  </a:lnTo>
                  <a:lnTo>
                    <a:pt x="5569864" y="898880"/>
                  </a:lnTo>
                  <a:lnTo>
                    <a:pt x="5535126" y="841187"/>
                  </a:lnTo>
                  <a:lnTo>
                    <a:pt x="5500432" y="783565"/>
                  </a:lnTo>
                  <a:lnTo>
                    <a:pt x="5465786" y="726022"/>
                  </a:lnTo>
                  <a:lnTo>
                    <a:pt x="5431193" y="668565"/>
                  </a:lnTo>
                  <a:lnTo>
                    <a:pt x="5396658" y="611203"/>
                  </a:lnTo>
                  <a:lnTo>
                    <a:pt x="5362184" y="553943"/>
                  </a:lnTo>
                  <a:lnTo>
                    <a:pt x="5327778" y="496794"/>
                  </a:lnTo>
                  <a:lnTo>
                    <a:pt x="5293445" y="439762"/>
                  </a:lnTo>
                  <a:lnTo>
                    <a:pt x="5259187" y="382856"/>
                  </a:lnTo>
                  <a:lnTo>
                    <a:pt x="5225012" y="326084"/>
                  </a:lnTo>
                  <a:lnTo>
                    <a:pt x="5190923" y="269454"/>
                  </a:lnTo>
                  <a:lnTo>
                    <a:pt x="5156925" y="212973"/>
                  </a:lnTo>
                  <a:lnTo>
                    <a:pt x="5123023" y="156650"/>
                  </a:lnTo>
                  <a:lnTo>
                    <a:pt x="5089221" y="100492"/>
                  </a:lnTo>
                  <a:lnTo>
                    <a:pt x="5055525" y="44507"/>
                  </a:lnTo>
                  <a:lnTo>
                    <a:pt x="5028739"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grpSp>
    </p:spTree>
    <p:extLst>
      <p:ext uri="{BB962C8B-B14F-4D97-AF65-F5344CB8AC3E}">
        <p14:creationId xmlns:p14="http://schemas.microsoft.com/office/powerpoint/2010/main" val="12016155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p:cTn id="7" dur="500" fill="hold"/>
                                        <p:tgtEl>
                                          <p:spTgt spid="94"/>
                                        </p:tgtEl>
                                        <p:attrNameLst>
                                          <p:attrName>ppt_w</p:attrName>
                                        </p:attrNameLst>
                                      </p:cBhvr>
                                      <p:tavLst>
                                        <p:tav tm="0">
                                          <p:val>
                                            <p:fltVal val="0"/>
                                          </p:val>
                                        </p:tav>
                                        <p:tav tm="100000">
                                          <p:val>
                                            <p:strVal val="#ppt_w"/>
                                          </p:val>
                                        </p:tav>
                                      </p:tavLst>
                                    </p:anim>
                                    <p:anim calcmode="lin" valueType="num">
                                      <p:cBhvr>
                                        <p:cTn id="8" dur="500" fill="hold"/>
                                        <p:tgtEl>
                                          <p:spTgt spid="94"/>
                                        </p:tgtEl>
                                        <p:attrNameLst>
                                          <p:attrName>ppt_h</p:attrName>
                                        </p:attrNameLst>
                                      </p:cBhvr>
                                      <p:tavLst>
                                        <p:tav tm="0">
                                          <p:val>
                                            <p:fltVal val="0"/>
                                          </p:val>
                                        </p:tav>
                                        <p:tav tm="100000">
                                          <p:val>
                                            <p:strVal val="#ppt_h"/>
                                          </p:val>
                                        </p:tav>
                                      </p:tavLst>
                                    </p:anim>
                                    <p:animEffect transition="in" filter="fade">
                                      <p:cBhvr>
                                        <p:cTn id="9" dur="500"/>
                                        <p:tgtEl>
                                          <p:spTgt spid="9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3"/>
                                        </p:tgtEl>
                                        <p:attrNameLst>
                                          <p:attrName>style.visibility</p:attrName>
                                        </p:attrNameLst>
                                      </p:cBhvr>
                                      <p:to>
                                        <p:strVal val="visible"/>
                                      </p:to>
                                    </p:set>
                                    <p:anim calcmode="lin" valueType="num">
                                      <p:cBhvr>
                                        <p:cTn id="13" dur="500" fill="hold"/>
                                        <p:tgtEl>
                                          <p:spTgt spid="63"/>
                                        </p:tgtEl>
                                        <p:attrNameLst>
                                          <p:attrName>ppt_w</p:attrName>
                                        </p:attrNameLst>
                                      </p:cBhvr>
                                      <p:tavLst>
                                        <p:tav tm="0">
                                          <p:val>
                                            <p:fltVal val="0"/>
                                          </p:val>
                                        </p:tav>
                                        <p:tav tm="100000">
                                          <p:val>
                                            <p:strVal val="#ppt_w"/>
                                          </p:val>
                                        </p:tav>
                                      </p:tavLst>
                                    </p:anim>
                                    <p:anim calcmode="lin" valueType="num">
                                      <p:cBhvr>
                                        <p:cTn id="14" dur="500" fill="hold"/>
                                        <p:tgtEl>
                                          <p:spTgt spid="63"/>
                                        </p:tgtEl>
                                        <p:attrNameLst>
                                          <p:attrName>ppt_h</p:attrName>
                                        </p:attrNameLst>
                                      </p:cBhvr>
                                      <p:tavLst>
                                        <p:tav tm="0">
                                          <p:val>
                                            <p:fltVal val="0"/>
                                          </p:val>
                                        </p:tav>
                                        <p:tav tm="100000">
                                          <p:val>
                                            <p:strVal val="#ppt_h"/>
                                          </p:val>
                                        </p:tav>
                                      </p:tavLst>
                                    </p:anim>
                                    <p:animEffect transition="in" filter="fade">
                                      <p:cBhvr>
                                        <p:cTn id="15" dur="500"/>
                                        <p:tgtEl>
                                          <p:spTgt spid="63"/>
                                        </p:tgtEl>
                                      </p:cBhvr>
                                    </p:animEffect>
                                  </p:childTnLst>
                                </p:cTn>
                              </p:par>
                            </p:childTnLst>
                          </p:cTn>
                        </p:par>
                        <p:par>
                          <p:cTn id="16" fill="hold">
                            <p:stCondLst>
                              <p:cond delay="1000"/>
                            </p:stCondLst>
                            <p:childTnLst>
                              <p:par>
                                <p:cTn id="17" presetID="22" presetClass="entr" presetSubtype="4" fill="hold" grpId="0" nodeType="after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wipe(down)">
                                      <p:cBhvr>
                                        <p:cTn id="19" dur="500"/>
                                        <p:tgtEl>
                                          <p:spTgt spid="79"/>
                                        </p:tgtEl>
                                      </p:cBhvr>
                                    </p:animEffect>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97"/>
                                        </p:tgtEl>
                                        <p:attrNameLst>
                                          <p:attrName>style.visibility</p:attrName>
                                        </p:attrNameLst>
                                      </p:cBhvr>
                                      <p:to>
                                        <p:strVal val="visible"/>
                                      </p:to>
                                    </p:set>
                                    <p:anim calcmode="lin" valueType="num">
                                      <p:cBhvr>
                                        <p:cTn id="23" dur="500" fill="hold"/>
                                        <p:tgtEl>
                                          <p:spTgt spid="97"/>
                                        </p:tgtEl>
                                        <p:attrNameLst>
                                          <p:attrName>ppt_w</p:attrName>
                                        </p:attrNameLst>
                                      </p:cBhvr>
                                      <p:tavLst>
                                        <p:tav tm="0">
                                          <p:val>
                                            <p:fltVal val="0"/>
                                          </p:val>
                                        </p:tav>
                                        <p:tav tm="100000">
                                          <p:val>
                                            <p:strVal val="#ppt_w"/>
                                          </p:val>
                                        </p:tav>
                                      </p:tavLst>
                                    </p:anim>
                                    <p:anim calcmode="lin" valueType="num">
                                      <p:cBhvr>
                                        <p:cTn id="24" dur="500" fill="hold"/>
                                        <p:tgtEl>
                                          <p:spTgt spid="97"/>
                                        </p:tgtEl>
                                        <p:attrNameLst>
                                          <p:attrName>ppt_h</p:attrName>
                                        </p:attrNameLst>
                                      </p:cBhvr>
                                      <p:tavLst>
                                        <p:tav tm="0">
                                          <p:val>
                                            <p:fltVal val="0"/>
                                          </p:val>
                                        </p:tav>
                                        <p:tav tm="100000">
                                          <p:val>
                                            <p:strVal val="#ppt_h"/>
                                          </p:val>
                                        </p:tav>
                                      </p:tavLst>
                                    </p:anim>
                                    <p:animEffect transition="in" filter="fade">
                                      <p:cBhvr>
                                        <p:cTn id="25" dur="500"/>
                                        <p:tgtEl>
                                          <p:spTgt spid="97"/>
                                        </p:tgtEl>
                                      </p:cBhvr>
                                    </p:animEffect>
                                  </p:childTnLst>
                                </p:cTn>
                              </p:par>
                              <p:par>
                                <p:cTn id="26" presetID="22" presetClass="entr" presetSubtype="2"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right)">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64"/>
                                        </p:tgtEl>
                                        <p:attrNameLst>
                                          <p:attrName>style.visibility</p:attrName>
                                        </p:attrNameLst>
                                      </p:cBhvr>
                                      <p:to>
                                        <p:strVal val="visible"/>
                                      </p:to>
                                    </p:set>
                                    <p:anim calcmode="lin" valueType="num">
                                      <p:cBhvr>
                                        <p:cTn id="33" dur="500" fill="hold"/>
                                        <p:tgtEl>
                                          <p:spTgt spid="64"/>
                                        </p:tgtEl>
                                        <p:attrNameLst>
                                          <p:attrName>ppt_w</p:attrName>
                                        </p:attrNameLst>
                                      </p:cBhvr>
                                      <p:tavLst>
                                        <p:tav tm="0">
                                          <p:val>
                                            <p:fltVal val="0"/>
                                          </p:val>
                                        </p:tav>
                                        <p:tav tm="100000">
                                          <p:val>
                                            <p:strVal val="#ppt_w"/>
                                          </p:val>
                                        </p:tav>
                                      </p:tavLst>
                                    </p:anim>
                                    <p:anim calcmode="lin" valueType="num">
                                      <p:cBhvr>
                                        <p:cTn id="34" dur="500" fill="hold"/>
                                        <p:tgtEl>
                                          <p:spTgt spid="64"/>
                                        </p:tgtEl>
                                        <p:attrNameLst>
                                          <p:attrName>ppt_h</p:attrName>
                                        </p:attrNameLst>
                                      </p:cBhvr>
                                      <p:tavLst>
                                        <p:tav tm="0">
                                          <p:val>
                                            <p:fltVal val="0"/>
                                          </p:val>
                                        </p:tav>
                                        <p:tav tm="100000">
                                          <p:val>
                                            <p:strVal val="#ppt_h"/>
                                          </p:val>
                                        </p:tav>
                                      </p:tavLst>
                                    </p:anim>
                                    <p:animEffect transition="in" filter="fade">
                                      <p:cBhvr>
                                        <p:cTn id="35" dur="500"/>
                                        <p:tgtEl>
                                          <p:spTgt spid="64"/>
                                        </p:tgtEl>
                                      </p:cBhvr>
                                    </p:animEffect>
                                  </p:childTnLst>
                                </p:cTn>
                              </p:par>
                            </p:childTnLst>
                          </p:cTn>
                        </p:par>
                        <p:par>
                          <p:cTn id="36" fill="hold">
                            <p:stCondLst>
                              <p:cond delay="500"/>
                            </p:stCondLst>
                            <p:childTnLst>
                              <p:par>
                                <p:cTn id="37" presetID="22" presetClass="entr" presetSubtype="1" fill="hold" grpId="0" nodeType="after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wipe(up)">
                                      <p:cBhvr>
                                        <p:cTn id="39" dur="500"/>
                                        <p:tgtEl>
                                          <p:spTgt spid="58"/>
                                        </p:tgtEl>
                                      </p:cBhvr>
                                    </p:animEffect>
                                  </p:childTnLst>
                                </p:cTn>
                              </p:par>
                            </p:childTnLst>
                          </p:cTn>
                        </p:par>
                        <p:par>
                          <p:cTn id="40" fill="hold">
                            <p:stCondLst>
                              <p:cond delay="1000"/>
                            </p:stCondLst>
                            <p:childTnLst>
                              <p:par>
                                <p:cTn id="41" presetID="53" presetClass="entr" presetSubtype="16" fill="hold" nodeType="afterEffect">
                                  <p:stCondLst>
                                    <p:cond delay="0"/>
                                  </p:stCondLst>
                                  <p:childTnLst>
                                    <p:set>
                                      <p:cBhvr>
                                        <p:cTn id="42" dur="1" fill="hold">
                                          <p:stCondLst>
                                            <p:cond delay="0"/>
                                          </p:stCondLst>
                                        </p:cTn>
                                        <p:tgtEl>
                                          <p:spTgt spid="100"/>
                                        </p:tgtEl>
                                        <p:attrNameLst>
                                          <p:attrName>style.visibility</p:attrName>
                                        </p:attrNameLst>
                                      </p:cBhvr>
                                      <p:to>
                                        <p:strVal val="visible"/>
                                      </p:to>
                                    </p:set>
                                    <p:anim calcmode="lin" valueType="num">
                                      <p:cBhvr>
                                        <p:cTn id="43" dur="500" fill="hold"/>
                                        <p:tgtEl>
                                          <p:spTgt spid="100"/>
                                        </p:tgtEl>
                                        <p:attrNameLst>
                                          <p:attrName>ppt_w</p:attrName>
                                        </p:attrNameLst>
                                      </p:cBhvr>
                                      <p:tavLst>
                                        <p:tav tm="0">
                                          <p:val>
                                            <p:fltVal val="0"/>
                                          </p:val>
                                        </p:tav>
                                        <p:tav tm="100000">
                                          <p:val>
                                            <p:strVal val="#ppt_w"/>
                                          </p:val>
                                        </p:tav>
                                      </p:tavLst>
                                    </p:anim>
                                    <p:anim calcmode="lin" valueType="num">
                                      <p:cBhvr>
                                        <p:cTn id="44" dur="500" fill="hold"/>
                                        <p:tgtEl>
                                          <p:spTgt spid="100"/>
                                        </p:tgtEl>
                                        <p:attrNameLst>
                                          <p:attrName>ppt_h</p:attrName>
                                        </p:attrNameLst>
                                      </p:cBhvr>
                                      <p:tavLst>
                                        <p:tav tm="0">
                                          <p:val>
                                            <p:fltVal val="0"/>
                                          </p:val>
                                        </p:tav>
                                        <p:tav tm="100000">
                                          <p:val>
                                            <p:strVal val="#ppt_h"/>
                                          </p:val>
                                        </p:tav>
                                      </p:tavLst>
                                    </p:anim>
                                    <p:animEffect transition="in" filter="fade">
                                      <p:cBhvr>
                                        <p:cTn id="45" dur="500"/>
                                        <p:tgtEl>
                                          <p:spTgt spid="100"/>
                                        </p:tgtEl>
                                      </p:cBhvr>
                                    </p:animEffect>
                                  </p:childTnLst>
                                </p:cTn>
                              </p:par>
                              <p:par>
                                <p:cTn id="46" presetID="22" presetClass="entr" presetSubtype="2"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right)">
                                      <p:cBhvr>
                                        <p:cTn id="48" dur="5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65"/>
                                        </p:tgtEl>
                                        <p:attrNameLst>
                                          <p:attrName>style.visibility</p:attrName>
                                        </p:attrNameLst>
                                      </p:cBhvr>
                                      <p:to>
                                        <p:strVal val="visible"/>
                                      </p:to>
                                    </p:set>
                                    <p:anim calcmode="lin" valueType="num">
                                      <p:cBhvr>
                                        <p:cTn id="53" dur="500" fill="hold"/>
                                        <p:tgtEl>
                                          <p:spTgt spid="65"/>
                                        </p:tgtEl>
                                        <p:attrNameLst>
                                          <p:attrName>ppt_w</p:attrName>
                                        </p:attrNameLst>
                                      </p:cBhvr>
                                      <p:tavLst>
                                        <p:tav tm="0">
                                          <p:val>
                                            <p:fltVal val="0"/>
                                          </p:val>
                                        </p:tav>
                                        <p:tav tm="100000">
                                          <p:val>
                                            <p:strVal val="#ppt_w"/>
                                          </p:val>
                                        </p:tav>
                                      </p:tavLst>
                                    </p:anim>
                                    <p:anim calcmode="lin" valueType="num">
                                      <p:cBhvr>
                                        <p:cTn id="54" dur="500" fill="hold"/>
                                        <p:tgtEl>
                                          <p:spTgt spid="65"/>
                                        </p:tgtEl>
                                        <p:attrNameLst>
                                          <p:attrName>ppt_h</p:attrName>
                                        </p:attrNameLst>
                                      </p:cBhvr>
                                      <p:tavLst>
                                        <p:tav tm="0">
                                          <p:val>
                                            <p:fltVal val="0"/>
                                          </p:val>
                                        </p:tav>
                                        <p:tav tm="100000">
                                          <p:val>
                                            <p:strVal val="#ppt_h"/>
                                          </p:val>
                                        </p:tav>
                                      </p:tavLst>
                                    </p:anim>
                                    <p:animEffect transition="in" filter="fade">
                                      <p:cBhvr>
                                        <p:cTn id="55" dur="500"/>
                                        <p:tgtEl>
                                          <p:spTgt spid="65"/>
                                        </p:tgtEl>
                                      </p:cBhvr>
                                    </p:animEffect>
                                  </p:childTnLst>
                                </p:cTn>
                              </p:par>
                            </p:childTnLst>
                          </p:cTn>
                        </p:par>
                        <p:par>
                          <p:cTn id="56" fill="hold">
                            <p:stCondLst>
                              <p:cond delay="500"/>
                            </p:stCondLst>
                            <p:childTnLst>
                              <p:par>
                                <p:cTn id="57" presetID="22" presetClass="entr" presetSubtype="2" fill="hold" grpId="0" nodeType="afterEffect">
                                  <p:stCondLst>
                                    <p:cond delay="0"/>
                                  </p:stCondLst>
                                  <p:childTnLst>
                                    <p:set>
                                      <p:cBhvr>
                                        <p:cTn id="58" dur="1" fill="hold">
                                          <p:stCondLst>
                                            <p:cond delay="0"/>
                                          </p:stCondLst>
                                        </p:cTn>
                                        <p:tgtEl>
                                          <p:spTgt spid="80"/>
                                        </p:tgtEl>
                                        <p:attrNameLst>
                                          <p:attrName>style.visibility</p:attrName>
                                        </p:attrNameLst>
                                      </p:cBhvr>
                                      <p:to>
                                        <p:strVal val="visible"/>
                                      </p:to>
                                    </p:set>
                                    <p:animEffect transition="in" filter="wipe(right)">
                                      <p:cBhvr>
                                        <p:cTn id="59" dur="500"/>
                                        <p:tgtEl>
                                          <p:spTgt spid="80"/>
                                        </p:tgtEl>
                                      </p:cBhvr>
                                    </p:animEffect>
                                  </p:childTnLst>
                                </p:cTn>
                              </p:par>
                            </p:childTnLst>
                          </p:cTn>
                        </p:par>
                        <p:par>
                          <p:cTn id="60" fill="hold">
                            <p:stCondLst>
                              <p:cond delay="1000"/>
                            </p:stCondLst>
                            <p:childTnLst>
                              <p:par>
                                <p:cTn id="61" presetID="53" presetClass="entr" presetSubtype="16" fill="hold" nodeType="afterEffect">
                                  <p:stCondLst>
                                    <p:cond delay="0"/>
                                  </p:stCondLst>
                                  <p:childTnLst>
                                    <p:set>
                                      <p:cBhvr>
                                        <p:cTn id="62" dur="1" fill="hold">
                                          <p:stCondLst>
                                            <p:cond delay="0"/>
                                          </p:stCondLst>
                                        </p:cTn>
                                        <p:tgtEl>
                                          <p:spTgt spid="103"/>
                                        </p:tgtEl>
                                        <p:attrNameLst>
                                          <p:attrName>style.visibility</p:attrName>
                                        </p:attrNameLst>
                                      </p:cBhvr>
                                      <p:to>
                                        <p:strVal val="visible"/>
                                      </p:to>
                                    </p:set>
                                    <p:anim calcmode="lin" valueType="num">
                                      <p:cBhvr>
                                        <p:cTn id="63" dur="500" fill="hold"/>
                                        <p:tgtEl>
                                          <p:spTgt spid="103"/>
                                        </p:tgtEl>
                                        <p:attrNameLst>
                                          <p:attrName>ppt_w</p:attrName>
                                        </p:attrNameLst>
                                      </p:cBhvr>
                                      <p:tavLst>
                                        <p:tav tm="0">
                                          <p:val>
                                            <p:fltVal val="0"/>
                                          </p:val>
                                        </p:tav>
                                        <p:tav tm="100000">
                                          <p:val>
                                            <p:strVal val="#ppt_w"/>
                                          </p:val>
                                        </p:tav>
                                      </p:tavLst>
                                    </p:anim>
                                    <p:anim calcmode="lin" valueType="num">
                                      <p:cBhvr>
                                        <p:cTn id="64" dur="500" fill="hold"/>
                                        <p:tgtEl>
                                          <p:spTgt spid="103"/>
                                        </p:tgtEl>
                                        <p:attrNameLst>
                                          <p:attrName>ppt_h</p:attrName>
                                        </p:attrNameLst>
                                      </p:cBhvr>
                                      <p:tavLst>
                                        <p:tav tm="0">
                                          <p:val>
                                            <p:fltVal val="0"/>
                                          </p:val>
                                        </p:tav>
                                        <p:tav tm="100000">
                                          <p:val>
                                            <p:strVal val="#ppt_h"/>
                                          </p:val>
                                        </p:tav>
                                      </p:tavLst>
                                    </p:anim>
                                    <p:animEffect transition="in" filter="fade">
                                      <p:cBhvr>
                                        <p:cTn id="65" dur="500"/>
                                        <p:tgtEl>
                                          <p:spTgt spid="103"/>
                                        </p:tgtEl>
                                      </p:cBhvr>
                                    </p:animEffect>
                                  </p:childTnLst>
                                </p:cTn>
                              </p:par>
                              <p:par>
                                <p:cTn id="66" presetID="22" presetClass="entr" presetSubtype="2"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right)">
                                      <p:cBhvr>
                                        <p:cTn id="68" dur="500"/>
                                        <p:tgtEl>
                                          <p:spTgt spid="16"/>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66"/>
                                        </p:tgtEl>
                                        <p:attrNameLst>
                                          <p:attrName>style.visibility</p:attrName>
                                        </p:attrNameLst>
                                      </p:cBhvr>
                                      <p:to>
                                        <p:strVal val="visible"/>
                                      </p:to>
                                    </p:set>
                                    <p:anim calcmode="lin" valueType="num">
                                      <p:cBhvr>
                                        <p:cTn id="73" dur="500" fill="hold"/>
                                        <p:tgtEl>
                                          <p:spTgt spid="66"/>
                                        </p:tgtEl>
                                        <p:attrNameLst>
                                          <p:attrName>ppt_w</p:attrName>
                                        </p:attrNameLst>
                                      </p:cBhvr>
                                      <p:tavLst>
                                        <p:tav tm="0">
                                          <p:val>
                                            <p:fltVal val="0"/>
                                          </p:val>
                                        </p:tav>
                                        <p:tav tm="100000">
                                          <p:val>
                                            <p:strVal val="#ppt_w"/>
                                          </p:val>
                                        </p:tav>
                                      </p:tavLst>
                                    </p:anim>
                                    <p:anim calcmode="lin" valueType="num">
                                      <p:cBhvr>
                                        <p:cTn id="74" dur="500" fill="hold"/>
                                        <p:tgtEl>
                                          <p:spTgt spid="66"/>
                                        </p:tgtEl>
                                        <p:attrNameLst>
                                          <p:attrName>ppt_h</p:attrName>
                                        </p:attrNameLst>
                                      </p:cBhvr>
                                      <p:tavLst>
                                        <p:tav tm="0">
                                          <p:val>
                                            <p:fltVal val="0"/>
                                          </p:val>
                                        </p:tav>
                                        <p:tav tm="100000">
                                          <p:val>
                                            <p:strVal val="#ppt_h"/>
                                          </p:val>
                                        </p:tav>
                                      </p:tavLst>
                                    </p:anim>
                                    <p:animEffect transition="in" filter="fade">
                                      <p:cBhvr>
                                        <p:cTn id="75" dur="500"/>
                                        <p:tgtEl>
                                          <p:spTgt spid="66"/>
                                        </p:tgtEl>
                                      </p:cBhvr>
                                    </p:animEffect>
                                  </p:childTnLst>
                                </p:cTn>
                              </p:par>
                            </p:childTnLst>
                          </p:cTn>
                        </p:par>
                        <p:par>
                          <p:cTn id="76" fill="hold">
                            <p:stCondLst>
                              <p:cond delay="500"/>
                            </p:stCondLst>
                            <p:childTnLst>
                              <p:par>
                                <p:cTn id="77" presetID="22" presetClass="entr" presetSubtype="4" fill="hold" grpId="0" nodeType="afterEffect">
                                  <p:stCondLst>
                                    <p:cond delay="0"/>
                                  </p:stCondLst>
                                  <p:childTnLst>
                                    <p:set>
                                      <p:cBhvr>
                                        <p:cTn id="78" dur="1" fill="hold">
                                          <p:stCondLst>
                                            <p:cond delay="0"/>
                                          </p:stCondLst>
                                        </p:cTn>
                                        <p:tgtEl>
                                          <p:spTgt spid="59"/>
                                        </p:tgtEl>
                                        <p:attrNameLst>
                                          <p:attrName>style.visibility</p:attrName>
                                        </p:attrNameLst>
                                      </p:cBhvr>
                                      <p:to>
                                        <p:strVal val="visible"/>
                                      </p:to>
                                    </p:set>
                                    <p:animEffect transition="in" filter="wipe(down)">
                                      <p:cBhvr>
                                        <p:cTn id="79" dur="500"/>
                                        <p:tgtEl>
                                          <p:spTgt spid="59"/>
                                        </p:tgtEl>
                                      </p:cBhvr>
                                    </p:animEffect>
                                  </p:childTnLst>
                                </p:cTn>
                              </p:par>
                            </p:childTnLst>
                          </p:cTn>
                        </p:par>
                        <p:par>
                          <p:cTn id="80" fill="hold">
                            <p:stCondLst>
                              <p:cond delay="1000"/>
                            </p:stCondLst>
                            <p:childTnLst>
                              <p:par>
                                <p:cTn id="81" presetID="53" presetClass="entr" presetSubtype="16" fill="hold" nodeType="afterEffect">
                                  <p:stCondLst>
                                    <p:cond delay="0"/>
                                  </p:stCondLst>
                                  <p:childTnLst>
                                    <p:set>
                                      <p:cBhvr>
                                        <p:cTn id="82" dur="1" fill="hold">
                                          <p:stCondLst>
                                            <p:cond delay="0"/>
                                          </p:stCondLst>
                                        </p:cTn>
                                        <p:tgtEl>
                                          <p:spTgt spid="106"/>
                                        </p:tgtEl>
                                        <p:attrNameLst>
                                          <p:attrName>style.visibility</p:attrName>
                                        </p:attrNameLst>
                                      </p:cBhvr>
                                      <p:to>
                                        <p:strVal val="visible"/>
                                      </p:to>
                                    </p:set>
                                    <p:anim calcmode="lin" valueType="num">
                                      <p:cBhvr>
                                        <p:cTn id="83" dur="500" fill="hold"/>
                                        <p:tgtEl>
                                          <p:spTgt spid="106"/>
                                        </p:tgtEl>
                                        <p:attrNameLst>
                                          <p:attrName>ppt_w</p:attrName>
                                        </p:attrNameLst>
                                      </p:cBhvr>
                                      <p:tavLst>
                                        <p:tav tm="0">
                                          <p:val>
                                            <p:fltVal val="0"/>
                                          </p:val>
                                        </p:tav>
                                        <p:tav tm="100000">
                                          <p:val>
                                            <p:strVal val="#ppt_w"/>
                                          </p:val>
                                        </p:tav>
                                      </p:tavLst>
                                    </p:anim>
                                    <p:anim calcmode="lin" valueType="num">
                                      <p:cBhvr>
                                        <p:cTn id="84" dur="500" fill="hold"/>
                                        <p:tgtEl>
                                          <p:spTgt spid="106"/>
                                        </p:tgtEl>
                                        <p:attrNameLst>
                                          <p:attrName>ppt_h</p:attrName>
                                        </p:attrNameLst>
                                      </p:cBhvr>
                                      <p:tavLst>
                                        <p:tav tm="0">
                                          <p:val>
                                            <p:fltVal val="0"/>
                                          </p:val>
                                        </p:tav>
                                        <p:tav tm="100000">
                                          <p:val>
                                            <p:strVal val="#ppt_h"/>
                                          </p:val>
                                        </p:tav>
                                      </p:tavLst>
                                    </p:anim>
                                    <p:animEffect transition="in" filter="fade">
                                      <p:cBhvr>
                                        <p:cTn id="85" dur="500"/>
                                        <p:tgtEl>
                                          <p:spTgt spid="106"/>
                                        </p:tgtEl>
                                      </p:cBhvr>
                                    </p:animEffect>
                                  </p:childTnLst>
                                </p:cTn>
                              </p:par>
                              <p:par>
                                <p:cTn id="86" presetID="22" presetClass="entr" presetSubtype="2"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wipe(right)">
                                      <p:cBhvr>
                                        <p:cTn id="8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59" grpId="0" animBg="1"/>
      <p:bldP spid="32" grpId="0"/>
      <p:bldP spid="14" grpId="0"/>
      <p:bldP spid="16" grpId="0"/>
      <p:bldP spid="13" grpId="0"/>
      <p:bldP spid="58" grpId="0" animBg="1"/>
      <p:bldP spid="63" grpId="0" animBg="1"/>
      <p:bldP spid="64" grpId="0" animBg="1"/>
      <p:bldP spid="65" grpId="0" animBg="1"/>
      <p:bldP spid="66" grpId="0" animBg="1"/>
      <p:bldP spid="7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DE0FA-596D-0364-2051-3D1048007C45}"/>
            </a:ext>
          </a:extLst>
        </p:cNvPr>
        <p:cNvGrpSpPr/>
        <p:nvPr/>
      </p:nvGrpSpPr>
      <p:grpSpPr>
        <a:xfrm>
          <a:off x="0" y="0"/>
          <a:ext cx="0" cy="0"/>
          <a:chOff x="0" y="0"/>
          <a:chExt cx="0" cy="0"/>
        </a:xfrm>
      </p:grpSpPr>
      <p:pic>
        <p:nvPicPr>
          <p:cNvPr id="13" name="object 13">
            <a:extLst>
              <a:ext uri="{FF2B5EF4-FFF2-40B4-BE49-F238E27FC236}">
                <a16:creationId xmlns:a16="http://schemas.microsoft.com/office/drawing/2014/main" id="{FF1A578A-EB5C-8CD7-2976-D3E81706BC72}"/>
              </a:ext>
            </a:extLst>
          </p:cNvPr>
          <p:cNvPicPr/>
          <p:nvPr/>
        </p:nvPicPr>
        <p:blipFill>
          <a:blip r:embed="rId2" cstate="print"/>
          <a:stretch>
            <a:fillRect/>
          </a:stretch>
        </p:blipFill>
        <p:spPr>
          <a:xfrm>
            <a:off x="426120" y="6392279"/>
            <a:ext cx="286033" cy="149024"/>
          </a:xfrm>
          <a:prstGeom prst="rect">
            <a:avLst/>
          </a:prstGeom>
        </p:spPr>
      </p:pic>
      <p:sp>
        <p:nvSpPr>
          <p:cNvPr id="66" name="TextBox 65">
            <a:extLst>
              <a:ext uri="{FF2B5EF4-FFF2-40B4-BE49-F238E27FC236}">
                <a16:creationId xmlns:a16="http://schemas.microsoft.com/office/drawing/2014/main" id="{3A9E1865-2073-D66A-085B-3E89C07F33E8}"/>
              </a:ext>
            </a:extLst>
          </p:cNvPr>
          <p:cNvSpPr txBox="1"/>
          <p:nvPr/>
        </p:nvSpPr>
        <p:spPr>
          <a:xfrm>
            <a:off x="426120" y="2627274"/>
            <a:ext cx="6358197" cy="1603452"/>
          </a:xfrm>
          <a:prstGeom prst="rect">
            <a:avLst/>
          </a:prstGeom>
          <a:noFill/>
        </p:spPr>
        <p:txBody>
          <a:bodyPr wrap="square">
            <a:spAutoFit/>
          </a:bodyPr>
          <a:lstStyle/>
          <a:p>
            <a:pPr marL="277246" algn="ctr" defTabSz="277246" rtl="1">
              <a:lnSpc>
                <a:spcPct val="150000"/>
              </a:lnSpc>
              <a:defRPr/>
            </a:pPr>
            <a:r>
              <a:rPr lang="ar-EG" sz="3500" b="1" kern="0" spc="58" dirty="0">
                <a:solidFill>
                  <a:srgbClr val="065363"/>
                </a:solidFill>
                <a:latin typeface="Neo Sans Arabic Bold" panose="020B0804030504040204" pitchFamily="34" charset="-78"/>
                <a:ea typeface="+mj-ea"/>
                <a:cs typeface="Neo Sans Arabic Bold" panose="020B0804030504040204" pitchFamily="34" charset="-78"/>
              </a:rPr>
              <a:t>استراتيجيات فعالة لمكافحة المعلومات المضللة</a:t>
            </a:r>
          </a:p>
        </p:txBody>
      </p:sp>
      <p:grpSp>
        <p:nvGrpSpPr>
          <p:cNvPr id="12" name="object 2">
            <a:extLst>
              <a:ext uri="{FF2B5EF4-FFF2-40B4-BE49-F238E27FC236}">
                <a16:creationId xmlns:a16="http://schemas.microsoft.com/office/drawing/2014/main" id="{03FDBC49-2720-1C63-A69A-3EE2490D48AA}"/>
              </a:ext>
            </a:extLst>
          </p:cNvPr>
          <p:cNvGrpSpPr/>
          <p:nvPr/>
        </p:nvGrpSpPr>
        <p:grpSpPr>
          <a:xfrm>
            <a:off x="7308861" y="0"/>
            <a:ext cx="4883139" cy="7162800"/>
            <a:chOff x="1851175" y="3490768"/>
            <a:chExt cx="9136840" cy="13572949"/>
          </a:xfrm>
        </p:grpSpPr>
        <p:sp>
          <p:nvSpPr>
            <p:cNvPr id="14" name="object 4">
              <a:extLst>
                <a:ext uri="{FF2B5EF4-FFF2-40B4-BE49-F238E27FC236}">
                  <a16:creationId xmlns:a16="http://schemas.microsoft.com/office/drawing/2014/main" id="{FFC191F5-AC42-E84A-F551-E3EB1D15CA44}"/>
                </a:ext>
              </a:extLst>
            </p:cNvPr>
            <p:cNvSpPr/>
            <p:nvPr/>
          </p:nvSpPr>
          <p:spPr>
            <a:xfrm>
              <a:off x="1851175" y="3490768"/>
              <a:ext cx="9123043" cy="12998593"/>
            </a:xfrm>
            <a:custGeom>
              <a:avLst/>
              <a:gdLst/>
              <a:ahLst/>
              <a:cxnLst/>
              <a:rect l="l" t="t" r="r" b="b"/>
              <a:pathLst>
                <a:path w="9123044" h="11308715">
                  <a:moveTo>
                    <a:pt x="9122664" y="0"/>
                  </a:moveTo>
                  <a:lnTo>
                    <a:pt x="2830176" y="0"/>
                  </a:lnTo>
                  <a:lnTo>
                    <a:pt x="81965" y="4759941"/>
                  </a:lnTo>
                  <a:lnTo>
                    <a:pt x="58545" y="4804634"/>
                  </a:lnTo>
                  <a:lnTo>
                    <a:pt x="39029" y="4850654"/>
                  </a:lnTo>
                  <a:lnTo>
                    <a:pt x="23416" y="4897760"/>
                  </a:lnTo>
                  <a:lnTo>
                    <a:pt x="11707" y="4945709"/>
                  </a:lnTo>
                  <a:lnTo>
                    <a:pt x="3902" y="4994263"/>
                  </a:lnTo>
                  <a:lnTo>
                    <a:pt x="0" y="5043177"/>
                  </a:lnTo>
                  <a:lnTo>
                    <a:pt x="1" y="5092213"/>
                  </a:lnTo>
                  <a:lnTo>
                    <a:pt x="3905" y="5141127"/>
                  </a:lnTo>
                  <a:lnTo>
                    <a:pt x="11713" y="5189680"/>
                  </a:lnTo>
                  <a:lnTo>
                    <a:pt x="23424" y="5237629"/>
                  </a:lnTo>
                  <a:lnTo>
                    <a:pt x="39038" y="5284733"/>
                  </a:lnTo>
                  <a:lnTo>
                    <a:pt x="58555" y="5330751"/>
                  </a:lnTo>
                  <a:lnTo>
                    <a:pt x="81976" y="5375441"/>
                  </a:lnTo>
                  <a:lnTo>
                    <a:pt x="1870623" y="8473535"/>
                  </a:lnTo>
                  <a:lnTo>
                    <a:pt x="3546019" y="11308556"/>
                  </a:lnTo>
                  <a:lnTo>
                    <a:pt x="9122664" y="11308556"/>
                  </a:lnTo>
                  <a:lnTo>
                    <a:pt x="9122664" y="0"/>
                  </a:lnTo>
                  <a:close/>
                </a:path>
              </a:pathLst>
            </a:custGeom>
            <a:blipFill dpi="0" rotWithShape="1">
              <a:blip r:embed="rId3">
                <a:extLst>
                  <a:ext uri="{28A0092B-C50C-407E-A947-70E740481C1C}">
                    <a14:useLocalDpi xmlns:a14="http://schemas.microsoft.com/office/drawing/2010/main" val="0"/>
                  </a:ext>
                </a:extLst>
              </a:blip>
              <a:srcRect/>
              <a:stretch>
                <a:fillRect/>
              </a:stretch>
            </a:blipFill>
          </p:spPr>
          <p:txBody>
            <a:bodyPr wrap="square" lIns="0" tIns="0" rIns="0" bIns="0" rtlCol="0"/>
            <a:lstStyle/>
            <a:p>
              <a:pPr defTabSz="554492"/>
              <a:endParaRPr sz="1092" kern="0">
                <a:solidFill>
                  <a:sysClr val="windowText" lastClr="000000"/>
                </a:solidFill>
              </a:endParaRPr>
            </a:p>
          </p:txBody>
        </p:sp>
        <p:sp>
          <p:nvSpPr>
            <p:cNvPr id="15" name="object 5">
              <a:extLst>
                <a:ext uri="{FF2B5EF4-FFF2-40B4-BE49-F238E27FC236}">
                  <a16:creationId xmlns:a16="http://schemas.microsoft.com/office/drawing/2014/main" id="{8F288F92-2559-4D5D-2F85-66CD344592F1}"/>
                </a:ext>
              </a:extLst>
            </p:cNvPr>
            <p:cNvSpPr/>
            <p:nvPr/>
          </p:nvSpPr>
          <p:spPr>
            <a:xfrm>
              <a:off x="6778264" y="3490768"/>
              <a:ext cx="4209751" cy="13572949"/>
            </a:xfrm>
            <a:custGeom>
              <a:avLst/>
              <a:gdLst/>
              <a:ahLst/>
              <a:cxnLst/>
              <a:rect l="l" t="t" r="r" b="b"/>
              <a:pathLst>
                <a:path w="4012565" h="11311890">
                  <a:moveTo>
                    <a:pt x="4012455" y="0"/>
                  </a:moveTo>
                  <a:lnTo>
                    <a:pt x="2817769" y="0"/>
                  </a:lnTo>
                  <a:lnTo>
                    <a:pt x="1761854" y="1828604"/>
                  </a:lnTo>
                  <a:lnTo>
                    <a:pt x="81915" y="4738442"/>
                  </a:lnTo>
                  <a:lnTo>
                    <a:pt x="58511" y="4783128"/>
                  </a:lnTo>
                  <a:lnTo>
                    <a:pt x="39007" y="4829139"/>
                  </a:lnTo>
                  <a:lnTo>
                    <a:pt x="23404" y="4876235"/>
                  </a:lnTo>
                  <a:lnTo>
                    <a:pt x="11702" y="4924176"/>
                  </a:lnTo>
                  <a:lnTo>
                    <a:pt x="3900" y="4972721"/>
                  </a:lnTo>
                  <a:lnTo>
                    <a:pt x="0" y="5021630"/>
                  </a:lnTo>
                  <a:lnTo>
                    <a:pt x="0" y="5070663"/>
                  </a:lnTo>
                  <a:lnTo>
                    <a:pt x="3900" y="5119579"/>
                  </a:lnTo>
                  <a:lnTo>
                    <a:pt x="11702" y="5168140"/>
                  </a:lnTo>
                  <a:lnTo>
                    <a:pt x="23404" y="5216104"/>
                  </a:lnTo>
                  <a:lnTo>
                    <a:pt x="39007" y="5263231"/>
                  </a:lnTo>
                  <a:lnTo>
                    <a:pt x="58511" y="5309281"/>
                  </a:lnTo>
                  <a:lnTo>
                    <a:pt x="81915" y="5354014"/>
                  </a:lnTo>
                  <a:lnTo>
                    <a:pt x="3521926" y="11311812"/>
                  </a:lnTo>
                  <a:lnTo>
                    <a:pt x="4012455" y="11311812"/>
                  </a:lnTo>
                  <a:lnTo>
                    <a:pt x="4012455" y="0"/>
                  </a:lnTo>
                  <a:close/>
                </a:path>
              </a:pathLst>
            </a:custGeom>
            <a:solidFill>
              <a:srgbClr val="8DB7E0">
                <a:alpha val="63137"/>
              </a:srgbClr>
            </a:solidFill>
          </p:spPr>
          <p:txBody>
            <a:bodyPr wrap="square" lIns="0" tIns="0" rIns="0" bIns="0" rtlCol="0"/>
            <a:lstStyle/>
            <a:p>
              <a:pPr defTabSz="554492"/>
              <a:endParaRPr sz="1092" kern="0" dirty="0">
                <a:solidFill>
                  <a:sysClr val="windowText" lastClr="000000"/>
                </a:solidFill>
              </a:endParaRPr>
            </a:p>
          </p:txBody>
        </p:sp>
      </p:grpSp>
      <p:pic>
        <p:nvPicPr>
          <p:cNvPr id="16" name="object 6">
            <a:extLst>
              <a:ext uri="{FF2B5EF4-FFF2-40B4-BE49-F238E27FC236}">
                <a16:creationId xmlns:a16="http://schemas.microsoft.com/office/drawing/2014/main" id="{114825AE-607F-9786-BC20-9179A0B06DAA}"/>
              </a:ext>
            </a:extLst>
          </p:cNvPr>
          <p:cNvPicPr/>
          <p:nvPr/>
        </p:nvPicPr>
        <p:blipFill>
          <a:blip r:embed="rId4" cstate="print"/>
          <a:stretch>
            <a:fillRect/>
          </a:stretch>
        </p:blipFill>
        <p:spPr>
          <a:xfrm>
            <a:off x="10551012" y="245148"/>
            <a:ext cx="1633614" cy="944684"/>
          </a:xfrm>
          <a:prstGeom prst="rect">
            <a:avLst/>
          </a:prstGeom>
        </p:spPr>
      </p:pic>
    </p:spTree>
    <p:extLst>
      <p:ext uri="{BB962C8B-B14F-4D97-AF65-F5344CB8AC3E}">
        <p14:creationId xmlns:p14="http://schemas.microsoft.com/office/powerpoint/2010/main" val="1027463787"/>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95235-8167-5D20-F3E9-2C9510FDEDD2}"/>
            </a:ext>
          </a:extLst>
        </p:cNvPr>
        <p:cNvGrpSpPr/>
        <p:nvPr/>
      </p:nvGrpSpPr>
      <p:grpSpPr>
        <a:xfrm>
          <a:off x="0" y="0"/>
          <a:ext cx="0" cy="0"/>
          <a:chOff x="0" y="0"/>
          <a:chExt cx="0" cy="0"/>
        </a:xfrm>
      </p:grpSpPr>
      <p:pic>
        <p:nvPicPr>
          <p:cNvPr id="13" name="object 13">
            <a:extLst>
              <a:ext uri="{FF2B5EF4-FFF2-40B4-BE49-F238E27FC236}">
                <a16:creationId xmlns:a16="http://schemas.microsoft.com/office/drawing/2014/main" id="{FE752BBF-0362-32A1-AC5F-7E6386A916B3}"/>
              </a:ext>
            </a:extLst>
          </p:cNvPr>
          <p:cNvPicPr/>
          <p:nvPr/>
        </p:nvPicPr>
        <p:blipFill>
          <a:blip r:embed="rId2" cstate="print"/>
          <a:stretch>
            <a:fillRect/>
          </a:stretch>
        </p:blipFill>
        <p:spPr>
          <a:xfrm>
            <a:off x="426120" y="6392279"/>
            <a:ext cx="286033" cy="149024"/>
          </a:xfrm>
          <a:prstGeom prst="rect">
            <a:avLst/>
          </a:prstGeom>
        </p:spPr>
      </p:pic>
      <p:sp>
        <p:nvSpPr>
          <p:cNvPr id="53" name="TextBox 52">
            <a:extLst>
              <a:ext uri="{FF2B5EF4-FFF2-40B4-BE49-F238E27FC236}">
                <a16:creationId xmlns:a16="http://schemas.microsoft.com/office/drawing/2014/main" id="{4FB8C12C-14CA-C960-A062-9B50A23B9AA4}"/>
              </a:ext>
            </a:extLst>
          </p:cNvPr>
          <p:cNvSpPr txBox="1"/>
          <p:nvPr/>
        </p:nvSpPr>
        <p:spPr>
          <a:xfrm flipH="1">
            <a:off x="6789666" y="2047717"/>
            <a:ext cx="2280873" cy="400110"/>
          </a:xfrm>
          <a:prstGeom prst="rect">
            <a:avLst/>
          </a:prstGeom>
          <a:noFill/>
        </p:spPr>
        <p:txBody>
          <a:bodyPr wrap="square" lIns="0" rIns="0" rtlCol="0" anchor="ctr">
            <a:spAutoFit/>
          </a:bodyPr>
          <a:lstStyle/>
          <a:p>
            <a:pPr algn="ctr" defTabSz="554492" rtl="1">
              <a:defRPr/>
            </a:pPr>
            <a:r>
              <a:rPr lang="ar-EG" sz="2000" b="1" kern="0" noProof="1">
                <a:solidFill>
                  <a:srgbClr val="114653"/>
                </a:solidFill>
                <a:latin typeface="Neo Sans Arabic" panose="020B0504030504040204" pitchFamily="34" charset="-78"/>
                <a:cs typeface="Neo Sans Arabic" panose="020B0504030504040204" pitchFamily="34" charset="-78"/>
              </a:rPr>
              <a:t>التحقق من المصادر</a:t>
            </a:r>
            <a:endParaRPr lang="en-US" sz="2000" b="1" kern="0" noProof="1">
              <a:solidFill>
                <a:srgbClr val="114653"/>
              </a:solidFill>
              <a:latin typeface="Neo Sans Arabic" panose="020B0504030504040204" pitchFamily="34" charset="-78"/>
              <a:cs typeface="Neo Sans Arabic" panose="020B0504030504040204" pitchFamily="34" charset="-78"/>
            </a:endParaRPr>
          </a:p>
        </p:txBody>
      </p:sp>
      <p:sp>
        <p:nvSpPr>
          <p:cNvPr id="42" name="TextBox 41">
            <a:extLst>
              <a:ext uri="{FF2B5EF4-FFF2-40B4-BE49-F238E27FC236}">
                <a16:creationId xmlns:a16="http://schemas.microsoft.com/office/drawing/2014/main" id="{616481D6-113A-F9CB-2774-D832F74E7FEC}"/>
              </a:ext>
            </a:extLst>
          </p:cNvPr>
          <p:cNvSpPr txBox="1"/>
          <p:nvPr/>
        </p:nvSpPr>
        <p:spPr>
          <a:xfrm flipH="1">
            <a:off x="2953369" y="2410201"/>
            <a:ext cx="2389407" cy="400110"/>
          </a:xfrm>
          <a:prstGeom prst="rect">
            <a:avLst/>
          </a:prstGeom>
          <a:noFill/>
        </p:spPr>
        <p:txBody>
          <a:bodyPr wrap="square" lIns="0" rIns="0" rtlCol="0" anchor="ctr">
            <a:spAutoFit/>
          </a:bodyPr>
          <a:lstStyle/>
          <a:p>
            <a:pPr algn="ctr" defTabSz="554492" rtl="1">
              <a:defRPr/>
            </a:pPr>
            <a:r>
              <a:rPr lang="ar-EG" sz="2000" b="1" kern="0" noProof="1">
                <a:solidFill>
                  <a:srgbClr val="114653"/>
                </a:solidFill>
                <a:latin typeface="Neo Sans Arabic" panose="020B0504030504040204" pitchFamily="34" charset="-78"/>
                <a:cs typeface="Neo Sans Arabic" panose="020B0504030504040204" pitchFamily="34" charset="-78"/>
              </a:rPr>
              <a:t>تعزيز التفكير النقدي</a:t>
            </a:r>
          </a:p>
        </p:txBody>
      </p:sp>
      <p:sp>
        <p:nvSpPr>
          <p:cNvPr id="43" name="TextBox 42">
            <a:extLst>
              <a:ext uri="{FF2B5EF4-FFF2-40B4-BE49-F238E27FC236}">
                <a16:creationId xmlns:a16="http://schemas.microsoft.com/office/drawing/2014/main" id="{98DE71F9-DE78-AC26-DDBF-C83814013519}"/>
              </a:ext>
            </a:extLst>
          </p:cNvPr>
          <p:cNvSpPr txBox="1"/>
          <p:nvPr/>
        </p:nvSpPr>
        <p:spPr>
          <a:xfrm flipH="1">
            <a:off x="6963545" y="3558024"/>
            <a:ext cx="2509210" cy="400110"/>
          </a:xfrm>
          <a:prstGeom prst="rect">
            <a:avLst/>
          </a:prstGeom>
          <a:noFill/>
        </p:spPr>
        <p:txBody>
          <a:bodyPr wrap="square" lIns="0" rIns="0" rtlCol="0" anchor="ctr">
            <a:spAutoFit/>
          </a:bodyPr>
          <a:lstStyle/>
          <a:p>
            <a:pPr algn="ctr" defTabSz="554492" rtl="1">
              <a:defRPr/>
            </a:pPr>
            <a:r>
              <a:rPr lang="ar-EG" sz="2000" b="1" kern="0" noProof="1">
                <a:solidFill>
                  <a:srgbClr val="114653"/>
                </a:solidFill>
                <a:latin typeface="Neo Sans Arabic" panose="020B0504030504040204" pitchFamily="34" charset="-78"/>
                <a:cs typeface="Neo Sans Arabic" panose="020B0504030504040204" pitchFamily="34" charset="-78"/>
              </a:rPr>
              <a:t>استخدام الأدوات الرقمية</a:t>
            </a:r>
          </a:p>
        </p:txBody>
      </p:sp>
      <p:sp>
        <p:nvSpPr>
          <p:cNvPr id="44" name="TextBox 43">
            <a:extLst>
              <a:ext uri="{FF2B5EF4-FFF2-40B4-BE49-F238E27FC236}">
                <a16:creationId xmlns:a16="http://schemas.microsoft.com/office/drawing/2014/main" id="{D832E04F-0579-C152-ACA3-C25DFB135DC5}"/>
              </a:ext>
            </a:extLst>
          </p:cNvPr>
          <p:cNvSpPr txBox="1"/>
          <p:nvPr/>
        </p:nvSpPr>
        <p:spPr>
          <a:xfrm flipH="1">
            <a:off x="2829656" y="3773610"/>
            <a:ext cx="2389408" cy="400110"/>
          </a:xfrm>
          <a:prstGeom prst="rect">
            <a:avLst/>
          </a:prstGeom>
          <a:noFill/>
        </p:spPr>
        <p:txBody>
          <a:bodyPr wrap="square" lIns="0" rIns="0" rtlCol="0" anchor="ctr">
            <a:spAutoFit/>
          </a:bodyPr>
          <a:lstStyle/>
          <a:p>
            <a:pPr algn="ctr" defTabSz="554492" rtl="1">
              <a:defRPr/>
            </a:pPr>
            <a:r>
              <a:rPr lang="ar-EG" sz="2000" b="1" kern="0" noProof="1">
                <a:solidFill>
                  <a:srgbClr val="114653"/>
                </a:solidFill>
                <a:latin typeface="Neo Sans Arabic" panose="020B0504030504040204" pitchFamily="34" charset="-78"/>
                <a:cs typeface="Neo Sans Arabic" panose="020B0504030504040204" pitchFamily="34" charset="-78"/>
              </a:rPr>
              <a:t>تعزيز الخطاب الإعلامي</a:t>
            </a:r>
          </a:p>
        </p:txBody>
      </p:sp>
      <p:sp>
        <p:nvSpPr>
          <p:cNvPr id="45" name="TextBox 44">
            <a:extLst>
              <a:ext uri="{FF2B5EF4-FFF2-40B4-BE49-F238E27FC236}">
                <a16:creationId xmlns:a16="http://schemas.microsoft.com/office/drawing/2014/main" id="{1E9FAF73-9A62-F7CC-38E4-2E8F60819333}"/>
              </a:ext>
            </a:extLst>
          </p:cNvPr>
          <p:cNvSpPr txBox="1"/>
          <p:nvPr/>
        </p:nvSpPr>
        <p:spPr>
          <a:xfrm flipH="1">
            <a:off x="6963545" y="4949106"/>
            <a:ext cx="1703465" cy="400110"/>
          </a:xfrm>
          <a:prstGeom prst="rect">
            <a:avLst/>
          </a:prstGeom>
          <a:noFill/>
        </p:spPr>
        <p:txBody>
          <a:bodyPr wrap="square" lIns="0" rIns="0" rtlCol="0" anchor="ctr">
            <a:spAutoFit/>
          </a:bodyPr>
          <a:lstStyle/>
          <a:p>
            <a:pPr algn="ctr" defTabSz="554492" rtl="1">
              <a:defRPr/>
            </a:pPr>
            <a:r>
              <a:rPr lang="ar-EG" sz="2000" b="1" kern="0" noProof="1">
                <a:solidFill>
                  <a:srgbClr val="114653"/>
                </a:solidFill>
                <a:latin typeface="Neo Sans Arabic" panose="020B0504030504040204" pitchFamily="34" charset="-78"/>
                <a:cs typeface="Neo Sans Arabic" panose="020B0504030504040204" pitchFamily="34" charset="-78"/>
              </a:rPr>
              <a:t>التفاعل المسؤول</a:t>
            </a:r>
          </a:p>
        </p:txBody>
      </p:sp>
      <p:sp>
        <p:nvSpPr>
          <p:cNvPr id="46" name="TextBox 45">
            <a:extLst>
              <a:ext uri="{FF2B5EF4-FFF2-40B4-BE49-F238E27FC236}">
                <a16:creationId xmlns:a16="http://schemas.microsoft.com/office/drawing/2014/main" id="{4E97680C-8C32-5F57-5B88-D44EE3EA8B29}"/>
              </a:ext>
            </a:extLst>
          </p:cNvPr>
          <p:cNvSpPr txBox="1"/>
          <p:nvPr/>
        </p:nvSpPr>
        <p:spPr>
          <a:xfrm flipH="1">
            <a:off x="2829656" y="5149161"/>
            <a:ext cx="2389408" cy="400110"/>
          </a:xfrm>
          <a:prstGeom prst="rect">
            <a:avLst/>
          </a:prstGeom>
          <a:noFill/>
        </p:spPr>
        <p:txBody>
          <a:bodyPr wrap="square" lIns="0" rIns="0" rtlCol="0" anchor="ctr">
            <a:spAutoFit/>
          </a:bodyPr>
          <a:lstStyle/>
          <a:p>
            <a:pPr algn="ctr" defTabSz="554492" rtl="1">
              <a:defRPr/>
            </a:pPr>
            <a:r>
              <a:rPr lang="ar-EG" sz="2000" b="1" kern="0" noProof="1">
                <a:solidFill>
                  <a:srgbClr val="114653"/>
                </a:solidFill>
                <a:latin typeface="Neo Sans Arabic" panose="020B0504030504040204" pitchFamily="34" charset="-78"/>
                <a:cs typeface="Neo Sans Arabic" panose="020B0504030504040204" pitchFamily="34" charset="-78"/>
              </a:rPr>
              <a:t>تعزيز المحتوى الإيجابي</a:t>
            </a:r>
          </a:p>
        </p:txBody>
      </p:sp>
      <p:grpSp>
        <p:nvGrpSpPr>
          <p:cNvPr id="6" name="Group 5">
            <a:extLst>
              <a:ext uri="{FF2B5EF4-FFF2-40B4-BE49-F238E27FC236}">
                <a16:creationId xmlns:a16="http://schemas.microsoft.com/office/drawing/2014/main" id="{D4383F05-2E27-5AD3-571E-994819A23479}"/>
              </a:ext>
            </a:extLst>
          </p:cNvPr>
          <p:cNvGrpSpPr/>
          <p:nvPr/>
        </p:nvGrpSpPr>
        <p:grpSpPr>
          <a:xfrm>
            <a:off x="309401" y="284483"/>
            <a:ext cx="11573197" cy="762309"/>
            <a:chOff x="545739" y="284483"/>
            <a:chExt cx="11573197" cy="762309"/>
          </a:xfrm>
        </p:grpSpPr>
        <p:pic>
          <p:nvPicPr>
            <p:cNvPr id="7" name="Picture 6">
              <a:extLst>
                <a:ext uri="{FF2B5EF4-FFF2-40B4-BE49-F238E27FC236}">
                  <a16:creationId xmlns:a16="http://schemas.microsoft.com/office/drawing/2014/main" id="{6C206BA7-CADC-1A7C-044E-F0BABB2F2E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6541" y="284483"/>
              <a:ext cx="7735824" cy="557434"/>
            </a:xfrm>
            <a:prstGeom prst="rect">
              <a:avLst/>
            </a:prstGeom>
          </p:spPr>
        </p:pic>
        <p:sp>
          <p:nvSpPr>
            <p:cNvPr id="8" name="Text Placeholder 1">
              <a:extLst>
                <a:ext uri="{FF2B5EF4-FFF2-40B4-BE49-F238E27FC236}">
                  <a16:creationId xmlns:a16="http://schemas.microsoft.com/office/drawing/2014/main" id="{27A22FD9-4570-8361-C882-71C4AE881094}"/>
                </a:ext>
              </a:extLst>
            </p:cNvPr>
            <p:cNvSpPr txBox="1">
              <a:spLocks/>
            </p:cNvSpPr>
            <p:nvPr/>
          </p:nvSpPr>
          <p:spPr>
            <a:xfrm>
              <a:off x="545739" y="322545"/>
              <a:ext cx="11573197" cy="724247"/>
            </a:xfrm>
            <a:prstGeom prst="rect">
              <a:avLst/>
            </a:prstGeom>
          </p:spPr>
          <p:txBody>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algn="ctr" rtl="1"/>
              <a:r>
                <a:rPr lang="ar-EG" sz="2400" kern="0" dirty="0">
                  <a:solidFill>
                    <a:schemeClr val="bg1"/>
                  </a:solidFill>
                  <a:latin typeface="Neo Sans Arabic Bold" panose="020B0804030504040204" pitchFamily="34" charset="-78"/>
                  <a:cs typeface="Neo Sans Arabic Bold" panose="020B0804030504040204" pitchFamily="34" charset="-78"/>
                </a:rPr>
                <a:t>استراتيجيات فعالة لمكافحة المعلومات المضللة</a:t>
              </a:r>
            </a:p>
          </p:txBody>
        </p:sp>
      </p:grpSp>
      <p:grpSp>
        <p:nvGrpSpPr>
          <p:cNvPr id="72" name="Group 71">
            <a:extLst>
              <a:ext uri="{FF2B5EF4-FFF2-40B4-BE49-F238E27FC236}">
                <a16:creationId xmlns:a16="http://schemas.microsoft.com/office/drawing/2014/main" id="{BB10A219-F61E-6B63-24AF-0EEE48239FFF}"/>
              </a:ext>
            </a:extLst>
          </p:cNvPr>
          <p:cNvGrpSpPr/>
          <p:nvPr/>
        </p:nvGrpSpPr>
        <p:grpSpPr>
          <a:xfrm>
            <a:off x="5464806" y="1524826"/>
            <a:ext cx="1498739" cy="1571002"/>
            <a:chOff x="5464806" y="1524826"/>
            <a:chExt cx="1498739" cy="1571002"/>
          </a:xfrm>
        </p:grpSpPr>
        <p:sp>
          <p:nvSpPr>
            <p:cNvPr id="14" name="Right Triangle 13">
              <a:extLst>
                <a:ext uri="{FF2B5EF4-FFF2-40B4-BE49-F238E27FC236}">
                  <a16:creationId xmlns:a16="http://schemas.microsoft.com/office/drawing/2014/main" id="{A39D580D-3FC6-42EF-689B-D50E2E42180B}"/>
                </a:ext>
              </a:extLst>
            </p:cNvPr>
            <p:cNvSpPr/>
            <p:nvPr/>
          </p:nvSpPr>
          <p:spPr>
            <a:xfrm rot="10800000">
              <a:off x="5464806" y="1799828"/>
              <a:ext cx="1296000" cy="1296000"/>
            </a:xfrm>
            <a:prstGeom prst="rtTriangle">
              <a:avLst/>
            </a:prstGeom>
            <a:solidFill>
              <a:srgbClr val="114653"/>
            </a:solidFill>
            <a:ln>
              <a:noFill/>
            </a:ln>
            <a:effectLst>
              <a:outerShdw blurRad="50800" dist="38100" dir="5400000" algn="ctr" rotWithShape="0">
                <a:srgbClr val="000000">
                  <a:alpha val="43000"/>
                </a:srgbClr>
              </a:outerShdw>
            </a:effectLst>
          </p:spPr>
          <p:txBody>
            <a:bodyPr vert="horz" wrap="square" lIns="91440" tIns="45720" rIns="91440" bIns="45720" numCol="1" anchor="t" anchorCtr="0" compatLnSpc="1">
              <a:prstTxWarp prst="textNoShape">
                <a:avLst/>
              </a:prstTxWarp>
            </a:bodyPr>
            <a:lstStyle/>
            <a:p>
              <a:endParaRPr lang="ko-KR" altLang="en-US" sz="2700" dirty="0"/>
            </a:p>
          </p:txBody>
        </p:sp>
        <p:sp>
          <p:nvSpPr>
            <p:cNvPr id="21" name="TextBox 20">
              <a:extLst>
                <a:ext uri="{FF2B5EF4-FFF2-40B4-BE49-F238E27FC236}">
                  <a16:creationId xmlns:a16="http://schemas.microsoft.com/office/drawing/2014/main" id="{4E3D8868-B6CD-C80D-2175-05951965C91F}"/>
                </a:ext>
              </a:extLst>
            </p:cNvPr>
            <p:cNvSpPr txBox="1"/>
            <p:nvPr/>
          </p:nvSpPr>
          <p:spPr>
            <a:xfrm>
              <a:off x="6348982" y="1524826"/>
              <a:ext cx="614563" cy="1200329"/>
            </a:xfrm>
            <a:prstGeom prst="rect">
              <a:avLst/>
            </a:prstGeom>
            <a:noFill/>
          </p:spPr>
          <p:txBody>
            <a:bodyPr wrap="square" lIns="108000" rIns="108000" rtlCol="0">
              <a:spAutoFit/>
            </a:bodyPr>
            <a:lstStyle/>
            <a:p>
              <a:pPr algn="ctr"/>
              <a:r>
                <a:rPr lang="en-US" altLang="ko-KR" sz="7200" b="1" dirty="0">
                  <a:solidFill>
                    <a:schemeClr val="bg1"/>
                  </a:solidFill>
                  <a:cs typeface="Arial" pitchFamily="34" charset="0"/>
                </a:rPr>
                <a:t>1</a:t>
              </a:r>
              <a:endParaRPr lang="ko-KR" altLang="en-US" sz="7200" b="1" dirty="0">
                <a:solidFill>
                  <a:schemeClr val="bg1"/>
                </a:solidFill>
                <a:cs typeface="Arial" pitchFamily="34" charset="0"/>
              </a:endParaRPr>
            </a:p>
          </p:txBody>
        </p:sp>
      </p:grpSp>
      <p:grpSp>
        <p:nvGrpSpPr>
          <p:cNvPr id="73" name="Group 72">
            <a:extLst>
              <a:ext uri="{FF2B5EF4-FFF2-40B4-BE49-F238E27FC236}">
                <a16:creationId xmlns:a16="http://schemas.microsoft.com/office/drawing/2014/main" id="{21A94AA4-E87A-CCD7-CD06-570E7625CB17}"/>
              </a:ext>
            </a:extLst>
          </p:cNvPr>
          <p:cNvGrpSpPr/>
          <p:nvPr/>
        </p:nvGrpSpPr>
        <p:grpSpPr>
          <a:xfrm>
            <a:off x="5325432" y="1854478"/>
            <a:ext cx="1380723" cy="1555998"/>
            <a:chOff x="5325432" y="1854478"/>
            <a:chExt cx="1380723" cy="1555998"/>
          </a:xfrm>
        </p:grpSpPr>
        <p:sp>
          <p:nvSpPr>
            <p:cNvPr id="12" name="Right Triangle 11">
              <a:extLst>
                <a:ext uri="{FF2B5EF4-FFF2-40B4-BE49-F238E27FC236}">
                  <a16:creationId xmlns:a16="http://schemas.microsoft.com/office/drawing/2014/main" id="{4BCD8F5A-28BA-5A73-4EBB-2529689A1488}"/>
                </a:ext>
              </a:extLst>
            </p:cNvPr>
            <p:cNvSpPr/>
            <p:nvPr/>
          </p:nvSpPr>
          <p:spPr>
            <a:xfrm>
              <a:off x="5410155" y="1854478"/>
              <a:ext cx="1296000" cy="1296000"/>
            </a:xfrm>
            <a:prstGeom prst="rtTriangle">
              <a:avLst/>
            </a:prstGeom>
            <a:solidFill>
              <a:srgbClr val="20849C"/>
            </a:solidFill>
            <a:ln>
              <a:noFill/>
            </a:ln>
            <a:effectLst>
              <a:outerShdw blurRad="50800" dist="38100" dir="5400000" algn="ctr" rotWithShape="0">
                <a:srgbClr val="000000">
                  <a:alpha val="43000"/>
                </a:srgbClr>
              </a:outerShdw>
            </a:effectLst>
          </p:spPr>
          <p:txBody>
            <a:bodyPr vert="horz" wrap="square" lIns="91440" tIns="45720" rIns="91440" bIns="45720" numCol="1" anchor="t" anchorCtr="0" compatLnSpc="1">
              <a:prstTxWarp prst="textNoShape">
                <a:avLst/>
              </a:prstTxWarp>
            </a:bodyPr>
            <a:lstStyle/>
            <a:p>
              <a:endParaRPr lang="ko-KR" altLang="en-US" sz="2700" dirty="0"/>
            </a:p>
          </p:txBody>
        </p:sp>
        <p:sp>
          <p:nvSpPr>
            <p:cNvPr id="22" name="TextBox 21">
              <a:extLst>
                <a:ext uri="{FF2B5EF4-FFF2-40B4-BE49-F238E27FC236}">
                  <a16:creationId xmlns:a16="http://schemas.microsoft.com/office/drawing/2014/main" id="{9EAE6B1B-821B-82DE-6F8B-43B1932CDE41}"/>
                </a:ext>
              </a:extLst>
            </p:cNvPr>
            <p:cNvSpPr txBox="1"/>
            <p:nvPr/>
          </p:nvSpPr>
          <p:spPr>
            <a:xfrm>
              <a:off x="5325432" y="2210147"/>
              <a:ext cx="614563" cy="1200329"/>
            </a:xfrm>
            <a:prstGeom prst="rect">
              <a:avLst/>
            </a:prstGeom>
            <a:noFill/>
          </p:spPr>
          <p:txBody>
            <a:bodyPr wrap="square" lIns="108000" rIns="108000" rtlCol="0">
              <a:spAutoFit/>
            </a:bodyPr>
            <a:lstStyle/>
            <a:p>
              <a:pPr algn="ctr"/>
              <a:r>
                <a:rPr lang="en-US" altLang="ko-KR" sz="7200" b="1" dirty="0">
                  <a:solidFill>
                    <a:schemeClr val="bg1"/>
                  </a:solidFill>
                  <a:cs typeface="Arial" pitchFamily="34" charset="0"/>
                </a:rPr>
                <a:t>2</a:t>
              </a:r>
              <a:endParaRPr lang="ko-KR" altLang="en-US" sz="7200" b="1" dirty="0">
                <a:solidFill>
                  <a:schemeClr val="bg1"/>
                </a:solidFill>
                <a:cs typeface="Arial" pitchFamily="34" charset="0"/>
              </a:endParaRPr>
            </a:p>
          </p:txBody>
        </p:sp>
      </p:grpSp>
      <p:grpSp>
        <p:nvGrpSpPr>
          <p:cNvPr id="74" name="Group 73">
            <a:extLst>
              <a:ext uri="{FF2B5EF4-FFF2-40B4-BE49-F238E27FC236}">
                <a16:creationId xmlns:a16="http://schemas.microsoft.com/office/drawing/2014/main" id="{D2A7C5F2-F855-ABE4-0BAE-15710726B6F0}"/>
              </a:ext>
            </a:extLst>
          </p:cNvPr>
          <p:cNvGrpSpPr/>
          <p:nvPr/>
        </p:nvGrpSpPr>
        <p:grpSpPr>
          <a:xfrm>
            <a:off x="5464806" y="2973902"/>
            <a:ext cx="1386910" cy="1557501"/>
            <a:chOff x="5464806" y="2973902"/>
            <a:chExt cx="1386910" cy="1557501"/>
          </a:xfrm>
        </p:grpSpPr>
        <p:sp>
          <p:nvSpPr>
            <p:cNvPr id="17" name="Right Triangle 16">
              <a:extLst>
                <a:ext uri="{FF2B5EF4-FFF2-40B4-BE49-F238E27FC236}">
                  <a16:creationId xmlns:a16="http://schemas.microsoft.com/office/drawing/2014/main" id="{BD31CB89-2C04-8A05-3BC0-0FD562574C72}"/>
                </a:ext>
              </a:extLst>
            </p:cNvPr>
            <p:cNvSpPr/>
            <p:nvPr/>
          </p:nvSpPr>
          <p:spPr>
            <a:xfrm rot="10800000">
              <a:off x="5464806" y="3235403"/>
              <a:ext cx="1296000" cy="1296000"/>
            </a:xfrm>
            <a:prstGeom prst="rtTriangle">
              <a:avLst/>
            </a:prstGeom>
            <a:solidFill>
              <a:srgbClr val="114653"/>
            </a:solidFill>
            <a:ln>
              <a:noFill/>
            </a:ln>
            <a:effectLst>
              <a:outerShdw blurRad="50800" dist="38100" dir="5400000" algn="ctr" rotWithShape="0">
                <a:srgbClr val="000000">
                  <a:alpha val="43000"/>
                </a:srgbClr>
              </a:outerShdw>
            </a:effectLst>
          </p:spPr>
          <p:txBody>
            <a:bodyPr vert="horz" wrap="square" lIns="91440" tIns="45720" rIns="91440" bIns="45720" numCol="1" anchor="t" anchorCtr="0" compatLnSpc="1">
              <a:prstTxWarp prst="textNoShape">
                <a:avLst/>
              </a:prstTxWarp>
            </a:bodyPr>
            <a:lstStyle/>
            <a:p>
              <a:endParaRPr lang="ko-KR" altLang="en-US" sz="2700" dirty="0"/>
            </a:p>
          </p:txBody>
        </p:sp>
        <p:sp>
          <p:nvSpPr>
            <p:cNvPr id="23" name="TextBox 22">
              <a:extLst>
                <a:ext uri="{FF2B5EF4-FFF2-40B4-BE49-F238E27FC236}">
                  <a16:creationId xmlns:a16="http://schemas.microsoft.com/office/drawing/2014/main" id="{D6ADDD48-37F9-4B41-AEAA-040132A19941}"/>
                </a:ext>
              </a:extLst>
            </p:cNvPr>
            <p:cNvSpPr txBox="1"/>
            <p:nvPr/>
          </p:nvSpPr>
          <p:spPr>
            <a:xfrm>
              <a:off x="6237153" y="2973902"/>
              <a:ext cx="614563" cy="1200329"/>
            </a:xfrm>
            <a:prstGeom prst="rect">
              <a:avLst/>
            </a:prstGeom>
            <a:noFill/>
          </p:spPr>
          <p:txBody>
            <a:bodyPr wrap="square" lIns="108000" rIns="108000" rtlCol="0">
              <a:spAutoFit/>
            </a:bodyPr>
            <a:lstStyle/>
            <a:p>
              <a:pPr algn="ctr"/>
              <a:r>
                <a:rPr lang="en-US" altLang="ko-KR" sz="7200" b="1" dirty="0">
                  <a:solidFill>
                    <a:schemeClr val="bg1"/>
                  </a:solidFill>
                  <a:cs typeface="Arial" pitchFamily="34" charset="0"/>
                </a:rPr>
                <a:t>3</a:t>
              </a:r>
              <a:endParaRPr lang="ko-KR" altLang="en-US" sz="7200" b="1" dirty="0">
                <a:solidFill>
                  <a:schemeClr val="bg1"/>
                </a:solidFill>
                <a:cs typeface="Arial" pitchFamily="34" charset="0"/>
              </a:endParaRPr>
            </a:p>
          </p:txBody>
        </p:sp>
      </p:grpSp>
      <p:grpSp>
        <p:nvGrpSpPr>
          <p:cNvPr id="75" name="Group 74">
            <a:extLst>
              <a:ext uri="{FF2B5EF4-FFF2-40B4-BE49-F238E27FC236}">
                <a16:creationId xmlns:a16="http://schemas.microsoft.com/office/drawing/2014/main" id="{8A86CBF1-76DD-DF7E-1D3A-62484B907C69}"/>
              </a:ext>
            </a:extLst>
          </p:cNvPr>
          <p:cNvGrpSpPr/>
          <p:nvPr/>
        </p:nvGrpSpPr>
        <p:grpSpPr>
          <a:xfrm>
            <a:off x="5330893" y="3290054"/>
            <a:ext cx="1375262" cy="1580879"/>
            <a:chOff x="5330893" y="3290054"/>
            <a:chExt cx="1375262" cy="1580879"/>
          </a:xfrm>
        </p:grpSpPr>
        <p:sp>
          <p:nvSpPr>
            <p:cNvPr id="16" name="Right Triangle 15">
              <a:extLst>
                <a:ext uri="{FF2B5EF4-FFF2-40B4-BE49-F238E27FC236}">
                  <a16:creationId xmlns:a16="http://schemas.microsoft.com/office/drawing/2014/main" id="{0037C2D8-936B-C2AB-0152-406FB3B5B86C}"/>
                </a:ext>
              </a:extLst>
            </p:cNvPr>
            <p:cNvSpPr/>
            <p:nvPr/>
          </p:nvSpPr>
          <p:spPr>
            <a:xfrm>
              <a:off x="5410155" y="3290054"/>
              <a:ext cx="1296000" cy="1296000"/>
            </a:xfrm>
            <a:prstGeom prst="rtTriangle">
              <a:avLst/>
            </a:prstGeom>
            <a:solidFill>
              <a:srgbClr val="20849C"/>
            </a:solidFill>
            <a:ln>
              <a:noFill/>
            </a:ln>
            <a:effectLst>
              <a:outerShdw blurRad="50800" dist="38100" dir="5400000" algn="ctr" rotWithShape="0">
                <a:srgbClr val="000000">
                  <a:alpha val="43000"/>
                </a:srgbClr>
              </a:outerShdw>
            </a:effectLst>
          </p:spPr>
          <p:txBody>
            <a:bodyPr vert="horz" wrap="square" lIns="91440" tIns="45720" rIns="91440" bIns="45720" numCol="1" anchor="t" anchorCtr="0" compatLnSpc="1">
              <a:prstTxWarp prst="textNoShape">
                <a:avLst/>
              </a:prstTxWarp>
            </a:bodyPr>
            <a:lstStyle/>
            <a:p>
              <a:endParaRPr lang="ko-KR" altLang="en-US" sz="2700" dirty="0"/>
            </a:p>
          </p:txBody>
        </p:sp>
        <p:sp>
          <p:nvSpPr>
            <p:cNvPr id="24" name="TextBox 23">
              <a:extLst>
                <a:ext uri="{FF2B5EF4-FFF2-40B4-BE49-F238E27FC236}">
                  <a16:creationId xmlns:a16="http://schemas.microsoft.com/office/drawing/2014/main" id="{03D8C6DE-9DE6-2F6B-7CE9-4DD92A34BC9A}"/>
                </a:ext>
              </a:extLst>
            </p:cNvPr>
            <p:cNvSpPr txBox="1"/>
            <p:nvPr/>
          </p:nvSpPr>
          <p:spPr>
            <a:xfrm>
              <a:off x="5330893" y="3670604"/>
              <a:ext cx="614563" cy="1200329"/>
            </a:xfrm>
            <a:prstGeom prst="rect">
              <a:avLst/>
            </a:prstGeom>
            <a:noFill/>
          </p:spPr>
          <p:txBody>
            <a:bodyPr wrap="square" lIns="108000" rIns="108000" rtlCol="0">
              <a:spAutoFit/>
            </a:bodyPr>
            <a:lstStyle/>
            <a:p>
              <a:pPr algn="ctr"/>
              <a:r>
                <a:rPr lang="en-US" altLang="ko-KR" sz="7200" b="1" dirty="0">
                  <a:solidFill>
                    <a:schemeClr val="bg1"/>
                  </a:solidFill>
                  <a:cs typeface="Arial" pitchFamily="34" charset="0"/>
                </a:rPr>
                <a:t>4</a:t>
              </a:r>
              <a:endParaRPr lang="ko-KR" altLang="en-US" sz="7200" b="1" dirty="0">
                <a:solidFill>
                  <a:schemeClr val="bg1"/>
                </a:solidFill>
                <a:cs typeface="Arial" pitchFamily="34" charset="0"/>
              </a:endParaRPr>
            </a:p>
          </p:txBody>
        </p:sp>
      </p:grpSp>
      <p:grpSp>
        <p:nvGrpSpPr>
          <p:cNvPr id="76" name="Group 75">
            <a:extLst>
              <a:ext uri="{FF2B5EF4-FFF2-40B4-BE49-F238E27FC236}">
                <a16:creationId xmlns:a16="http://schemas.microsoft.com/office/drawing/2014/main" id="{F13AF015-B8B5-E6E6-811B-CAD78C1D0329}"/>
              </a:ext>
            </a:extLst>
          </p:cNvPr>
          <p:cNvGrpSpPr/>
          <p:nvPr/>
        </p:nvGrpSpPr>
        <p:grpSpPr>
          <a:xfrm>
            <a:off x="5458451" y="4400142"/>
            <a:ext cx="1402587" cy="1595108"/>
            <a:chOff x="5458451" y="4400142"/>
            <a:chExt cx="1402587" cy="1595108"/>
          </a:xfrm>
        </p:grpSpPr>
        <p:sp>
          <p:nvSpPr>
            <p:cNvPr id="20" name="Right Triangle 19">
              <a:extLst>
                <a:ext uri="{FF2B5EF4-FFF2-40B4-BE49-F238E27FC236}">
                  <a16:creationId xmlns:a16="http://schemas.microsoft.com/office/drawing/2014/main" id="{1D715E12-D7DA-A851-C7A6-9DE32C994752}"/>
                </a:ext>
              </a:extLst>
            </p:cNvPr>
            <p:cNvSpPr/>
            <p:nvPr/>
          </p:nvSpPr>
          <p:spPr>
            <a:xfrm rot="10800000">
              <a:off x="5458451" y="4699250"/>
              <a:ext cx="1296000" cy="1296000"/>
            </a:xfrm>
            <a:prstGeom prst="rtTriangle">
              <a:avLst/>
            </a:prstGeom>
            <a:solidFill>
              <a:srgbClr val="114653"/>
            </a:solidFill>
            <a:ln>
              <a:noFill/>
            </a:ln>
            <a:effectLst>
              <a:outerShdw blurRad="50800" dist="38100" dir="5400000" algn="ctr" rotWithShape="0">
                <a:srgbClr val="000000">
                  <a:alpha val="43000"/>
                </a:srgbClr>
              </a:outerShdw>
            </a:effectLst>
          </p:spPr>
          <p:txBody>
            <a:bodyPr vert="horz" wrap="square" lIns="91440" tIns="45720" rIns="91440" bIns="45720" numCol="1" anchor="t" anchorCtr="0" compatLnSpc="1">
              <a:prstTxWarp prst="textNoShape">
                <a:avLst/>
              </a:prstTxWarp>
            </a:bodyPr>
            <a:lstStyle/>
            <a:p>
              <a:endParaRPr lang="ko-KR" altLang="en-US" sz="2700" dirty="0"/>
            </a:p>
          </p:txBody>
        </p:sp>
        <p:sp>
          <p:nvSpPr>
            <p:cNvPr id="25" name="TextBox 24">
              <a:extLst>
                <a:ext uri="{FF2B5EF4-FFF2-40B4-BE49-F238E27FC236}">
                  <a16:creationId xmlns:a16="http://schemas.microsoft.com/office/drawing/2014/main" id="{EC017287-582B-1D38-4696-69A0F8504861}"/>
                </a:ext>
              </a:extLst>
            </p:cNvPr>
            <p:cNvSpPr txBox="1"/>
            <p:nvPr/>
          </p:nvSpPr>
          <p:spPr>
            <a:xfrm>
              <a:off x="6246475" y="4400142"/>
              <a:ext cx="614563" cy="1200329"/>
            </a:xfrm>
            <a:prstGeom prst="rect">
              <a:avLst/>
            </a:prstGeom>
            <a:noFill/>
          </p:spPr>
          <p:txBody>
            <a:bodyPr wrap="square" lIns="108000" rIns="108000" rtlCol="0">
              <a:spAutoFit/>
            </a:bodyPr>
            <a:lstStyle/>
            <a:p>
              <a:pPr algn="ctr"/>
              <a:r>
                <a:rPr lang="en-US" altLang="ko-KR" sz="7200" b="1" dirty="0">
                  <a:solidFill>
                    <a:schemeClr val="bg1"/>
                  </a:solidFill>
                  <a:cs typeface="Arial" pitchFamily="34" charset="0"/>
                </a:rPr>
                <a:t>5</a:t>
              </a:r>
              <a:endParaRPr lang="ko-KR" altLang="en-US" sz="7200" b="1" dirty="0">
                <a:solidFill>
                  <a:schemeClr val="bg1"/>
                </a:solidFill>
                <a:cs typeface="Arial" pitchFamily="34" charset="0"/>
              </a:endParaRPr>
            </a:p>
          </p:txBody>
        </p:sp>
      </p:grpSp>
      <p:grpSp>
        <p:nvGrpSpPr>
          <p:cNvPr id="77" name="Group 76">
            <a:extLst>
              <a:ext uri="{FF2B5EF4-FFF2-40B4-BE49-F238E27FC236}">
                <a16:creationId xmlns:a16="http://schemas.microsoft.com/office/drawing/2014/main" id="{66E7E105-069A-FD25-CFF4-67D4A2329264}"/>
              </a:ext>
            </a:extLst>
          </p:cNvPr>
          <p:cNvGrpSpPr/>
          <p:nvPr/>
        </p:nvGrpSpPr>
        <p:grpSpPr>
          <a:xfrm>
            <a:off x="5310161" y="4753902"/>
            <a:ext cx="1389639" cy="1541613"/>
            <a:chOff x="5310161" y="4753902"/>
            <a:chExt cx="1389639" cy="1541613"/>
          </a:xfrm>
        </p:grpSpPr>
        <p:sp>
          <p:nvSpPr>
            <p:cNvPr id="19" name="Right Triangle 18">
              <a:extLst>
                <a:ext uri="{FF2B5EF4-FFF2-40B4-BE49-F238E27FC236}">
                  <a16:creationId xmlns:a16="http://schemas.microsoft.com/office/drawing/2014/main" id="{257557EF-8098-A4E0-7C2F-538BAAD1B32D}"/>
                </a:ext>
              </a:extLst>
            </p:cNvPr>
            <p:cNvSpPr/>
            <p:nvPr/>
          </p:nvSpPr>
          <p:spPr>
            <a:xfrm>
              <a:off x="5403800" y="4753902"/>
              <a:ext cx="1296000" cy="1296000"/>
            </a:xfrm>
            <a:prstGeom prst="rtTriangle">
              <a:avLst/>
            </a:prstGeom>
            <a:solidFill>
              <a:srgbClr val="20849C"/>
            </a:solidFill>
            <a:ln>
              <a:noFill/>
            </a:ln>
            <a:effectLst>
              <a:outerShdw blurRad="50800" dist="38100" dir="5400000" algn="ctr" rotWithShape="0">
                <a:srgbClr val="000000">
                  <a:alpha val="43000"/>
                </a:srgbClr>
              </a:outerShdw>
            </a:effectLst>
          </p:spPr>
          <p:txBody>
            <a:bodyPr vert="horz" wrap="square" lIns="91440" tIns="45720" rIns="91440" bIns="45720" numCol="1" anchor="t" anchorCtr="0" compatLnSpc="1">
              <a:prstTxWarp prst="textNoShape">
                <a:avLst/>
              </a:prstTxWarp>
            </a:bodyPr>
            <a:lstStyle/>
            <a:p>
              <a:endParaRPr lang="ko-KR" altLang="en-US" sz="2700" dirty="0"/>
            </a:p>
          </p:txBody>
        </p:sp>
        <p:sp>
          <p:nvSpPr>
            <p:cNvPr id="26" name="TextBox 25">
              <a:extLst>
                <a:ext uri="{FF2B5EF4-FFF2-40B4-BE49-F238E27FC236}">
                  <a16:creationId xmlns:a16="http://schemas.microsoft.com/office/drawing/2014/main" id="{A3E3BF29-112D-C8D0-AEE1-B9B0B2D1EFD8}"/>
                </a:ext>
              </a:extLst>
            </p:cNvPr>
            <p:cNvSpPr txBox="1"/>
            <p:nvPr/>
          </p:nvSpPr>
          <p:spPr>
            <a:xfrm>
              <a:off x="5310161" y="5095186"/>
              <a:ext cx="614563" cy="1200329"/>
            </a:xfrm>
            <a:prstGeom prst="rect">
              <a:avLst/>
            </a:prstGeom>
            <a:noFill/>
          </p:spPr>
          <p:txBody>
            <a:bodyPr wrap="square" lIns="108000" rIns="108000" rtlCol="0">
              <a:spAutoFit/>
            </a:bodyPr>
            <a:lstStyle/>
            <a:p>
              <a:pPr algn="ctr"/>
              <a:r>
                <a:rPr lang="en-US" altLang="ko-KR" sz="7200" b="1" dirty="0">
                  <a:solidFill>
                    <a:schemeClr val="bg1"/>
                  </a:solidFill>
                  <a:cs typeface="Arial" pitchFamily="34" charset="0"/>
                </a:rPr>
                <a:t>6</a:t>
              </a:r>
              <a:endParaRPr lang="ko-KR" altLang="en-US" sz="7200" b="1" dirty="0">
                <a:solidFill>
                  <a:schemeClr val="bg1"/>
                </a:solidFill>
                <a:cs typeface="Arial" pitchFamily="34" charset="0"/>
              </a:endParaRPr>
            </a:p>
          </p:txBody>
        </p:sp>
      </p:grpSp>
      <p:grpSp>
        <p:nvGrpSpPr>
          <p:cNvPr id="78" name="object 8">
            <a:extLst>
              <a:ext uri="{FF2B5EF4-FFF2-40B4-BE49-F238E27FC236}">
                <a16:creationId xmlns:a16="http://schemas.microsoft.com/office/drawing/2014/main" id="{1F7C8D1F-C52E-812C-B2DF-A1D92EC7D958}"/>
              </a:ext>
            </a:extLst>
          </p:cNvPr>
          <p:cNvGrpSpPr/>
          <p:nvPr/>
        </p:nvGrpSpPr>
        <p:grpSpPr>
          <a:xfrm rot="1153264">
            <a:off x="-2293802" y="-841557"/>
            <a:ext cx="5276699" cy="4294625"/>
            <a:chOff x="0" y="0"/>
            <a:chExt cx="8701667" cy="7082154"/>
          </a:xfrm>
        </p:grpSpPr>
        <p:sp>
          <p:nvSpPr>
            <p:cNvPr id="79" name="object 10">
              <a:extLst>
                <a:ext uri="{FF2B5EF4-FFF2-40B4-BE49-F238E27FC236}">
                  <a16:creationId xmlns:a16="http://schemas.microsoft.com/office/drawing/2014/main" id="{5098F371-1CDF-0FBA-27A3-6C69874D3197}"/>
                </a:ext>
              </a:extLst>
            </p:cNvPr>
            <p:cNvSpPr/>
            <p:nvPr/>
          </p:nvSpPr>
          <p:spPr>
            <a:xfrm>
              <a:off x="0" y="0"/>
              <a:ext cx="6506209" cy="5866765"/>
            </a:xfrm>
            <a:custGeom>
              <a:avLst/>
              <a:gdLst/>
              <a:ahLst/>
              <a:cxnLst/>
              <a:rect l="l" t="t" r="r" b="b"/>
              <a:pathLst>
                <a:path w="6506209" h="5866765">
                  <a:moveTo>
                    <a:pt x="0" y="5862801"/>
                  </a:moveTo>
                  <a:lnTo>
                    <a:pt x="868" y="5862792"/>
                  </a:lnTo>
                  <a:lnTo>
                    <a:pt x="30900" y="5862574"/>
                  </a:lnTo>
                  <a:lnTo>
                    <a:pt x="81643" y="5862606"/>
                  </a:lnTo>
                  <a:lnTo>
                    <a:pt x="132385" y="5862637"/>
                  </a:lnTo>
                  <a:lnTo>
                    <a:pt x="183127" y="5862669"/>
                  </a:lnTo>
                  <a:lnTo>
                    <a:pt x="233870" y="5862701"/>
                  </a:lnTo>
                  <a:lnTo>
                    <a:pt x="284612" y="5862732"/>
                  </a:lnTo>
                  <a:lnTo>
                    <a:pt x="335354" y="5862764"/>
                  </a:lnTo>
                  <a:lnTo>
                    <a:pt x="386097" y="5862796"/>
                  </a:lnTo>
                  <a:lnTo>
                    <a:pt x="436839" y="5862827"/>
                  </a:lnTo>
                  <a:lnTo>
                    <a:pt x="487581" y="5862859"/>
                  </a:lnTo>
                  <a:lnTo>
                    <a:pt x="538324" y="5862891"/>
                  </a:lnTo>
                  <a:lnTo>
                    <a:pt x="589066" y="5862922"/>
                  </a:lnTo>
                  <a:lnTo>
                    <a:pt x="639808" y="5862954"/>
                  </a:lnTo>
                  <a:lnTo>
                    <a:pt x="690551" y="5862985"/>
                  </a:lnTo>
                  <a:lnTo>
                    <a:pt x="741293" y="5863017"/>
                  </a:lnTo>
                  <a:lnTo>
                    <a:pt x="792035" y="5863049"/>
                  </a:lnTo>
                  <a:lnTo>
                    <a:pt x="842778" y="5863080"/>
                  </a:lnTo>
                  <a:lnTo>
                    <a:pt x="893520" y="5863112"/>
                  </a:lnTo>
                  <a:lnTo>
                    <a:pt x="944262" y="5863143"/>
                  </a:lnTo>
                  <a:lnTo>
                    <a:pt x="995005" y="5863175"/>
                  </a:lnTo>
                  <a:lnTo>
                    <a:pt x="1045747" y="5863207"/>
                  </a:lnTo>
                  <a:lnTo>
                    <a:pt x="1096489" y="5863238"/>
                  </a:lnTo>
                  <a:lnTo>
                    <a:pt x="1147231" y="5863270"/>
                  </a:lnTo>
                  <a:lnTo>
                    <a:pt x="1197974" y="5863301"/>
                  </a:lnTo>
                  <a:lnTo>
                    <a:pt x="1248716" y="5863333"/>
                  </a:lnTo>
                  <a:lnTo>
                    <a:pt x="1299458" y="5863364"/>
                  </a:lnTo>
                  <a:lnTo>
                    <a:pt x="1350201" y="5863396"/>
                  </a:lnTo>
                  <a:lnTo>
                    <a:pt x="1400943" y="5863428"/>
                  </a:lnTo>
                  <a:lnTo>
                    <a:pt x="1451685" y="5863459"/>
                  </a:lnTo>
                  <a:lnTo>
                    <a:pt x="1502427" y="5863491"/>
                  </a:lnTo>
                  <a:lnTo>
                    <a:pt x="1553170" y="5863522"/>
                  </a:lnTo>
                  <a:lnTo>
                    <a:pt x="1603912" y="5863554"/>
                  </a:lnTo>
                  <a:lnTo>
                    <a:pt x="1654654" y="5863585"/>
                  </a:lnTo>
                  <a:lnTo>
                    <a:pt x="1705396" y="5863617"/>
                  </a:lnTo>
                  <a:lnTo>
                    <a:pt x="1756139" y="5863648"/>
                  </a:lnTo>
                  <a:lnTo>
                    <a:pt x="1806881" y="5863680"/>
                  </a:lnTo>
                  <a:lnTo>
                    <a:pt x="1857623" y="5863711"/>
                  </a:lnTo>
                  <a:lnTo>
                    <a:pt x="1908365" y="5863743"/>
                  </a:lnTo>
                  <a:lnTo>
                    <a:pt x="1959108" y="5863774"/>
                  </a:lnTo>
                  <a:lnTo>
                    <a:pt x="2009850" y="5863806"/>
                  </a:lnTo>
                  <a:lnTo>
                    <a:pt x="2060592" y="5863837"/>
                  </a:lnTo>
                  <a:lnTo>
                    <a:pt x="2111334" y="5863869"/>
                  </a:lnTo>
                  <a:lnTo>
                    <a:pt x="2162077" y="5863900"/>
                  </a:lnTo>
                  <a:lnTo>
                    <a:pt x="2212819" y="5863931"/>
                  </a:lnTo>
                  <a:lnTo>
                    <a:pt x="2263561" y="5863963"/>
                  </a:lnTo>
                  <a:lnTo>
                    <a:pt x="2314303" y="5863994"/>
                  </a:lnTo>
                  <a:lnTo>
                    <a:pt x="2365046" y="5864026"/>
                  </a:lnTo>
                  <a:lnTo>
                    <a:pt x="2415788" y="5864057"/>
                  </a:lnTo>
                  <a:lnTo>
                    <a:pt x="2466530" y="5864089"/>
                  </a:lnTo>
                  <a:lnTo>
                    <a:pt x="2517272" y="5864120"/>
                  </a:lnTo>
                  <a:lnTo>
                    <a:pt x="2568015" y="5864151"/>
                  </a:lnTo>
                  <a:lnTo>
                    <a:pt x="2618757" y="5864183"/>
                  </a:lnTo>
                  <a:lnTo>
                    <a:pt x="2669499" y="5864214"/>
                  </a:lnTo>
                  <a:lnTo>
                    <a:pt x="2720241" y="5864245"/>
                  </a:lnTo>
                  <a:lnTo>
                    <a:pt x="2770984" y="5864277"/>
                  </a:lnTo>
                  <a:lnTo>
                    <a:pt x="2821726" y="5864308"/>
                  </a:lnTo>
                  <a:lnTo>
                    <a:pt x="2872468" y="5864340"/>
                  </a:lnTo>
                  <a:lnTo>
                    <a:pt x="2923210" y="5864371"/>
                  </a:lnTo>
                  <a:lnTo>
                    <a:pt x="2973953" y="5864402"/>
                  </a:lnTo>
                  <a:lnTo>
                    <a:pt x="3024695" y="5864433"/>
                  </a:lnTo>
                  <a:lnTo>
                    <a:pt x="3075437" y="5864465"/>
                  </a:lnTo>
                  <a:lnTo>
                    <a:pt x="3126179" y="5864496"/>
                  </a:lnTo>
                  <a:lnTo>
                    <a:pt x="3176921" y="5864527"/>
                  </a:lnTo>
                  <a:lnTo>
                    <a:pt x="3227664" y="5864559"/>
                  </a:lnTo>
                  <a:lnTo>
                    <a:pt x="3278406" y="5864590"/>
                  </a:lnTo>
                  <a:lnTo>
                    <a:pt x="3329148" y="5864621"/>
                  </a:lnTo>
                  <a:lnTo>
                    <a:pt x="3379890" y="5864653"/>
                  </a:lnTo>
                  <a:lnTo>
                    <a:pt x="3430633" y="5864684"/>
                  </a:lnTo>
                  <a:lnTo>
                    <a:pt x="3481375" y="5864715"/>
                  </a:lnTo>
                  <a:lnTo>
                    <a:pt x="3532117" y="5864746"/>
                  </a:lnTo>
                  <a:lnTo>
                    <a:pt x="3582859" y="5864778"/>
                  </a:lnTo>
                  <a:lnTo>
                    <a:pt x="3633602" y="5864809"/>
                  </a:lnTo>
                  <a:lnTo>
                    <a:pt x="3684344" y="5864840"/>
                  </a:lnTo>
                  <a:lnTo>
                    <a:pt x="3735086" y="5864871"/>
                  </a:lnTo>
                  <a:lnTo>
                    <a:pt x="3785828" y="5864902"/>
                  </a:lnTo>
                  <a:lnTo>
                    <a:pt x="3836571" y="5864934"/>
                  </a:lnTo>
                  <a:lnTo>
                    <a:pt x="3887313" y="5864965"/>
                  </a:lnTo>
                  <a:lnTo>
                    <a:pt x="3938055" y="5864996"/>
                  </a:lnTo>
                  <a:lnTo>
                    <a:pt x="3988797" y="5865027"/>
                  </a:lnTo>
                  <a:lnTo>
                    <a:pt x="4039540" y="5865058"/>
                  </a:lnTo>
                  <a:lnTo>
                    <a:pt x="4090282" y="5865089"/>
                  </a:lnTo>
                  <a:lnTo>
                    <a:pt x="4141024" y="5865121"/>
                  </a:lnTo>
                  <a:lnTo>
                    <a:pt x="4191767" y="5865152"/>
                  </a:lnTo>
                  <a:lnTo>
                    <a:pt x="4242509" y="5865183"/>
                  </a:lnTo>
                  <a:lnTo>
                    <a:pt x="4293251" y="5865214"/>
                  </a:lnTo>
                  <a:lnTo>
                    <a:pt x="4343993" y="5865245"/>
                  </a:lnTo>
                  <a:lnTo>
                    <a:pt x="4394736" y="5865276"/>
                  </a:lnTo>
                  <a:lnTo>
                    <a:pt x="4445478" y="5865307"/>
                  </a:lnTo>
                  <a:lnTo>
                    <a:pt x="4496220" y="5865338"/>
                  </a:lnTo>
                  <a:lnTo>
                    <a:pt x="4546962" y="5865369"/>
                  </a:lnTo>
                  <a:lnTo>
                    <a:pt x="4597705" y="5865401"/>
                  </a:lnTo>
                  <a:lnTo>
                    <a:pt x="4648447" y="5865432"/>
                  </a:lnTo>
                  <a:lnTo>
                    <a:pt x="4699189" y="5865463"/>
                  </a:lnTo>
                  <a:lnTo>
                    <a:pt x="4749932" y="5865494"/>
                  </a:lnTo>
                  <a:lnTo>
                    <a:pt x="4800674" y="5865525"/>
                  </a:lnTo>
                  <a:lnTo>
                    <a:pt x="4851416" y="5865556"/>
                  </a:lnTo>
                  <a:lnTo>
                    <a:pt x="4902159" y="5865587"/>
                  </a:lnTo>
                  <a:lnTo>
                    <a:pt x="4952901" y="5865618"/>
                  </a:lnTo>
                  <a:lnTo>
                    <a:pt x="5003643" y="5865649"/>
                  </a:lnTo>
                  <a:lnTo>
                    <a:pt x="5054385" y="5865680"/>
                  </a:lnTo>
                  <a:lnTo>
                    <a:pt x="5105128" y="5865711"/>
                  </a:lnTo>
                  <a:lnTo>
                    <a:pt x="5155870" y="5865742"/>
                  </a:lnTo>
                  <a:lnTo>
                    <a:pt x="5206612" y="5865773"/>
                  </a:lnTo>
                  <a:lnTo>
                    <a:pt x="5257355" y="5865804"/>
                  </a:lnTo>
                  <a:lnTo>
                    <a:pt x="5308097" y="5865834"/>
                  </a:lnTo>
                  <a:lnTo>
                    <a:pt x="5358839" y="5865865"/>
                  </a:lnTo>
                  <a:lnTo>
                    <a:pt x="5409582" y="5865896"/>
                  </a:lnTo>
                  <a:lnTo>
                    <a:pt x="5460324" y="5865927"/>
                  </a:lnTo>
                  <a:lnTo>
                    <a:pt x="5511067" y="5865958"/>
                  </a:lnTo>
                  <a:lnTo>
                    <a:pt x="5561809" y="5865989"/>
                  </a:lnTo>
                  <a:lnTo>
                    <a:pt x="5612551" y="5866020"/>
                  </a:lnTo>
                  <a:lnTo>
                    <a:pt x="5663294" y="5866051"/>
                  </a:lnTo>
                  <a:lnTo>
                    <a:pt x="5714036" y="5866082"/>
                  </a:lnTo>
                  <a:lnTo>
                    <a:pt x="5749061" y="5866251"/>
                  </a:lnTo>
                  <a:lnTo>
                    <a:pt x="5784090" y="5866481"/>
                  </a:lnTo>
                  <a:lnTo>
                    <a:pt x="5819110" y="5866398"/>
                  </a:lnTo>
                  <a:lnTo>
                    <a:pt x="5854105" y="5865631"/>
                  </a:lnTo>
                  <a:lnTo>
                    <a:pt x="5904153" y="5862458"/>
                  </a:lnTo>
                  <a:lnTo>
                    <a:pt x="5952623" y="5856572"/>
                  </a:lnTo>
                  <a:lnTo>
                    <a:pt x="5999458" y="5848053"/>
                  </a:lnTo>
                  <a:lnTo>
                    <a:pt x="6044602" y="5836979"/>
                  </a:lnTo>
                  <a:lnTo>
                    <a:pt x="6087997" y="5823429"/>
                  </a:lnTo>
                  <a:lnTo>
                    <a:pt x="6129588" y="5807481"/>
                  </a:lnTo>
                  <a:lnTo>
                    <a:pt x="6169318" y="5789215"/>
                  </a:lnTo>
                  <a:lnTo>
                    <a:pt x="6207131" y="5768708"/>
                  </a:lnTo>
                  <a:lnTo>
                    <a:pt x="6242971" y="5746040"/>
                  </a:lnTo>
                  <a:lnTo>
                    <a:pt x="6276780" y="5721288"/>
                  </a:lnTo>
                  <a:lnTo>
                    <a:pt x="6308502" y="5694533"/>
                  </a:lnTo>
                  <a:lnTo>
                    <a:pt x="6338082" y="5665851"/>
                  </a:lnTo>
                  <a:lnTo>
                    <a:pt x="6365462" y="5635323"/>
                  </a:lnTo>
                  <a:lnTo>
                    <a:pt x="6390586" y="5603025"/>
                  </a:lnTo>
                  <a:lnTo>
                    <a:pt x="6413398" y="5569038"/>
                  </a:lnTo>
                  <a:lnTo>
                    <a:pt x="6433841" y="5533440"/>
                  </a:lnTo>
                  <a:lnTo>
                    <a:pt x="6451859" y="5496309"/>
                  </a:lnTo>
                  <a:lnTo>
                    <a:pt x="6467395" y="5457724"/>
                  </a:lnTo>
                  <a:lnTo>
                    <a:pt x="6480393" y="5417763"/>
                  </a:lnTo>
                  <a:lnTo>
                    <a:pt x="6490796" y="5376506"/>
                  </a:lnTo>
                  <a:lnTo>
                    <a:pt x="6498548" y="5334031"/>
                  </a:lnTo>
                  <a:lnTo>
                    <a:pt x="6503593" y="5290415"/>
                  </a:lnTo>
                  <a:lnTo>
                    <a:pt x="6505874" y="5245739"/>
                  </a:lnTo>
                  <a:lnTo>
                    <a:pt x="6505335" y="5200081"/>
                  </a:lnTo>
                  <a:lnTo>
                    <a:pt x="6501919" y="5153519"/>
                  </a:lnTo>
                  <a:lnTo>
                    <a:pt x="6495570" y="5106132"/>
                  </a:lnTo>
                  <a:lnTo>
                    <a:pt x="6486230" y="5057998"/>
                  </a:lnTo>
                  <a:lnTo>
                    <a:pt x="6473845" y="5009197"/>
                  </a:lnTo>
                  <a:lnTo>
                    <a:pt x="6459160" y="4963284"/>
                  </a:lnTo>
                  <a:lnTo>
                    <a:pt x="6441765" y="4918713"/>
                  </a:lnTo>
                  <a:lnTo>
                    <a:pt x="6421959" y="4875273"/>
                  </a:lnTo>
                  <a:lnTo>
                    <a:pt x="6400041" y="4832753"/>
                  </a:lnTo>
                  <a:lnTo>
                    <a:pt x="6376309" y="4790942"/>
                  </a:lnTo>
                  <a:lnTo>
                    <a:pt x="6351355" y="4748743"/>
                  </a:lnTo>
                  <a:lnTo>
                    <a:pt x="6324330" y="4703114"/>
                  </a:lnTo>
                  <a:lnTo>
                    <a:pt x="6295288" y="4654145"/>
                  </a:lnTo>
                  <a:lnTo>
                    <a:pt x="6264282" y="4601922"/>
                  </a:lnTo>
                  <a:lnTo>
                    <a:pt x="6231364" y="4546535"/>
                  </a:lnTo>
                  <a:lnTo>
                    <a:pt x="6196588" y="4488070"/>
                  </a:lnTo>
                  <a:lnTo>
                    <a:pt x="6160005" y="4426616"/>
                  </a:lnTo>
                  <a:lnTo>
                    <a:pt x="6121669" y="4362262"/>
                  </a:lnTo>
                  <a:lnTo>
                    <a:pt x="6101860" y="4329024"/>
                  </a:lnTo>
                  <a:lnTo>
                    <a:pt x="6081633" y="4295095"/>
                  </a:lnTo>
                  <a:lnTo>
                    <a:pt x="6060994" y="4260484"/>
                  </a:lnTo>
                  <a:lnTo>
                    <a:pt x="6039949" y="4225203"/>
                  </a:lnTo>
                  <a:lnTo>
                    <a:pt x="6018506" y="4189263"/>
                  </a:lnTo>
                  <a:lnTo>
                    <a:pt x="5996671" y="4152675"/>
                  </a:lnTo>
                  <a:lnTo>
                    <a:pt x="5974450" y="4115449"/>
                  </a:lnTo>
                  <a:lnTo>
                    <a:pt x="5951850" y="4077598"/>
                  </a:lnTo>
                  <a:lnTo>
                    <a:pt x="5928879" y="4039131"/>
                  </a:lnTo>
                  <a:lnTo>
                    <a:pt x="5905541" y="4000061"/>
                  </a:lnTo>
                  <a:lnTo>
                    <a:pt x="5881844" y="3960397"/>
                  </a:lnTo>
                  <a:lnTo>
                    <a:pt x="5857795" y="3920152"/>
                  </a:lnTo>
                  <a:lnTo>
                    <a:pt x="5833400" y="3879335"/>
                  </a:lnTo>
                  <a:lnTo>
                    <a:pt x="5808665" y="3837958"/>
                  </a:lnTo>
                  <a:lnTo>
                    <a:pt x="5783598" y="3796033"/>
                  </a:lnTo>
                  <a:lnTo>
                    <a:pt x="5758205" y="3753569"/>
                  </a:lnTo>
                  <a:lnTo>
                    <a:pt x="5732493" y="3710578"/>
                  </a:lnTo>
                  <a:lnTo>
                    <a:pt x="5706467" y="3667072"/>
                  </a:lnTo>
                  <a:lnTo>
                    <a:pt x="5680135" y="3623060"/>
                  </a:lnTo>
                  <a:lnTo>
                    <a:pt x="5653504" y="3578555"/>
                  </a:lnTo>
                  <a:lnTo>
                    <a:pt x="5626579" y="3533566"/>
                  </a:lnTo>
                  <a:lnTo>
                    <a:pt x="5599368" y="3488106"/>
                  </a:lnTo>
                  <a:lnTo>
                    <a:pt x="5571877" y="3442185"/>
                  </a:lnTo>
                  <a:lnTo>
                    <a:pt x="5544113" y="3395813"/>
                  </a:lnTo>
                  <a:lnTo>
                    <a:pt x="5516082" y="3349003"/>
                  </a:lnTo>
                  <a:lnTo>
                    <a:pt x="5487791" y="3301765"/>
                  </a:lnTo>
                  <a:lnTo>
                    <a:pt x="5459247" y="3254111"/>
                  </a:lnTo>
                  <a:lnTo>
                    <a:pt x="5430456" y="3206050"/>
                  </a:lnTo>
                  <a:lnTo>
                    <a:pt x="5401424" y="3157594"/>
                  </a:lnTo>
                  <a:lnTo>
                    <a:pt x="5372159" y="3108755"/>
                  </a:lnTo>
                  <a:lnTo>
                    <a:pt x="5342667" y="3059543"/>
                  </a:lnTo>
                  <a:lnTo>
                    <a:pt x="5312954" y="3009969"/>
                  </a:lnTo>
                  <a:lnTo>
                    <a:pt x="5283027" y="2960044"/>
                  </a:lnTo>
                  <a:lnTo>
                    <a:pt x="5252894" y="2909780"/>
                  </a:lnTo>
                  <a:lnTo>
                    <a:pt x="5222559" y="2859187"/>
                  </a:lnTo>
                  <a:lnTo>
                    <a:pt x="5192030" y="2808275"/>
                  </a:lnTo>
                  <a:lnTo>
                    <a:pt x="5161314" y="2757058"/>
                  </a:lnTo>
                  <a:lnTo>
                    <a:pt x="5130417" y="2705544"/>
                  </a:lnTo>
                  <a:lnTo>
                    <a:pt x="5099346" y="2653746"/>
                  </a:lnTo>
                  <a:lnTo>
                    <a:pt x="5068107" y="2601674"/>
                  </a:lnTo>
                  <a:lnTo>
                    <a:pt x="5036707" y="2549340"/>
                  </a:lnTo>
                  <a:lnTo>
                    <a:pt x="5005153" y="2496753"/>
                  </a:lnTo>
                  <a:lnTo>
                    <a:pt x="4973451" y="2443926"/>
                  </a:lnTo>
                  <a:lnTo>
                    <a:pt x="4941607" y="2390870"/>
                  </a:lnTo>
                  <a:lnTo>
                    <a:pt x="4909629" y="2337594"/>
                  </a:lnTo>
                  <a:lnTo>
                    <a:pt x="4877523" y="2284112"/>
                  </a:lnTo>
                  <a:lnTo>
                    <a:pt x="4845295" y="2230432"/>
                  </a:lnTo>
                  <a:lnTo>
                    <a:pt x="4812953" y="2176567"/>
                  </a:lnTo>
                  <a:lnTo>
                    <a:pt x="4780502" y="2122527"/>
                  </a:lnTo>
                  <a:lnTo>
                    <a:pt x="4747950" y="2068324"/>
                  </a:lnTo>
                  <a:lnTo>
                    <a:pt x="4715302" y="2013968"/>
                  </a:lnTo>
                  <a:lnTo>
                    <a:pt x="4682566" y="1959471"/>
                  </a:lnTo>
                  <a:lnTo>
                    <a:pt x="4649749" y="1904843"/>
                  </a:lnTo>
                  <a:lnTo>
                    <a:pt x="4616856" y="1850095"/>
                  </a:lnTo>
                  <a:lnTo>
                    <a:pt x="4583894" y="1795239"/>
                  </a:lnTo>
                  <a:lnTo>
                    <a:pt x="4550870" y="1740285"/>
                  </a:lnTo>
                  <a:lnTo>
                    <a:pt x="4517791" y="1685245"/>
                  </a:lnTo>
                  <a:lnTo>
                    <a:pt x="4484663" y="1630130"/>
                  </a:lnTo>
                  <a:lnTo>
                    <a:pt x="4451493" y="1574950"/>
                  </a:lnTo>
                  <a:lnTo>
                    <a:pt x="4418287" y="1519716"/>
                  </a:lnTo>
                  <a:lnTo>
                    <a:pt x="4385052" y="1464440"/>
                  </a:lnTo>
                  <a:lnTo>
                    <a:pt x="4351795" y="1409133"/>
                  </a:lnTo>
                  <a:lnTo>
                    <a:pt x="4318522" y="1353805"/>
                  </a:lnTo>
                  <a:lnTo>
                    <a:pt x="4285239" y="1298468"/>
                  </a:lnTo>
                  <a:lnTo>
                    <a:pt x="4251954" y="1243132"/>
                  </a:lnTo>
                  <a:lnTo>
                    <a:pt x="4218673" y="1187809"/>
                  </a:lnTo>
                  <a:lnTo>
                    <a:pt x="4185402" y="1132510"/>
                  </a:lnTo>
                  <a:lnTo>
                    <a:pt x="4152149" y="1077245"/>
                  </a:lnTo>
                  <a:lnTo>
                    <a:pt x="4118919" y="1022026"/>
                  </a:lnTo>
                  <a:lnTo>
                    <a:pt x="4085720" y="966864"/>
                  </a:lnTo>
                  <a:lnTo>
                    <a:pt x="4052558" y="911769"/>
                  </a:lnTo>
                  <a:lnTo>
                    <a:pt x="4019439" y="856753"/>
                  </a:lnTo>
                  <a:lnTo>
                    <a:pt x="3986371" y="801826"/>
                  </a:lnTo>
                  <a:lnTo>
                    <a:pt x="3953359" y="747001"/>
                  </a:lnTo>
                  <a:lnTo>
                    <a:pt x="3920411" y="692287"/>
                  </a:lnTo>
                  <a:lnTo>
                    <a:pt x="3887532" y="637695"/>
                  </a:lnTo>
                  <a:lnTo>
                    <a:pt x="3854730" y="583238"/>
                  </a:lnTo>
                  <a:lnTo>
                    <a:pt x="3822012" y="528925"/>
                  </a:lnTo>
                  <a:lnTo>
                    <a:pt x="3789383" y="474768"/>
                  </a:lnTo>
                  <a:lnTo>
                    <a:pt x="3756850" y="420778"/>
                  </a:lnTo>
                  <a:lnTo>
                    <a:pt x="3724421" y="366965"/>
                  </a:lnTo>
                  <a:lnTo>
                    <a:pt x="3692101" y="313342"/>
                  </a:lnTo>
                  <a:lnTo>
                    <a:pt x="3659897" y="259918"/>
                  </a:lnTo>
                  <a:lnTo>
                    <a:pt x="3627816" y="206705"/>
                  </a:lnTo>
                  <a:lnTo>
                    <a:pt x="3595864" y="153714"/>
                  </a:lnTo>
                  <a:lnTo>
                    <a:pt x="3564048" y="100956"/>
                  </a:lnTo>
                  <a:lnTo>
                    <a:pt x="3532375" y="48441"/>
                  </a:lnTo>
                  <a:lnTo>
                    <a:pt x="350315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80" name="object 11">
              <a:extLst>
                <a:ext uri="{FF2B5EF4-FFF2-40B4-BE49-F238E27FC236}">
                  <a16:creationId xmlns:a16="http://schemas.microsoft.com/office/drawing/2014/main" id="{E8E6CEF4-829F-D784-7E90-F121AD9A8A0B}"/>
                </a:ext>
              </a:extLst>
            </p:cNvPr>
            <p:cNvSpPr/>
            <p:nvPr/>
          </p:nvSpPr>
          <p:spPr>
            <a:xfrm>
              <a:off x="0" y="0"/>
              <a:ext cx="4424045" cy="4857115"/>
            </a:xfrm>
            <a:custGeom>
              <a:avLst/>
              <a:gdLst/>
              <a:ahLst/>
              <a:cxnLst/>
              <a:rect l="l" t="t" r="r" b="b"/>
              <a:pathLst>
                <a:path w="4424045" h="4857115">
                  <a:moveTo>
                    <a:pt x="0" y="4854300"/>
                  </a:moveTo>
                  <a:lnTo>
                    <a:pt x="79877" y="4854350"/>
                  </a:lnTo>
                  <a:lnTo>
                    <a:pt x="130619" y="4854381"/>
                  </a:lnTo>
                  <a:lnTo>
                    <a:pt x="181362" y="4854412"/>
                  </a:lnTo>
                  <a:lnTo>
                    <a:pt x="232104" y="4854444"/>
                  </a:lnTo>
                  <a:lnTo>
                    <a:pt x="282846" y="4854475"/>
                  </a:lnTo>
                  <a:lnTo>
                    <a:pt x="333588" y="4854507"/>
                  </a:lnTo>
                  <a:lnTo>
                    <a:pt x="384331" y="4854538"/>
                  </a:lnTo>
                  <a:lnTo>
                    <a:pt x="435073" y="4854570"/>
                  </a:lnTo>
                  <a:lnTo>
                    <a:pt x="485815" y="4854601"/>
                  </a:lnTo>
                  <a:lnTo>
                    <a:pt x="536557" y="4854632"/>
                  </a:lnTo>
                  <a:lnTo>
                    <a:pt x="587300" y="4854664"/>
                  </a:lnTo>
                  <a:lnTo>
                    <a:pt x="638042" y="4854695"/>
                  </a:lnTo>
                  <a:lnTo>
                    <a:pt x="688784" y="4854726"/>
                  </a:lnTo>
                  <a:lnTo>
                    <a:pt x="739526" y="4854758"/>
                  </a:lnTo>
                  <a:lnTo>
                    <a:pt x="790269" y="4854789"/>
                  </a:lnTo>
                  <a:lnTo>
                    <a:pt x="841011" y="4854820"/>
                  </a:lnTo>
                  <a:lnTo>
                    <a:pt x="891753" y="4854852"/>
                  </a:lnTo>
                  <a:lnTo>
                    <a:pt x="942495" y="4854883"/>
                  </a:lnTo>
                  <a:lnTo>
                    <a:pt x="993238" y="4854914"/>
                  </a:lnTo>
                  <a:lnTo>
                    <a:pt x="1043980" y="4854946"/>
                  </a:lnTo>
                  <a:lnTo>
                    <a:pt x="1094722" y="4854977"/>
                  </a:lnTo>
                  <a:lnTo>
                    <a:pt x="1145464" y="4855008"/>
                  </a:lnTo>
                  <a:lnTo>
                    <a:pt x="1196207" y="4855040"/>
                  </a:lnTo>
                  <a:lnTo>
                    <a:pt x="1246949" y="4855071"/>
                  </a:lnTo>
                  <a:lnTo>
                    <a:pt x="1297691" y="4855102"/>
                  </a:lnTo>
                  <a:lnTo>
                    <a:pt x="1348433" y="4855133"/>
                  </a:lnTo>
                  <a:lnTo>
                    <a:pt x="1399175" y="4855165"/>
                  </a:lnTo>
                  <a:lnTo>
                    <a:pt x="1449918" y="4855196"/>
                  </a:lnTo>
                  <a:lnTo>
                    <a:pt x="1500660" y="4855227"/>
                  </a:lnTo>
                  <a:lnTo>
                    <a:pt x="1551402" y="4855258"/>
                  </a:lnTo>
                  <a:lnTo>
                    <a:pt x="1602144" y="4855290"/>
                  </a:lnTo>
                  <a:lnTo>
                    <a:pt x="1652887" y="4855321"/>
                  </a:lnTo>
                  <a:lnTo>
                    <a:pt x="1703629" y="4855352"/>
                  </a:lnTo>
                  <a:lnTo>
                    <a:pt x="1754371" y="4855383"/>
                  </a:lnTo>
                  <a:lnTo>
                    <a:pt x="1805113" y="4855414"/>
                  </a:lnTo>
                  <a:lnTo>
                    <a:pt x="1855856" y="4855446"/>
                  </a:lnTo>
                  <a:lnTo>
                    <a:pt x="1906598" y="4855477"/>
                  </a:lnTo>
                  <a:lnTo>
                    <a:pt x="1957340" y="4855508"/>
                  </a:lnTo>
                  <a:lnTo>
                    <a:pt x="2008083" y="4855539"/>
                  </a:lnTo>
                  <a:lnTo>
                    <a:pt x="2058825" y="4855570"/>
                  </a:lnTo>
                  <a:lnTo>
                    <a:pt x="2109567" y="4855601"/>
                  </a:lnTo>
                  <a:lnTo>
                    <a:pt x="2160309" y="4855632"/>
                  </a:lnTo>
                  <a:lnTo>
                    <a:pt x="2211052" y="4855664"/>
                  </a:lnTo>
                  <a:lnTo>
                    <a:pt x="2261794" y="4855695"/>
                  </a:lnTo>
                  <a:lnTo>
                    <a:pt x="2312536" y="4855726"/>
                  </a:lnTo>
                  <a:lnTo>
                    <a:pt x="2363278" y="4855757"/>
                  </a:lnTo>
                  <a:lnTo>
                    <a:pt x="2414021" y="4855788"/>
                  </a:lnTo>
                  <a:lnTo>
                    <a:pt x="2464763" y="4855819"/>
                  </a:lnTo>
                  <a:lnTo>
                    <a:pt x="2515505" y="4855850"/>
                  </a:lnTo>
                  <a:lnTo>
                    <a:pt x="2566248" y="4855881"/>
                  </a:lnTo>
                  <a:lnTo>
                    <a:pt x="2616990" y="4855912"/>
                  </a:lnTo>
                  <a:lnTo>
                    <a:pt x="2667732" y="4855943"/>
                  </a:lnTo>
                  <a:lnTo>
                    <a:pt x="2718474" y="4855974"/>
                  </a:lnTo>
                  <a:lnTo>
                    <a:pt x="2769217" y="4856005"/>
                  </a:lnTo>
                  <a:lnTo>
                    <a:pt x="2819959" y="4856036"/>
                  </a:lnTo>
                  <a:lnTo>
                    <a:pt x="2870701" y="4856067"/>
                  </a:lnTo>
                  <a:lnTo>
                    <a:pt x="2921444" y="4856098"/>
                  </a:lnTo>
                  <a:lnTo>
                    <a:pt x="2972186" y="4856129"/>
                  </a:lnTo>
                  <a:lnTo>
                    <a:pt x="3022928" y="4856160"/>
                  </a:lnTo>
                  <a:lnTo>
                    <a:pt x="3073671" y="4856191"/>
                  </a:lnTo>
                  <a:lnTo>
                    <a:pt x="3124413" y="4856222"/>
                  </a:lnTo>
                  <a:lnTo>
                    <a:pt x="3175155" y="4856253"/>
                  </a:lnTo>
                  <a:lnTo>
                    <a:pt x="3225898" y="4856284"/>
                  </a:lnTo>
                  <a:lnTo>
                    <a:pt x="3276640" y="4856315"/>
                  </a:lnTo>
                  <a:lnTo>
                    <a:pt x="3327382" y="4856346"/>
                  </a:lnTo>
                  <a:lnTo>
                    <a:pt x="3378125" y="4856377"/>
                  </a:lnTo>
                  <a:lnTo>
                    <a:pt x="3428867" y="4856408"/>
                  </a:lnTo>
                  <a:lnTo>
                    <a:pt x="3479609" y="4856439"/>
                  </a:lnTo>
                  <a:lnTo>
                    <a:pt x="3530352" y="4856469"/>
                  </a:lnTo>
                  <a:lnTo>
                    <a:pt x="3581094" y="4856500"/>
                  </a:lnTo>
                  <a:lnTo>
                    <a:pt x="3631837" y="4856531"/>
                  </a:lnTo>
                  <a:lnTo>
                    <a:pt x="3666861" y="4856701"/>
                  </a:lnTo>
                  <a:lnTo>
                    <a:pt x="3701891" y="4856930"/>
                  </a:lnTo>
                  <a:lnTo>
                    <a:pt x="3736910" y="4856848"/>
                  </a:lnTo>
                  <a:lnTo>
                    <a:pt x="3771906" y="4856081"/>
                  </a:lnTo>
                  <a:lnTo>
                    <a:pt x="3821954" y="4852907"/>
                  </a:lnTo>
                  <a:lnTo>
                    <a:pt x="3870424" y="4847021"/>
                  </a:lnTo>
                  <a:lnTo>
                    <a:pt x="3917259" y="4838502"/>
                  </a:lnTo>
                  <a:lnTo>
                    <a:pt x="3962402" y="4827428"/>
                  </a:lnTo>
                  <a:lnTo>
                    <a:pt x="4005798" y="4813878"/>
                  </a:lnTo>
                  <a:lnTo>
                    <a:pt x="4047389" y="4797931"/>
                  </a:lnTo>
                  <a:lnTo>
                    <a:pt x="4087119" y="4779664"/>
                  </a:lnTo>
                  <a:lnTo>
                    <a:pt x="4124932" y="4759158"/>
                  </a:lnTo>
                  <a:lnTo>
                    <a:pt x="4160771" y="4736489"/>
                  </a:lnTo>
                  <a:lnTo>
                    <a:pt x="4194580" y="4711738"/>
                  </a:lnTo>
                  <a:lnTo>
                    <a:pt x="4226303" y="4684982"/>
                  </a:lnTo>
                  <a:lnTo>
                    <a:pt x="4255882" y="4656301"/>
                  </a:lnTo>
                  <a:lnTo>
                    <a:pt x="4283262" y="4625772"/>
                  </a:lnTo>
                  <a:lnTo>
                    <a:pt x="4308387" y="4593475"/>
                  </a:lnTo>
                  <a:lnTo>
                    <a:pt x="4331198" y="4559488"/>
                  </a:lnTo>
                  <a:lnTo>
                    <a:pt x="4351641" y="4523890"/>
                  </a:lnTo>
                  <a:lnTo>
                    <a:pt x="4369659" y="4486759"/>
                  </a:lnTo>
                  <a:lnTo>
                    <a:pt x="4385195" y="4448173"/>
                  </a:lnTo>
                  <a:lnTo>
                    <a:pt x="4398193" y="4408213"/>
                  </a:lnTo>
                  <a:lnTo>
                    <a:pt x="4408597" y="4366956"/>
                  </a:lnTo>
                  <a:lnTo>
                    <a:pt x="4416349" y="4324480"/>
                  </a:lnTo>
                  <a:lnTo>
                    <a:pt x="4421394" y="4280865"/>
                  </a:lnTo>
                  <a:lnTo>
                    <a:pt x="4423675" y="4236189"/>
                  </a:lnTo>
                  <a:lnTo>
                    <a:pt x="4423136" y="4190531"/>
                  </a:lnTo>
                  <a:lnTo>
                    <a:pt x="4419719" y="4143969"/>
                  </a:lnTo>
                  <a:lnTo>
                    <a:pt x="4413370" y="4096581"/>
                  </a:lnTo>
                  <a:lnTo>
                    <a:pt x="4404031" y="4048448"/>
                  </a:lnTo>
                  <a:lnTo>
                    <a:pt x="4391646" y="3999646"/>
                  </a:lnTo>
                  <a:lnTo>
                    <a:pt x="4376961" y="3953734"/>
                  </a:lnTo>
                  <a:lnTo>
                    <a:pt x="4359566" y="3909163"/>
                  </a:lnTo>
                  <a:lnTo>
                    <a:pt x="4339760" y="3865723"/>
                  </a:lnTo>
                  <a:lnTo>
                    <a:pt x="4317842" y="3823203"/>
                  </a:lnTo>
                  <a:lnTo>
                    <a:pt x="4294110" y="3781391"/>
                  </a:lnTo>
                  <a:lnTo>
                    <a:pt x="4255289" y="3716001"/>
                  </a:lnTo>
                  <a:lnTo>
                    <a:pt x="4235177" y="3682348"/>
                  </a:lnTo>
                  <a:lnTo>
                    <a:pt x="4214609" y="3648074"/>
                  </a:lnTo>
                  <a:lnTo>
                    <a:pt x="4193595" y="3613191"/>
                  </a:lnTo>
                  <a:lnTo>
                    <a:pt x="4172145" y="3577714"/>
                  </a:lnTo>
                  <a:lnTo>
                    <a:pt x="4150268" y="3541654"/>
                  </a:lnTo>
                  <a:lnTo>
                    <a:pt x="4127974" y="3505026"/>
                  </a:lnTo>
                  <a:lnTo>
                    <a:pt x="4105272" y="3467842"/>
                  </a:lnTo>
                  <a:lnTo>
                    <a:pt x="4082173" y="3430115"/>
                  </a:lnTo>
                  <a:lnTo>
                    <a:pt x="4058685" y="3391858"/>
                  </a:lnTo>
                  <a:lnTo>
                    <a:pt x="4034818" y="3353085"/>
                  </a:lnTo>
                  <a:lnTo>
                    <a:pt x="4010583" y="3313808"/>
                  </a:lnTo>
                  <a:lnTo>
                    <a:pt x="3985988" y="3274041"/>
                  </a:lnTo>
                  <a:lnTo>
                    <a:pt x="3961043" y="3233796"/>
                  </a:lnTo>
                  <a:lnTo>
                    <a:pt x="3935758" y="3193087"/>
                  </a:lnTo>
                  <a:lnTo>
                    <a:pt x="3910142" y="3151927"/>
                  </a:lnTo>
                  <a:lnTo>
                    <a:pt x="3884205" y="3110328"/>
                  </a:lnTo>
                  <a:lnTo>
                    <a:pt x="3857957" y="3068304"/>
                  </a:lnTo>
                  <a:lnTo>
                    <a:pt x="3831406" y="3025868"/>
                  </a:lnTo>
                  <a:lnTo>
                    <a:pt x="3804564" y="2983034"/>
                  </a:lnTo>
                  <a:lnTo>
                    <a:pt x="3777438" y="2939813"/>
                  </a:lnTo>
                  <a:lnTo>
                    <a:pt x="3750040" y="2896219"/>
                  </a:lnTo>
                  <a:lnTo>
                    <a:pt x="3722378" y="2852266"/>
                  </a:lnTo>
                  <a:lnTo>
                    <a:pt x="3694462" y="2807966"/>
                  </a:lnTo>
                  <a:lnTo>
                    <a:pt x="3666302" y="2763332"/>
                  </a:lnTo>
                  <a:lnTo>
                    <a:pt x="3637908" y="2718378"/>
                  </a:lnTo>
                  <a:lnTo>
                    <a:pt x="3609288" y="2673116"/>
                  </a:lnTo>
                  <a:lnTo>
                    <a:pt x="3580453" y="2627560"/>
                  </a:lnTo>
                  <a:lnTo>
                    <a:pt x="3551411" y="2581723"/>
                  </a:lnTo>
                  <a:lnTo>
                    <a:pt x="3522174" y="2535617"/>
                  </a:lnTo>
                  <a:lnTo>
                    <a:pt x="3492750" y="2489256"/>
                  </a:lnTo>
                  <a:lnTo>
                    <a:pt x="3463149" y="2442653"/>
                  </a:lnTo>
                  <a:lnTo>
                    <a:pt x="3433380" y="2395820"/>
                  </a:lnTo>
                  <a:lnTo>
                    <a:pt x="3403454" y="2348772"/>
                  </a:lnTo>
                  <a:lnTo>
                    <a:pt x="3373379" y="2301521"/>
                  </a:lnTo>
                  <a:lnTo>
                    <a:pt x="3343166" y="2254080"/>
                  </a:lnTo>
                  <a:lnTo>
                    <a:pt x="3312823" y="2206462"/>
                  </a:lnTo>
                  <a:lnTo>
                    <a:pt x="3282361" y="2158681"/>
                  </a:lnTo>
                  <a:lnTo>
                    <a:pt x="3251789" y="2110748"/>
                  </a:lnTo>
                  <a:lnTo>
                    <a:pt x="3221117" y="2062679"/>
                  </a:lnTo>
                  <a:lnTo>
                    <a:pt x="3190354" y="2014484"/>
                  </a:lnTo>
                  <a:lnTo>
                    <a:pt x="3159511" y="1966179"/>
                  </a:lnTo>
                  <a:lnTo>
                    <a:pt x="3128595" y="1917775"/>
                  </a:lnTo>
                  <a:lnTo>
                    <a:pt x="3097618" y="1869285"/>
                  </a:lnTo>
                  <a:lnTo>
                    <a:pt x="3066589" y="1820724"/>
                  </a:lnTo>
                  <a:lnTo>
                    <a:pt x="3035517" y="1772103"/>
                  </a:lnTo>
                  <a:lnTo>
                    <a:pt x="3004412" y="1723437"/>
                  </a:lnTo>
                  <a:lnTo>
                    <a:pt x="2973283" y="1674737"/>
                  </a:lnTo>
                  <a:lnTo>
                    <a:pt x="2942141" y="1626017"/>
                  </a:lnTo>
                  <a:lnTo>
                    <a:pt x="2910994" y="1577291"/>
                  </a:lnTo>
                  <a:lnTo>
                    <a:pt x="2879853" y="1528570"/>
                  </a:lnTo>
                  <a:lnTo>
                    <a:pt x="2848727" y="1479869"/>
                  </a:lnTo>
                  <a:lnTo>
                    <a:pt x="2817625" y="1431200"/>
                  </a:lnTo>
                  <a:lnTo>
                    <a:pt x="2786557" y="1382577"/>
                  </a:lnTo>
                  <a:lnTo>
                    <a:pt x="2755533" y="1334012"/>
                  </a:lnTo>
                  <a:lnTo>
                    <a:pt x="2724563" y="1285519"/>
                  </a:lnTo>
                  <a:lnTo>
                    <a:pt x="2693655" y="1237111"/>
                  </a:lnTo>
                  <a:lnTo>
                    <a:pt x="2662820" y="1188800"/>
                  </a:lnTo>
                  <a:lnTo>
                    <a:pt x="2632067" y="1140600"/>
                  </a:lnTo>
                  <a:lnTo>
                    <a:pt x="2601406" y="1092523"/>
                  </a:lnTo>
                  <a:lnTo>
                    <a:pt x="2570846" y="1044584"/>
                  </a:lnTo>
                  <a:lnTo>
                    <a:pt x="2540398" y="996795"/>
                  </a:lnTo>
                  <a:lnTo>
                    <a:pt x="2510069" y="949168"/>
                  </a:lnTo>
                  <a:lnTo>
                    <a:pt x="2479871" y="901718"/>
                  </a:lnTo>
                  <a:lnTo>
                    <a:pt x="2449813" y="854457"/>
                  </a:lnTo>
                  <a:lnTo>
                    <a:pt x="2419904" y="807398"/>
                  </a:lnTo>
                  <a:lnTo>
                    <a:pt x="2390154" y="760555"/>
                  </a:lnTo>
                  <a:lnTo>
                    <a:pt x="2360573" y="713940"/>
                  </a:lnTo>
                  <a:lnTo>
                    <a:pt x="2331169" y="667567"/>
                  </a:lnTo>
                  <a:lnTo>
                    <a:pt x="2301954" y="621448"/>
                  </a:lnTo>
                  <a:lnTo>
                    <a:pt x="2272936" y="575597"/>
                  </a:lnTo>
                  <a:lnTo>
                    <a:pt x="2244125" y="530026"/>
                  </a:lnTo>
                  <a:lnTo>
                    <a:pt x="2215530" y="484749"/>
                  </a:lnTo>
                  <a:lnTo>
                    <a:pt x="2187162" y="439779"/>
                  </a:lnTo>
                  <a:lnTo>
                    <a:pt x="2159029" y="395129"/>
                  </a:lnTo>
                  <a:lnTo>
                    <a:pt x="2131142" y="350812"/>
                  </a:lnTo>
                  <a:lnTo>
                    <a:pt x="2103510" y="306841"/>
                  </a:lnTo>
                  <a:lnTo>
                    <a:pt x="2076142" y="263230"/>
                  </a:lnTo>
                  <a:lnTo>
                    <a:pt x="2049048" y="219990"/>
                  </a:lnTo>
                  <a:lnTo>
                    <a:pt x="2022239" y="177136"/>
                  </a:lnTo>
                  <a:lnTo>
                    <a:pt x="1995722" y="134680"/>
                  </a:lnTo>
                  <a:lnTo>
                    <a:pt x="1969509" y="92635"/>
                  </a:lnTo>
                  <a:lnTo>
                    <a:pt x="1943608" y="51015"/>
                  </a:lnTo>
                  <a:lnTo>
                    <a:pt x="1918029" y="9832"/>
                  </a:lnTo>
                  <a:lnTo>
                    <a:pt x="191193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81" name="object 12">
              <a:extLst>
                <a:ext uri="{FF2B5EF4-FFF2-40B4-BE49-F238E27FC236}">
                  <a16:creationId xmlns:a16="http://schemas.microsoft.com/office/drawing/2014/main" id="{7AA98859-DAA0-0612-96E7-DD0258166743}"/>
                </a:ext>
              </a:extLst>
            </p:cNvPr>
            <p:cNvSpPr/>
            <p:nvPr/>
          </p:nvSpPr>
          <p:spPr>
            <a:xfrm>
              <a:off x="9787" y="0"/>
              <a:ext cx="8691880" cy="7082154"/>
            </a:xfrm>
            <a:custGeom>
              <a:avLst/>
              <a:gdLst/>
              <a:ahLst/>
              <a:cxnLst/>
              <a:rect l="l" t="t" r="r" b="b"/>
              <a:pathLst>
                <a:path w="8691880" h="7082155">
                  <a:moveTo>
                    <a:pt x="0" y="7077369"/>
                  </a:moveTo>
                  <a:lnTo>
                    <a:pt x="42823" y="7077396"/>
                  </a:lnTo>
                  <a:lnTo>
                    <a:pt x="85964" y="7077423"/>
                  </a:lnTo>
                  <a:lnTo>
                    <a:pt x="129418" y="7077449"/>
                  </a:lnTo>
                  <a:lnTo>
                    <a:pt x="173181" y="7077476"/>
                  </a:lnTo>
                  <a:lnTo>
                    <a:pt x="217248" y="7077503"/>
                  </a:lnTo>
                  <a:lnTo>
                    <a:pt x="261616" y="7077529"/>
                  </a:lnTo>
                  <a:lnTo>
                    <a:pt x="306281" y="7077556"/>
                  </a:lnTo>
                  <a:lnTo>
                    <a:pt x="351237" y="7077583"/>
                  </a:lnTo>
                  <a:lnTo>
                    <a:pt x="396481" y="7077609"/>
                  </a:lnTo>
                  <a:lnTo>
                    <a:pt x="442009" y="7077636"/>
                  </a:lnTo>
                  <a:lnTo>
                    <a:pt x="487817" y="7077663"/>
                  </a:lnTo>
                  <a:lnTo>
                    <a:pt x="533899" y="7077689"/>
                  </a:lnTo>
                  <a:lnTo>
                    <a:pt x="580253" y="7077716"/>
                  </a:lnTo>
                  <a:lnTo>
                    <a:pt x="626874" y="7077742"/>
                  </a:lnTo>
                  <a:lnTo>
                    <a:pt x="673757" y="7077769"/>
                  </a:lnTo>
                  <a:lnTo>
                    <a:pt x="720899" y="7077796"/>
                  </a:lnTo>
                  <a:lnTo>
                    <a:pt x="768295" y="7077822"/>
                  </a:lnTo>
                  <a:lnTo>
                    <a:pt x="815941" y="7077849"/>
                  </a:lnTo>
                  <a:lnTo>
                    <a:pt x="863833" y="7077875"/>
                  </a:lnTo>
                  <a:lnTo>
                    <a:pt x="911966" y="7077902"/>
                  </a:lnTo>
                  <a:lnTo>
                    <a:pt x="960337" y="7077929"/>
                  </a:lnTo>
                  <a:lnTo>
                    <a:pt x="1008941" y="7077955"/>
                  </a:lnTo>
                  <a:lnTo>
                    <a:pt x="1057775" y="7077982"/>
                  </a:lnTo>
                  <a:lnTo>
                    <a:pt x="1106833" y="7078008"/>
                  </a:lnTo>
                  <a:lnTo>
                    <a:pt x="1156112" y="7078035"/>
                  </a:lnTo>
                  <a:lnTo>
                    <a:pt x="1205607" y="7078061"/>
                  </a:lnTo>
                  <a:lnTo>
                    <a:pt x="1255314" y="7078088"/>
                  </a:lnTo>
                  <a:lnTo>
                    <a:pt x="1305230" y="7078115"/>
                  </a:lnTo>
                  <a:lnTo>
                    <a:pt x="1355349" y="7078141"/>
                  </a:lnTo>
                  <a:lnTo>
                    <a:pt x="1405668" y="7078168"/>
                  </a:lnTo>
                  <a:lnTo>
                    <a:pt x="1456182" y="7078194"/>
                  </a:lnTo>
                  <a:lnTo>
                    <a:pt x="1506888" y="7078221"/>
                  </a:lnTo>
                  <a:lnTo>
                    <a:pt x="1557780" y="7078247"/>
                  </a:lnTo>
                  <a:lnTo>
                    <a:pt x="1608856" y="7078274"/>
                  </a:lnTo>
                  <a:lnTo>
                    <a:pt x="1660110" y="7078300"/>
                  </a:lnTo>
                  <a:lnTo>
                    <a:pt x="1711538" y="7078327"/>
                  </a:lnTo>
                  <a:lnTo>
                    <a:pt x="1763137" y="7078353"/>
                  </a:lnTo>
                  <a:lnTo>
                    <a:pt x="1814901" y="7078380"/>
                  </a:lnTo>
                  <a:lnTo>
                    <a:pt x="1866828" y="7078406"/>
                  </a:lnTo>
                  <a:lnTo>
                    <a:pt x="1918912" y="7078433"/>
                  </a:lnTo>
                  <a:lnTo>
                    <a:pt x="1971149" y="7078459"/>
                  </a:lnTo>
                  <a:lnTo>
                    <a:pt x="2023536" y="7078486"/>
                  </a:lnTo>
                  <a:lnTo>
                    <a:pt x="2076067" y="7078512"/>
                  </a:lnTo>
                  <a:lnTo>
                    <a:pt x="2128740" y="7078539"/>
                  </a:lnTo>
                  <a:lnTo>
                    <a:pt x="2181549" y="7078565"/>
                  </a:lnTo>
                  <a:lnTo>
                    <a:pt x="2234490" y="7078591"/>
                  </a:lnTo>
                  <a:lnTo>
                    <a:pt x="2287559" y="7078618"/>
                  </a:lnTo>
                  <a:lnTo>
                    <a:pt x="2340753" y="7078644"/>
                  </a:lnTo>
                  <a:lnTo>
                    <a:pt x="2394066" y="7078671"/>
                  </a:lnTo>
                  <a:lnTo>
                    <a:pt x="2447495" y="7078697"/>
                  </a:lnTo>
                  <a:lnTo>
                    <a:pt x="2501035" y="7078724"/>
                  </a:lnTo>
                  <a:lnTo>
                    <a:pt x="2554683" y="7078750"/>
                  </a:lnTo>
                  <a:lnTo>
                    <a:pt x="2608433" y="7078776"/>
                  </a:lnTo>
                  <a:lnTo>
                    <a:pt x="2662282" y="7078803"/>
                  </a:lnTo>
                  <a:lnTo>
                    <a:pt x="2716226" y="7078829"/>
                  </a:lnTo>
                  <a:lnTo>
                    <a:pt x="2770260" y="7078856"/>
                  </a:lnTo>
                  <a:lnTo>
                    <a:pt x="2824380" y="7078882"/>
                  </a:lnTo>
                  <a:lnTo>
                    <a:pt x="2878582" y="7078908"/>
                  </a:lnTo>
                  <a:lnTo>
                    <a:pt x="2932862" y="7078935"/>
                  </a:lnTo>
                  <a:lnTo>
                    <a:pt x="2987215" y="7078961"/>
                  </a:lnTo>
                  <a:lnTo>
                    <a:pt x="3041638" y="7078987"/>
                  </a:lnTo>
                  <a:lnTo>
                    <a:pt x="3096126" y="7079014"/>
                  </a:lnTo>
                  <a:lnTo>
                    <a:pt x="3150675" y="7079040"/>
                  </a:lnTo>
                  <a:lnTo>
                    <a:pt x="3205280" y="7079067"/>
                  </a:lnTo>
                  <a:lnTo>
                    <a:pt x="3259938" y="7079093"/>
                  </a:lnTo>
                  <a:lnTo>
                    <a:pt x="3314645" y="7079119"/>
                  </a:lnTo>
                  <a:lnTo>
                    <a:pt x="3369395" y="7079146"/>
                  </a:lnTo>
                  <a:lnTo>
                    <a:pt x="3424186" y="7079172"/>
                  </a:lnTo>
                  <a:lnTo>
                    <a:pt x="3479012" y="7079198"/>
                  </a:lnTo>
                  <a:lnTo>
                    <a:pt x="3533870" y="7079225"/>
                  </a:lnTo>
                  <a:lnTo>
                    <a:pt x="3588755" y="7079251"/>
                  </a:lnTo>
                  <a:lnTo>
                    <a:pt x="3643663" y="7079277"/>
                  </a:lnTo>
                  <a:lnTo>
                    <a:pt x="3698590" y="7079303"/>
                  </a:lnTo>
                  <a:lnTo>
                    <a:pt x="3753532" y="7079330"/>
                  </a:lnTo>
                  <a:lnTo>
                    <a:pt x="3808484" y="7079356"/>
                  </a:lnTo>
                  <a:lnTo>
                    <a:pt x="3863443" y="7079382"/>
                  </a:lnTo>
                  <a:lnTo>
                    <a:pt x="3918403" y="7079409"/>
                  </a:lnTo>
                  <a:lnTo>
                    <a:pt x="3973362" y="7079435"/>
                  </a:lnTo>
                  <a:lnTo>
                    <a:pt x="4028314" y="7079461"/>
                  </a:lnTo>
                  <a:lnTo>
                    <a:pt x="4083256" y="7079487"/>
                  </a:lnTo>
                  <a:lnTo>
                    <a:pt x="4138183" y="7079514"/>
                  </a:lnTo>
                  <a:lnTo>
                    <a:pt x="4193091" y="7079540"/>
                  </a:lnTo>
                  <a:lnTo>
                    <a:pt x="4247976" y="7079566"/>
                  </a:lnTo>
                  <a:lnTo>
                    <a:pt x="4302834" y="7079592"/>
                  </a:lnTo>
                  <a:lnTo>
                    <a:pt x="4357660" y="7079619"/>
                  </a:lnTo>
                  <a:lnTo>
                    <a:pt x="4412451" y="7079645"/>
                  </a:lnTo>
                  <a:lnTo>
                    <a:pt x="4467201" y="7079671"/>
                  </a:lnTo>
                  <a:lnTo>
                    <a:pt x="4521907" y="7079697"/>
                  </a:lnTo>
                  <a:lnTo>
                    <a:pt x="4576566" y="7079724"/>
                  </a:lnTo>
                  <a:lnTo>
                    <a:pt x="4631171" y="7079750"/>
                  </a:lnTo>
                  <a:lnTo>
                    <a:pt x="4685720" y="7079776"/>
                  </a:lnTo>
                  <a:lnTo>
                    <a:pt x="4740208" y="7079802"/>
                  </a:lnTo>
                  <a:lnTo>
                    <a:pt x="4794631" y="7079828"/>
                  </a:lnTo>
                  <a:lnTo>
                    <a:pt x="4848984" y="7079855"/>
                  </a:lnTo>
                  <a:lnTo>
                    <a:pt x="4903264" y="7079881"/>
                  </a:lnTo>
                  <a:lnTo>
                    <a:pt x="4957466" y="7079907"/>
                  </a:lnTo>
                  <a:lnTo>
                    <a:pt x="5011586" y="7079933"/>
                  </a:lnTo>
                  <a:lnTo>
                    <a:pt x="5065620" y="7079959"/>
                  </a:lnTo>
                  <a:lnTo>
                    <a:pt x="5119564" y="7079985"/>
                  </a:lnTo>
                  <a:lnTo>
                    <a:pt x="5173413" y="7080012"/>
                  </a:lnTo>
                  <a:lnTo>
                    <a:pt x="5227163" y="7080038"/>
                  </a:lnTo>
                  <a:lnTo>
                    <a:pt x="5280811" y="7080064"/>
                  </a:lnTo>
                  <a:lnTo>
                    <a:pt x="5334351" y="7080090"/>
                  </a:lnTo>
                  <a:lnTo>
                    <a:pt x="5387780" y="7080116"/>
                  </a:lnTo>
                  <a:lnTo>
                    <a:pt x="5441093" y="7080142"/>
                  </a:lnTo>
                  <a:lnTo>
                    <a:pt x="5494286" y="7080168"/>
                  </a:lnTo>
                  <a:lnTo>
                    <a:pt x="5547356" y="7080194"/>
                  </a:lnTo>
                  <a:lnTo>
                    <a:pt x="5600297" y="7080221"/>
                  </a:lnTo>
                  <a:lnTo>
                    <a:pt x="5653106" y="7080247"/>
                  </a:lnTo>
                  <a:lnTo>
                    <a:pt x="5705779" y="7080273"/>
                  </a:lnTo>
                  <a:lnTo>
                    <a:pt x="5758310" y="7080299"/>
                  </a:lnTo>
                  <a:lnTo>
                    <a:pt x="5810697" y="7080325"/>
                  </a:lnTo>
                  <a:lnTo>
                    <a:pt x="5862934" y="7080351"/>
                  </a:lnTo>
                  <a:lnTo>
                    <a:pt x="5915018" y="7080377"/>
                  </a:lnTo>
                  <a:lnTo>
                    <a:pt x="5966944" y="7080403"/>
                  </a:lnTo>
                  <a:lnTo>
                    <a:pt x="6018709" y="7080429"/>
                  </a:lnTo>
                  <a:lnTo>
                    <a:pt x="6070308" y="7080455"/>
                  </a:lnTo>
                  <a:lnTo>
                    <a:pt x="6121736" y="7080481"/>
                  </a:lnTo>
                  <a:lnTo>
                    <a:pt x="6172990" y="7080507"/>
                  </a:lnTo>
                  <a:lnTo>
                    <a:pt x="6224065" y="7080534"/>
                  </a:lnTo>
                  <a:lnTo>
                    <a:pt x="6274958" y="7080560"/>
                  </a:lnTo>
                  <a:lnTo>
                    <a:pt x="6325664" y="7080586"/>
                  </a:lnTo>
                  <a:lnTo>
                    <a:pt x="6376178" y="7080612"/>
                  </a:lnTo>
                  <a:lnTo>
                    <a:pt x="6426497" y="7080638"/>
                  </a:lnTo>
                  <a:lnTo>
                    <a:pt x="6476616" y="7080664"/>
                  </a:lnTo>
                  <a:lnTo>
                    <a:pt x="6526532" y="7080690"/>
                  </a:lnTo>
                  <a:lnTo>
                    <a:pt x="6576239" y="7080716"/>
                  </a:lnTo>
                  <a:lnTo>
                    <a:pt x="6625734" y="7080742"/>
                  </a:lnTo>
                  <a:lnTo>
                    <a:pt x="6675013" y="7080768"/>
                  </a:lnTo>
                  <a:lnTo>
                    <a:pt x="6724071" y="7080794"/>
                  </a:lnTo>
                  <a:lnTo>
                    <a:pt x="6772904" y="7080820"/>
                  </a:lnTo>
                  <a:lnTo>
                    <a:pt x="6821509" y="7080846"/>
                  </a:lnTo>
                  <a:lnTo>
                    <a:pt x="6869880" y="7080872"/>
                  </a:lnTo>
                  <a:lnTo>
                    <a:pt x="6918013" y="7080898"/>
                  </a:lnTo>
                  <a:lnTo>
                    <a:pt x="6965905" y="7080924"/>
                  </a:lnTo>
                  <a:lnTo>
                    <a:pt x="7013551" y="7080950"/>
                  </a:lnTo>
                  <a:lnTo>
                    <a:pt x="7060947" y="7080976"/>
                  </a:lnTo>
                  <a:lnTo>
                    <a:pt x="7108089" y="7081002"/>
                  </a:lnTo>
                  <a:lnTo>
                    <a:pt x="7154972" y="7081027"/>
                  </a:lnTo>
                  <a:lnTo>
                    <a:pt x="7201593" y="7081053"/>
                  </a:lnTo>
                  <a:lnTo>
                    <a:pt x="7247947" y="7081079"/>
                  </a:lnTo>
                  <a:lnTo>
                    <a:pt x="7294029" y="7081105"/>
                  </a:lnTo>
                  <a:lnTo>
                    <a:pt x="7339837" y="7081131"/>
                  </a:lnTo>
                  <a:lnTo>
                    <a:pt x="7385365" y="7081157"/>
                  </a:lnTo>
                  <a:lnTo>
                    <a:pt x="7430609" y="7081183"/>
                  </a:lnTo>
                  <a:lnTo>
                    <a:pt x="7475565" y="7081209"/>
                  </a:lnTo>
                  <a:lnTo>
                    <a:pt x="7520230" y="7081235"/>
                  </a:lnTo>
                  <a:lnTo>
                    <a:pt x="7564598" y="7081261"/>
                  </a:lnTo>
                  <a:lnTo>
                    <a:pt x="7608665" y="7081287"/>
                  </a:lnTo>
                  <a:lnTo>
                    <a:pt x="7652428" y="7081313"/>
                  </a:lnTo>
                  <a:lnTo>
                    <a:pt x="7695882" y="7081338"/>
                  </a:lnTo>
                  <a:lnTo>
                    <a:pt x="7739023" y="7081364"/>
                  </a:lnTo>
                  <a:lnTo>
                    <a:pt x="7781846" y="7081390"/>
                  </a:lnTo>
                  <a:lnTo>
                    <a:pt x="7822077" y="7081590"/>
                  </a:lnTo>
                  <a:lnTo>
                    <a:pt x="7862311" y="7081856"/>
                  </a:lnTo>
                  <a:lnTo>
                    <a:pt x="7902531" y="7081761"/>
                  </a:lnTo>
                  <a:lnTo>
                    <a:pt x="7942721" y="7080877"/>
                  </a:lnTo>
                  <a:lnTo>
                    <a:pt x="7993119" y="7077859"/>
                  </a:lnTo>
                  <a:lnTo>
                    <a:pt x="8042134" y="7072447"/>
                  </a:lnTo>
                  <a:lnTo>
                    <a:pt x="8089724" y="7064703"/>
                  </a:lnTo>
                  <a:lnTo>
                    <a:pt x="8135845" y="7054686"/>
                  </a:lnTo>
                  <a:lnTo>
                    <a:pt x="8180454" y="7042457"/>
                  </a:lnTo>
                  <a:lnTo>
                    <a:pt x="8223507" y="7028077"/>
                  </a:lnTo>
                  <a:lnTo>
                    <a:pt x="8264961" y="7011606"/>
                  </a:lnTo>
                  <a:lnTo>
                    <a:pt x="8304772" y="6993104"/>
                  </a:lnTo>
                  <a:lnTo>
                    <a:pt x="8342897" y="6972633"/>
                  </a:lnTo>
                  <a:lnTo>
                    <a:pt x="8379293" y="6950252"/>
                  </a:lnTo>
                  <a:lnTo>
                    <a:pt x="8413916" y="6926022"/>
                  </a:lnTo>
                  <a:lnTo>
                    <a:pt x="8446723" y="6900003"/>
                  </a:lnTo>
                  <a:lnTo>
                    <a:pt x="8477669" y="6872257"/>
                  </a:lnTo>
                  <a:lnTo>
                    <a:pt x="8506713" y="6842843"/>
                  </a:lnTo>
                  <a:lnTo>
                    <a:pt x="8533810" y="6811822"/>
                  </a:lnTo>
                  <a:lnTo>
                    <a:pt x="8558917" y="6779254"/>
                  </a:lnTo>
                  <a:lnTo>
                    <a:pt x="8581990" y="6745200"/>
                  </a:lnTo>
                  <a:lnTo>
                    <a:pt x="8602987" y="6709721"/>
                  </a:lnTo>
                  <a:lnTo>
                    <a:pt x="8621863" y="6672877"/>
                  </a:lnTo>
                  <a:lnTo>
                    <a:pt x="8638576" y="6634728"/>
                  </a:lnTo>
                  <a:lnTo>
                    <a:pt x="8653081" y="6595335"/>
                  </a:lnTo>
                  <a:lnTo>
                    <a:pt x="8665335" y="6554758"/>
                  </a:lnTo>
                  <a:lnTo>
                    <a:pt x="8675296" y="6513058"/>
                  </a:lnTo>
                  <a:lnTo>
                    <a:pt x="8682919" y="6470296"/>
                  </a:lnTo>
                  <a:lnTo>
                    <a:pt x="8688161" y="6426531"/>
                  </a:lnTo>
                  <a:lnTo>
                    <a:pt x="8690979" y="6381825"/>
                  </a:lnTo>
                  <a:lnTo>
                    <a:pt x="8691329" y="6336238"/>
                  </a:lnTo>
                  <a:lnTo>
                    <a:pt x="8689168" y="6289830"/>
                  </a:lnTo>
                  <a:lnTo>
                    <a:pt x="8684452" y="6242661"/>
                  </a:lnTo>
                  <a:lnTo>
                    <a:pt x="8677138" y="6194793"/>
                  </a:lnTo>
                  <a:lnTo>
                    <a:pt x="8667183" y="6146286"/>
                  </a:lnTo>
                  <a:lnTo>
                    <a:pt x="8654542" y="6097200"/>
                  </a:lnTo>
                  <a:lnTo>
                    <a:pt x="8637675" y="6044467"/>
                  </a:lnTo>
                  <a:lnTo>
                    <a:pt x="8617698" y="5993274"/>
                  </a:lnTo>
                  <a:lnTo>
                    <a:pt x="8594952" y="5943379"/>
                  </a:lnTo>
                  <a:lnTo>
                    <a:pt x="8569780" y="5894541"/>
                  </a:lnTo>
                  <a:lnTo>
                    <a:pt x="8542525" y="5846517"/>
                  </a:lnTo>
                  <a:lnTo>
                    <a:pt x="8519611" y="5807779"/>
                  </a:lnTo>
                  <a:lnTo>
                    <a:pt x="8494820" y="5765954"/>
                  </a:lnTo>
                  <a:lnTo>
                    <a:pt x="8468191" y="5721104"/>
                  </a:lnTo>
                  <a:lnTo>
                    <a:pt x="8439762" y="5673292"/>
                  </a:lnTo>
                  <a:lnTo>
                    <a:pt x="8409570" y="5622581"/>
                  </a:lnTo>
                  <a:lnTo>
                    <a:pt x="8377656" y="5569035"/>
                  </a:lnTo>
                  <a:lnTo>
                    <a:pt x="8344056" y="5512716"/>
                  </a:lnTo>
                  <a:lnTo>
                    <a:pt x="8308809" y="5453686"/>
                  </a:lnTo>
                  <a:lnTo>
                    <a:pt x="8271954" y="5392011"/>
                  </a:lnTo>
                  <a:lnTo>
                    <a:pt x="8233528" y="5327751"/>
                  </a:lnTo>
                  <a:lnTo>
                    <a:pt x="8213738" y="5294672"/>
                  </a:lnTo>
                  <a:lnTo>
                    <a:pt x="8193571" y="5260970"/>
                  </a:lnTo>
                  <a:lnTo>
                    <a:pt x="8173029" y="5226655"/>
                  </a:lnTo>
                  <a:lnTo>
                    <a:pt x="8152119" y="5191732"/>
                  </a:lnTo>
                  <a:lnTo>
                    <a:pt x="8130846" y="5156211"/>
                  </a:lnTo>
                  <a:lnTo>
                    <a:pt x="8109213" y="5120099"/>
                  </a:lnTo>
                  <a:lnTo>
                    <a:pt x="8087226" y="5083405"/>
                  </a:lnTo>
                  <a:lnTo>
                    <a:pt x="8064889" y="5046135"/>
                  </a:lnTo>
                  <a:lnTo>
                    <a:pt x="8042208" y="5008298"/>
                  </a:lnTo>
                  <a:lnTo>
                    <a:pt x="8019187" y="4969901"/>
                  </a:lnTo>
                  <a:lnTo>
                    <a:pt x="7995831" y="4930954"/>
                  </a:lnTo>
                  <a:lnTo>
                    <a:pt x="7972145" y="4891462"/>
                  </a:lnTo>
                  <a:lnTo>
                    <a:pt x="7948133" y="4851435"/>
                  </a:lnTo>
                  <a:lnTo>
                    <a:pt x="7923800" y="4810881"/>
                  </a:lnTo>
                  <a:lnTo>
                    <a:pt x="7899151" y="4769806"/>
                  </a:lnTo>
                  <a:lnTo>
                    <a:pt x="7874192" y="4728219"/>
                  </a:lnTo>
                  <a:lnTo>
                    <a:pt x="7848926" y="4686128"/>
                  </a:lnTo>
                  <a:lnTo>
                    <a:pt x="7823358" y="4643541"/>
                  </a:lnTo>
                  <a:lnTo>
                    <a:pt x="7797494" y="4600465"/>
                  </a:lnTo>
                  <a:lnTo>
                    <a:pt x="7771337" y="4556909"/>
                  </a:lnTo>
                  <a:lnTo>
                    <a:pt x="7744893" y="4512880"/>
                  </a:lnTo>
                  <a:lnTo>
                    <a:pt x="7718167" y="4468387"/>
                  </a:lnTo>
                  <a:lnTo>
                    <a:pt x="7691164" y="4423436"/>
                  </a:lnTo>
                  <a:lnTo>
                    <a:pt x="7663887" y="4378037"/>
                  </a:lnTo>
                  <a:lnTo>
                    <a:pt x="7636343" y="4332196"/>
                  </a:lnTo>
                  <a:lnTo>
                    <a:pt x="7608535" y="4285922"/>
                  </a:lnTo>
                  <a:lnTo>
                    <a:pt x="7580469" y="4239222"/>
                  </a:lnTo>
                  <a:lnTo>
                    <a:pt x="7552149" y="4192105"/>
                  </a:lnTo>
                  <a:lnTo>
                    <a:pt x="7523580" y="4144579"/>
                  </a:lnTo>
                  <a:lnTo>
                    <a:pt x="7494767" y="4096650"/>
                  </a:lnTo>
                  <a:lnTo>
                    <a:pt x="7465715" y="4048328"/>
                  </a:lnTo>
                  <a:lnTo>
                    <a:pt x="7436428" y="3999620"/>
                  </a:lnTo>
                  <a:lnTo>
                    <a:pt x="7406912" y="3950533"/>
                  </a:lnTo>
                  <a:lnTo>
                    <a:pt x="7377170" y="3901076"/>
                  </a:lnTo>
                  <a:lnTo>
                    <a:pt x="7347209" y="3851257"/>
                  </a:lnTo>
                  <a:lnTo>
                    <a:pt x="7317032" y="3801084"/>
                  </a:lnTo>
                  <a:lnTo>
                    <a:pt x="7286644" y="3750563"/>
                  </a:lnTo>
                  <a:lnTo>
                    <a:pt x="7256051" y="3699704"/>
                  </a:lnTo>
                  <a:lnTo>
                    <a:pt x="7225257" y="3648514"/>
                  </a:lnTo>
                  <a:lnTo>
                    <a:pt x="7194266" y="3597001"/>
                  </a:lnTo>
                  <a:lnTo>
                    <a:pt x="7163085" y="3545173"/>
                  </a:lnTo>
                  <a:lnTo>
                    <a:pt x="7131716" y="3493038"/>
                  </a:lnTo>
                  <a:lnTo>
                    <a:pt x="7100166" y="3440603"/>
                  </a:lnTo>
                  <a:lnTo>
                    <a:pt x="7068438" y="3387876"/>
                  </a:lnTo>
                  <a:lnTo>
                    <a:pt x="7036539" y="3334866"/>
                  </a:lnTo>
                  <a:lnTo>
                    <a:pt x="7004472" y="3281581"/>
                  </a:lnTo>
                  <a:lnTo>
                    <a:pt x="6972242" y="3228027"/>
                  </a:lnTo>
                  <a:lnTo>
                    <a:pt x="6939854" y="3174213"/>
                  </a:lnTo>
                  <a:lnTo>
                    <a:pt x="6907314" y="3120148"/>
                  </a:lnTo>
                  <a:lnTo>
                    <a:pt x="6874625" y="3065838"/>
                  </a:lnTo>
                  <a:lnTo>
                    <a:pt x="6841792" y="3011291"/>
                  </a:lnTo>
                  <a:lnTo>
                    <a:pt x="6808821" y="2956516"/>
                  </a:lnTo>
                  <a:lnTo>
                    <a:pt x="6775716" y="2901521"/>
                  </a:lnTo>
                  <a:lnTo>
                    <a:pt x="6742481" y="2846313"/>
                  </a:lnTo>
                  <a:lnTo>
                    <a:pt x="6709122" y="2790899"/>
                  </a:lnTo>
                  <a:lnTo>
                    <a:pt x="6675644" y="2735289"/>
                  </a:lnTo>
                  <a:lnTo>
                    <a:pt x="6642051" y="2679490"/>
                  </a:lnTo>
                  <a:lnTo>
                    <a:pt x="6608348" y="2623509"/>
                  </a:lnTo>
                  <a:lnTo>
                    <a:pt x="6574540" y="2567356"/>
                  </a:lnTo>
                  <a:lnTo>
                    <a:pt x="6540631" y="2511036"/>
                  </a:lnTo>
                  <a:lnTo>
                    <a:pt x="6506627" y="2454559"/>
                  </a:lnTo>
                  <a:lnTo>
                    <a:pt x="6472532" y="2397932"/>
                  </a:lnTo>
                  <a:lnTo>
                    <a:pt x="6438350" y="2341164"/>
                  </a:lnTo>
                  <a:lnTo>
                    <a:pt x="6404088" y="2284261"/>
                  </a:lnTo>
                  <a:lnTo>
                    <a:pt x="6369749" y="2227232"/>
                  </a:lnTo>
                  <a:lnTo>
                    <a:pt x="6335338" y="2170085"/>
                  </a:lnTo>
                  <a:lnTo>
                    <a:pt x="6300861" y="2112828"/>
                  </a:lnTo>
                  <a:lnTo>
                    <a:pt x="6266321" y="2055468"/>
                  </a:lnTo>
                  <a:lnTo>
                    <a:pt x="6231724" y="1998014"/>
                  </a:lnTo>
                  <a:lnTo>
                    <a:pt x="6197075" y="1940473"/>
                  </a:lnTo>
                  <a:lnTo>
                    <a:pt x="6162378" y="1882853"/>
                  </a:lnTo>
                  <a:lnTo>
                    <a:pt x="6127638" y="1825162"/>
                  </a:lnTo>
                  <a:lnTo>
                    <a:pt x="6092859" y="1767408"/>
                  </a:lnTo>
                  <a:lnTo>
                    <a:pt x="6058048" y="1709598"/>
                  </a:lnTo>
                  <a:lnTo>
                    <a:pt x="6023207" y="1651742"/>
                  </a:lnTo>
                  <a:lnTo>
                    <a:pt x="5988343" y="1593846"/>
                  </a:lnTo>
                  <a:lnTo>
                    <a:pt x="5953461" y="1535918"/>
                  </a:lnTo>
                  <a:lnTo>
                    <a:pt x="5918563" y="1477966"/>
                  </a:lnTo>
                  <a:lnTo>
                    <a:pt x="5883657" y="1419999"/>
                  </a:lnTo>
                  <a:lnTo>
                    <a:pt x="5848745" y="1362024"/>
                  </a:lnTo>
                  <a:lnTo>
                    <a:pt x="5813834" y="1304048"/>
                  </a:lnTo>
                  <a:lnTo>
                    <a:pt x="5778928" y="1246081"/>
                  </a:lnTo>
                  <a:lnTo>
                    <a:pt x="5744032" y="1188129"/>
                  </a:lnTo>
                  <a:lnTo>
                    <a:pt x="5709150" y="1130200"/>
                  </a:lnTo>
                  <a:lnTo>
                    <a:pt x="5674288" y="1072303"/>
                  </a:lnTo>
                  <a:lnTo>
                    <a:pt x="5639449" y="1014446"/>
                  </a:lnTo>
                  <a:lnTo>
                    <a:pt x="5604640" y="956635"/>
                  </a:lnTo>
                  <a:lnTo>
                    <a:pt x="5569864" y="898880"/>
                  </a:lnTo>
                  <a:lnTo>
                    <a:pt x="5535126" y="841187"/>
                  </a:lnTo>
                  <a:lnTo>
                    <a:pt x="5500432" y="783565"/>
                  </a:lnTo>
                  <a:lnTo>
                    <a:pt x="5465786" y="726022"/>
                  </a:lnTo>
                  <a:lnTo>
                    <a:pt x="5431193" y="668565"/>
                  </a:lnTo>
                  <a:lnTo>
                    <a:pt x="5396658" y="611203"/>
                  </a:lnTo>
                  <a:lnTo>
                    <a:pt x="5362184" y="553943"/>
                  </a:lnTo>
                  <a:lnTo>
                    <a:pt x="5327778" y="496794"/>
                  </a:lnTo>
                  <a:lnTo>
                    <a:pt x="5293445" y="439762"/>
                  </a:lnTo>
                  <a:lnTo>
                    <a:pt x="5259187" y="382856"/>
                  </a:lnTo>
                  <a:lnTo>
                    <a:pt x="5225012" y="326084"/>
                  </a:lnTo>
                  <a:lnTo>
                    <a:pt x="5190923" y="269454"/>
                  </a:lnTo>
                  <a:lnTo>
                    <a:pt x="5156925" y="212973"/>
                  </a:lnTo>
                  <a:lnTo>
                    <a:pt x="5123023" y="156650"/>
                  </a:lnTo>
                  <a:lnTo>
                    <a:pt x="5089221" y="100492"/>
                  </a:lnTo>
                  <a:lnTo>
                    <a:pt x="5055525" y="44507"/>
                  </a:lnTo>
                  <a:lnTo>
                    <a:pt x="5028739"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grpSp>
      <p:sp>
        <p:nvSpPr>
          <p:cNvPr id="82" name="object 3">
            <a:extLst>
              <a:ext uri="{FF2B5EF4-FFF2-40B4-BE49-F238E27FC236}">
                <a16:creationId xmlns:a16="http://schemas.microsoft.com/office/drawing/2014/main" id="{A1240A58-1BB8-E653-50EB-11225A97B96C}"/>
              </a:ext>
            </a:extLst>
          </p:cNvPr>
          <p:cNvSpPr/>
          <p:nvPr/>
        </p:nvSpPr>
        <p:spPr>
          <a:xfrm>
            <a:off x="11608293" y="317796"/>
            <a:ext cx="583373" cy="6539937"/>
          </a:xfrm>
          <a:custGeom>
            <a:avLst/>
            <a:gdLst/>
            <a:ahLst/>
            <a:cxnLst/>
            <a:rect l="l" t="t" r="r" b="b"/>
            <a:pathLst>
              <a:path w="962025" h="10784840">
                <a:moveTo>
                  <a:pt x="961863" y="0"/>
                </a:moveTo>
                <a:lnTo>
                  <a:pt x="648833" y="18513"/>
                </a:lnTo>
                <a:lnTo>
                  <a:pt x="601798" y="22889"/>
                </a:lnTo>
                <a:lnTo>
                  <a:pt x="555800" y="30321"/>
                </a:lnTo>
                <a:lnTo>
                  <a:pt x="510934" y="40702"/>
                </a:lnTo>
                <a:lnTo>
                  <a:pt x="467297" y="53924"/>
                </a:lnTo>
                <a:lnTo>
                  <a:pt x="424985" y="69877"/>
                </a:lnTo>
                <a:lnTo>
                  <a:pt x="384096" y="88453"/>
                </a:lnTo>
                <a:lnTo>
                  <a:pt x="344725" y="109544"/>
                </a:lnTo>
                <a:lnTo>
                  <a:pt x="306969" y="133041"/>
                </a:lnTo>
                <a:lnTo>
                  <a:pt x="270925" y="158835"/>
                </a:lnTo>
                <a:lnTo>
                  <a:pt x="236688" y="186818"/>
                </a:lnTo>
                <a:lnTo>
                  <a:pt x="204355" y="216880"/>
                </a:lnTo>
                <a:lnTo>
                  <a:pt x="174023" y="248915"/>
                </a:lnTo>
                <a:lnTo>
                  <a:pt x="145788" y="282812"/>
                </a:lnTo>
                <a:lnTo>
                  <a:pt x="119747" y="318464"/>
                </a:lnTo>
                <a:lnTo>
                  <a:pt x="95996" y="355761"/>
                </a:lnTo>
                <a:lnTo>
                  <a:pt x="74631" y="394596"/>
                </a:lnTo>
                <a:lnTo>
                  <a:pt x="55749" y="434859"/>
                </a:lnTo>
                <a:lnTo>
                  <a:pt x="39446" y="476442"/>
                </a:lnTo>
                <a:lnTo>
                  <a:pt x="25820" y="519237"/>
                </a:lnTo>
                <a:lnTo>
                  <a:pt x="14965" y="563134"/>
                </a:lnTo>
                <a:lnTo>
                  <a:pt x="6979" y="608026"/>
                </a:lnTo>
                <a:lnTo>
                  <a:pt x="1959" y="653803"/>
                </a:lnTo>
                <a:lnTo>
                  <a:pt x="0" y="700358"/>
                </a:lnTo>
                <a:lnTo>
                  <a:pt x="1198" y="747580"/>
                </a:lnTo>
                <a:lnTo>
                  <a:pt x="594831" y="10784488"/>
                </a:lnTo>
                <a:lnTo>
                  <a:pt x="961863" y="10784488"/>
                </a:lnTo>
                <a:lnTo>
                  <a:pt x="961863" y="0"/>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9457871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500"/>
                                        <p:tgtEl>
                                          <p:spTgt spid="7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53"/>
                                        </p:tgtEl>
                                        <p:attrNameLst>
                                          <p:attrName>style.visibility</p:attrName>
                                        </p:attrNameLst>
                                      </p:cBhvr>
                                      <p:to>
                                        <p:strVal val="visible"/>
                                      </p:to>
                                    </p:set>
                                    <p:animEffect transition="in" filter="wipe(right)">
                                      <p:cBhvr>
                                        <p:cTn id="10" dur="500"/>
                                        <p:tgtEl>
                                          <p:spTgt spid="5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fade">
                                      <p:cBhvr>
                                        <p:cTn id="15" dur="500"/>
                                        <p:tgtEl>
                                          <p:spTgt spid="73"/>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wipe(right)">
                                      <p:cBhvr>
                                        <p:cTn id="18" dur="500"/>
                                        <p:tgtEl>
                                          <p:spTgt spid="4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4"/>
                                        </p:tgtEl>
                                        <p:attrNameLst>
                                          <p:attrName>style.visibility</p:attrName>
                                        </p:attrNameLst>
                                      </p:cBhvr>
                                      <p:to>
                                        <p:strVal val="visible"/>
                                      </p:to>
                                    </p:set>
                                    <p:animEffect transition="in" filter="fade">
                                      <p:cBhvr>
                                        <p:cTn id="23" dur="500"/>
                                        <p:tgtEl>
                                          <p:spTgt spid="74"/>
                                        </p:tgtEl>
                                      </p:cBhvr>
                                    </p:animEffect>
                                  </p:childTnLst>
                                </p:cTn>
                              </p:par>
                              <p:par>
                                <p:cTn id="24" presetID="22" presetClass="entr" presetSubtype="2" fill="hold" grpId="0" nodeType="with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wipe(right)">
                                      <p:cBhvr>
                                        <p:cTn id="26" dur="500"/>
                                        <p:tgtEl>
                                          <p:spTgt spid="4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5"/>
                                        </p:tgtEl>
                                        <p:attrNameLst>
                                          <p:attrName>style.visibility</p:attrName>
                                        </p:attrNameLst>
                                      </p:cBhvr>
                                      <p:to>
                                        <p:strVal val="visible"/>
                                      </p:to>
                                    </p:set>
                                    <p:animEffect transition="in" filter="fade">
                                      <p:cBhvr>
                                        <p:cTn id="31" dur="500"/>
                                        <p:tgtEl>
                                          <p:spTgt spid="75"/>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wipe(right)">
                                      <p:cBhvr>
                                        <p:cTn id="34" dur="500"/>
                                        <p:tgtEl>
                                          <p:spTgt spid="4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6"/>
                                        </p:tgtEl>
                                        <p:attrNameLst>
                                          <p:attrName>style.visibility</p:attrName>
                                        </p:attrNameLst>
                                      </p:cBhvr>
                                      <p:to>
                                        <p:strVal val="visible"/>
                                      </p:to>
                                    </p:set>
                                    <p:animEffect transition="in" filter="fade">
                                      <p:cBhvr>
                                        <p:cTn id="39" dur="500"/>
                                        <p:tgtEl>
                                          <p:spTgt spid="76"/>
                                        </p:tgtEl>
                                      </p:cBhvr>
                                    </p:animEffect>
                                  </p:childTnLst>
                                </p:cTn>
                              </p:par>
                              <p:par>
                                <p:cTn id="40" presetID="22" presetClass="entr" presetSubtype="2" fill="hold" grpId="0" nodeType="with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wipe(right)">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7"/>
                                        </p:tgtEl>
                                        <p:attrNameLst>
                                          <p:attrName>style.visibility</p:attrName>
                                        </p:attrNameLst>
                                      </p:cBhvr>
                                      <p:to>
                                        <p:strVal val="visible"/>
                                      </p:to>
                                    </p:set>
                                    <p:animEffect transition="in" filter="fade">
                                      <p:cBhvr>
                                        <p:cTn id="47" dur="500"/>
                                        <p:tgtEl>
                                          <p:spTgt spid="77"/>
                                        </p:tgtEl>
                                      </p:cBhvr>
                                    </p:animEffect>
                                  </p:childTnLst>
                                </p:cTn>
                              </p:par>
                              <p:par>
                                <p:cTn id="48" presetID="22" presetClass="entr" presetSubtype="2" fill="hold" grpId="0" nodeType="withEffect">
                                  <p:stCondLst>
                                    <p:cond delay="0"/>
                                  </p:stCondLst>
                                  <p:childTnLst>
                                    <p:set>
                                      <p:cBhvr>
                                        <p:cTn id="49" dur="1" fill="hold">
                                          <p:stCondLst>
                                            <p:cond delay="0"/>
                                          </p:stCondLst>
                                        </p:cTn>
                                        <p:tgtEl>
                                          <p:spTgt spid="46"/>
                                        </p:tgtEl>
                                        <p:attrNameLst>
                                          <p:attrName>style.visibility</p:attrName>
                                        </p:attrNameLst>
                                      </p:cBhvr>
                                      <p:to>
                                        <p:strVal val="visible"/>
                                      </p:to>
                                    </p:set>
                                    <p:animEffect transition="in" filter="wipe(right)">
                                      <p:cBhvr>
                                        <p:cTn id="5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42" grpId="0"/>
      <p:bldP spid="43" grpId="0"/>
      <p:bldP spid="44" grpId="0"/>
      <p:bldP spid="45" grpId="0"/>
      <p:bldP spid="4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0AB84-F2F5-3145-EE3A-176009A6ABF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302F54F-0CA2-86D0-F1AD-706D16819369}"/>
              </a:ext>
            </a:extLst>
          </p:cNvPr>
          <p:cNvPicPr>
            <a:picLocks noChangeAspect="1"/>
          </p:cNvPicPr>
          <p:nvPr/>
        </p:nvPicPr>
        <p:blipFill>
          <a:blip r:embed="rId2">
            <a:extLst>
              <a:ext uri="{28A0092B-C50C-407E-A947-70E740481C1C}">
                <a14:useLocalDpi xmlns:a14="http://schemas.microsoft.com/office/drawing/2010/main" val="0"/>
              </a:ext>
            </a:extLst>
          </a:blip>
          <a:srcRect t="19923" b="19923"/>
          <a:stretch/>
        </p:blipFill>
        <p:spPr>
          <a:xfrm flipH="1">
            <a:off x="6345902" y="1924964"/>
            <a:ext cx="6517563" cy="5040688"/>
          </a:xfrm>
          <a:prstGeom prst="homePlate">
            <a:avLst/>
          </a:prstGeom>
        </p:spPr>
      </p:pic>
      <p:grpSp>
        <p:nvGrpSpPr>
          <p:cNvPr id="3" name="object 3">
            <a:extLst>
              <a:ext uri="{FF2B5EF4-FFF2-40B4-BE49-F238E27FC236}">
                <a16:creationId xmlns:a16="http://schemas.microsoft.com/office/drawing/2014/main" id="{0E997BD4-7BF3-D54A-DF53-1C8498AC91D2}"/>
              </a:ext>
            </a:extLst>
          </p:cNvPr>
          <p:cNvGrpSpPr/>
          <p:nvPr/>
        </p:nvGrpSpPr>
        <p:grpSpPr>
          <a:xfrm flipH="1">
            <a:off x="-1844657" y="5171388"/>
            <a:ext cx="4012757" cy="2806736"/>
            <a:chOff x="13503008" y="6696033"/>
            <a:chExt cx="6617334" cy="4628515"/>
          </a:xfrm>
        </p:grpSpPr>
        <p:sp>
          <p:nvSpPr>
            <p:cNvPr id="4" name="object 4">
              <a:extLst>
                <a:ext uri="{FF2B5EF4-FFF2-40B4-BE49-F238E27FC236}">
                  <a16:creationId xmlns:a16="http://schemas.microsoft.com/office/drawing/2014/main" id="{8C359A31-E58C-FFDE-D9AF-E4EF4EE73CCC}"/>
                </a:ext>
              </a:extLst>
            </p:cNvPr>
            <p:cNvSpPr/>
            <p:nvPr/>
          </p:nvSpPr>
          <p:spPr>
            <a:xfrm>
              <a:off x="14546481" y="8567806"/>
              <a:ext cx="5294630" cy="2741295"/>
            </a:xfrm>
            <a:custGeom>
              <a:avLst/>
              <a:gdLst/>
              <a:ahLst/>
              <a:cxnLst/>
              <a:rect l="l" t="t" r="r" b="b"/>
              <a:pathLst>
                <a:path w="5294630" h="2741295">
                  <a:moveTo>
                    <a:pt x="1607" y="2740750"/>
                  </a:moveTo>
                  <a:lnTo>
                    <a:pt x="1578" y="2693255"/>
                  </a:lnTo>
                  <a:lnTo>
                    <a:pt x="1546" y="2642667"/>
                  </a:lnTo>
                  <a:lnTo>
                    <a:pt x="1515" y="2592078"/>
                  </a:lnTo>
                  <a:lnTo>
                    <a:pt x="1484" y="2541490"/>
                  </a:lnTo>
                  <a:lnTo>
                    <a:pt x="1453" y="2490902"/>
                  </a:lnTo>
                  <a:lnTo>
                    <a:pt x="1422" y="2440314"/>
                  </a:lnTo>
                  <a:lnTo>
                    <a:pt x="1391" y="2389725"/>
                  </a:lnTo>
                  <a:lnTo>
                    <a:pt x="1360" y="2339137"/>
                  </a:lnTo>
                  <a:lnTo>
                    <a:pt x="1329" y="2288549"/>
                  </a:lnTo>
                  <a:lnTo>
                    <a:pt x="1298" y="2237961"/>
                  </a:lnTo>
                  <a:lnTo>
                    <a:pt x="1267" y="2187373"/>
                  </a:lnTo>
                  <a:lnTo>
                    <a:pt x="1236" y="2136784"/>
                  </a:lnTo>
                  <a:lnTo>
                    <a:pt x="1205" y="2086196"/>
                  </a:lnTo>
                  <a:lnTo>
                    <a:pt x="1174" y="2035608"/>
                  </a:lnTo>
                  <a:lnTo>
                    <a:pt x="1143" y="1985020"/>
                  </a:lnTo>
                  <a:lnTo>
                    <a:pt x="1112" y="1934431"/>
                  </a:lnTo>
                  <a:lnTo>
                    <a:pt x="1081" y="1883843"/>
                  </a:lnTo>
                  <a:lnTo>
                    <a:pt x="1050" y="1833255"/>
                  </a:lnTo>
                  <a:lnTo>
                    <a:pt x="1019" y="1782667"/>
                  </a:lnTo>
                  <a:lnTo>
                    <a:pt x="989" y="1732078"/>
                  </a:lnTo>
                  <a:lnTo>
                    <a:pt x="958" y="1681490"/>
                  </a:lnTo>
                  <a:lnTo>
                    <a:pt x="927" y="1630902"/>
                  </a:lnTo>
                  <a:lnTo>
                    <a:pt x="896" y="1580314"/>
                  </a:lnTo>
                  <a:lnTo>
                    <a:pt x="865" y="1529725"/>
                  </a:lnTo>
                  <a:lnTo>
                    <a:pt x="834" y="1479137"/>
                  </a:lnTo>
                  <a:lnTo>
                    <a:pt x="803" y="1428549"/>
                  </a:lnTo>
                  <a:lnTo>
                    <a:pt x="772" y="1377961"/>
                  </a:lnTo>
                  <a:lnTo>
                    <a:pt x="741" y="1327372"/>
                  </a:lnTo>
                  <a:lnTo>
                    <a:pt x="711" y="1276784"/>
                  </a:lnTo>
                  <a:lnTo>
                    <a:pt x="680" y="1226196"/>
                  </a:lnTo>
                  <a:lnTo>
                    <a:pt x="649" y="1175608"/>
                  </a:lnTo>
                  <a:lnTo>
                    <a:pt x="618" y="1125019"/>
                  </a:lnTo>
                  <a:lnTo>
                    <a:pt x="587" y="1074431"/>
                  </a:lnTo>
                  <a:lnTo>
                    <a:pt x="557" y="1023843"/>
                  </a:lnTo>
                  <a:lnTo>
                    <a:pt x="526" y="973255"/>
                  </a:ln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7"/>
                  </a:lnTo>
                  <a:lnTo>
                    <a:pt x="819942" y="62471"/>
                  </a:lnTo>
                  <a:lnTo>
                    <a:pt x="865232" y="84829"/>
                  </a:lnTo>
                  <a:lnTo>
                    <a:pt x="909518" y="109679"/>
                  </a:lnTo>
                  <a:lnTo>
                    <a:pt x="951803" y="134689"/>
                  </a:lnTo>
                  <a:lnTo>
                    <a:pt x="998084" y="162110"/>
                  </a:lnTo>
                  <a:lnTo>
                    <a:pt x="1048239" y="191871"/>
                  </a:lnTo>
                  <a:lnTo>
                    <a:pt x="1102147" y="223898"/>
                  </a:lnTo>
                  <a:lnTo>
                    <a:pt x="1159688" y="258119"/>
                  </a:lnTo>
                  <a:lnTo>
                    <a:pt x="1220738" y="294461"/>
                  </a:lnTo>
                  <a:lnTo>
                    <a:pt x="1285178" y="332852"/>
                  </a:lnTo>
                  <a:lnTo>
                    <a:pt x="1318631" y="352792"/>
                  </a:lnTo>
                  <a:lnTo>
                    <a:pt x="1352885" y="373218"/>
                  </a:lnTo>
                  <a:lnTo>
                    <a:pt x="1387927" y="394119"/>
                  </a:lnTo>
                  <a:lnTo>
                    <a:pt x="1423739" y="415487"/>
                  </a:lnTo>
                  <a:lnTo>
                    <a:pt x="1460308" y="437312"/>
                  </a:lnTo>
                  <a:lnTo>
                    <a:pt x="1497618" y="459586"/>
                  </a:lnTo>
                  <a:lnTo>
                    <a:pt x="1535655" y="482299"/>
                  </a:lnTo>
                  <a:lnTo>
                    <a:pt x="1574402" y="505443"/>
                  </a:lnTo>
                  <a:lnTo>
                    <a:pt x="1613844" y="529007"/>
                  </a:lnTo>
                  <a:lnTo>
                    <a:pt x="1653967" y="552984"/>
                  </a:lnTo>
                  <a:lnTo>
                    <a:pt x="1694756" y="577364"/>
                  </a:lnTo>
                  <a:lnTo>
                    <a:pt x="1736194" y="602138"/>
                  </a:lnTo>
                  <a:lnTo>
                    <a:pt x="1778268" y="627296"/>
                  </a:lnTo>
                  <a:lnTo>
                    <a:pt x="1820961" y="652831"/>
                  </a:lnTo>
                  <a:lnTo>
                    <a:pt x="1864259" y="678732"/>
                  </a:lnTo>
                  <a:lnTo>
                    <a:pt x="1908147" y="704990"/>
                  </a:lnTo>
                  <a:lnTo>
                    <a:pt x="1952609" y="731597"/>
                  </a:lnTo>
                  <a:lnTo>
                    <a:pt x="1997630" y="758544"/>
                  </a:lnTo>
                  <a:lnTo>
                    <a:pt x="2043195" y="785821"/>
                  </a:lnTo>
                  <a:lnTo>
                    <a:pt x="2089289" y="813419"/>
                  </a:lnTo>
                  <a:lnTo>
                    <a:pt x="2135897" y="841329"/>
                  </a:lnTo>
                  <a:lnTo>
                    <a:pt x="2183003" y="869542"/>
                  </a:lnTo>
                  <a:lnTo>
                    <a:pt x="2230593" y="898049"/>
                  </a:lnTo>
                  <a:lnTo>
                    <a:pt x="2278650" y="926841"/>
                  </a:lnTo>
                  <a:lnTo>
                    <a:pt x="2327161" y="955908"/>
                  </a:lnTo>
                  <a:lnTo>
                    <a:pt x="2376110" y="985243"/>
                  </a:lnTo>
                  <a:lnTo>
                    <a:pt x="2425481" y="1014835"/>
                  </a:lnTo>
                  <a:lnTo>
                    <a:pt x="2475260" y="1044675"/>
                  </a:lnTo>
                  <a:lnTo>
                    <a:pt x="2525431" y="1074755"/>
                  </a:lnTo>
                  <a:lnTo>
                    <a:pt x="2575980" y="1105065"/>
                  </a:lnTo>
                  <a:lnTo>
                    <a:pt x="2626890" y="1135597"/>
                  </a:lnTo>
                  <a:lnTo>
                    <a:pt x="2678148" y="1166340"/>
                  </a:lnTo>
                  <a:lnTo>
                    <a:pt x="2729737" y="1197287"/>
                  </a:lnTo>
                  <a:lnTo>
                    <a:pt x="2781643" y="1228427"/>
                  </a:lnTo>
                  <a:lnTo>
                    <a:pt x="2833850" y="1259753"/>
                  </a:lnTo>
                  <a:lnTo>
                    <a:pt x="2886343" y="1291254"/>
                  </a:lnTo>
                  <a:lnTo>
                    <a:pt x="2939108" y="1322922"/>
                  </a:lnTo>
                  <a:lnTo>
                    <a:pt x="2992128" y="1354747"/>
                  </a:lnTo>
                  <a:lnTo>
                    <a:pt x="3045389" y="1386722"/>
                  </a:lnTo>
                  <a:lnTo>
                    <a:pt x="3098876" y="1418835"/>
                  </a:lnTo>
                  <a:lnTo>
                    <a:pt x="3152573" y="1451079"/>
                  </a:lnTo>
                  <a:lnTo>
                    <a:pt x="3206465" y="1483444"/>
                  </a:lnTo>
                  <a:lnTo>
                    <a:pt x="3260538" y="1515921"/>
                  </a:lnTo>
                  <a:lnTo>
                    <a:pt x="3314775" y="1548501"/>
                  </a:lnTo>
                  <a:lnTo>
                    <a:pt x="3369162" y="1581176"/>
                  </a:lnTo>
                  <a:lnTo>
                    <a:pt x="3423684" y="1613935"/>
                  </a:lnTo>
                  <a:lnTo>
                    <a:pt x="3478325" y="1646770"/>
                  </a:lnTo>
                  <a:lnTo>
                    <a:pt x="3533071" y="1679671"/>
                  </a:lnTo>
                  <a:lnTo>
                    <a:pt x="3587905" y="1712631"/>
                  </a:lnTo>
                  <a:lnTo>
                    <a:pt x="3642814" y="1745639"/>
                  </a:lnTo>
                  <a:lnTo>
                    <a:pt x="3697781" y="1778686"/>
                  </a:lnTo>
                  <a:lnTo>
                    <a:pt x="3752792" y="1811764"/>
                  </a:lnTo>
                  <a:lnTo>
                    <a:pt x="3807832" y="1844862"/>
                  </a:lnTo>
                  <a:lnTo>
                    <a:pt x="3862884" y="1877973"/>
                  </a:lnTo>
                  <a:lnTo>
                    <a:pt x="3917935" y="1911088"/>
                  </a:lnTo>
                  <a:lnTo>
                    <a:pt x="3972969" y="1944196"/>
                  </a:lnTo>
                  <a:lnTo>
                    <a:pt x="4027971" y="1977289"/>
                  </a:lnTo>
                  <a:lnTo>
                    <a:pt x="4082925" y="2010358"/>
                  </a:lnTo>
                  <a:lnTo>
                    <a:pt x="4137817" y="2043393"/>
                  </a:lnTo>
                  <a:lnTo>
                    <a:pt x="4192631" y="2076387"/>
                  </a:lnTo>
                  <a:lnTo>
                    <a:pt x="4247352" y="2109328"/>
                  </a:lnTo>
                  <a:lnTo>
                    <a:pt x="4301965" y="2142210"/>
                  </a:lnTo>
                  <a:lnTo>
                    <a:pt x="4356455" y="2175021"/>
                  </a:lnTo>
                  <a:lnTo>
                    <a:pt x="4410807" y="2207754"/>
                  </a:lnTo>
                  <a:lnTo>
                    <a:pt x="4465005" y="2240399"/>
                  </a:lnTo>
                  <a:lnTo>
                    <a:pt x="4519035" y="2272948"/>
                  </a:lnTo>
                  <a:lnTo>
                    <a:pt x="4572881" y="2305390"/>
                  </a:lnTo>
                  <a:lnTo>
                    <a:pt x="4626527" y="2337717"/>
                  </a:lnTo>
                  <a:lnTo>
                    <a:pt x="4679960" y="2369920"/>
                  </a:lnTo>
                  <a:lnTo>
                    <a:pt x="4733163" y="2401990"/>
                  </a:lnTo>
                  <a:lnTo>
                    <a:pt x="4786122" y="2433917"/>
                  </a:lnTo>
                  <a:lnTo>
                    <a:pt x="4838821" y="2465693"/>
                  </a:lnTo>
                  <a:lnTo>
                    <a:pt x="4891245" y="2497309"/>
                  </a:lnTo>
                  <a:lnTo>
                    <a:pt x="4943380" y="2528755"/>
                  </a:lnTo>
                  <a:lnTo>
                    <a:pt x="4995209" y="2560022"/>
                  </a:lnTo>
                  <a:lnTo>
                    <a:pt x="5046718" y="2591101"/>
                  </a:lnTo>
                  <a:lnTo>
                    <a:pt x="5097891" y="2621984"/>
                  </a:lnTo>
                  <a:lnTo>
                    <a:pt x="5148714" y="2652660"/>
                  </a:lnTo>
                  <a:lnTo>
                    <a:pt x="5199171" y="2683122"/>
                  </a:lnTo>
                  <a:lnTo>
                    <a:pt x="5249247" y="2713359"/>
                  </a:lnTo>
                  <a:lnTo>
                    <a:pt x="5294600" y="2740750"/>
                  </a:lnTo>
                </a:path>
              </a:pathLst>
            </a:custGeom>
            <a:ln w="31412">
              <a:solidFill>
                <a:srgbClr val="6B8285"/>
              </a:solidFill>
            </a:ln>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sp>
          <p:nvSpPr>
            <p:cNvPr id="5" name="object 5">
              <a:extLst>
                <a:ext uri="{FF2B5EF4-FFF2-40B4-BE49-F238E27FC236}">
                  <a16:creationId xmlns:a16="http://schemas.microsoft.com/office/drawing/2014/main" id="{FA201C8A-DCBB-0ED1-EB74-63742E2413C9}"/>
                </a:ext>
              </a:extLst>
            </p:cNvPr>
            <p:cNvSpPr/>
            <p:nvPr/>
          </p:nvSpPr>
          <p:spPr>
            <a:xfrm>
              <a:off x="15400194" y="10328593"/>
              <a:ext cx="2305050" cy="980440"/>
            </a:xfrm>
            <a:custGeom>
              <a:avLst/>
              <a:gdLst/>
              <a:ahLst/>
              <a:cxnLst/>
              <a:rect l="l" t="t" r="r" b="b"/>
              <a:pathLst>
                <a:path w="2305050" h="980440">
                  <a:moveTo>
                    <a:pt x="530" y="979963"/>
                  </a:move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6"/>
                  </a:lnTo>
                  <a:lnTo>
                    <a:pt x="819942" y="62467"/>
                  </a:lnTo>
                  <a:lnTo>
                    <a:pt x="865232" y="84825"/>
                  </a:lnTo>
                  <a:lnTo>
                    <a:pt x="909518" y="109679"/>
                  </a:lnTo>
                  <a:lnTo>
                    <a:pt x="974681" y="148396"/>
                  </a:lnTo>
                  <a:lnTo>
                    <a:pt x="1008373" y="168569"/>
                  </a:lnTo>
                  <a:lnTo>
                    <a:pt x="1042782" y="189267"/>
                  </a:lnTo>
                  <a:lnTo>
                    <a:pt x="1077889" y="210478"/>
                  </a:lnTo>
                  <a:lnTo>
                    <a:pt x="1113677" y="232187"/>
                  </a:lnTo>
                  <a:lnTo>
                    <a:pt x="1150128" y="254383"/>
                  </a:lnTo>
                  <a:lnTo>
                    <a:pt x="1187224" y="277051"/>
                  </a:lnTo>
                  <a:lnTo>
                    <a:pt x="1224948" y="300179"/>
                  </a:lnTo>
                  <a:lnTo>
                    <a:pt x="1263280" y="323754"/>
                  </a:lnTo>
                  <a:lnTo>
                    <a:pt x="1302203" y="347762"/>
                  </a:lnTo>
                  <a:lnTo>
                    <a:pt x="1341700" y="372190"/>
                  </a:lnTo>
                  <a:lnTo>
                    <a:pt x="1381752" y="397025"/>
                  </a:lnTo>
                  <a:lnTo>
                    <a:pt x="1422342" y="422255"/>
                  </a:lnTo>
                  <a:lnTo>
                    <a:pt x="1463451" y="447864"/>
                  </a:lnTo>
                  <a:lnTo>
                    <a:pt x="1505062" y="473842"/>
                  </a:lnTo>
                  <a:lnTo>
                    <a:pt x="1547157" y="500174"/>
                  </a:lnTo>
                  <a:lnTo>
                    <a:pt x="1589718" y="526847"/>
                  </a:lnTo>
                  <a:lnTo>
                    <a:pt x="1632726" y="553848"/>
                  </a:lnTo>
                  <a:lnTo>
                    <a:pt x="1676165" y="581165"/>
                  </a:lnTo>
                  <a:lnTo>
                    <a:pt x="1720016" y="608783"/>
                  </a:lnTo>
                  <a:lnTo>
                    <a:pt x="1764262" y="636690"/>
                  </a:lnTo>
                  <a:lnTo>
                    <a:pt x="1808883" y="664872"/>
                  </a:lnTo>
                  <a:lnTo>
                    <a:pt x="1853863" y="693317"/>
                  </a:lnTo>
                  <a:lnTo>
                    <a:pt x="1899184" y="722011"/>
                  </a:lnTo>
                  <a:lnTo>
                    <a:pt x="1944828" y="750941"/>
                  </a:lnTo>
                  <a:lnTo>
                    <a:pt x="1990776" y="780094"/>
                  </a:lnTo>
                  <a:lnTo>
                    <a:pt x="2037011" y="809457"/>
                  </a:lnTo>
                  <a:lnTo>
                    <a:pt x="2083515" y="839017"/>
                  </a:lnTo>
                  <a:lnTo>
                    <a:pt x="2130270" y="868760"/>
                  </a:lnTo>
                  <a:lnTo>
                    <a:pt x="2177258" y="898673"/>
                  </a:lnTo>
                  <a:lnTo>
                    <a:pt x="2224461" y="928744"/>
                  </a:lnTo>
                  <a:lnTo>
                    <a:pt x="2271862" y="958958"/>
                  </a:lnTo>
                  <a:lnTo>
                    <a:pt x="2304796" y="979963"/>
                  </a:lnTo>
                </a:path>
              </a:pathLst>
            </a:custGeom>
            <a:ln w="31412">
              <a:solidFill>
                <a:srgbClr val="6B8285"/>
              </a:solidFill>
            </a:ln>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sp>
          <p:nvSpPr>
            <p:cNvPr id="6" name="object 6">
              <a:extLst>
                <a:ext uri="{FF2B5EF4-FFF2-40B4-BE49-F238E27FC236}">
                  <a16:creationId xmlns:a16="http://schemas.microsoft.com/office/drawing/2014/main" id="{D177BF5C-0F78-5405-A298-65DEB342269D}"/>
                </a:ext>
              </a:extLst>
            </p:cNvPr>
            <p:cNvSpPr/>
            <p:nvPr/>
          </p:nvSpPr>
          <p:spPr>
            <a:xfrm>
              <a:off x="13518714" y="6711740"/>
              <a:ext cx="6585584" cy="4597400"/>
            </a:xfrm>
            <a:custGeom>
              <a:avLst/>
              <a:gdLst/>
              <a:ahLst/>
              <a:cxnLst/>
              <a:rect l="l" t="t" r="r" b="b"/>
              <a:pathLst>
                <a:path w="6585584" h="4597400">
                  <a:moveTo>
                    <a:pt x="2738" y="4596816"/>
                  </a:moveTo>
                  <a:lnTo>
                    <a:pt x="2688" y="4516366"/>
                  </a:lnTo>
                  <a:lnTo>
                    <a:pt x="2657" y="4465724"/>
                  </a:lnTo>
                  <a:lnTo>
                    <a:pt x="2625" y="4415083"/>
                  </a:lnTo>
                  <a:lnTo>
                    <a:pt x="2594" y="4364441"/>
                  </a:lnTo>
                  <a:lnTo>
                    <a:pt x="2562" y="4313800"/>
                  </a:lnTo>
                  <a:lnTo>
                    <a:pt x="2531" y="4263158"/>
                  </a:lnTo>
                  <a:lnTo>
                    <a:pt x="2500" y="4212517"/>
                  </a:lnTo>
                  <a:lnTo>
                    <a:pt x="2469" y="4161875"/>
                  </a:lnTo>
                  <a:lnTo>
                    <a:pt x="2437" y="4111234"/>
                  </a:lnTo>
                  <a:lnTo>
                    <a:pt x="2406" y="4060592"/>
                  </a:lnTo>
                  <a:lnTo>
                    <a:pt x="2375" y="4009951"/>
                  </a:lnTo>
                  <a:lnTo>
                    <a:pt x="2343" y="3959309"/>
                  </a:lnTo>
                  <a:lnTo>
                    <a:pt x="2312" y="3908668"/>
                  </a:lnTo>
                  <a:lnTo>
                    <a:pt x="2281" y="3858027"/>
                  </a:lnTo>
                  <a:lnTo>
                    <a:pt x="2250" y="3807385"/>
                  </a:lnTo>
                  <a:lnTo>
                    <a:pt x="2218" y="3756744"/>
                  </a:lnTo>
                  <a:lnTo>
                    <a:pt x="2187" y="3706102"/>
                  </a:lnTo>
                  <a:lnTo>
                    <a:pt x="2156" y="3655461"/>
                  </a:lnTo>
                  <a:lnTo>
                    <a:pt x="2125" y="3604819"/>
                  </a:lnTo>
                  <a:lnTo>
                    <a:pt x="2094" y="3554178"/>
                  </a:lnTo>
                  <a:lnTo>
                    <a:pt x="2062" y="3503536"/>
                  </a:lnTo>
                  <a:lnTo>
                    <a:pt x="2031" y="3452895"/>
                  </a:lnTo>
                  <a:lnTo>
                    <a:pt x="2000" y="3402253"/>
                  </a:lnTo>
                  <a:lnTo>
                    <a:pt x="1969" y="3351612"/>
                  </a:lnTo>
                  <a:lnTo>
                    <a:pt x="1938" y="3300970"/>
                  </a:lnTo>
                  <a:lnTo>
                    <a:pt x="1907" y="3250329"/>
                  </a:lnTo>
                  <a:lnTo>
                    <a:pt x="1875" y="3199688"/>
                  </a:lnTo>
                  <a:lnTo>
                    <a:pt x="1844" y="3149046"/>
                  </a:lnTo>
                  <a:lnTo>
                    <a:pt x="1813" y="3098405"/>
                  </a:lnTo>
                  <a:lnTo>
                    <a:pt x="1782" y="3047763"/>
                  </a:lnTo>
                  <a:lnTo>
                    <a:pt x="1751" y="2997122"/>
                  </a:lnTo>
                  <a:lnTo>
                    <a:pt x="1720" y="2946480"/>
                  </a:lnTo>
                  <a:lnTo>
                    <a:pt x="1689" y="2895839"/>
                  </a:lnTo>
                  <a:lnTo>
                    <a:pt x="1658" y="2845198"/>
                  </a:lnTo>
                  <a:lnTo>
                    <a:pt x="1626" y="2794556"/>
                  </a:lnTo>
                  <a:lnTo>
                    <a:pt x="1595" y="2743915"/>
                  </a:lnTo>
                  <a:lnTo>
                    <a:pt x="1564" y="2693273"/>
                  </a:lnTo>
                  <a:lnTo>
                    <a:pt x="1533" y="2642632"/>
                  </a:lnTo>
                  <a:lnTo>
                    <a:pt x="1502" y="2591991"/>
                  </a:lnTo>
                  <a:lnTo>
                    <a:pt x="1471" y="2541349"/>
                  </a:lnTo>
                  <a:lnTo>
                    <a:pt x="1440" y="2490708"/>
                  </a:lnTo>
                  <a:lnTo>
                    <a:pt x="1409" y="2440066"/>
                  </a:lnTo>
                  <a:lnTo>
                    <a:pt x="1378" y="2389425"/>
                  </a:lnTo>
                  <a:lnTo>
                    <a:pt x="1347" y="2338784"/>
                  </a:lnTo>
                  <a:lnTo>
                    <a:pt x="1316" y="2288142"/>
                  </a:lnTo>
                  <a:lnTo>
                    <a:pt x="1285" y="2237501"/>
                  </a:lnTo>
                  <a:lnTo>
                    <a:pt x="1254" y="2186860"/>
                  </a:lnTo>
                  <a:lnTo>
                    <a:pt x="1223" y="2136218"/>
                  </a:lnTo>
                  <a:lnTo>
                    <a:pt x="1192" y="2085577"/>
                  </a:lnTo>
                  <a:lnTo>
                    <a:pt x="1161" y="2034936"/>
                  </a:lnTo>
                  <a:lnTo>
                    <a:pt x="1130" y="1984294"/>
                  </a:lnTo>
                  <a:lnTo>
                    <a:pt x="1099" y="1933653"/>
                  </a:lnTo>
                  <a:lnTo>
                    <a:pt x="1068" y="1883011"/>
                  </a:lnTo>
                  <a:lnTo>
                    <a:pt x="1037" y="1832370"/>
                  </a:lnTo>
                  <a:lnTo>
                    <a:pt x="1006" y="1781729"/>
                  </a:lnTo>
                  <a:lnTo>
                    <a:pt x="975" y="1731087"/>
                  </a:lnTo>
                  <a:lnTo>
                    <a:pt x="944" y="1680446"/>
                  </a:lnTo>
                  <a:lnTo>
                    <a:pt x="913" y="1629805"/>
                  </a:lnTo>
                  <a:lnTo>
                    <a:pt x="882" y="1579164"/>
                  </a:lnTo>
                  <a:lnTo>
                    <a:pt x="851" y="1528522"/>
                  </a:lnTo>
                  <a:lnTo>
                    <a:pt x="820" y="1477881"/>
                  </a:lnTo>
                  <a:lnTo>
                    <a:pt x="790" y="1427240"/>
                  </a:lnTo>
                  <a:lnTo>
                    <a:pt x="759" y="1376598"/>
                  </a:lnTo>
                  <a:lnTo>
                    <a:pt x="728" y="1325957"/>
                  </a:lnTo>
                  <a:lnTo>
                    <a:pt x="697" y="1275316"/>
                  </a:lnTo>
                  <a:lnTo>
                    <a:pt x="666" y="1224674"/>
                  </a:lnTo>
                  <a:lnTo>
                    <a:pt x="635" y="1174033"/>
                  </a:lnTo>
                  <a:lnTo>
                    <a:pt x="604" y="1123392"/>
                  </a:lnTo>
                  <a:lnTo>
                    <a:pt x="573" y="1072751"/>
                  </a:lnTo>
                  <a:lnTo>
                    <a:pt x="542" y="1022109"/>
                  </a:lnTo>
                  <a:lnTo>
                    <a:pt x="512" y="971468"/>
                  </a:lnTo>
                  <a:lnTo>
                    <a:pt x="481" y="920827"/>
                  </a:lnTo>
                  <a:lnTo>
                    <a:pt x="450" y="870186"/>
                  </a:lnTo>
                  <a:lnTo>
                    <a:pt x="419" y="819544"/>
                  </a:lnTo>
                  <a:lnTo>
                    <a:pt x="388" y="768903"/>
                  </a:lnTo>
                  <a:lnTo>
                    <a:pt x="223" y="734879"/>
                  </a:lnTo>
                  <a:lnTo>
                    <a:pt x="0" y="700855"/>
                  </a:lnTo>
                  <a:lnTo>
                    <a:pt x="80" y="666843"/>
                  </a:lnTo>
                  <a:lnTo>
                    <a:pt x="828" y="632855"/>
                  </a:lnTo>
                  <a:lnTo>
                    <a:pt x="4076" y="582472"/>
                  </a:lnTo>
                  <a:lnTo>
                    <a:pt x="10153" y="533741"/>
                  </a:lnTo>
                  <a:lnTo>
                    <a:pt x="18976" y="486722"/>
                  </a:lnTo>
                  <a:lnTo>
                    <a:pt x="30457" y="441476"/>
                  </a:lnTo>
                  <a:lnTo>
                    <a:pt x="44513" y="398065"/>
                  </a:lnTo>
                  <a:lnTo>
                    <a:pt x="61058" y="356549"/>
                  </a:lnTo>
                  <a:lnTo>
                    <a:pt x="80007" y="316990"/>
                  </a:lnTo>
                  <a:lnTo>
                    <a:pt x="101275" y="279448"/>
                  </a:lnTo>
                  <a:lnTo>
                    <a:pt x="124777" y="243986"/>
                  </a:lnTo>
                  <a:lnTo>
                    <a:pt x="150426" y="210665"/>
                  </a:lnTo>
                  <a:lnTo>
                    <a:pt x="178140" y="179544"/>
                  </a:lnTo>
                  <a:lnTo>
                    <a:pt x="207831" y="150686"/>
                  </a:lnTo>
                  <a:lnTo>
                    <a:pt x="239415" y="124152"/>
                  </a:lnTo>
                  <a:lnTo>
                    <a:pt x="272808" y="100002"/>
                  </a:lnTo>
                  <a:lnTo>
                    <a:pt x="307922" y="78299"/>
                  </a:lnTo>
                  <a:lnTo>
                    <a:pt x="344675" y="59103"/>
                  </a:lnTo>
                  <a:lnTo>
                    <a:pt x="382979" y="42475"/>
                  </a:lnTo>
                  <a:lnTo>
                    <a:pt x="422751" y="28476"/>
                  </a:lnTo>
                  <a:lnTo>
                    <a:pt x="463905" y="17168"/>
                  </a:lnTo>
                  <a:lnTo>
                    <a:pt x="506355" y="8612"/>
                  </a:lnTo>
                  <a:lnTo>
                    <a:pt x="550018" y="2869"/>
                  </a:lnTo>
                  <a:lnTo>
                    <a:pt x="594806" y="0"/>
                  </a:lnTo>
                  <a:lnTo>
                    <a:pt x="640636" y="65"/>
                  </a:lnTo>
                  <a:lnTo>
                    <a:pt x="687423" y="3128"/>
                  </a:lnTo>
                  <a:lnTo>
                    <a:pt x="735080" y="9248"/>
                  </a:lnTo>
                  <a:lnTo>
                    <a:pt x="783523" y="18486"/>
                  </a:lnTo>
                  <a:lnTo>
                    <a:pt x="832667" y="30905"/>
                  </a:lnTo>
                  <a:lnTo>
                    <a:pt x="877258" y="45170"/>
                  </a:lnTo>
                  <a:lnTo>
                    <a:pt x="920547" y="62066"/>
                  </a:lnTo>
                  <a:lnTo>
                    <a:pt x="962740" y="81302"/>
                  </a:lnTo>
                  <a:lnTo>
                    <a:pt x="1004039" y="102588"/>
                  </a:lnTo>
                  <a:lnTo>
                    <a:pt x="1044650" y="125635"/>
                  </a:lnTo>
                  <a:lnTo>
                    <a:pt x="1082528" y="148044"/>
                  </a:lnTo>
                  <a:lnTo>
                    <a:pt x="1123845" y="172544"/>
                  </a:lnTo>
                  <a:lnTo>
                    <a:pt x="1168521" y="199084"/>
                  </a:lnTo>
                  <a:lnTo>
                    <a:pt x="1216474" y="227617"/>
                  </a:lnTo>
                  <a:lnTo>
                    <a:pt x="1267624" y="258093"/>
                  </a:lnTo>
                  <a:lnTo>
                    <a:pt x="1321890" y="290462"/>
                  </a:lnTo>
                  <a:lnTo>
                    <a:pt x="1379190" y="324676"/>
                  </a:lnTo>
                  <a:lnTo>
                    <a:pt x="1439445" y="360685"/>
                  </a:lnTo>
                  <a:lnTo>
                    <a:pt x="1502572" y="398440"/>
                  </a:lnTo>
                  <a:lnTo>
                    <a:pt x="1568491" y="437892"/>
                  </a:lnTo>
                  <a:lnTo>
                    <a:pt x="1602473" y="458238"/>
                  </a:lnTo>
                  <a:lnTo>
                    <a:pt x="1637122" y="478991"/>
                  </a:lnTo>
                  <a:lnTo>
                    <a:pt x="1672428" y="500143"/>
                  </a:lnTo>
                  <a:lnTo>
                    <a:pt x="1708382" y="521689"/>
                  </a:lnTo>
                  <a:lnTo>
                    <a:pt x="1744973" y="543622"/>
                  </a:lnTo>
                  <a:lnTo>
                    <a:pt x="1782192" y="565936"/>
                  </a:lnTo>
                  <a:lnTo>
                    <a:pt x="1820028" y="588625"/>
                  </a:lnTo>
                  <a:lnTo>
                    <a:pt x="1858470" y="611683"/>
                  </a:lnTo>
                  <a:lnTo>
                    <a:pt x="1897510" y="635103"/>
                  </a:lnTo>
                  <a:lnTo>
                    <a:pt x="1937136" y="658880"/>
                  </a:lnTo>
                  <a:lnTo>
                    <a:pt x="1977339" y="683008"/>
                  </a:lnTo>
                  <a:lnTo>
                    <a:pt x="2018108" y="707479"/>
                  </a:lnTo>
                  <a:lnTo>
                    <a:pt x="2059434" y="732289"/>
                  </a:lnTo>
                  <a:lnTo>
                    <a:pt x="2101306" y="757431"/>
                  </a:lnTo>
                  <a:lnTo>
                    <a:pt x="2143714" y="782899"/>
                  </a:lnTo>
                  <a:lnTo>
                    <a:pt x="2186648" y="808686"/>
                  </a:lnTo>
                  <a:lnTo>
                    <a:pt x="2230098" y="834787"/>
                  </a:lnTo>
                  <a:lnTo>
                    <a:pt x="2274054" y="861195"/>
                  </a:lnTo>
                  <a:lnTo>
                    <a:pt x="2318506" y="887904"/>
                  </a:lnTo>
                  <a:lnTo>
                    <a:pt x="2363444" y="914908"/>
                  </a:lnTo>
                  <a:lnTo>
                    <a:pt x="2408856" y="942201"/>
                  </a:lnTo>
                  <a:lnTo>
                    <a:pt x="2454735" y="969777"/>
                  </a:lnTo>
                  <a:lnTo>
                    <a:pt x="2501068" y="997630"/>
                  </a:lnTo>
                  <a:lnTo>
                    <a:pt x="2547847" y="1025753"/>
                  </a:lnTo>
                  <a:lnTo>
                    <a:pt x="2595060" y="1054140"/>
                  </a:lnTo>
                  <a:lnTo>
                    <a:pt x="2642699" y="1082785"/>
                  </a:lnTo>
                  <a:lnTo>
                    <a:pt x="2690752" y="1111683"/>
                  </a:lnTo>
                  <a:lnTo>
                    <a:pt x="2739210" y="1140826"/>
                  </a:lnTo>
                  <a:lnTo>
                    <a:pt x="2788063" y="1170209"/>
                  </a:lnTo>
                  <a:lnTo>
                    <a:pt x="2837300" y="1199825"/>
                  </a:lnTo>
                  <a:lnTo>
                    <a:pt x="2886911" y="1229669"/>
                  </a:lnTo>
                  <a:lnTo>
                    <a:pt x="2936887" y="1259734"/>
                  </a:lnTo>
                  <a:lnTo>
                    <a:pt x="2987217" y="1290014"/>
                  </a:lnTo>
                  <a:lnTo>
                    <a:pt x="3037891" y="1320503"/>
                  </a:lnTo>
                  <a:lnTo>
                    <a:pt x="3088898" y="1351195"/>
                  </a:lnTo>
                  <a:lnTo>
                    <a:pt x="3140230" y="1382083"/>
                  </a:lnTo>
                  <a:lnTo>
                    <a:pt x="3191875" y="1413162"/>
                  </a:lnTo>
                  <a:lnTo>
                    <a:pt x="3243823" y="1444426"/>
                  </a:lnTo>
                  <a:lnTo>
                    <a:pt x="3296065" y="1475867"/>
                  </a:lnTo>
                  <a:lnTo>
                    <a:pt x="3348591" y="1507481"/>
                  </a:lnTo>
                  <a:lnTo>
                    <a:pt x="3401389" y="1539260"/>
                  </a:lnTo>
                  <a:lnTo>
                    <a:pt x="3454451" y="1571199"/>
                  </a:lnTo>
                  <a:lnTo>
                    <a:pt x="3507765" y="1603292"/>
                  </a:lnTo>
                  <a:lnTo>
                    <a:pt x="3561323" y="1635532"/>
                  </a:lnTo>
                  <a:lnTo>
                    <a:pt x="3615113" y="1667913"/>
                  </a:lnTo>
                  <a:lnTo>
                    <a:pt x="3669126" y="1700430"/>
                  </a:lnTo>
                  <a:lnTo>
                    <a:pt x="3723351" y="1733075"/>
                  </a:lnTo>
                  <a:lnTo>
                    <a:pt x="3777779" y="1765844"/>
                  </a:lnTo>
                  <a:lnTo>
                    <a:pt x="3832399" y="1798729"/>
                  </a:lnTo>
                  <a:lnTo>
                    <a:pt x="3887201" y="1831724"/>
                  </a:lnTo>
                  <a:lnTo>
                    <a:pt x="3942175" y="1864824"/>
                  </a:lnTo>
                  <a:lnTo>
                    <a:pt x="3997311" y="1898022"/>
                  </a:lnTo>
                  <a:lnTo>
                    <a:pt x="4052599" y="1931313"/>
                  </a:lnTo>
                  <a:lnTo>
                    <a:pt x="4108029" y="1964689"/>
                  </a:lnTo>
                  <a:lnTo>
                    <a:pt x="4163590" y="1998145"/>
                  </a:lnTo>
                  <a:lnTo>
                    <a:pt x="4219273" y="2031674"/>
                  </a:lnTo>
                  <a:lnTo>
                    <a:pt x="4275067" y="2065271"/>
                  </a:lnTo>
                  <a:lnTo>
                    <a:pt x="4330963" y="2098930"/>
                  </a:lnTo>
                  <a:lnTo>
                    <a:pt x="4386949" y="2132643"/>
                  </a:lnTo>
                  <a:lnTo>
                    <a:pt x="4443017" y="2166406"/>
                  </a:lnTo>
                  <a:lnTo>
                    <a:pt x="4499155" y="2200211"/>
                  </a:lnTo>
                  <a:lnTo>
                    <a:pt x="4555354" y="2234053"/>
                  </a:lnTo>
                  <a:lnTo>
                    <a:pt x="4611604" y="2267926"/>
                  </a:lnTo>
                  <a:lnTo>
                    <a:pt x="4667895" y="2301823"/>
                  </a:lnTo>
                  <a:lnTo>
                    <a:pt x="4724216" y="2335738"/>
                  </a:lnTo>
                  <a:lnTo>
                    <a:pt x="4780557" y="2369666"/>
                  </a:lnTo>
                  <a:lnTo>
                    <a:pt x="4836909" y="2403599"/>
                  </a:lnTo>
                  <a:lnTo>
                    <a:pt x="4893260" y="2437533"/>
                  </a:lnTo>
                  <a:lnTo>
                    <a:pt x="4949602" y="2471460"/>
                  </a:lnTo>
                  <a:lnTo>
                    <a:pt x="5005923" y="2505374"/>
                  </a:lnTo>
                  <a:lnTo>
                    <a:pt x="5062214" y="2539270"/>
                  </a:lnTo>
                  <a:lnTo>
                    <a:pt x="5118465" y="2573141"/>
                  </a:lnTo>
                  <a:lnTo>
                    <a:pt x="5174666" y="2606981"/>
                  </a:lnTo>
                  <a:lnTo>
                    <a:pt x="5230805" y="2640784"/>
                  </a:lnTo>
                  <a:lnTo>
                    <a:pt x="5286875" y="2674544"/>
                  </a:lnTo>
                  <a:lnTo>
                    <a:pt x="5342863" y="2708255"/>
                  </a:lnTo>
                  <a:lnTo>
                    <a:pt x="5398760" y="2741910"/>
                  </a:lnTo>
                  <a:lnTo>
                    <a:pt x="5454557" y="2775503"/>
                  </a:lnTo>
                  <a:lnTo>
                    <a:pt x="5510242" y="2809028"/>
                  </a:lnTo>
                  <a:lnTo>
                    <a:pt x="5565806" y="2842480"/>
                  </a:lnTo>
                  <a:lnTo>
                    <a:pt x="5621238" y="2875851"/>
                  </a:lnTo>
                  <a:lnTo>
                    <a:pt x="5676529" y="2909136"/>
                  </a:lnTo>
                  <a:lnTo>
                    <a:pt x="5731669" y="2942328"/>
                  </a:lnTo>
                  <a:lnTo>
                    <a:pt x="5786646" y="2975422"/>
                  </a:lnTo>
                  <a:lnTo>
                    <a:pt x="5841452" y="3008412"/>
                  </a:lnTo>
                  <a:lnTo>
                    <a:pt x="5896076" y="3041290"/>
                  </a:lnTo>
                  <a:lnTo>
                    <a:pt x="5950508" y="3074051"/>
                  </a:lnTo>
                  <a:lnTo>
                    <a:pt x="6004738" y="3106689"/>
                  </a:lnTo>
                  <a:lnTo>
                    <a:pt x="6058755" y="3139198"/>
                  </a:lnTo>
                  <a:lnTo>
                    <a:pt x="6112550" y="3171571"/>
                  </a:lnTo>
                  <a:lnTo>
                    <a:pt x="6166113" y="3203803"/>
                  </a:lnTo>
                  <a:lnTo>
                    <a:pt x="6219432" y="3235887"/>
                  </a:lnTo>
                  <a:lnTo>
                    <a:pt x="6272499" y="3267817"/>
                  </a:lnTo>
                  <a:lnTo>
                    <a:pt x="6325303" y="3299587"/>
                  </a:lnTo>
                  <a:lnTo>
                    <a:pt x="6377835" y="3331190"/>
                  </a:lnTo>
                  <a:lnTo>
                    <a:pt x="6430083" y="3362621"/>
                  </a:lnTo>
                  <a:lnTo>
                    <a:pt x="6482038" y="3393874"/>
                  </a:lnTo>
                  <a:lnTo>
                    <a:pt x="6533689" y="3424942"/>
                  </a:lnTo>
                  <a:lnTo>
                    <a:pt x="6585027" y="3455819"/>
                  </a:lnTo>
                  <a:lnTo>
                    <a:pt x="6585385" y="3456034"/>
                  </a:lnTo>
                </a:path>
              </a:pathLst>
            </a:custGeom>
            <a:ln w="31412">
              <a:solidFill>
                <a:srgbClr val="6B8285"/>
              </a:solidFill>
            </a:ln>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grpSp>
      <p:grpSp>
        <p:nvGrpSpPr>
          <p:cNvPr id="22" name="Group 21">
            <a:extLst>
              <a:ext uri="{FF2B5EF4-FFF2-40B4-BE49-F238E27FC236}">
                <a16:creationId xmlns:a16="http://schemas.microsoft.com/office/drawing/2014/main" id="{98704116-E585-FD4B-3F51-CE8F7A22C50C}"/>
              </a:ext>
            </a:extLst>
          </p:cNvPr>
          <p:cNvGrpSpPr/>
          <p:nvPr/>
        </p:nvGrpSpPr>
        <p:grpSpPr>
          <a:xfrm flipH="1">
            <a:off x="-9198" y="0"/>
            <a:ext cx="12210398" cy="2337727"/>
            <a:chOff x="-15874" y="0"/>
            <a:chExt cx="20135850" cy="3855085"/>
          </a:xfrm>
        </p:grpSpPr>
        <p:grpSp>
          <p:nvGrpSpPr>
            <p:cNvPr id="15" name="object 2">
              <a:extLst>
                <a:ext uri="{FF2B5EF4-FFF2-40B4-BE49-F238E27FC236}">
                  <a16:creationId xmlns:a16="http://schemas.microsoft.com/office/drawing/2014/main" id="{B63D5FE6-C291-1E3F-16A2-114EE003B5D3}"/>
                </a:ext>
              </a:extLst>
            </p:cNvPr>
            <p:cNvGrpSpPr/>
            <p:nvPr/>
          </p:nvGrpSpPr>
          <p:grpSpPr>
            <a:xfrm>
              <a:off x="-15874" y="0"/>
              <a:ext cx="20135850" cy="3855085"/>
              <a:chOff x="-15874" y="0"/>
              <a:chExt cx="20135850" cy="3855085"/>
            </a:xfrm>
          </p:grpSpPr>
          <p:sp>
            <p:nvSpPr>
              <p:cNvPr id="16" name="object 3">
                <a:extLst>
                  <a:ext uri="{FF2B5EF4-FFF2-40B4-BE49-F238E27FC236}">
                    <a16:creationId xmlns:a16="http://schemas.microsoft.com/office/drawing/2014/main" id="{C26DD414-0371-34A6-0D5C-AAF4944ABAAB}"/>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chemeClr val="bg1"/>
              </a:solidFill>
            </p:spPr>
            <p:txBody>
              <a:bodyPr wrap="square" lIns="0" tIns="0" rIns="0" bIns="0" rtlCol="0"/>
              <a:lstStyle/>
              <a:p>
                <a:pPr defTabSz="554492">
                  <a:buClr>
                    <a:srgbClr val="000000"/>
                  </a:buClr>
                  <a:defRPr/>
                </a:pPr>
                <a:endParaRPr sz="849" kern="0" dirty="0">
                  <a:solidFill>
                    <a:srgbClr val="000000"/>
                  </a:solidFill>
                  <a:latin typeface="Arial"/>
                  <a:cs typeface="Arial"/>
                  <a:sym typeface="Arial"/>
                </a:endParaRPr>
              </a:p>
            </p:txBody>
          </p:sp>
          <p:sp>
            <p:nvSpPr>
              <p:cNvPr id="17" name="object 4">
                <a:extLst>
                  <a:ext uri="{FF2B5EF4-FFF2-40B4-BE49-F238E27FC236}">
                    <a16:creationId xmlns:a16="http://schemas.microsoft.com/office/drawing/2014/main" id="{C2103D9C-D60B-280F-4888-2CEE7AB1327A}"/>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grpSp>
        <p:sp>
          <p:nvSpPr>
            <p:cNvPr id="21" name="object 4">
              <a:extLst>
                <a:ext uri="{FF2B5EF4-FFF2-40B4-BE49-F238E27FC236}">
                  <a16:creationId xmlns:a16="http://schemas.microsoft.com/office/drawing/2014/main" id="{A6BC739E-D400-C0EE-2E0B-D43D7B315781}"/>
                </a:ext>
              </a:extLst>
            </p:cNvPr>
            <p:cNvSpPr/>
            <p:nvPr/>
          </p:nvSpPr>
          <p:spPr>
            <a:xfrm>
              <a:off x="603250" y="0"/>
              <a:ext cx="19500850" cy="2828304"/>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grpSp>
      <p:sp>
        <p:nvSpPr>
          <p:cNvPr id="23" name="object 5">
            <a:extLst>
              <a:ext uri="{FF2B5EF4-FFF2-40B4-BE49-F238E27FC236}">
                <a16:creationId xmlns:a16="http://schemas.microsoft.com/office/drawing/2014/main" id="{37DFC1A2-C737-0930-91D6-BCF14C589D62}"/>
              </a:ext>
            </a:extLst>
          </p:cNvPr>
          <p:cNvSpPr txBox="1"/>
          <p:nvPr/>
        </p:nvSpPr>
        <p:spPr>
          <a:xfrm>
            <a:off x="-449179" y="283244"/>
            <a:ext cx="11310731" cy="747996"/>
          </a:xfrm>
          <a:prstGeom prst="rect">
            <a:avLst/>
          </a:prstGeom>
        </p:spPr>
        <p:txBody>
          <a:bodyPr vert="horz" wrap="square" lIns="0" tIns="9242" rIns="0" bIns="0" rtlCol="0">
            <a:spAutoFit/>
          </a:bodyPr>
          <a:lstStyle/>
          <a:p>
            <a:pPr marL="4087069" marR="3081" algn="r" defTabSz="554492">
              <a:spcBef>
                <a:spcPts val="73"/>
              </a:spcBef>
              <a:buClr>
                <a:srgbClr val="000000"/>
              </a:buClr>
              <a:defRPr/>
            </a:pPr>
            <a:r>
              <a:rPr lang="ar-EG" sz="2400" b="1" kern="0" dirty="0">
                <a:solidFill>
                  <a:srgbClr val="4BACC6">
                    <a:lumMod val="50000"/>
                  </a:srgbClr>
                </a:solidFill>
                <a:latin typeface="Neo Sans Arabic Bold" panose="020B0804030504040204" pitchFamily="34" charset="-78"/>
                <a:cs typeface="Neo Sans Arabic Bold" panose="020B0804030504040204" pitchFamily="34" charset="-78"/>
                <a:sym typeface="Arial"/>
              </a:rPr>
              <a:t>نشاط "تطبيق استراتيجيات فعالة لمكافحة المعلومات المضللة"</a:t>
            </a:r>
          </a:p>
        </p:txBody>
      </p:sp>
      <p:sp>
        <p:nvSpPr>
          <p:cNvPr id="24" name="object 6">
            <a:extLst>
              <a:ext uri="{FF2B5EF4-FFF2-40B4-BE49-F238E27FC236}">
                <a16:creationId xmlns:a16="http://schemas.microsoft.com/office/drawing/2014/main" id="{849C3ABE-6991-4FEA-E33B-5F098F20DBE4}"/>
              </a:ext>
            </a:extLst>
          </p:cNvPr>
          <p:cNvSpPr/>
          <p:nvPr/>
        </p:nvSpPr>
        <p:spPr>
          <a:xfrm>
            <a:off x="11041470" y="424638"/>
            <a:ext cx="327305" cy="462848"/>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sp>
        <p:nvSpPr>
          <p:cNvPr id="11" name="TextBox 10">
            <a:extLst>
              <a:ext uri="{FF2B5EF4-FFF2-40B4-BE49-F238E27FC236}">
                <a16:creationId xmlns:a16="http://schemas.microsoft.com/office/drawing/2014/main" id="{291DC00A-239C-0FBC-C7A4-0ED78774523D}"/>
              </a:ext>
            </a:extLst>
          </p:cNvPr>
          <p:cNvSpPr txBox="1"/>
          <p:nvPr/>
        </p:nvSpPr>
        <p:spPr>
          <a:xfrm>
            <a:off x="1912316" y="3211825"/>
            <a:ext cx="2656347" cy="369332"/>
          </a:xfrm>
          <a:prstGeom prst="rect">
            <a:avLst/>
          </a:prstGeom>
          <a:noFill/>
        </p:spPr>
        <p:txBody>
          <a:bodyPr wrap="square" rtlCol="0">
            <a:spAutoFit/>
          </a:bodyPr>
          <a:lstStyle/>
          <a:p>
            <a:pPr algn="r"/>
            <a:r>
              <a:rPr kumimoji="0" lang="ar-EG" sz="18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نشاط جماعي</a:t>
            </a:r>
          </a:p>
        </p:txBody>
      </p:sp>
      <p:sp>
        <p:nvSpPr>
          <p:cNvPr id="12" name="TextBox 11">
            <a:extLst>
              <a:ext uri="{FF2B5EF4-FFF2-40B4-BE49-F238E27FC236}">
                <a16:creationId xmlns:a16="http://schemas.microsoft.com/office/drawing/2014/main" id="{18257B65-FFFC-4F76-AE12-9E9FF5E7DF9B}"/>
              </a:ext>
            </a:extLst>
          </p:cNvPr>
          <p:cNvSpPr txBox="1"/>
          <p:nvPr/>
        </p:nvSpPr>
        <p:spPr>
          <a:xfrm>
            <a:off x="285008" y="3657141"/>
            <a:ext cx="4283656" cy="1198598"/>
          </a:xfrm>
          <a:prstGeom prst="rect">
            <a:avLst/>
          </a:prstGeom>
          <a:noFill/>
        </p:spPr>
        <p:txBody>
          <a:bodyPr wrap="square" rtlCol="0">
            <a:spAutoFit/>
          </a:bodyPr>
          <a:lstStyle/>
          <a:p>
            <a:pPr algn="r">
              <a:lnSpc>
                <a:spcPct val="150000"/>
              </a:lnSpc>
            </a:pPr>
            <a:r>
              <a:rPr lang="ar-EG" b="1" kern="0" dirty="0">
                <a:solidFill>
                  <a:schemeClr val="bg1"/>
                </a:solidFill>
                <a:latin typeface="Neo Sans Arabic Bold" panose="020B0804030504040204" pitchFamily="34" charset="-78"/>
                <a:cs typeface="Neo Sans Arabic Bold" panose="020B0804030504040204" pitchFamily="34" charset="-78"/>
                <a:sym typeface="Arial"/>
              </a:rPr>
              <a:t>المطلوب:</a:t>
            </a:r>
          </a:p>
          <a:p>
            <a:pPr marL="285750" indent="-285750" algn="r" rtl="1">
              <a:lnSpc>
                <a:spcPct val="150000"/>
              </a:lnSpc>
              <a:buFont typeface="Arial" panose="020B0604020202020204" pitchFamily="34" charset="0"/>
              <a:buChar char="•"/>
            </a:pPr>
            <a:r>
              <a:rPr kumimoji="0" lang="ar-EG"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مناقشة الخبر الكاذب المطروح وتحليله باستخدام استراتيجيات مكافحة المعلومات المضللة.</a:t>
            </a:r>
          </a:p>
        </p:txBody>
      </p:sp>
      <p:sp>
        <p:nvSpPr>
          <p:cNvPr id="10" name="object 6">
            <a:extLst>
              <a:ext uri="{FF2B5EF4-FFF2-40B4-BE49-F238E27FC236}">
                <a16:creationId xmlns:a16="http://schemas.microsoft.com/office/drawing/2014/main" id="{EA14E687-A3EB-7CF3-1781-9EC30BD1F7C3}"/>
              </a:ext>
            </a:extLst>
          </p:cNvPr>
          <p:cNvSpPr/>
          <p:nvPr/>
        </p:nvSpPr>
        <p:spPr>
          <a:xfrm flipH="1">
            <a:off x="9724589" y="2297563"/>
            <a:ext cx="2466982" cy="4390079"/>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 name="object 6">
            <a:extLst>
              <a:ext uri="{FF2B5EF4-FFF2-40B4-BE49-F238E27FC236}">
                <a16:creationId xmlns:a16="http://schemas.microsoft.com/office/drawing/2014/main" id="{9C984B72-0EAD-918F-B27A-47D10BD0ECAF}"/>
              </a:ext>
            </a:extLst>
          </p:cNvPr>
          <p:cNvSpPr/>
          <p:nvPr/>
        </p:nvSpPr>
        <p:spPr>
          <a:xfrm flipH="1">
            <a:off x="5019150" y="3433706"/>
            <a:ext cx="3016095" cy="3017506"/>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504102749"/>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10888DC-CC95-A611-489A-8E1218222B96}"/>
            </a:ext>
          </a:extLst>
        </p:cNvPr>
        <p:cNvGrpSpPr/>
        <p:nvPr/>
      </p:nvGrpSpPr>
      <p:grpSpPr>
        <a:xfrm>
          <a:off x="0" y="0"/>
          <a:ext cx="0" cy="0"/>
          <a:chOff x="0" y="0"/>
          <a:chExt cx="0" cy="0"/>
        </a:xfrm>
      </p:grpSpPr>
      <p:sp>
        <p:nvSpPr>
          <p:cNvPr id="9" name="Google Shape;226;p12">
            <a:extLst>
              <a:ext uri="{FF2B5EF4-FFF2-40B4-BE49-F238E27FC236}">
                <a16:creationId xmlns:a16="http://schemas.microsoft.com/office/drawing/2014/main" id="{EBCB1E1E-3C75-D2C7-2918-CA80CE40F80C}"/>
              </a:ext>
            </a:extLst>
          </p:cNvPr>
          <p:cNvSpPr/>
          <p:nvPr/>
        </p:nvSpPr>
        <p:spPr>
          <a:xfrm>
            <a:off x="2969742" y="5019019"/>
            <a:ext cx="2529489" cy="1825206"/>
          </a:xfrm>
          <a:custGeom>
            <a:avLst/>
            <a:gdLst/>
            <a:ahLst/>
            <a:cxnLst/>
            <a:rect l="l" t="t" r="r" b="b"/>
            <a:pathLst>
              <a:path w="4171315" h="3009900" extrusionOk="0">
                <a:moveTo>
                  <a:pt x="1905030" y="0"/>
                </a:moveTo>
                <a:lnTo>
                  <a:pt x="1862858" y="1261"/>
                </a:lnTo>
                <a:lnTo>
                  <a:pt x="1820197" y="5841"/>
                </a:lnTo>
                <a:lnTo>
                  <a:pt x="1777088" y="13778"/>
                </a:lnTo>
                <a:lnTo>
                  <a:pt x="1733576" y="25083"/>
                </a:lnTo>
                <a:lnTo>
                  <a:pt x="1689704" y="39767"/>
                </a:lnTo>
                <a:lnTo>
                  <a:pt x="1645514" y="57840"/>
                </a:lnTo>
                <a:lnTo>
                  <a:pt x="1601051" y="79312"/>
                </a:lnTo>
                <a:lnTo>
                  <a:pt x="1556357" y="104194"/>
                </a:lnTo>
                <a:lnTo>
                  <a:pt x="1512775" y="132283"/>
                </a:lnTo>
                <a:lnTo>
                  <a:pt x="1472007" y="163030"/>
                </a:lnTo>
                <a:lnTo>
                  <a:pt x="1434094" y="196260"/>
                </a:lnTo>
                <a:lnTo>
                  <a:pt x="1399078" y="231794"/>
                </a:lnTo>
                <a:lnTo>
                  <a:pt x="1367001" y="269457"/>
                </a:lnTo>
                <a:lnTo>
                  <a:pt x="1337903" y="309072"/>
                </a:lnTo>
                <a:lnTo>
                  <a:pt x="1311828" y="350463"/>
                </a:lnTo>
                <a:lnTo>
                  <a:pt x="1288816" y="393453"/>
                </a:lnTo>
                <a:lnTo>
                  <a:pt x="0" y="3009405"/>
                </a:lnTo>
                <a:lnTo>
                  <a:pt x="1197771" y="3009405"/>
                </a:lnTo>
                <a:lnTo>
                  <a:pt x="1944984" y="1962358"/>
                </a:lnTo>
                <a:lnTo>
                  <a:pt x="3487397" y="1962358"/>
                </a:lnTo>
                <a:lnTo>
                  <a:pt x="2419734" y="328428"/>
                </a:lnTo>
                <a:lnTo>
                  <a:pt x="2388968" y="283890"/>
                </a:lnTo>
                <a:lnTo>
                  <a:pt x="2357107" y="242554"/>
                </a:lnTo>
                <a:lnTo>
                  <a:pt x="2324192" y="204430"/>
                </a:lnTo>
                <a:lnTo>
                  <a:pt x="2290268" y="169528"/>
                </a:lnTo>
                <a:lnTo>
                  <a:pt x="2255378" y="137858"/>
                </a:lnTo>
                <a:lnTo>
                  <a:pt x="2219565" y="109432"/>
                </a:lnTo>
                <a:lnTo>
                  <a:pt x="2182873" y="84260"/>
                </a:lnTo>
                <a:lnTo>
                  <a:pt x="2145344" y="62351"/>
                </a:lnTo>
                <a:lnTo>
                  <a:pt x="2107022" y="43718"/>
                </a:lnTo>
                <a:lnTo>
                  <a:pt x="2067950" y="28369"/>
                </a:lnTo>
                <a:lnTo>
                  <a:pt x="2028171" y="16315"/>
                </a:lnTo>
                <a:lnTo>
                  <a:pt x="1987730" y="7567"/>
                </a:lnTo>
                <a:lnTo>
                  <a:pt x="1946668" y="2135"/>
                </a:lnTo>
                <a:lnTo>
                  <a:pt x="1905030" y="0"/>
                </a:lnTo>
                <a:close/>
              </a:path>
              <a:path w="4171315" h="3009900" extrusionOk="0">
                <a:moveTo>
                  <a:pt x="3487397" y="1962358"/>
                </a:moveTo>
                <a:lnTo>
                  <a:pt x="1944984" y="1962358"/>
                </a:lnTo>
                <a:lnTo>
                  <a:pt x="2784584" y="3009405"/>
                </a:lnTo>
                <a:lnTo>
                  <a:pt x="4171260" y="3009405"/>
                </a:lnTo>
                <a:lnTo>
                  <a:pt x="3487397" y="1962358"/>
                </a:lnTo>
                <a:close/>
              </a:path>
            </a:pathLst>
          </a:custGeom>
          <a:solidFill>
            <a:srgbClr val="3B7ECC">
              <a:alpha val="19607"/>
            </a:srgbClr>
          </a:solidFill>
          <a:ln>
            <a:noFill/>
          </a:ln>
        </p:spPr>
        <p:txBody>
          <a:bodyPr spcFirstLastPara="1" wrap="square" lIns="0" tIns="0" rIns="0" bIns="0" anchor="t" anchorCtr="0">
            <a:noAutofit/>
          </a:bodyPr>
          <a:lstStyle/>
          <a:p>
            <a:pPr defTabSz="554492">
              <a:buClr>
                <a:srgbClr val="000000"/>
              </a:buClr>
              <a:defRPr/>
            </a:pPr>
            <a:endParaRPr sz="1092" kern="0">
              <a:solidFill>
                <a:srgbClr val="000000"/>
              </a:solidFill>
              <a:latin typeface="Arial"/>
              <a:cs typeface="Arial"/>
              <a:sym typeface="Arial"/>
            </a:endParaRPr>
          </a:p>
        </p:txBody>
      </p:sp>
      <p:sp>
        <p:nvSpPr>
          <p:cNvPr id="45" name="TextBox 44">
            <a:extLst>
              <a:ext uri="{FF2B5EF4-FFF2-40B4-BE49-F238E27FC236}">
                <a16:creationId xmlns:a16="http://schemas.microsoft.com/office/drawing/2014/main" id="{DC4DC4C2-E7E4-4C98-6C16-9289B85F238E}"/>
              </a:ext>
            </a:extLst>
          </p:cNvPr>
          <p:cNvSpPr txBox="1"/>
          <p:nvPr/>
        </p:nvSpPr>
        <p:spPr>
          <a:xfrm flipH="1">
            <a:off x="8629911" y="4711580"/>
            <a:ext cx="2626788" cy="707886"/>
          </a:xfrm>
          <a:prstGeom prst="rect">
            <a:avLst/>
          </a:prstGeom>
          <a:noFill/>
        </p:spPr>
        <p:txBody>
          <a:bodyPr wrap="square" lIns="0" rIns="0" rtlCol="0" anchor="b">
            <a:spAutoFit/>
          </a:bodyPr>
          <a:lstStyle/>
          <a:p>
            <a:pPr algn="ctr" defTabSz="554492" rtl="1">
              <a:defRPr/>
            </a:pPr>
            <a:r>
              <a:rPr lang="ar-EG" sz="2000" kern="0" noProof="1">
                <a:solidFill>
                  <a:srgbClr val="114653"/>
                </a:solidFill>
                <a:latin typeface="Neo Sans Arabic" panose="020B0504030504040204" pitchFamily="34" charset="-78"/>
                <a:cs typeface="Neo Sans Arabic" panose="020B0504030504040204" pitchFamily="34" charset="-78"/>
              </a:rPr>
              <a:t>فهم الخلفية الأيديولوجية للمصادر الإعلامية</a:t>
            </a:r>
          </a:p>
        </p:txBody>
      </p:sp>
      <p:pic>
        <p:nvPicPr>
          <p:cNvPr id="8" name="Google Shape;227;p12">
            <a:extLst>
              <a:ext uri="{FF2B5EF4-FFF2-40B4-BE49-F238E27FC236}">
                <a16:creationId xmlns:a16="http://schemas.microsoft.com/office/drawing/2014/main" id="{F47420DA-3EA5-AA62-CE33-63613728F2B5}"/>
              </a:ext>
            </a:extLst>
          </p:cNvPr>
          <p:cNvPicPr preferRelativeResize="0"/>
          <p:nvPr/>
        </p:nvPicPr>
        <p:blipFill rotWithShape="1">
          <a:blip r:embed="rId2">
            <a:alphaModFix/>
          </a:blip>
          <a:srcRect/>
          <a:stretch/>
        </p:blipFill>
        <p:spPr>
          <a:xfrm>
            <a:off x="1604822" y="6430714"/>
            <a:ext cx="289105" cy="150624"/>
          </a:xfrm>
          <a:prstGeom prst="rect">
            <a:avLst/>
          </a:prstGeom>
          <a:noFill/>
          <a:ln>
            <a:noFill/>
          </a:ln>
        </p:spPr>
      </p:pic>
      <p:grpSp>
        <p:nvGrpSpPr>
          <p:cNvPr id="3" name="Group 2">
            <a:extLst>
              <a:ext uri="{FF2B5EF4-FFF2-40B4-BE49-F238E27FC236}">
                <a16:creationId xmlns:a16="http://schemas.microsoft.com/office/drawing/2014/main" id="{624C7CBB-4794-D66A-3433-B56A3230A625}"/>
              </a:ext>
            </a:extLst>
          </p:cNvPr>
          <p:cNvGrpSpPr/>
          <p:nvPr/>
        </p:nvGrpSpPr>
        <p:grpSpPr>
          <a:xfrm>
            <a:off x="309401" y="284483"/>
            <a:ext cx="11573197" cy="762309"/>
            <a:chOff x="545739" y="284483"/>
            <a:chExt cx="11573197" cy="762309"/>
          </a:xfrm>
        </p:grpSpPr>
        <p:pic>
          <p:nvPicPr>
            <p:cNvPr id="5" name="Picture 4">
              <a:extLst>
                <a:ext uri="{FF2B5EF4-FFF2-40B4-BE49-F238E27FC236}">
                  <a16:creationId xmlns:a16="http://schemas.microsoft.com/office/drawing/2014/main" id="{785000BC-A828-AB97-5AFB-523600AA4B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6541" y="284483"/>
              <a:ext cx="7735824" cy="557434"/>
            </a:xfrm>
            <a:prstGeom prst="rect">
              <a:avLst/>
            </a:prstGeom>
          </p:spPr>
        </p:pic>
        <p:sp>
          <p:nvSpPr>
            <p:cNvPr id="6" name="Text Placeholder 1">
              <a:extLst>
                <a:ext uri="{FF2B5EF4-FFF2-40B4-BE49-F238E27FC236}">
                  <a16:creationId xmlns:a16="http://schemas.microsoft.com/office/drawing/2014/main" id="{CE610E8D-D85E-95A0-F02D-64A2DB38D631}"/>
                </a:ext>
              </a:extLst>
            </p:cNvPr>
            <p:cNvSpPr txBox="1">
              <a:spLocks/>
            </p:cNvSpPr>
            <p:nvPr/>
          </p:nvSpPr>
          <p:spPr>
            <a:xfrm>
              <a:off x="545739" y="322545"/>
              <a:ext cx="11573197" cy="724247"/>
            </a:xfrm>
            <a:prstGeom prst="rect">
              <a:avLst/>
            </a:prstGeom>
          </p:spPr>
          <p:txBody>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algn="ctr" rtl="1"/>
              <a:r>
                <a:rPr lang="ar-EG" sz="2400" kern="0" dirty="0">
                  <a:solidFill>
                    <a:schemeClr val="bg1"/>
                  </a:solidFill>
                  <a:latin typeface="Neo Sans Arabic Bold" panose="020B0804030504040204" pitchFamily="34" charset="-78"/>
                  <a:cs typeface="Neo Sans Arabic Bold" panose="020B0804030504040204" pitchFamily="34" charset="-78"/>
                </a:rPr>
                <a:t>طرق التعامل مع التحيز الإعلامي</a:t>
              </a:r>
            </a:p>
          </p:txBody>
        </p:sp>
      </p:grpSp>
      <p:sp>
        <p:nvSpPr>
          <p:cNvPr id="70" name="TextBox 69">
            <a:extLst>
              <a:ext uri="{FF2B5EF4-FFF2-40B4-BE49-F238E27FC236}">
                <a16:creationId xmlns:a16="http://schemas.microsoft.com/office/drawing/2014/main" id="{0A81A0AB-31E6-031E-F338-ED23D4C19E13}"/>
              </a:ext>
            </a:extLst>
          </p:cNvPr>
          <p:cNvSpPr txBox="1"/>
          <p:nvPr/>
        </p:nvSpPr>
        <p:spPr>
          <a:xfrm flipH="1">
            <a:off x="4782605" y="4711580"/>
            <a:ext cx="2626788" cy="1015663"/>
          </a:xfrm>
          <a:prstGeom prst="rect">
            <a:avLst/>
          </a:prstGeom>
          <a:noFill/>
        </p:spPr>
        <p:txBody>
          <a:bodyPr wrap="square" lIns="0" rIns="0" rtlCol="0" anchor="b">
            <a:spAutoFit/>
          </a:bodyPr>
          <a:lstStyle/>
          <a:p>
            <a:pPr algn="ctr" defTabSz="554492" rtl="1">
              <a:defRPr/>
            </a:pPr>
            <a:r>
              <a:rPr lang="ar-EG" sz="2000" kern="0" noProof="1">
                <a:solidFill>
                  <a:srgbClr val="114653"/>
                </a:solidFill>
                <a:latin typeface="Neo Sans Arabic" panose="020B0504030504040204" pitchFamily="34" charset="-78"/>
                <a:cs typeface="Neo Sans Arabic" panose="020B0504030504040204" pitchFamily="34" charset="-78"/>
              </a:rPr>
              <a:t>متابعة منصات إعلامية متعددة للحصزل على منظور متوازن</a:t>
            </a:r>
          </a:p>
        </p:txBody>
      </p:sp>
      <p:sp>
        <p:nvSpPr>
          <p:cNvPr id="71" name="TextBox 70">
            <a:extLst>
              <a:ext uri="{FF2B5EF4-FFF2-40B4-BE49-F238E27FC236}">
                <a16:creationId xmlns:a16="http://schemas.microsoft.com/office/drawing/2014/main" id="{0218A683-4F58-C92F-8AE8-ED6DD322E971}"/>
              </a:ext>
            </a:extLst>
          </p:cNvPr>
          <p:cNvSpPr txBox="1"/>
          <p:nvPr/>
        </p:nvSpPr>
        <p:spPr>
          <a:xfrm flipH="1">
            <a:off x="1040407" y="4711580"/>
            <a:ext cx="2626788" cy="1015663"/>
          </a:xfrm>
          <a:prstGeom prst="rect">
            <a:avLst/>
          </a:prstGeom>
          <a:noFill/>
        </p:spPr>
        <p:txBody>
          <a:bodyPr wrap="square" lIns="0" rIns="0" rtlCol="0" anchor="b">
            <a:spAutoFit/>
          </a:bodyPr>
          <a:lstStyle/>
          <a:p>
            <a:pPr algn="ctr" defTabSz="554492" rtl="1">
              <a:defRPr/>
            </a:pPr>
            <a:r>
              <a:rPr lang="ar-EG" sz="2000" kern="0" noProof="1">
                <a:solidFill>
                  <a:srgbClr val="114653"/>
                </a:solidFill>
                <a:latin typeface="Neo Sans Arabic" panose="020B0504030504040204" pitchFamily="34" charset="-78"/>
                <a:cs typeface="Neo Sans Arabic" panose="020B0504030504040204" pitchFamily="34" charset="-78"/>
              </a:rPr>
              <a:t>تعزيز الوعي بالأساليب التي تستخدمها وسائل الإعلام</a:t>
            </a:r>
          </a:p>
        </p:txBody>
      </p:sp>
      <p:grpSp>
        <p:nvGrpSpPr>
          <p:cNvPr id="74" name="Group 73">
            <a:extLst>
              <a:ext uri="{FF2B5EF4-FFF2-40B4-BE49-F238E27FC236}">
                <a16:creationId xmlns:a16="http://schemas.microsoft.com/office/drawing/2014/main" id="{D617785E-EA68-BC10-8040-7692A4DA71E5}"/>
              </a:ext>
            </a:extLst>
          </p:cNvPr>
          <p:cNvGrpSpPr/>
          <p:nvPr/>
        </p:nvGrpSpPr>
        <p:grpSpPr>
          <a:xfrm>
            <a:off x="8572015" y="2161389"/>
            <a:ext cx="2394101" cy="2088232"/>
            <a:chOff x="8572015" y="2161389"/>
            <a:chExt cx="2394101" cy="2088232"/>
          </a:xfrm>
        </p:grpSpPr>
        <p:grpSp>
          <p:nvGrpSpPr>
            <p:cNvPr id="50" name="Group 49">
              <a:extLst>
                <a:ext uri="{FF2B5EF4-FFF2-40B4-BE49-F238E27FC236}">
                  <a16:creationId xmlns:a16="http://schemas.microsoft.com/office/drawing/2014/main" id="{017AE3D9-F710-9E77-AC46-61FA193E3D48}"/>
                </a:ext>
              </a:extLst>
            </p:cNvPr>
            <p:cNvGrpSpPr/>
            <p:nvPr/>
          </p:nvGrpSpPr>
          <p:grpSpPr>
            <a:xfrm>
              <a:off x="8572015" y="2161389"/>
              <a:ext cx="2394101" cy="2088232"/>
              <a:chOff x="5248647" y="1608813"/>
              <a:chExt cx="970807" cy="846777"/>
            </a:xfrm>
          </p:grpSpPr>
          <p:sp>
            <p:nvSpPr>
              <p:cNvPr id="51" name="Oval 50">
                <a:extLst>
                  <a:ext uri="{FF2B5EF4-FFF2-40B4-BE49-F238E27FC236}">
                    <a16:creationId xmlns:a16="http://schemas.microsoft.com/office/drawing/2014/main" id="{569CD4BA-BBD0-9703-1A1E-958764A40143}"/>
                  </a:ext>
                </a:extLst>
              </p:cNvPr>
              <p:cNvSpPr/>
              <p:nvPr/>
            </p:nvSpPr>
            <p:spPr>
              <a:xfrm>
                <a:off x="5248647" y="1608813"/>
                <a:ext cx="846777" cy="846777"/>
              </a:xfrm>
              <a:prstGeom prst="ellipse">
                <a:avLst/>
              </a:prstGeom>
              <a:solidFill>
                <a:srgbClr val="16536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52" name="Oval 51">
                <a:extLst>
                  <a:ext uri="{FF2B5EF4-FFF2-40B4-BE49-F238E27FC236}">
                    <a16:creationId xmlns:a16="http://schemas.microsoft.com/office/drawing/2014/main" id="{9C25521F-AD64-46A9-7F3D-B83EF6918FCA}"/>
                  </a:ext>
                </a:extLst>
              </p:cNvPr>
              <p:cNvSpPr/>
              <p:nvPr/>
            </p:nvSpPr>
            <p:spPr>
              <a:xfrm>
                <a:off x="5392663" y="1622672"/>
                <a:ext cx="826791" cy="826791"/>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pic>
          <p:nvPicPr>
            <p:cNvPr id="73" name="Picture 72" descr="A blue and black cloud with a file and a picture&#10;&#10;AI-generated content may be incorrect.">
              <a:extLst>
                <a:ext uri="{FF2B5EF4-FFF2-40B4-BE49-F238E27FC236}">
                  <a16:creationId xmlns:a16="http://schemas.microsoft.com/office/drawing/2014/main" id="{B3AE1FCC-B6B9-6873-DC6E-4EBBC97943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8812" y="2697673"/>
              <a:ext cx="1015664" cy="1015664"/>
            </a:xfrm>
            <a:prstGeom prst="rect">
              <a:avLst/>
            </a:prstGeom>
          </p:spPr>
        </p:pic>
      </p:grpSp>
      <p:grpSp>
        <p:nvGrpSpPr>
          <p:cNvPr id="77" name="Group 76">
            <a:extLst>
              <a:ext uri="{FF2B5EF4-FFF2-40B4-BE49-F238E27FC236}">
                <a16:creationId xmlns:a16="http://schemas.microsoft.com/office/drawing/2014/main" id="{23DAC943-31F0-CE45-E22B-4CC7E0160929}"/>
              </a:ext>
            </a:extLst>
          </p:cNvPr>
          <p:cNvGrpSpPr/>
          <p:nvPr/>
        </p:nvGrpSpPr>
        <p:grpSpPr>
          <a:xfrm>
            <a:off x="4806211" y="2161389"/>
            <a:ext cx="2394101" cy="2088232"/>
            <a:chOff x="4806211" y="2161389"/>
            <a:chExt cx="2394101" cy="2088232"/>
          </a:xfrm>
        </p:grpSpPr>
        <p:grpSp>
          <p:nvGrpSpPr>
            <p:cNvPr id="20" name="Group 19">
              <a:extLst>
                <a:ext uri="{FF2B5EF4-FFF2-40B4-BE49-F238E27FC236}">
                  <a16:creationId xmlns:a16="http://schemas.microsoft.com/office/drawing/2014/main" id="{CC80E502-D61E-68DB-9309-9F9CD77E5557}"/>
                </a:ext>
              </a:extLst>
            </p:cNvPr>
            <p:cNvGrpSpPr/>
            <p:nvPr/>
          </p:nvGrpSpPr>
          <p:grpSpPr>
            <a:xfrm>
              <a:off x="4806211" y="2161389"/>
              <a:ext cx="2394101" cy="2088232"/>
              <a:chOff x="5248647" y="1608813"/>
              <a:chExt cx="970807" cy="846777"/>
            </a:xfrm>
          </p:grpSpPr>
          <p:sp>
            <p:nvSpPr>
              <p:cNvPr id="21" name="Oval 20">
                <a:extLst>
                  <a:ext uri="{FF2B5EF4-FFF2-40B4-BE49-F238E27FC236}">
                    <a16:creationId xmlns:a16="http://schemas.microsoft.com/office/drawing/2014/main" id="{73DFF1B0-E471-1AF1-BBF7-C20746F79156}"/>
                  </a:ext>
                </a:extLst>
              </p:cNvPr>
              <p:cNvSpPr/>
              <p:nvPr/>
            </p:nvSpPr>
            <p:spPr>
              <a:xfrm>
                <a:off x="5248647" y="1608813"/>
                <a:ext cx="846777" cy="846777"/>
              </a:xfrm>
              <a:prstGeom prst="ellipse">
                <a:avLst/>
              </a:prstGeom>
              <a:solidFill>
                <a:srgbClr val="20849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rgbClr val="20849C"/>
                  </a:solidFill>
                </a:endParaRPr>
              </a:p>
            </p:txBody>
          </p:sp>
          <p:sp>
            <p:nvSpPr>
              <p:cNvPr id="22" name="Oval 21">
                <a:extLst>
                  <a:ext uri="{FF2B5EF4-FFF2-40B4-BE49-F238E27FC236}">
                    <a16:creationId xmlns:a16="http://schemas.microsoft.com/office/drawing/2014/main" id="{834B14D0-CC17-B749-EEE7-3BE66930F71E}"/>
                  </a:ext>
                </a:extLst>
              </p:cNvPr>
              <p:cNvSpPr/>
              <p:nvPr/>
            </p:nvSpPr>
            <p:spPr>
              <a:xfrm>
                <a:off x="5392663" y="1622672"/>
                <a:ext cx="826791" cy="826791"/>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pic>
          <p:nvPicPr>
            <p:cNvPr id="76" name="Picture 75" descr="A blue and black icon&#10;&#10;AI-generated content may be incorrect.">
              <a:extLst>
                <a:ext uri="{FF2B5EF4-FFF2-40B4-BE49-F238E27FC236}">
                  <a16:creationId xmlns:a16="http://schemas.microsoft.com/office/drawing/2014/main" id="{878A1451-821C-B8C3-8B70-63A7C3AF97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37991" y="2738477"/>
              <a:ext cx="922489" cy="922489"/>
            </a:xfrm>
            <a:prstGeom prst="rect">
              <a:avLst/>
            </a:prstGeom>
          </p:spPr>
        </p:pic>
      </p:grpSp>
      <p:grpSp>
        <p:nvGrpSpPr>
          <p:cNvPr id="80" name="Group 79">
            <a:extLst>
              <a:ext uri="{FF2B5EF4-FFF2-40B4-BE49-F238E27FC236}">
                <a16:creationId xmlns:a16="http://schemas.microsoft.com/office/drawing/2014/main" id="{83922AAF-1B26-B7E8-2749-7885A7913CD9}"/>
              </a:ext>
            </a:extLst>
          </p:cNvPr>
          <p:cNvGrpSpPr/>
          <p:nvPr/>
        </p:nvGrpSpPr>
        <p:grpSpPr>
          <a:xfrm>
            <a:off x="1040407" y="2161389"/>
            <a:ext cx="2394101" cy="2088232"/>
            <a:chOff x="1040407" y="2161389"/>
            <a:chExt cx="2394101" cy="2088232"/>
          </a:xfrm>
        </p:grpSpPr>
        <p:grpSp>
          <p:nvGrpSpPr>
            <p:cNvPr id="7" name="Group 6">
              <a:extLst>
                <a:ext uri="{FF2B5EF4-FFF2-40B4-BE49-F238E27FC236}">
                  <a16:creationId xmlns:a16="http://schemas.microsoft.com/office/drawing/2014/main" id="{C30C6A3B-413C-4E33-3249-B7E3231863C9}"/>
                </a:ext>
              </a:extLst>
            </p:cNvPr>
            <p:cNvGrpSpPr/>
            <p:nvPr/>
          </p:nvGrpSpPr>
          <p:grpSpPr>
            <a:xfrm>
              <a:off x="1040407" y="2161389"/>
              <a:ext cx="2394101" cy="2088232"/>
              <a:chOff x="5248647" y="1608813"/>
              <a:chExt cx="970807" cy="846777"/>
            </a:xfrm>
          </p:grpSpPr>
          <p:sp>
            <p:nvSpPr>
              <p:cNvPr id="10" name="Oval 9">
                <a:extLst>
                  <a:ext uri="{FF2B5EF4-FFF2-40B4-BE49-F238E27FC236}">
                    <a16:creationId xmlns:a16="http://schemas.microsoft.com/office/drawing/2014/main" id="{98CC02FE-FFE2-0EEB-9464-9284D80DB19B}"/>
                  </a:ext>
                </a:extLst>
              </p:cNvPr>
              <p:cNvSpPr/>
              <p:nvPr/>
            </p:nvSpPr>
            <p:spPr>
              <a:xfrm>
                <a:off x="5248647" y="1608813"/>
                <a:ext cx="846777" cy="846777"/>
              </a:xfrm>
              <a:prstGeom prst="ellipse">
                <a:avLst/>
              </a:prstGeom>
              <a:solidFill>
                <a:srgbClr val="8DB7E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1" name="Oval 10">
                <a:extLst>
                  <a:ext uri="{FF2B5EF4-FFF2-40B4-BE49-F238E27FC236}">
                    <a16:creationId xmlns:a16="http://schemas.microsoft.com/office/drawing/2014/main" id="{5C6D4703-9418-3525-AB46-686BCA6130AE}"/>
                  </a:ext>
                </a:extLst>
              </p:cNvPr>
              <p:cNvSpPr/>
              <p:nvPr/>
            </p:nvSpPr>
            <p:spPr>
              <a:xfrm>
                <a:off x="5392663" y="1622672"/>
                <a:ext cx="826791" cy="826791"/>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pic>
          <p:nvPicPr>
            <p:cNvPr id="79" name="Picture 78" descr="A person with a light bulb&#10;&#10;AI-generated content may be incorrect.">
              <a:extLst>
                <a:ext uri="{FF2B5EF4-FFF2-40B4-BE49-F238E27FC236}">
                  <a16:creationId xmlns:a16="http://schemas.microsoft.com/office/drawing/2014/main" id="{78141FEB-ADF9-15AF-F9BA-F1154ABB96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25659" y="2697510"/>
              <a:ext cx="963456" cy="963456"/>
            </a:xfrm>
            <a:prstGeom prst="rect">
              <a:avLst/>
            </a:prstGeom>
          </p:spPr>
        </p:pic>
      </p:grpSp>
      <p:grpSp>
        <p:nvGrpSpPr>
          <p:cNvPr id="81" name="object 8">
            <a:extLst>
              <a:ext uri="{FF2B5EF4-FFF2-40B4-BE49-F238E27FC236}">
                <a16:creationId xmlns:a16="http://schemas.microsoft.com/office/drawing/2014/main" id="{0711654C-7F0A-1D8A-871F-87F780BB7B3A}"/>
              </a:ext>
            </a:extLst>
          </p:cNvPr>
          <p:cNvGrpSpPr/>
          <p:nvPr/>
        </p:nvGrpSpPr>
        <p:grpSpPr>
          <a:xfrm rot="1153264">
            <a:off x="-2765071" y="-2975033"/>
            <a:ext cx="5276699" cy="4294625"/>
            <a:chOff x="0" y="0"/>
            <a:chExt cx="8701667" cy="7082154"/>
          </a:xfrm>
        </p:grpSpPr>
        <p:sp>
          <p:nvSpPr>
            <p:cNvPr id="82" name="object 10">
              <a:extLst>
                <a:ext uri="{FF2B5EF4-FFF2-40B4-BE49-F238E27FC236}">
                  <a16:creationId xmlns:a16="http://schemas.microsoft.com/office/drawing/2014/main" id="{2D82F4CE-4F69-3B64-7B8D-D949090DE73C}"/>
                </a:ext>
              </a:extLst>
            </p:cNvPr>
            <p:cNvSpPr/>
            <p:nvPr/>
          </p:nvSpPr>
          <p:spPr>
            <a:xfrm>
              <a:off x="0" y="0"/>
              <a:ext cx="6506209" cy="5866765"/>
            </a:xfrm>
            <a:custGeom>
              <a:avLst/>
              <a:gdLst/>
              <a:ahLst/>
              <a:cxnLst/>
              <a:rect l="l" t="t" r="r" b="b"/>
              <a:pathLst>
                <a:path w="6506209" h="5866765">
                  <a:moveTo>
                    <a:pt x="0" y="5862801"/>
                  </a:moveTo>
                  <a:lnTo>
                    <a:pt x="868" y="5862792"/>
                  </a:lnTo>
                  <a:lnTo>
                    <a:pt x="30900" y="5862574"/>
                  </a:lnTo>
                  <a:lnTo>
                    <a:pt x="81643" y="5862606"/>
                  </a:lnTo>
                  <a:lnTo>
                    <a:pt x="132385" y="5862637"/>
                  </a:lnTo>
                  <a:lnTo>
                    <a:pt x="183127" y="5862669"/>
                  </a:lnTo>
                  <a:lnTo>
                    <a:pt x="233870" y="5862701"/>
                  </a:lnTo>
                  <a:lnTo>
                    <a:pt x="284612" y="5862732"/>
                  </a:lnTo>
                  <a:lnTo>
                    <a:pt x="335354" y="5862764"/>
                  </a:lnTo>
                  <a:lnTo>
                    <a:pt x="386097" y="5862796"/>
                  </a:lnTo>
                  <a:lnTo>
                    <a:pt x="436839" y="5862827"/>
                  </a:lnTo>
                  <a:lnTo>
                    <a:pt x="487581" y="5862859"/>
                  </a:lnTo>
                  <a:lnTo>
                    <a:pt x="538324" y="5862891"/>
                  </a:lnTo>
                  <a:lnTo>
                    <a:pt x="589066" y="5862922"/>
                  </a:lnTo>
                  <a:lnTo>
                    <a:pt x="639808" y="5862954"/>
                  </a:lnTo>
                  <a:lnTo>
                    <a:pt x="690551" y="5862985"/>
                  </a:lnTo>
                  <a:lnTo>
                    <a:pt x="741293" y="5863017"/>
                  </a:lnTo>
                  <a:lnTo>
                    <a:pt x="792035" y="5863049"/>
                  </a:lnTo>
                  <a:lnTo>
                    <a:pt x="842778" y="5863080"/>
                  </a:lnTo>
                  <a:lnTo>
                    <a:pt x="893520" y="5863112"/>
                  </a:lnTo>
                  <a:lnTo>
                    <a:pt x="944262" y="5863143"/>
                  </a:lnTo>
                  <a:lnTo>
                    <a:pt x="995005" y="5863175"/>
                  </a:lnTo>
                  <a:lnTo>
                    <a:pt x="1045747" y="5863207"/>
                  </a:lnTo>
                  <a:lnTo>
                    <a:pt x="1096489" y="5863238"/>
                  </a:lnTo>
                  <a:lnTo>
                    <a:pt x="1147231" y="5863270"/>
                  </a:lnTo>
                  <a:lnTo>
                    <a:pt x="1197974" y="5863301"/>
                  </a:lnTo>
                  <a:lnTo>
                    <a:pt x="1248716" y="5863333"/>
                  </a:lnTo>
                  <a:lnTo>
                    <a:pt x="1299458" y="5863364"/>
                  </a:lnTo>
                  <a:lnTo>
                    <a:pt x="1350201" y="5863396"/>
                  </a:lnTo>
                  <a:lnTo>
                    <a:pt x="1400943" y="5863428"/>
                  </a:lnTo>
                  <a:lnTo>
                    <a:pt x="1451685" y="5863459"/>
                  </a:lnTo>
                  <a:lnTo>
                    <a:pt x="1502427" y="5863491"/>
                  </a:lnTo>
                  <a:lnTo>
                    <a:pt x="1553170" y="5863522"/>
                  </a:lnTo>
                  <a:lnTo>
                    <a:pt x="1603912" y="5863554"/>
                  </a:lnTo>
                  <a:lnTo>
                    <a:pt x="1654654" y="5863585"/>
                  </a:lnTo>
                  <a:lnTo>
                    <a:pt x="1705396" y="5863617"/>
                  </a:lnTo>
                  <a:lnTo>
                    <a:pt x="1756139" y="5863648"/>
                  </a:lnTo>
                  <a:lnTo>
                    <a:pt x="1806881" y="5863680"/>
                  </a:lnTo>
                  <a:lnTo>
                    <a:pt x="1857623" y="5863711"/>
                  </a:lnTo>
                  <a:lnTo>
                    <a:pt x="1908365" y="5863743"/>
                  </a:lnTo>
                  <a:lnTo>
                    <a:pt x="1959108" y="5863774"/>
                  </a:lnTo>
                  <a:lnTo>
                    <a:pt x="2009850" y="5863806"/>
                  </a:lnTo>
                  <a:lnTo>
                    <a:pt x="2060592" y="5863837"/>
                  </a:lnTo>
                  <a:lnTo>
                    <a:pt x="2111334" y="5863869"/>
                  </a:lnTo>
                  <a:lnTo>
                    <a:pt x="2162077" y="5863900"/>
                  </a:lnTo>
                  <a:lnTo>
                    <a:pt x="2212819" y="5863931"/>
                  </a:lnTo>
                  <a:lnTo>
                    <a:pt x="2263561" y="5863963"/>
                  </a:lnTo>
                  <a:lnTo>
                    <a:pt x="2314303" y="5863994"/>
                  </a:lnTo>
                  <a:lnTo>
                    <a:pt x="2365046" y="5864026"/>
                  </a:lnTo>
                  <a:lnTo>
                    <a:pt x="2415788" y="5864057"/>
                  </a:lnTo>
                  <a:lnTo>
                    <a:pt x="2466530" y="5864089"/>
                  </a:lnTo>
                  <a:lnTo>
                    <a:pt x="2517272" y="5864120"/>
                  </a:lnTo>
                  <a:lnTo>
                    <a:pt x="2568015" y="5864151"/>
                  </a:lnTo>
                  <a:lnTo>
                    <a:pt x="2618757" y="5864183"/>
                  </a:lnTo>
                  <a:lnTo>
                    <a:pt x="2669499" y="5864214"/>
                  </a:lnTo>
                  <a:lnTo>
                    <a:pt x="2720241" y="5864245"/>
                  </a:lnTo>
                  <a:lnTo>
                    <a:pt x="2770984" y="5864277"/>
                  </a:lnTo>
                  <a:lnTo>
                    <a:pt x="2821726" y="5864308"/>
                  </a:lnTo>
                  <a:lnTo>
                    <a:pt x="2872468" y="5864340"/>
                  </a:lnTo>
                  <a:lnTo>
                    <a:pt x="2923210" y="5864371"/>
                  </a:lnTo>
                  <a:lnTo>
                    <a:pt x="2973953" y="5864402"/>
                  </a:lnTo>
                  <a:lnTo>
                    <a:pt x="3024695" y="5864433"/>
                  </a:lnTo>
                  <a:lnTo>
                    <a:pt x="3075437" y="5864465"/>
                  </a:lnTo>
                  <a:lnTo>
                    <a:pt x="3126179" y="5864496"/>
                  </a:lnTo>
                  <a:lnTo>
                    <a:pt x="3176921" y="5864527"/>
                  </a:lnTo>
                  <a:lnTo>
                    <a:pt x="3227664" y="5864559"/>
                  </a:lnTo>
                  <a:lnTo>
                    <a:pt x="3278406" y="5864590"/>
                  </a:lnTo>
                  <a:lnTo>
                    <a:pt x="3329148" y="5864621"/>
                  </a:lnTo>
                  <a:lnTo>
                    <a:pt x="3379890" y="5864653"/>
                  </a:lnTo>
                  <a:lnTo>
                    <a:pt x="3430633" y="5864684"/>
                  </a:lnTo>
                  <a:lnTo>
                    <a:pt x="3481375" y="5864715"/>
                  </a:lnTo>
                  <a:lnTo>
                    <a:pt x="3532117" y="5864746"/>
                  </a:lnTo>
                  <a:lnTo>
                    <a:pt x="3582859" y="5864778"/>
                  </a:lnTo>
                  <a:lnTo>
                    <a:pt x="3633602" y="5864809"/>
                  </a:lnTo>
                  <a:lnTo>
                    <a:pt x="3684344" y="5864840"/>
                  </a:lnTo>
                  <a:lnTo>
                    <a:pt x="3735086" y="5864871"/>
                  </a:lnTo>
                  <a:lnTo>
                    <a:pt x="3785828" y="5864902"/>
                  </a:lnTo>
                  <a:lnTo>
                    <a:pt x="3836571" y="5864934"/>
                  </a:lnTo>
                  <a:lnTo>
                    <a:pt x="3887313" y="5864965"/>
                  </a:lnTo>
                  <a:lnTo>
                    <a:pt x="3938055" y="5864996"/>
                  </a:lnTo>
                  <a:lnTo>
                    <a:pt x="3988797" y="5865027"/>
                  </a:lnTo>
                  <a:lnTo>
                    <a:pt x="4039540" y="5865058"/>
                  </a:lnTo>
                  <a:lnTo>
                    <a:pt x="4090282" y="5865089"/>
                  </a:lnTo>
                  <a:lnTo>
                    <a:pt x="4141024" y="5865121"/>
                  </a:lnTo>
                  <a:lnTo>
                    <a:pt x="4191767" y="5865152"/>
                  </a:lnTo>
                  <a:lnTo>
                    <a:pt x="4242509" y="5865183"/>
                  </a:lnTo>
                  <a:lnTo>
                    <a:pt x="4293251" y="5865214"/>
                  </a:lnTo>
                  <a:lnTo>
                    <a:pt x="4343993" y="5865245"/>
                  </a:lnTo>
                  <a:lnTo>
                    <a:pt x="4394736" y="5865276"/>
                  </a:lnTo>
                  <a:lnTo>
                    <a:pt x="4445478" y="5865307"/>
                  </a:lnTo>
                  <a:lnTo>
                    <a:pt x="4496220" y="5865338"/>
                  </a:lnTo>
                  <a:lnTo>
                    <a:pt x="4546962" y="5865369"/>
                  </a:lnTo>
                  <a:lnTo>
                    <a:pt x="4597705" y="5865401"/>
                  </a:lnTo>
                  <a:lnTo>
                    <a:pt x="4648447" y="5865432"/>
                  </a:lnTo>
                  <a:lnTo>
                    <a:pt x="4699189" y="5865463"/>
                  </a:lnTo>
                  <a:lnTo>
                    <a:pt x="4749932" y="5865494"/>
                  </a:lnTo>
                  <a:lnTo>
                    <a:pt x="4800674" y="5865525"/>
                  </a:lnTo>
                  <a:lnTo>
                    <a:pt x="4851416" y="5865556"/>
                  </a:lnTo>
                  <a:lnTo>
                    <a:pt x="4902159" y="5865587"/>
                  </a:lnTo>
                  <a:lnTo>
                    <a:pt x="4952901" y="5865618"/>
                  </a:lnTo>
                  <a:lnTo>
                    <a:pt x="5003643" y="5865649"/>
                  </a:lnTo>
                  <a:lnTo>
                    <a:pt x="5054385" y="5865680"/>
                  </a:lnTo>
                  <a:lnTo>
                    <a:pt x="5105128" y="5865711"/>
                  </a:lnTo>
                  <a:lnTo>
                    <a:pt x="5155870" y="5865742"/>
                  </a:lnTo>
                  <a:lnTo>
                    <a:pt x="5206612" y="5865773"/>
                  </a:lnTo>
                  <a:lnTo>
                    <a:pt x="5257355" y="5865804"/>
                  </a:lnTo>
                  <a:lnTo>
                    <a:pt x="5308097" y="5865834"/>
                  </a:lnTo>
                  <a:lnTo>
                    <a:pt x="5358839" y="5865865"/>
                  </a:lnTo>
                  <a:lnTo>
                    <a:pt x="5409582" y="5865896"/>
                  </a:lnTo>
                  <a:lnTo>
                    <a:pt x="5460324" y="5865927"/>
                  </a:lnTo>
                  <a:lnTo>
                    <a:pt x="5511067" y="5865958"/>
                  </a:lnTo>
                  <a:lnTo>
                    <a:pt x="5561809" y="5865989"/>
                  </a:lnTo>
                  <a:lnTo>
                    <a:pt x="5612551" y="5866020"/>
                  </a:lnTo>
                  <a:lnTo>
                    <a:pt x="5663294" y="5866051"/>
                  </a:lnTo>
                  <a:lnTo>
                    <a:pt x="5714036" y="5866082"/>
                  </a:lnTo>
                  <a:lnTo>
                    <a:pt x="5749061" y="5866251"/>
                  </a:lnTo>
                  <a:lnTo>
                    <a:pt x="5784090" y="5866481"/>
                  </a:lnTo>
                  <a:lnTo>
                    <a:pt x="5819110" y="5866398"/>
                  </a:lnTo>
                  <a:lnTo>
                    <a:pt x="5854105" y="5865631"/>
                  </a:lnTo>
                  <a:lnTo>
                    <a:pt x="5904153" y="5862458"/>
                  </a:lnTo>
                  <a:lnTo>
                    <a:pt x="5952623" y="5856572"/>
                  </a:lnTo>
                  <a:lnTo>
                    <a:pt x="5999458" y="5848053"/>
                  </a:lnTo>
                  <a:lnTo>
                    <a:pt x="6044602" y="5836979"/>
                  </a:lnTo>
                  <a:lnTo>
                    <a:pt x="6087997" y="5823429"/>
                  </a:lnTo>
                  <a:lnTo>
                    <a:pt x="6129588" y="5807481"/>
                  </a:lnTo>
                  <a:lnTo>
                    <a:pt x="6169318" y="5789215"/>
                  </a:lnTo>
                  <a:lnTo>
                    <a:pt x="6207131" y="5768708"/>
                  </a:lnTo>
                  <a:lnTo>
                    <a:pt x="6242971" y="5746040"/>
                  </a:lnTo>
                  <a:lnTo>
                    <a:pt x="6276780" y="5721288"/>
                  </a:lnTo>
                  <a:lnTo>
                    <a:pt x="6308502" y="5694533"/>
                  </a:lnTo>
                  <a:lnTo>
                    <a:pt x="6338082" y="5665851"/>
                  </a:lnTo>
                  <a:lnTo>
                    <a:pt x="6365462" y="5635323"/>
                  </a:lnTo>
                  <a:lnTo>
                    <a:pt x="6390586" y="5603025"/>
                  </a:lnTo>
                  <a:lnTo>
                    <a:pt x="6413398" y="5569038"/>
                  </a:lnTo>
                  <a:lnTo>
                    <a:pt x="6433841" y="5533440"/>
                  </a:lnTo>
                  <a:lnTo>
                    <a:pt x="6451859" y="5496309"/>
                  </a:lnTo>
                  <a:lnTo>
                    <a:pt x="6467395" y="5457724"/>
                  </a:lnTo>
                  <a:lnTo>
                    <a:pt x="6480393" y="5417763"/>
                  </a:lnTo>
                  <a:lnTo>
                    <a:pt x="6490796" y="5376506"/>
                  </a:lnTo>
                  <a:lnTo>
                    <a:pt x="6498548" y="5334031"/>
                  </a:lnTo>
                  <a:lnTo>
                    <a:pt x="6503593" y="5290415"/>
                  </a:lnTo>
                  <a:lnTo>
                    <a:pt x="6505874" y="5245739"/>
                  </a:lnTo>
                  <a:lnTo>
                    <a:pt x="6505335" y="5200081"/>
                  </a:lnTo>
                  <a:lnTo>
                    <a:pt x="6501919" y="5153519"/>
                  </a:lnTo>
                  <a:lnTo>
                    <a:pt x="6495570" y="5106132"/>
                  </a:lnTo>
                  <a:lnTo>
                    <a:pt x="6486230" y="5057998"/>
                  </a:lnTo>
                  <a:lnTo>
                    <a:pt x="6473845" y="5009197"/>
                  </a:lnTo>
                  <a:lnTo>
                    <a:pt x="6459160" y="4963284"/>
                  </a:lnTo>
                  <a:lnTo>
                    <a:pt x="6441765" y="4918713"/>
                  </a:lnTo>
                  <a:lnTo>
                    <a:pt x="6421959" y="4875273"/>
                  </a:lnTo>
                  <a:lnTo>
                    <a:pt x="6400041" y="4832753"/>
                  </a:lnTo>
                  <a:lnTo>
                    <a:pt x="6376309" y="4790942"/>
                  </a:lnTo>
                  <a:lnTo>
                    <a:pt x="6351355" y="4748743"/>
                  </a:lnTo>
                  <a:lnTo>
                    <a:pt x="6324330" y="4703114"/>
                  </a:lnTo>
                  <a:lnTo>
                    <a:pt x="6295288" y="4654145"/>
                  </a:lnTo>
                  <a:lnTo>
                    <a:pt x="6264282" y="4601922"/>
                  </a:lnTo>
                  <a:lnTo>
                    <a:pt x="6231364" y="4546535"/>
                  </a:lnTo>
                  <a:lnTo>
                    <a:pt x="6196588" y="4488070"/>
                  </a:lnTo>
                  <a:lnTo>
                    <a:pt x="6160005" y="4426616"/>
                  </a:lnTo>
                  <a:lnTo>
                    <a:pt x="6121669" y="4362262"/>
                  </a:lnTo>
                  <a:lnTo>
                    <a:pt x="6101860" y="4329024"/>
                  </a:lnTo>
                  <a:lnTo>
                    <a:pt x="6081633" y="4295095"/>
                  </a:lnTo>
                  <a:lnTo>
                    <a:pt x="6060994" y="4260484"/>
                  </a:lnTo>
                  <a:lnTo>
                    <a:pt x="6039949" y="4225203"/>
                  </a:lnTo>
                  <a:lnTo>
                    <a:pt x="6018506" y="4189263"/>
                  </a:lnTo>
                  <a:lnTo>
                    <a:pt x="5996671" y="4152675"/>
                  </a:lnTo>
                  <a:lnTo>
                    <a:pt x="5974450" y="4115449"/>
                  </a:lnTo>
                  <a:lnTo>
                    <a:pt x="5951850" y="4077598"/>
                  </a:lnTo>
                  <a:lnTo>
                    <a:pt x="5928879" y="4039131"/>
                  </a:lnTo>
                  <a:lnTo>
                    <a:pt x="5905541" y="4000061"/>
                  </a:lnTo>
                  <a:lnTo>
                    <a:pt x="5881844" y="3960397"/>
                  </a:lnTo>
                  <a:lnTo>
                    <a:pt x="5857795" y="3920152"/>
                  </a:lnTo>
                  <a:lnTo>
                    <a:pt x="5833400" y="3879335"/>
                  </a:lnTo>
                  <a:lnTo>
                    <a:pt x="5808665" y="3837958"/>
                  </a:lnTo>
                  <a:lnTo>
                    <a:pt x="5783598" y="3796033"/>
                  </a:lnTo>
                  <a:lnTo>
                    <a:pt x="5758205" y="3753569"/>
                  </a:lnTo>
                  <a:lnTo>
                    <a:pt x="5732493" y="3710578"/>
                  </a:lnTo>
                  <a:lnTo>
                    <a:pt x="5706467" y="3667072"/>
                  </a:lnTo>
                  <a:lnTo>
                    <a:pt x="5680135" y="3623060"/>
                  </a:lnTo>
                  <a:lnTo>
                    <a:pt x="5653504" y="3578555"/>
                  </a:lnTo>
                  <a:lnTo>
                    <a:pt x="5626579" y="3533566"/>
                  </a:lnTo>
                  <a:lnTo>
                    <a:pt x="5599368" y="3488106"/>
                  </a:lnTo>
                  <a:lnTo>
                    <a:pt x="5571877" y="3442185"/>
                  </a:lnTo>
                  <a:lnTo>
                    <a:pt x="5544113" y="3395813"/>
                  </a:lnTo>
                  <a:lnTo>
                    <a:pt x="5516082" y="3349003"/>
                  </a:lnTo>
                  <a:lnTo>
                    <a:pt x="5487791" y="3301765"/>
                  </a:lnTo>
                  <a:lnTo>
                    <a:pt x="5459247" y="3254111"/>
                  </a:lnTo>
                  <a:lnTo>
                    <a:pt x="5430456" y="3206050"/>
                  </a:lnTo>
                  <a:lnTo>
                    <a:pt x="5401424" y="3157594"/>
                  </a:lnTo>
                  <a:lnTo>
                    <a:pt x="5372159" y="3108755"/>
                  </a:lnTo>
                  <a:lnTo>
                    <a:pt x="5342667" y="3059543"/>
                  </a:lnTo>
                  <a:lnTo>
                    <a:pt x="5312954" y="3009969"/>
                  </a:lnTo>
                  <a:lnTo>
                    <a:pt x="5283027" y="2960044"/>
                  </a:lnTo>
                  <a:lnTo>
                    <a:pt x="5252894" y="2909780"/>
                  </a:lnTo>
                  <a:lnTo>
                    <a:pt x="5222559" y="2859187"/>
                  </a:lnTo>
                  <a:lnTo>
                    <a:pt x="5192030" y="2808275"/>
                  </a:lnTo>
                  <a:lnTo>
                    <a:pt x="5161314" y="2757058"/>
                  </a:lnTo>
                  <a:lnTo>
                    <a:pt x="5130417" y="2705544"/>
                  </a:lnTo>
                  <a:lnTo>
                    <a:pt x="5099346" y="2653746"/>
                  </a:lnTo>
                  <a:lnTo>
                    <a:pt x="5068107" y="2601674"/>
                  </a:lnTo>
                  <a:lnTo>
                    <a:pt x="5036707" y="2549340"/>
                  </a:lnTo>
                  <a:lnTo>
                    <a:pt x="5005153" y="2496753"/>
                  </a:lnTo>
                  <a:lnTo>
                    <a:pt x="4973451" y="2443926"/>
                  </a:lnTo>
                  <a:lnTo>
                    <a:pt x="4941607" y="2390870"/>
                  </a:lnTo>
                  <a:lnTo>
                    <a:pt x="4909629" y="2337594"/>
                  </a:lnTo>
                  <a:lnTo>
                    <a:pt x="4877523" y="2284112"/>
                  </a:lnTo>
                  <a:lnTo>
                    <a:pt x="4845295" y="2230432"/>
                  </a:lnTo>
                  <a:lnTo>
                    <a:pt x="4812953" y="2176567"/>
                  </a:lnTo>
                  <a:lnTo>
                    <a:pt x="4780502" y="2122527"/>
                  </a:lnTo>
                  <a:lnTo>
                    <a:pt x="4747950" y="2068324"/>
                  </a:lnTo>
                  <a:lnTo>
                    <a:pt x="4715302" y="2013968"/>
                  </a:lnTo>
                  <a:lnTo>
                    <a:pt x="4682566" y="1959471"/>
                  </a:lnTo>
                  <a:lnTo>
                    <a:pt x="4649749" y="1904843"/>
                  </a:lnTo>
                  <a:lnTo>
                    <a:pt x="4616856" y="1850095"/>
                  </a:lnTo>
                  <a:lnTo>
                    <a:pt x="4583894" y="1795239"/>
                  </a:lnTo>
                  <a:lnTo>
                    <a:pt x="4550870" y="1740285"/>
                  </a:lnTo>
                  <a:lnTo>
                    <a:pt x="4517791" y="1685245"/>
                  </a:lnTo>
                  <a:lnTo>
                    <a:pt x="4484663" y="1630130"/>
                  </a:lnTo>
                  <a:lnTo>
                    <a:pt x="4451493" y="1574950"/>
                  </a:lnTo>
                  <a:lnTo>
                    <a:pt x="4418287" y="1519716"/>
                  </a:lnTo>
                  <a:lnTo>
                    <a:pt x="4385052" y="1464440"/>
                  </a:lnTo>
                  <a:lnTo>
                    <a:pt x="4351795" y="1409133"/>
                  </a:lnTo>
                  <a:lnTo>
                    <a:pt x="4318522" y="1353805"/>
                  </a:lnTo>
                  <a:lnTo>
                    <a:pt x="4285239" y="1298468"/>
                  </a:lnTo>
                  <a:lnTo>
                    <a:pt x="4251954" y="1243132"/>
                  </a:lnTo>
                  <a:lnTo>
                    <a:pt x="4218673" y="1187809"/>
                  </a:lnTo>
                  <a:lnTo>
                    <a:pt x="4185402" y="1132510"/>
                  </a:lnTo>
                  <a:lnTo>
                    <a:pt x="4152149" y="1077245"/>
                  </a:lnTo>
                  <a:lnTo>
                    <a:pt x="4118919" y="1022026"/>
                  </a:lnTo>
                  <a:lnTo>
                    <a:pt x="4085720" y="966864"/>
                  </a:lnTo>
                  <a:lnTo>
                    <a:pt x="4052558" y="911769"/>
                  </a:lnTo>
                  <a:lnTo>
                    <a:pt x="4019439" y="856753"/>
                  </a:lnTo>
                  <a:lnTo>
                    <a:pt x="3986371" y="801826"/>
                  </a:lnTo>
                  <a:lnTo>
                    <a:pt x="3953359" y="747001"/>
                  </a:lnTo>
                  <a:lnTo>
                    <a:pt x="3920411" y="692287"/>
                  </a:lnTo>
                  <a:lnTo>
                    <a:pt x="3887532" y="637695"/>
                  </a:lnTo>
                  <a:lnTo>
                    <a:pt x="3854730" y="583238"/>
                  </a:lnTo>
                  <a:lnTo>
                    <a:pt x="3822012" y="528925"/>
                  </a:lnTo>
                  <a:lnTo>
                    <a:pt x="3789383" y="474768"/>
                  </a:lnTo>
                  <a:lnTo>
                    <a:pt x="3756850" y="420778"/>
                  </a:lnTo>
                  <a:lnTo>
                    <a:pt x="3724421" y="366965"/>
                  </a:lnTo>
                  <a:lnTo>
                    <a:pt x="3692101" y="313342"/>
                  </a:lnTo>
                  <a:lnTo>
                    <a:pt x="3659897" y="259918"/>
                  </a:lnTo>
                  <a:lnTo>
                    <a:pt x="3627816" y="206705"/>
                  </a:lnTo>
                  <a:lnTo>
                    <a:pt x="3595864" y="153714"/>
                  </a:lnTo>
                  <a:lnTo>
                    <a:pt x="3564048" y="100956"/>
                  </a:lnTo>
                  <a:lnTo>
                    <a:pt x="3532375" y="48441"/>
                  </a:lnTo>
                  <a:lnTo>
                    <a:pt x="350315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83" name="object 11">
              <a:extLst>
                <a:ext uri="{FF2B5EF4-FFF2-40B4-BE49-F238E27FC236}">
                  <a16:creationId xmlns:a16="http://schemas.microsoft.com/office/drawing/2014/main" id="{24B5DB29-7D94-D75B-99E9-AE51D89E7D88}"/>
                </a:ext>
              </a:extLst>
            </p:cNvPr>
            <p:cNvSpPr/>
            <p:nvPr/>
          </p:nvSpPr>
          <p:spPr>
            <a:xfrm>
              <a:off x="0" y="0"/>
              <a:ext cx="4424045" cy="4857115"/>
            </a:xfrm>
            <a:custGeom>
              <a:avLst/>
              <a:gdLst/>
              <a:ahLst/>
              <a:cxnLst/>
              <a:rect l="l" t="t" r="r" b="b"/>
              <a:pathLst>
                <a:path w="4424045" h="4857115">
                  <a:moveTo>
                    <a:pt x="0" y="4854300"/>
                  </a:moveTo>
                  <a:lnTo>
                    <a:pt x="79877" y="4854350"/>
                  </a:lnTo>
                  <a:lnTo>
                    <a:pt x="130619" y="4854381"/>
                  </a:lnTo>
                  <a:lnTo>
                    <a:pt x="181362" y="4854412"/>
                  </a:lnTo>
                  <a:lnTo>
                    <a:pt x="232104" y="4854444"/>
                  </a:lnTo>
                  <a:lnTo>
                    <a:pt x="282846" y="4854475"/>
                  </a:lnTo>
                  <a:lnTo>
                    <a:pt x="333588" y="4854507"/>
                  </a:lnTo>
                  <a:lnTo>
                    <a:pt x="384331" y="4854538"/>
                  </a:lnTo>
                  <a:lnTo>
                    <a:pt x="435073" y="4854570"/>
                  </a:lnTo>
                  <a:lnTo>
                    <a:pt x="485815" y="4854601"/>
                  </a:lnTo>
                  <a:lnTo>
                    <a:pt x="536557" y="4854632"/>
                  </a:lnTo>
                  <a:lnTo>
                    <a:pt x="587300" y="4854664"/>
                  </a:lnTo>
                  <a:lnTo>
                    <a:pt x="638042" y="4854695"/>
                  </a:lnTo>
                  <a:lnTo>
                    <a:pt x="688784" y="4854726"/>
                  </a:lnTo>
                  <a:lnTo>
                    <a:pt x="739526" y="4854758"/>
                  </a:lnTo>
                  <a:lnTo>
                    <a:pt x="790269" y="4854789"/>
                  </a:lnTo>
                  <a:lnTo>
                    <a:pt x="841011" y="4854820"/>
                  </a:lnTo>
                  <a:lnTo>
                    <a:pt x="891753" y="4854852"/>
                  </a:lnTo>
                  <a:lnTo>
                    <a:pt x="942495" y="4854883"/>
                  </a:lnTo>
                  <a:lnTo>
                    <a:pt x="993238" y="4854914"/>
                  </a:lnTo>
                  <a:lnTo>
                    <a:pt x="1043980" y="4854946"/>
                  </a:lnTo>
                  <a:lnTo>
                    <a:pt x="1094722" y="4854977"/>
                  </a:lnTo>
                  <a:lnTo>
                    <a:pt x="1145464" y="4855008"/>
                  </a:lnTo>
                  <a:lnTo>
                    <a:pt x="1196207" y="4855040"/>
                  </a:lnTo>
                  <a:lnTo>
                    <a:pt x="1246949" y="4855071"/>
                  </a:lnTo>
                  <a:lnTo>
                    <a:pt x="1297691" y="4855102"/>
                  </a:lnTo>
                  <a:lnTo>
                    <a:pt x="1348433" y="4855133"/>
                  </a:lnTo>
                  <a:lnTo>
                    <a:pt x="1399175" y="4855165"/>
                  </a:lnTo>
                  <a:lnTo>
                    <a:pt x="1449918" y="4855196"/>
                  </a:lnTo>
                  <a:lnTo>
                    <a:pt x="1500660" y="4855227"/>
                  </a:lnTo>
                  <a:lnTo>
                    <a:pt x="1551402" y="4855258"/>
                  </a:lnTo>
                  <a:lnTo>
                    <a:pt x="1602144" y="4855290"/>
                  </a:lnTo>
                  <a:lnTo>
                    <a:pt x="1652887" y="4855321"/>
                  </a:lnTo>
                  <a:lnTo>
                    <a:pt x="1703629" y="4855352"/>
                  </a:lnTo>
                  <a:lnTo>
                    <a:pt x="1754371" y="4855383"/>
                  </a:lnTo>
                  <a:lnTo>
                    <a:pt x="1805113" y="4855414"/>
                  </a:lnTo>
                  <a:lnTo>
                    <a:pt x="1855856" y="4855446"/>
                  </a:lnTo>
                  <a:lnTo>
                    <a:pt x="1906598" y="4855477"/>
                  </a:lnTo>
                  <a:lnTo>
                    <a:pt x="1957340" y="4855508"/>
                  </a:lnTo>
                  <a:lnTo>
                    <a:pt x="2008083" y="4855539"/>
                  </a:lnTo>
                  <a:lnTo>
                    <a:pt x="2058825" y="4855570"/>
                  </a:lnTo>
                  <a:lnTo>
                    <a:pt x="2109567" y="4855601"/>
                  </a:lnTo>
                  <a:lnTo>
                    <a:pt x="2160309" y="4855632"/>
                  </a:lnTo>
                  <a:lnTo>
                    <a:pt x="2211052" y="4855664"/>
                  </a:lnTo>
                  <a:lnTo>
                    <a:pt x="2261794" y="4855695"/>
                  </a:lnTo>
                  <a:lnTo>
                    <a:pt x="2312536" y="4855726"/>
                  </a:lnTo>
                  <a:lnTo>
                    <a:pt x="2363278" y="4855757"/>
                  </a:lnTo>
                  <a:lnTo>
                    <a:pt x="2414021" y="4855788"/>
                  </a:lnTo>
                  <a:lnTo>
                    <a:pt x="2464763" y="4855819"/>
                  </a:lnTo>
                  <a:lnTo>
                    <a:pt x="2515505" y="4855850"/>
                  </a:lnTo>
                  <a:lnTo>
                    <a:pt x="2566248" y="4855881"/>
                  </a:lnTo>
                  <a:lnTo>
                    <a:pt x="2616990" y="4855912"/>
                  </a:lnTo>
                  <a:lnTo>
                    <a:pt x="2667732" y="4855943"/>
                  </a:lnTo>
                  <a:lnTo>
                    <a:pt x="2718474" y="4855974"/>
                  </a:lnTo>
                  <a:lnTo>
                    <a:pt x="2769217" y="4856005"/>
                  </a:lnTo>
                  <a:lnTo>
                    <a:pt x="2819959" y="4856036"/>
                  </a:lnTo>
                  <a:lnTo>
                    <a:pt x="2870701" y="4856067"/>
                  </a:lnTo>
                  <a:lnTo>
                    <a:pt x="2921444" y="4856098"/>
                  </a:lnTo>
                  <a:lnTo>
                    <a:pt x="2972186" y="4856129"/>
                  </a:lnTo>
                  <a:lnTo>
                    <a:pt x="3022928" y="4856160"/>
                  </a:lnTo>
                  <a:lnTo>
                    <a:pt x="3073671" y="4856191"/>
                  </a:lnTo>
                  <a:lnTo>
                    <a:pt x="3124413" y="4856222"/>
                  </a:lnTo>
                  <a:lnTo>
                    <a:pt x="3175155" y="4856253"/>
                  </a:lnTo>
                  <a:lnTo>
                    <a:pt x="3225898" y="4856284"/>
                  </a:lnTo>
                  <a:lnTo>
                    <a:pt x="3276640" y="4856315"/>
                  </a:lnTo>
                  <a:lnTo>
                    <a:pt x="3327382" y="4856346"/>
                  </a:lnTo>
                  <a:lnTo>
                    <a:pt x="3378125" y="4856377"/>
                  </a:lnTo>
                  <a:lnTo>
                    <a:pt x="3428867" y="4856408"/>
                  </a:lnTo>
                  <a:lnTo>
                    <a:pt x="3479609" y="4856439"/>
                  </a:lnTo>
                  <a:lnTo>
                    <a:pt x="3530352" y="4856469"/>
                  </a:lnTo>
                  <a:lnTo>
                    <a:pt x="3581094" y="4856500"/>
                  </a:lnTo>
                  <a:lnTo>
                    <a:pt x="3631837" y="4856531"/>
                  </a:lnTo>
                  <a:lnTo>
                    <a:pt x="3666861" y="4856701"/>
                  </a:lnTo>
                  <a:lnTo>
                    <a:pt x="3701891" y="4856930"/>
                  </a:lnTo>
                  <a:lnTo>
                    <a:pt x="3736910" y="4856848"/>
                  </a:lnTo>
                  <a:lnTo>
                    <a:pt x="3771906" y="4856081"/>
                  </a:lnTo>
                  <a:lnTo>
                    <a:pt x="3821954" y="4852907"/>
                  </a:lnTo>
                  <a:lnTo>
                    <a:pt x="3870424" y="4847021"/>
                  </a:lnTo>
                  <a:lnTo>
                    <a:pt x="3917259" y="4838502"/>
                  </a:lnTo>
                  <a:lnTo>
                    <a:pt x="3962402" y="4827428"/>
                  </a:lnTo>
                  <a:lnTo>
                    <a:pt x="4005798" y="4813878"/>
                  </a:lnTo>
                  <a:lnTo>
                    <a:pt x="4047389" y="4797931"/>
                  </a:lnTo>
                  <a:lnTo>
                    <a:pt x="4087119" y="4779664"/>
                  </a:lnTo>
                  <a:lnTo>
                    <a:pt x="4124932" y="4759158"/>
                  </a:lnTo>
                  <a:lnTo>
                    <a:pt x="4160771" y="4736489"/>
                  </a:lnTo>
                  <a:lnTo>
                    <a:pt x="4194580" y="4711738"/>
                  </a:lnTo>
                  <a:lnTo>
                    <a:pt x="4226303" y="4684982"/>
                  </a:lnTo>
                  <a:lnTo>
                    <a:pt x="4255882" y="4656301"/>
                  </a:lnTo>
                  <a:lnTo>
                    <a:pt x="4283262" y="4625772"/>
                  </a:lnTo>
                  <a:lnTo>
                    <a:pt x="4308387" y="4593475"/>
                  </a:lnTo>
                  <a:lnTo>
                    <a:pt x="4331198" y="4559488"/>
                  </a:lnTo>
                  <a:lnTo>
                    <a:pt x="4351641" y="4523890"/>
                  </a:lnTo>
                  <a:lnTo>
                    <a:pt x="4369659" y="4486759"/>
                  </a:lnTo>
                  <a:lnTo>
                    <a:pt x="4385195" y="4448173"/>
                  </a:lnTo>
                  <a:lnTo>
                    <a:pt x="4398193" y="4408213"/>
                  </a:lnTo>
                  <a:lnTo>
                    <a:pt x="4408597" y="4366956"/>
                  </a:lnTo>
                  <a:lnTo>
                    <a:pt x="4416349" y="4324480"/>
                  </a:lnTo>
                  <a:lnTo>
                    <a:pt x="4421394" y="4280865"/>
                  </a:lnTo>
                  <a:lnTo>
                    <a:pt x="4423675" y="4236189"/>
                  </a:lnTo>
                  <a:lnTo>
                    <a:pt x="4423136" y="4190531"/>
                  </a:lnTo>
                  <a:lnTo>
                    <a:pt x="4419719" y="4143969"/>
                  </a:lnTo>
                  <a:lnTo>
                    <a:pt x="4413370" y="4096581"/>
                  </a:lnTo>
                  <a:lnTo>
                    <a:pt x="4404031" y="4048448"/>
                  </a:lnTo>
                  <a:lnTo>
                    <a:pt x="4391646" y="3999646"/>
                  </a:lnTo>
                  <a:lnTo>
                    <a:pt x="4376961" y="3953734"/>
                  </a:lnTo>
                  <a:lnTo>
                    <a:pt x="4359566" y="3909163"/>
                  </a:lnTo>
                  <a:lnTo>
                    <a:pt x="4339760" y="3865723"/>
                  </a:lnTo>
                  <a:lnTo>
                    <a:pt x="4317842" y="3823203"/>
                  </a:lnTo>
                  <a:lnTo>
                    <a:pt x="4294110" y="3781391"/>
                  </a:lnTo>
                  <a:lnTo>
                    <a:pt x="4255289" y="3716001"/>
                  </a:lnTo>
                  <a:lnTo>
                    <a:pt x="4235177" y="3682348"/>
                  </a:lnTo>
                  <a:lnTo>
                    <a:pt x="4214609" y="3648074"/>
                  </a:lnTo>
                  <a:lnTo>
                    <a:pt x="4193595" y="3613191"/>
                  </a:lnTo>
                  <a:lnTo>
                    <a:pt x="4172145" y="3577714"/>
                  </a:lnTo>
                  <a:lnTo>
                    <a:pt x="4150268" y="3541654"/>
                  </a:lnTo>
                  <a:lnTo>
                    <a:pt x="4127974" y="3505026"/>
                  </a:lnTo>
                  <a:lnTo>
                    <a:pt x="4105272" y="3467842"/>
                  </a:lnTo>
                  <a:lnTo>
                    <a:pt x="4082173" y="3430115"/>
                  </a:lnTo>
                  <a:lnTo>
                    <a:pt x="4058685" y="3391858"/>
                  </a:lnTo>
                  <a:lnTo>
                    <a:pt x="4034818" y="3353085"/>
                  </a:lnTo>
                  <a:lnTo>
                    <a:pt x="4010583" y="3313808"/>
                  </a:lnTo>
                  <a:lnTo>
                    <a:pt x="3985988" y="3274041"/>
                  </a:lnTo>
                  <a:lnTo>
                    <a:pt x="3961043" y="3233796"/>
                  </a:lnTo>
                  <a:lnTo>
                    <a:pt x="3935758" y="3193087"/>
                  </a:lnTo>
                  <a:lnTo>
                    <a:pt x="3910142" y="3151927"/>
                  </a:lnTo>
                  <a:lnTo>
                    <a:pt x="3884205" y="3110328"/>
                  </a:lnTo>
                  <a:lnTo>
                    <a:pt x="3857957" y="3068304"/>
                  </a:lnTo>
                  <a:lnTo>
                    <a:pt x="3831406" y="3025868"/>
                  </a:lnTo>
                  <a:lnTo>
                    <a:pt x="3804564" y="2983034"/>
                  </a:lnTo>
                  <a:lnTo>
                    <a:pt x="3777438" y="2939813"/>
                  </a:lnTo>
                  <a:lnTo>
                    <a:pt x="3750040" y="2896219"/>
                  </a:lnTo>
                  <a:lnTo>
                    <a:pt x="3722378" y="2852266"/>
                  </a:lnTo>
                  <a:lnTo>
                    <a:pt x="3694462" y="2807966"/>
                  </a:lnTo>
                  <a:lnTo>
                    <a:pt x="3666302" y="2763332"/>
                  </a:lnTo>
                  <a:lnTo>
                    <a:pt x="3637908" y="2718378"/>
                  </a:lnTo>
                  <a:lnTo>
                    <a:pt x="3609288" y="2673116"/>
                  </a:lnTo>
                  <a:lnTo>
                    <a:pt x="3580453" y="2627560"/>
                  </a:lnTo>
                  <a:lnTo>
                    <a:pt x="3551411" y="2581723"/>
                  </a:lnTo>
                  <a:lnTo>
                    <a:pt x="3522174" y="2535617"/>
                  </a:lnTo>
                  <a:lnTo>
                    <a:pt x="3492750" y="2489256"/>
                  </a:lnTo>
                  <a:lnTo>
                    <a:pt x="3463149" y="2442653"/>
                  </a:lnTo>
                  <a:lnTo>
                    <a:pt x="3433380" y="2395820"/>
                  </a:lnTo>
                  <a:lnTo>
                    <a:pt x="3403454" y="2348772"/>
                  </a:lnTo>
                  <a:lnTo>
                    <a:pt x="3373379" y="2301521"/>
                  </a:lnTo>
                  <a:lnTo>
                    <a:pt x="3343166" y="2254080"/>
                  </a:lnTo>
                  <a:lnTo>
                    <a:pt x="3312823" y="2206462"/>
                  </a:lnTo>
                  <a:lnTo>
                    <a:pt x="3282361" y="2158681"/>
                  </a:lnTo>
                  <a:lnTo>
                    <a:pt x="3251789" y="2110748"/>
                  </a:lnTo>
                  <a:lnTo>
                    <a:pt x="3221117" y="2062679"/>
                  </a:lnTo>
                  <a:lnTo>
                    <a:pt x="3190354" y="2014484"/>
                  </a:lnTo>
                  <a:lnTo>
                    <a:pt x="3159511" y="1966179"/>
                  </a:lnTo>
                  <a:lnTo>
                    <a:pt x="3128595" y="1917775"/>
                  </a:lnTo>
                  <a:lnTo>
                    <a:pt x="3097618" y="1869285"/>
                  </a:lnTo>
                  <a:lnTo>
                    <a:pt x="3066589" y="1820724"/>
                  </a:lnTo>
                  <a:lnTo>
                    <a:pt x="3035517" y="1772103"/>
                  </a:lnTo>
                  <a:lnTo>
                    <a:pt x="3004412" y="1723437"/>
                  </a:lnTo>
                  <a:lnTo>
                    <a:pt x="2973283" y="1674737"/>
                  </a:lnTo>
                  <a:lnTo>
                    <a:pt x="2942141" y="1626017"/>
                  </a:lnTo>
                  <a:lnTo>
                    <a:pt x="2910994" y="1577291"/>
                  </a:lnTo>
                  <a:lnTo>
                    <a:pt x="2879853" y="1528570"/>
                  </a:lnTo>
                  <a:lnTo>
                    <a:pt x="2848727" y="1479869"/>
                  </a:lnTo>
                  <a:lnTo>
                    <a:pt x="2817625" y="1431200"/>
                  </a:lnTo>
                  <a:lnTo>
                    <a:pt x="2786557" y="1382577"/>
                  </a:lnTo>
                  <a:lnTo>
                    <a:pt x="2755533" y="1334012"/>
                  </a:lnTo>
                  <a:lnTo>
                    <a:pt x="2724563" y="1285519"/>
                  </a:lnTo>
                  <a:lnTo>
                    <a:pt x="2693655" y="1237111"/>
                  </a:lnTo>
                  <a:lnTo>
                    <a:pt x="2662820" y="1188800"/>
                  </a:lnTo>
                  <a:lnTo>
                    <a:pt x="2632067" y="1140600"/>
                  </a:lnTo>
                  <a:lnTo>
                    <a:pt x="2601406" y="1092523"/>
                  </a:lnTo>
                  <a:lnTo>
                    <a:pt x="2570846" y="1044584"/>
                  </a:lnTo>
                  <a:lnTo>
                    <a:pt x="2540398" y="996795"/>
                  </a:lnTo>
                  <a:lnTo>
                    <a:pt x="2510069" y="949168"/>
                  </a:lnTo>
                  <a:lnTo>
                    <a:pt x="2479871" y="901718"/>
                  </a:lnTo>
                  <a:lnTo>
                    <a:pt x="2449813" y="854457"/>
                  </a:lnTo>
                  <a:lnTo>
                    <a:pt x="2419904" y="807398"/>
                  </a:lnTo>
                  <a:lnTo>
                    <a:pt x="2390154" y="760555"/>
                  </a:lnTo>
                  <a:lnTo>
                    <a:pt x="2360573" y="713940"/>
                  </a:lnTo>
                  <a:lnTo>
                    <a:pt x="2331169" y="667567"/>
                  </a:lnTo>
                  <a:lnTo>
                    <a:pt x="2301954" y="621448"/>
                  </a:lnTo>
                  <a:lnTo>
                    <a:pt x="2272936" y="575597"/>
                  </a:lnTo>
                  <a:lnTo>
                    <a:pt x="2244125" y="530026"/>
                  </a:lnTo>
                  <a:lnTo>
                    <a:pt x="2215530" y="484749"/>
                  </a:lnTo>
                  <a:lnTo>
                    <a:pt x="2187162" y="439779"/>
                  </a:lnTo>
                  <a:lnTo>
                    <a:pt x="2159029" y="395129"/>
                  </a:lnTo>
                  <a:lnTo>
                    <a:pt x="2131142" y="350812"/>
                  </a:lnTo>
                  <a:lnTo>
                    <a:pt x="2103510" y="306841"/>
                  </a:lnTo>
                  <a:lnTo>
                    <a:pt x="2076142" y="263230"/>
                  </a:lnTo>
                  <a:lnTo>
                    <a:pt x="2049048" y="219990"/>
                  </a:lnTo>
                  <a:lnTo>
                    <a:pt x="2022239" y="177136"/>
                  </a:lnTo>
                  <a:lnTo>
                    <a:pt x="1995722" y="134680"/>
                  </a:lnTo>
                  <a:lnTo>
                    <a:pt x="1969509" y="92635"/>
                  </a:lnTo>
                  <a:lnTo>
                    <a:pt x="1943608" y="51015"/>
                  </a:lnTo>
                  <a:lnTo>
                    <a:pt x="1918029" y="9832"/>
                  </a:lnTo>
                  <a:lnTo>
                    <a:pt x="1911935"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sp>
          <p:nvSpPr>
            <p:cNvPr id="84" name="object 12">
              <a:extLst>
                <a:ext uri="{FF2B5EF4-FFF2-40B4-BE49-F238E27FC236}">
                  <a16:creationId xmlns:a16="http://schemas.microsoft.com/office/drawing/2014/main" id="{611B49B5-9A0E-B402-8EEE-A0D14CA2A834}"/>
                </a:ext>
              </a:extLst>
            </p:cNvPr>
            <p:cNvSpPr/>
            <p:nvPr/>
          </p:nvSpPr>
          <p:spPr>
            <a:xfrm>
              <a:off x="9787" y="0"/>
              <a:ext cx="8691880" cy="7082154"/>
            </a:xfrm>
            <a:custGeom>
              <a:avLst/>
              <a:gdLst/>
              <a:ahLst/>
              <a:cxnLst/>
              <a:rect l="l" t="t" r="r" b="b"/>
              <a:pathLst>
                <a:path w="8691880" h="7082155">
                  <a:moveTo>
                    <a:pt x="0" y="7077369"/>
                  </a:moveTo>
                  <a:lnTo>
                    <a:pt x="42823" y="7077396"/>
                  </a:lnTo>
                  <a:lnTo>
                    <a:pt x="85964" y="7077423"/>
                  </a:lnTo>
                  <a:lnTo>
                    <a:pt x="129418" y="7077449"/>
                  </a:lnTo>
                  <a:lnTo>
                    <a:pt x="173181" y="7077476"/>
                  </a:lnTo>
                  <a:lnTo>
                    <a:pt x="217248" y="7077503"/>
                  </a:lnTo>
                  <a:lnTo>
                    <a:pt x="261616" y="7077529"/>
                  </a:lnTo>
                  <a:lnTo>
                    <a:pt x="306281" y="7077556"/>
                  </a:lnTo>
                  <a:lnTo>
                    <a:pt x="351237" y="7077583"/>
                  </a:lnTo>
                  <a:lnTo>
                    <a:pt x="396481" y="7077609"/>
                  </a:lnTo>
                  <a:lnTo>
                    <a:pt x="442009" y="7077636"/>
                  </a:lnTo>
                  <a:lnTo>
                    <a:pt x="487817" y="7077663"/>
                  </a:lnTo>
                  <a:lnTo>
                    <a:pt x="533899" y="7077689"/>
                  </a:lnTo>
                  <a:lnTo>
                    <a:pt x="580253" y="7077716"/>
                  </a:lnTo>
                  <a:lnTo>
                    <a:pt x="626874" y="7077742"/>
                  </a:lnTo>
                  <a:lnTo>
                    <a:pt x="673757" y="7077769"/>
                  </a:lnTo>
                  <a:lnTo>
                    <a:pt x="720899" y="7077796"/>
                  </a:lnTo>
                  <a:lnTo>
                    <a:pt x="768295" y="7077822"/>
                  </a:lnTo>
                  <a:lnTo>
                    <a:pt x="815941" y="7077849"/>
                  </a:lnTo>
                  <a:lnTo>
                    <a:pt x="863833" y="7077875"/>
                  </a:lnTo>
                  <a:lnTo>
                    <a:pt x="911966" y="7077902"/>
                  </a:lnTo>
                  <a:lnTo>
                    <a:pt x="960337" y="7077929"/>
                  </a:lnTo>
                  <a:lnTo>
                    <a:pt x="1008941" y="7077955"/>
                  </a:lnTo>
                  <a:lnTo>
                    <a:pt x="1057775" y="7077982"/>
                  </a:lnTo>
                  <a:lnTo>
                    <a:pt x="1106833" y="7078008"/>
                  </a:lnTo>
                  <a:lnTo>
                    <a:pt x="1156112" y="7078035"/>
                  </a:lnTo>
                  <a:lnTo>
                    <a:pt x="1205607" y="7078061"/>
                  </a:lnTo>
                  <a:lnTo>
                    <a:pt x="1255314" y="7078088"/>
                  </a:lnTo>
                  <a:lnTo>
                    <a:pt x="1305230" y="7078115"/>
                  </a:lnTo>
                  <a:lnTo>
                    <a:pt x="1355349" y="7078141"/>
                  </a:lnTo>
                  <a:lnTo>
                    <a:pt x="1405668" y="7078168"/>
                  </a:lnTo>
                  <a:lnTo>
                    <a:pt x="1456182" y="7078194"/>
                  </a:lnTo>
                  <a:lnTo>
                    <a:pt x="1506888" y="7078221"/>
                  </a:lnTo>
                  <a:lnTo>
                    <a:pt x="1557780" y="7078247"/>
                  </a:lnTo>
                  <a:lnTo>
                    <a:pt x="1608856" y="7078274"/>
                  </a:lnTo>
                  <a:lnTo>
                    <a:pt x="1660110" y="7078300"/>
                  </a:lnTo>
                  <a:lnTo>
                    <a:pt x="1711538" y="7078327"/>
                  </a:lnTo>
                  <a:lnTo>
                    <a:pt x="1763137" y="7078353"/>
                  </a:lnTo>
                  <a:lnTo>
                    <a:pt x="1814901" y="7078380"/>
                  </a:lnTo>
                  <a:lnTo>
                    <a:pt x="1866828" y="7078406"/>
                  </a:lnTo>
                  <a:lnTo>
                    <a:pt x="1918912" y="7078433"/>
                  </a:lnTo>
                  <a:lnTo>
                    <a:pt x="1971149" y="7078459"/>
                  </a:lnTo>
                  <a:lnTo>
                    <a:pt x="2023536" y="7078486"/>
                  </a:lnTo>
                  <a:lnTo>
                    <a:pt x="2076067" y="7078512"/>
                  </a:lnTo>
                  <a:lnTo>
                    <a:pt x="2128740" y="7078539"/>
                  </a:lnTo>
                  <a:lnTo>
                    <a:pt x="2181549" y="7078565"/>
                  </a:lnTo>
                  <a:lnTo>
                    <a:pt x="2234490" y="7078591"/>
                  </a:lnTo>
                  <a:lnTo>
                    <a:pt x="2287559" y="7078618"/>
                  </a:lnTo>
                  <a:lnTo>
                    <a:pt x="2340753" y="7078644"/>
                  </a:lnTo>
                  <a:lnTo>
                    <a:pt x="2394066" y="7078671"/>
                  </a:lnTo>
                  <a:lnTo>
                    <a:pt x="2447495" y="7078697"/>
                  </a:lnTo>
                  <a:lnTo>
                    <a:pt x="2501035" y="7078724"/>
                  </a:lnTo>
                  <a:lnTo>
                    <a:pt x="2554683" y="7078750"/>
                  </a:lnTo>
                  <a:lnTo>
                    <a:pt x="2608433" y="7078776"/>
                  </a:lnTo>
                  <a:lnTo>
                    <a:pt x="2662282" y="7078803"/>
                  </a:lnTo>
                  <a:lnTo>
                    <a:pt x="2716226" y="7078829"/>
                  </a:lnTo>
                  <a:lnTo>
                    <a:pt x="2770260" y="7078856"/>
                  </a:lnTo>
                  <a:lnTo>
                    <a:pt x="2824380" y="7078882"/>
                  </a:lnTo>
                  <a:lnTo>
                    <a:pt x="2878582" y="7078908"/>
                  </a:lnTo>
                  <a:lnTo>
                    <a:pt x="2932862" y="7078935"/>
                  </a:lnTo>
                  <a:lnTo>
                    <a:pt x="2987215" y="7078961"/>
                  </a:lnTo>
                  <a:lnTo>
                    <a:pt x="3041638" y="7078987"/>
                  </a:lnTo>
                  <a:lnTo>
                    <a:pt x="3096126" y="7079014"/>
                  </a:lnTo>
                  <a:lnTo>
                    <a:pt x="3150675" y="7079040"/>
                  </a:lnTo>
                  <a:lnTo>
                    <a:pt x="3205280" y="7079067"/>
                  </a:lnTo>
                  <a:lnTo>
                    <a:pt x="3259938" y="7079093"/>
                  </a:lnTo>
                  <a:lnTo>
                    <a:pt x="3314645" y="7079119"/>
                  </a:lnTo>
                  <a:lnTo>
                    <a:pt x="3369395" y="7079146"/>
                  </a:lnTo>
                  <a:lnTo>
                    <a:pt x="3424186" y="7079172"/>
                  </a:lnTo>
                  <a:lnTo>
                    <a:pt x="3479012" y="7079198"/>
                  </a:lnTo>
                  <a:lnTo>
                    <a:pt x="3533870" y="7079225"/>
                  </a:lnTo>
                  <a:lnTo>
                    <a:pt x="3588755" y="7079251"/>
                  </a:lnTo>
                  <a:lnTo>
                    <a:pt x="3643663" y="7079277"/>
                  </a:lnTo>
                  <a:lnTo>
                    <a:pt x="3698590" y="7079303"/>
                  </a:lnTo>
                  <a:lnTo>
                    <a:pt x="3753532" y="7079330"/>
                  </a:lnTo>
                  <a:lnTo>
                    <a:pt x="3808484" y="7079356"/>
                  </a:lnTo>
                  <a:lnTo>
                    <a:pt x="3863443" y="7079382"/>
                  </a:lnTo>
                  <a:lnTo>
                    <a:pt x="3918403" y="7079409"/>
                  </a:lnTo>
                  <a:lnTo>
                    <a:pt x="3973362" y="7079435"/>
                  </a:lnTo>
                  <a:lnTo>
                    <a:pt x="4028314" y="7079461"/>
                  </a:lnTo>
                  <a:lnTo>
                    <a:pt x="4083256" y="7079487"/>
                  </a:lnTo>
                  <a:lnTo>
                    <a:pt x="4138183" y="7079514"/>
                  </a:lnTo>
                  <a:lnTo>
                    <a:pt x="4193091" y="7079540"/>
                  </a:lnTo>
                  <a:lnTo>
                    <a:pt x="4247976" y="7079566"/>
                  </a:lnTo>
                  <a:lnTo>
                    <a:pt x="4302834" y="7079592"/>
                  </a:lnTo>
                  <a:lnTo>
                    <a:pt x="4357660" y="7079619"/>
                  </a:lnTo>
                  <a:lnTo>
                    <a:pt x="4412451" y="7079645"/>
                  </a:lnTo>
                  <a:lnTo>
                    <a:pt x="4467201" y="7079671"/>
                  </a:lnTo>
                  <a:lnTo>
                    <a:pt x="4521907" y="7079697"/>
                  </a:lnTo>
                  <a:lnTo>
                    <a:pt x="4576566" y="7079724"/>
                  </a:lnTo>
                  <a:lnTo>
                    <a:pt x="4631171" y="7079750"/>
                  </a:lnTo>
                  <a:lnTo>
                    <a:pt x="4685720" y="7079776"/>
                  </a:lnTo>
                  <a:lnTo>
                    <a:pt x="4740208" y="7079802"/>
                  </a:lnTo>
                  <a:lnTo>
                    <a:pt x="4794631" y="7079828"/>
                  </a:lnTo>
                  <a:lnTo>
                    <a:pt x="4848984" y="7079855"/>
                  </a:lnTo>
                  <a:lnTo>
                    <a:pt x="4903264" y="7079881"/>
                  </a:lnTo>
                  <a:lnTo>
                    <a:pt x="4957466" y="7079907"/>
                  </a:lnTo>
                  <a:lnTo>
                    <a:pt x="5011586" y="7079933"/>
                  </a:lnTo>
                  <a:lnTo>
                    <a:pt x="5065620" y="7079959"/>
                  </a:lnTo>
                  <a:lnTo>
                    <a:pt x="5119564" y="7079985"/>
                  </a:lnTo>
                  <a:lnTo>
                    <a:pt x="5173413" y="7080012"/>
                  </a:lnTo>
                  <a:lnTo>
                    <a:pt x="5227163" y="7080038"/>
                  </a:lnTo>
                  <a:lnTo>
                    <a:pt x="5280811" y="7080064"/>
                  </a:lnTo>
                  <a:lnTo>
                    <a:pt x="5334351" y="7080090"/>
                  </a:lnTo>
                  <a:lnTo>
                    <a:pt x="5387780" y="7080116"/>
                  </a:lnTo>
                  <a:lnTo>
                    <a:pt x="5441093" y="7080142"/>
                  </a:lnTo>
                  <a:lnTo>
                    <a:pt x="5494286" y="7080168"/>
                  </a:lnTo>
                  <a:lnTo>
                    <a:pt x="5547356" y="7080194"/>
                  </a:lnTo>
                  <a:lnTo>
                    <a:pt x="5600297" y="7080221"/>
                  </a:lnTo>
                  <a:lnTo>
                    <a:pt x="5653106" y="7080247"/>
                  </a:lnTo>
                  <a:lnTo>
                    <a:pt x="5705779" y="7080273"/>
                  </a:lnTo>
                  <a:lnTo>
                    <a:pt x="5758310" y="7080299"/>
                  </a:lnTo>
                  <a:lnTo>
                    <a:pt x="5810697" y="7080325"/>
                  </a:lnTo>
                  <a:lnTo>
                    <a:pt x="5862934" y="7080351"/>
                  </a:lnTo>
                  <a:lnTo>
                    <a:pt x="5915018" y="7080377"/>
                  </a:lnTo>
                  <a:lnTo>
                    <a:pt x="5966944" y="7080403"/>
                  </a:lnTo>
                  <a:lnTo>
                    <a:pt x="6018709" y="7080429"/>
                  </a:lnTo>
                  <a:lnTo>
                    <a:pt x="6070308" y="7080455"/>
                  </a:lnTo>
                  <a:lnTo>
                    <a:pt x="6121736" y="7080481"/>
                  </a:lnTo>
                  <a:lnTo>
                    <a:pt x="6172990" y="7080507"/>
                  </a:lnTo>
                  <a:lnTo>
                    <a:pt x="6224065" y="7080534"/>
                  </a:lnTo>
                  <a:lnTo>
                    <a:pt x="6274958" y="7080560"/>
                  </a:lnTo>
                  <a:lnTo>
                    <a:pt x="6325664" y="7080586"/>
                  </a:lnTo>
                  <a:lnTo>
                    <a:pt x="6376178" y="7080612"/>
                  </a:lnTo>
                  <a:lnTo>
                    <a:pt x="6426497" y="7080638"/>
                  </a:lnTo>
                  <a:lnTo>
                    <a:pt x="6476616" y="7080664"/>
                  </a:lnTo>
                  <a:lnTo>
                    <a:pt x="6526532" y="7080690"/>
                  </a:lnTo>
                  <a:lnTo>
                    <a:pt x="6576239" y="7080716"/>
                  </a:lnTo>
                  <a:lnTo>
                    <a:pt x="6625734" y="7080742"/>
                  </a:lnTo>
                  <a:lnTo>
                    <a:pt x="6675013" y="7080768"/>
                  </a:lnTo>
                  <a:lnTo>
                    <a:pt x="6724071" y="7080794"/>
                  </a:lnTo>
                  <a:lnTo>
                    <a:pt x="6772904" y="7080820"/>
                  </a:lnTo>
                  <a:lnTo>
                    <a:pt x="6821509" y="7080846"/>
                  </a:lnTo>
                  <a:lnTo>
                    <a:pt x="6869880" y="7080872"/>
                  </a:lnTo>
                  <a:lnTo>
                    <a:pt x="6918013" y="7080898"/>
                  </a:lnTo>
                  <a:lnTo>
                    <a:pt x="6965905" y="7080924"/>
                  </a:lnTo>
                  <a:lnTo>
                    <a:pt x="7013551" y="7080950"/>
                  </a:lnTo>
                  <a:lnTo>
                    <a:pt x="7060947" y="7080976"/>
                  </a:lnTo>
                  <a:lnTo>
                    <a:pt x="7108089" y="7081002"/>
                  </a:lnTo>
                  <a:lnTo>
                    <a:pt x="7154972" y="7081027"/>
                  </a:lnTo>
                  <a:lnTo>
                    <a:pt x="7201593" y="7081053"/>
                  </a:lnTo>
                  <a:lnTo>
                    <a:pt x="7247947" y="7081079"/>
                  </a:lnTo>
                  <a:lnTo>
                    <a:pt x="7294029" y="7081105"/>
                  </a:lnTo>
                  <a:lnTo>
                    <a:pt x="7339837" y="7081131"/>
                  </a:lnTo>
                  <a:lnTo>
                    <a:pt x="7385365" y="7081157"/>
                  </a:lnTo>
                  <a:lnTo>
                    <a:pt x="7430609" y="7081183"/>
                  </a:lnTo>
                  <a:lnTo>
                    <a:pt x="7475565" y="7081209"/>
                  </a:lnTo>
                  <a:lnTo>
                    <a:pt x="7520230" y="7081235"/>
                  </a:lnTo>
                  <a:lnTo>
                    <a:pt x="7564598" y="7081261"/>
                  </a:lnTo>
                  <a:lnTo>
                    <a:pt x="7608665" y="7081287"/>
                  </a:lnTo>
                  <a:lnTo>
                    <a:pt x="7652428" y="7081313"/>
                  </a:lnTo>
                  <a:lnTo>
                    <a:pt x="7695882" y="7081338"/>
                  </a:lnTo>
                  <a:lnTo>
                    <a:pt x="7739023" y="7081364"/>
                  </a:lnTo>
                  <a:lnTo>
                    <a:pt x="7781846" y="7081390"/>
                  </a:lnTo>
                  <a:lnTo>
                    <a:pt x="7822077" y="7081590"/>
                  </a:lnTo>
                  <a:lnTo>
                    <a:pt x="7862311" y="7081856"/>
                  </a:lnTo>
                  <a:lnTo>
                    <a:pt x="7902531" y="7081761"/>
                  </a:lnTo>
                  <a:lnTo>
                    <a:pt x="7942721" y="7080877"/>
                  </a:lnTo>
                  <a:lnTo>
                    <a:pt x="7993119" y="7077859"/>
                  </a:lnTo>
                  <a:lnTo>
                    <a:pt x="8042134" y="7072447"/>
                  </a:lnTo>
                  <a:lnTo>
                    <a:pt x="8089724" y="7064703"/>
                  </a:lnTo>
                  <a:lnTo>
                    <a:pt x="8135845" y="7054686"/>
                  </a:lnTo>
                  <a:lnTo>
                    <a:pt x="8180454" y="7042457"/>
                  </a:lnTo>
                  <a:lnTo>
                    <a:pt x="8223507" y="7028077"/>
                  </a:lnTo>
                  <a:lnTo>
                    <a:pt x="8264961" y="7011606"/>
                  </a:lnTo>
                  <a:lnTo>
                    <a:pt x="8304772" y="6993104"/>
                  </a:lnTo>
                  <a:lnTo>
                    <a:pt x="8342897" y="6972633"/>
                  </a:lnTo>
                  <a:lnTo>
                    <a:pt x="8379293" y="6950252"/>
                  </a:lnTo>
                  <a:lnTo>
                    <a:pt x="8413916" y="6926022"/>
                  </a:lnTo>
                  <a:lnTo>
                    <a:pt x="8446723" y="6900003"/>
                  </a:lnTo>
                  <a:lnTo>
                    <a:pt x="8477669" y="6872257"/>
                  </a:lnTo>
                  <a:lnTo>
                    <a:pt x="8506713" y="6842843"/>
                  </a:lnTo>
                  <a:lnTo>
                    <a:pt x="8533810" y="6811822"/>
                  </a:lnTo>
                  <a:lnTo>
                    <a:pt x="8558917" y="6779254"/>
                  </a:lnTo>
                  <a:lnTo>
                    <a:pt x="8581990" y="6745200"/>
                  </a:lnTo>
                  <a:lnTo>
                    <a:pt x="8602987" y="6709721"/>
                  </a:lnTo>
                  <a:lnTo>
                    <a:pt x="8621863" y="6672877"/>
                  </a:lnTo>
                  <a:lnTo>
                    <a:pt x="8638576" y="6634728"/>
                  </a:lnTo>
                  <a:lnTo>
                    <a:pt x="8653081" y="6595335"/>
                  </a:lnTo>
                  <a:lnTo>
                    <a:pt x="8665335" y="6554758"/>
                  </a:lnTo>
                  <a:lnTo>
                    <a:pt x="8675296" y="6513058"/>
                  </a:lnTo>
                  <a:lnTo>
                    <a:pt x="8682919" y="6470296"/>
                  </a:lnTo>
                  <a:lnTo>
                    <a:pt x="8688161" y="6426531"/>
                  </a:lnTo>
                  <a:lnTo>
                    <a:pt x="8690979" y="6381825"/>
                  </a:lnTo>
                  <a:lnTo>
                    <a:pt x="8691329" y="6336238"/>
                  </a:lnTo>
                  <a:lnTo>
                    <a:pt x="8689168" y="6289830"/>
                  </a:lnTo>
                  <a:lnTo>
                    <a:pt x="8684452" y="6242661"/>
                  </a:lnTo>
                  <a:lnTo>
                    <a:pt x="8677138" y="6194793"/>
                  </a:lnTo>
                  <a:lnTo>
                    <a:pt x="8667183" y="6146286"/>
                  </a:lnTo>
                  <a:lnTo>
                    <a:pt x="8654542" y="6097200"/>
                  </a:lnTo>
                  <a:lnTo>
                    <a:pt x="8637675" y="6044467"/>
                  </a:lnTo>
                  <a:lnTo>
                    <a:pt x="8617698" y="5993274"/>
                  </a:lnTo>
                  <a:lnTo>
                    <a:pt x="8594952" y="5943379"/>
                  </a:lnTo>
                  <a:lnTo>
                    <a:pt x="8569780" y="5894541"/>
                  </a:lnTo>
                  <a:lnTo>
                    <a:pt x="8542525" y="5846517"/>
                  </a:lnTo>
                  <a:lnTo>
                    <a:pt x="8519611" y="5807779"/>
                  </a:lnTo>
                  <a:lnTo>
                    <a:pt x="8494820" y="5765954"/>
                  </a:lnTo>
                  <a:lnTo>
                    <a:pt x="8468191" y="5721104"/>
                  </a:lnTo>
                  <a:lnTo>
                    <a:pt x="8439762" y="5673292"/>
                  </a:lnTo>
                  <a:lnTo>
                    <a:pt x="8409570" y="5622581"/>
                  </a:lnTo>
                  <a:lnTo>
                    <a:pt x="8377656" y="5569035"/>
                  </a:lnTo>
                  <a:lnTo>
                    <a:pt x="8344056" y="5512716"/>
                  </a:lnTo>
                  <a:lnTo>
                    <a:pt x="8308809" y="5453686"/>
                  </a:lnTo>
                  <a:lnTo>
                    <a:pt x="8271954" y="5392011"/>
                  </a:lnTo>
                  <a:lnTo>
                    <a:pt x="8233528" y="5327751"/>
                  </a:lnTo>
                  <a:lnTo>
                    <a:pt x="8213738" y="5294672"/>
                  </a:lnTo>
                  <a:lnTo>
                    <a:pt x="8193571" y="5260970"/>
                  </a:lnTo>
                  <a:lnTo>
                    <a:pt x="8173029" y="5226655"/>
                  </a:lnTo>
                  <a:lnTo>
                    <a:pt x="8152119" y="5191732"/>
                  </a:lnTo>
                  <a:lnTo>
                    <a:pt x="8130846" y="5156211"/>
                  </a:lnTo>
                  <a:lnTo>
                    <a:pt x="8109213" y="5120099"/>
                  </a:lnTo>
                  <a:lnTo>
                    <a:pt x="8087226" y="5083405"/>
                  </a:lnTo>
                  <a:lnTo>
                    <a:pt x="8064889" y="5046135"/>
                  </a:lnTo>
                  <a:lnTo>
                    <a:pt x="8042208" y="5008298"/>
                  </a:lnTo>
                  <a:lnTo>
                    <a:pt x="8019187" y="4969901"/>
                  </a:lnTo>
                  <a:lnTo>
                    <a:pt x="7995831" y="4930954"/>
                  </a:lnTo>
                  <a:lnTo>
                    <a:pt x="7972145" y="4891462"/>
                  </a:lnTo>
                  <a:lnTo>
                    <a:pt x="7948133" y="4851435"/>
                  </a:lnTo>
                  <a:lnTo>
                    <a:pt x="7923800" y="4810881"/>
                  </a:lnTo>
                  <a:lnTo>
                    <a:pt x="7899151" y="4769806"/>
                  </a:lnTo>
                  <a:lnTo>
                    <a:pt x="7874192" y="4728219"/>
                  </a:lnTo>
                  <a:lnTo>
                    <a:pt x="7848926" y="4686128"/>
                  </a:lnTo>
                  <a:lnTo>
                    <a:pt x="7823358" y="4643541"/>
                  </a:lnTo>
                  <a:lnTo>
                    <a:pt x="7797494" y="4600465"/>
                  </a:lnTo>
                  <a:lnTo>
                    <a:pt x="7771337" y="4556909"/>
                  </a:lnTo>
                  <a:lnTo>
                    <a:pt x="7744893" y="4512880"/>
                  </a:lnTo>
                  <a:lnTo>
                    <a:pt x="7718167" y="4468387"/>
                  </a:lnTo>
                  <a:lnTo>
                    <a:pt x="7691164" y="4423436"/>
                  </a:lnTo>
                  <a:lnTo>
                    <a:pt x="7663887" y="4378037"/>
                  </a:lnTo>
                  <a:lnTo>
                    <a:pt x="7636343" y="4332196"/>
                  </a:lnTo>
                  <a:lnTo>
                    <a:pt x="7608535" y="4285922"/>
                  </a:lnTo>
                  <a:lnTo>
                    <a:pt x="7580469" y="4239222"/>
                  </a:lnTo>
                  <a:lnTo>
                    <a:pt x="7552149" y="4192105"/>
                  </a:lnTo>
                  <a:lnTo>
                    <a:pt x="7523580" y="4144579"/>
                  </a:lnTo>
                  <a:lnTo>
                    <a:pt x="7494767" y="4096650"/>
                  </a:lnTo>
                  <a:lnTo>
                    <a:pt x="7465715" y="4048328"/>
                  </a:lnTo>
                  <a:lnTo>
                    <a:pt x="7436428" y="3999620"/>
                  </a:lnTo>
                  <a:lnTo>
                    <a:pt x="7406912" y="3950533"/>
                  </a:lnTo>
                  <a:lnTo>
                    <a:pt x="7377170" y="3901076"/>
                  </a:lnTo>
                  <a:lnTo>
                    <a:pt x="7347209" y="3851257"/>
                  </a:lnTo>
                  <a:lnTo>
                    <a:pt x="7317032" y="3801084"/>
                  </a:lnTo>
                  <a:lnTo>
                    <a:pt x="7286644" y="3750563"/>
                  </a:lnTo>
                  <a:lnTo>
                    <a:pt x="7256051" y="3699704"/>
                  </a:lnTo>
                  <a:lnTo>
                    <a:pt x="7225257" y="3648514"/>
                  </a:lnTo>
                  <a:lnTo>
                    <a:pt x="7194266" y="3597001"/>
                  </a:lnTo>
                  <a:lnTo>
                    <a:pt x="7163085" y="3545173"/>
                  </a:lnTo>
                  <a:lnTo>
                    <a:pt x="7131716" y="3493038"/>
                  </a:lnTo>
                  <a:lnTo>
                    <a:pt x="7100166" y="3440603"/>
                  </a:lnTo>
                  <a:lnTo>
                    <a:pt x="7068438" y="3387876"/>
                  </a:lnTo>
                  <a:lnTo>
                    <a:pt x="7036539" y="3334866"/>
                  </a:lnTo>
                  <a:lnTo>
                    <a:pt x="7004472" y="3281581"/>
                  </a:lnTo>
                  <a:lnTo>
                    <a:pt x="6972242" y="3228027"/>
                  </a:lnTo>
                  <a:lnTo>
                    <a:pt x="6939854" y="3174213"/>
                  </a:lnTo>
                  <a:lnTo>
                    <a:pt x="6907314" y="3120148"/>
                  </a:lnTo>
                  <a:lnTo>
                    <a:pt x="6874625" y="3065838"/>
                  </a:lnTo>
                  <a:lnTo>
                    <a:pt x="6841792" y="3011291"/>
                  </a:lnTo>
                  <a:lnTo>
                    <a:pt x="6808821" y="2956516"/>
                  </a:lnTo>
                  <a:lnTo>
                    <a:pt x="6775716" y="2901521"/>
                  </a:lnTo>
                  <a:lnTo>
                    <a:pt x="6742481" y="2846313"/>
                  </a:lnTo>
                  <a:lnTo>
                    <a:pt x="6709122" y="2790899"/>
                  </a:lnTo>
                  <a:lnTo>
                    <a:pt x="6675644" y="2735289"/>
                  </a:lnTo>
                  <a:lnTo>
                    <a:pt x="6642051" y="2679490"/>
                  </a:lnTo>
                  <a:lnTo>
                    <a:pt x="6608348" y="2623509"/>
                  </a:lnTo>
                  <a:lnTo>
                    <a:pt x="6574540" y="2567356"/>
                  </a:lnTo>
                  <a:lnTo>
                    <a:pt x="6540631" y="2511036"/>
                  </a:lnTo>
                  <a:lnTo>
                    <a:pt x="6506627" y="2454559"/>
                  </a:lnTo>
                  <a:lnTo>
                    <a:pt x="6472532" y="2397932"/>
                  </a:lnTo>
                  <a:lnTo>
                    <a:pt x="6438350" y="2341164"/>
                  </a:lnTo>
                  <a:lnTo>
                    <a:pt x="6404088" y="2284261"/>
                  </a:lnTo>
                  <a:lnTo>
                    <a:pt x="6369749" y="2227232"/>
                  </a:lnTo>
                  <a:lnTo>
                    <a:pt x="6335338" y="2170085"/>
                  </a:lnTo>
                  <a:lnTo>
                    <a:pt x="6300861" y="2112828"/>
                  </a:lnTo>
                  <a:lnTo>
                    <a:pt x="6266321" y="2055468"/>
                  </a:lnTo>
                  <a:lnTo>
                    <a:pt x="6231724" y="1998014"/>
                  </a:lnTo>
                  <a:lnTo>
                    <a:pt x="6197075" y="1940473"/>
                  </a:lnTo>
                  <a:lnTo>
                    <a:pt x="6162378" y="1882853"/>
                  </a:lnTo>
                  <a:lnTo>
                    <a:pt x="6127638" y="1825162"/>
                  </a:lnTo>
                  <a:lnTo>
                    <a:pt x="6092859" y="1767408"/>
                  </a:lnTo>
                  <a:lnTo>
                    <a:pt x="6058048" y="1709598"/>
                  </a:lnTo>
                  <a:lnTo>
                    <a:pt x="6023207" y="1651742"/>
                  </a:lnTo>
                  <a:lnTo>
                    <a:pt x="5988343" y="1593846"/>
                  </a:lnTo>
                  <a:lnTo>
                    <a:pt x="5953461" y="1535918"/>
                  </a:lnTo>
                  <a:lnTo>
                    <a:pt x="5918563" y="1477966"/>
                  </a:lnTo>
                  <a:lnTo>
                    <a:pt x="5883657" y="1419999"/>
                  </a:lnTo>
                  <a:lnTo>
                    <a:pt x="5848745" y="1362024"/>
                  </a:lnTo>
                  <a:lnTo>
                    <a:pt x="5813834" y="1304048"/>
                  </a:lnTo>
                  <a:lnTo>
                    <a:pt x="5778928" y="1246081"/>
                  </a:lnTo>
                  <a:lnTo>
                    <a:pt x="5744032" y="1188129"/>
                  </a:lnTo>
                  <a:lnTo>
                    <a:pt x="5709150" y="1130200"/>
                  </a:lnTo>
                  <a:lnTo>
                    <a:pt x="5674288" y="1072303"/>
                  </a:lnTo>
                  <a:lnTo>
                    <a:pt x="5639449" y="1014446"/>
                  </a:lnTo>
                  <a:lnTo>
                    <a:pt x="5604640" y="956635"/>
                  </a:lnTo>
                  <a:lnTo>
                    <a:pt x="5569864" y="898880"/>
                  </a:lnTo>
                  <a:lnTo>
                    <a:pt x="5535126" y="841187"/>
                  </a:lnTo>
                  <a:lnTo>
                    <a:pt x="5500432" y="783565"/>
                  </a:lnTo>
                  <a:lnTo>
                    <a:pt x="5465786" y="726022"/>
                  </a:lnTo>
                  <a:lnTo>
                    <a:pt x="5431193" y="668565"/>
                  </a:lnTo>
                  <a:lnTo>
                    <a:pt x="5396658" y="611203"/>
                  </a:lnTo>
                  <a:lnTo>
                    <a:pt x="5362184" y="553943"/>
                  </a:lnTo>
                  <a:lnTo>
                    <a:pt x="5327778" y="496794"/>
                  </a:lnTo>
                  <a:lnTo>
                    <a:pt x="5293445" y="439762"/>
                  </a:lnTo>
                  <a:lnTo>
                    <a:pt x="5259187" y="382856"/>
                  </a:lnTo>
                  <a:lnTo>
                    <a:pt x="5225012" y="326084"/>
                  </a:lnTo>
                  <a:lnTo>
                    <a:pt x="5190923" y="269454"/>
                  </a:lnTo>
                  <a:lnTo>
                    <a:pt x="5156925" y="212973"/>
                  </a:lnTo>
                  <a:lnTo>
                    <a:pt x="5123023" y="156650"/>
                  </a:lnTo>
                  <a:lnTo>
                    <a:pt x="5089221" y="100492"/>
                  </a:lnTo>
                  <a:lnTo>
                    <a:pt x="5055525" y="44507"/>
                  </a:lnTo>
                  <a:lnTo>
                    <a:pt x="5028739" y="0"/>
                  </a:lnTo>
                </a:path>
              </a:pathLst>
            </a:custGeom>
            <a:ln w="31412">
              <a:solidFill>
                <a:srgbClr val="59A694">
                  <a:alpha val="18824"/>
                </a:srgbClr>
              </a:solidFill>
            </a:ln>
          </p:spPr>
          <p:txBody>
            <a:bodyPr wrap="square" lIns="0" tIns="0" rIns="0" bIns="0" rtlCol="0"/>
            <a:lstStyle/>
            <a:p>
              <a:pPr defTabSz="554492"/>
              <a:endParaRPr sz="1092" kern="0">
                <a:solidFill>
                  <a:sysClr val="windowText" lastClr="000000"/>
                </a:solidFill>
              </a:endParaRPr>
            </a:p>
          </p:txBody>
        </p:sp>
      </p:grpSp>
      <p:sp>
        <p:nvSpPr>
          <p:cNvPr id="85" name="object 3">
            <a:extLst>
              <a:ext uri="{FF2B5EF4-FFF2-40B4-BE49-F238E27FC236}">
                <a16:creationId xmlns:a16="http://schemas.microsoft.com/office/drawing/2014/main" id="{F0BBB5A7-2F95-8BE4-5EEA-BEDAF00D9067}"/>
              </a:ext>
            </a:extLst>
          </p:cNvPr>
          <p:cNvSpPr/>
          <p:nvPr/>
        </p:nvSpPr>
        <p:spPr>
          <a:xfrm>
            <a:off x="11608293" y="317796"/>
            <a:ext cx="583373" cy="6539937"/>
          </a:xfrm>
          <a:custGeom>
            <a:avLst/>
            <a:gdLst/>
            <a:ahLst/>
            <a:cxnLst/>
            <a:rect l="l" t="t" r="r" b="b"/>
            <a:pathLst>
              <a:path w="962025" h="10784840">
                <a:moveTo>
                  <a:pt x="961863" y="0"/>
                </a:moveTo>
                <a:lnTo>
                  <a:pt x="648833" y="18513"/>
                </a:lnTo>
                <a:lnTo>
                  <a:pt x="601798" y="22889"/>
                </a:lnTo>
                <a:lnTo>
                  <a:pt x="555800" y="30321"/>
                </a:lnTo>
                <a:lnTo>
                  <a:pt x="510934" y="40702"/>
                </a:lnTo>
                <a:lnTo>
                  <a:pt x="467297" y="53924"/>
                </a:lnTo>
                <a:lnTo>
                  <a:pt x="424985" y="69877"/>
                </a:lnTo>
                <a:lnTo>
                  <a:pt x="384096" y="88453"/>
                </a:lnTo>
                <a:lnTo>
                  <a:pt x="344725" y="109544"/>
                </a:lnTo>
                <a:lnTo>
                  <a:pt x="306969" y="133041"/>
                </a:lnTo>
                <a:lnTo>
                  <a:pt x="270925" y="158835"/>
                </a:lnTo>
                <a:lnTo>
                  <a:pt x="236688" y="186818"/>
                </a:lnTo>
                <a:lnTo>
                  <a:pt x="204355" y="216880"/>
                </a:lnTo>
                <a:lnTo>
                  <a:pt x="174023" y="248915"/>
                </a:lnTo>
                <a:lnTo>
                  <a:pt x="145788" y="282812"/>
                </a:lnTo>
                <a:lnTo>
                  <a:pt x="119747" y="318464"/>
                </a:lnTo>
                <a:lnTo>
                  <a:pt x="95996" y="355761"/>
                </a:lnTo>
                <a:lnTo>
                  <a:pt x="74631" y="394596"/>
                </a:lnTo>
                <a:lnTo>
                  <a:pt x="55749" y="434859"/>
                </a:lnTo>
                <a:lnTo>
                  <a:pt x="39446" y="476442"/>
                </a:lnTo>
                <a:lnTo>
                  <a:pt x="25820" y="519237"/>
                </a:lnTo>
                <a:lnTo>
                  <a:pt x="14965" y="563134"/>
                </a:lnTo>
                <a:lnTo>
                  <a:pt x="6979" y="608026"/>
                </a:lnTo>
                <a:lnTo>
                  <a:pt x="1959" y="653803"/>
                </a:lnTo>
                <a:lnTo>
                  <a:pt x="0" y="700358"/>
                </a:lnTo>
                <a:lnTo>
                  <a:pt x="1198" y="747580"/>
                </a:lnTo>
                <a:lnTo>
                  <a:pt x="594831" y="10784488"/>
                </a:lnTo>
                <a:lnTo>
                  <a:pt x="961863" y="10784488"/>
                </a:lnTo>
                <a:lnTo>
                  <a:pt x="961863" y="0"/>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37125666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 calcmode="lin" valueType="num">
                                      <p:cBhvr>
                                        <p:cTn id="7" dur="500" fill="hold"/>
                                        <p:tgtEl>
                                          <p:spTgt spid="74"/>
                                        </p:tgtEl>
                                        <p:attrNameLst>
                                          <p:attrName>ppt_w</p:attrName>
                                        </p:attrNameLst>
                                      </p:cBhvr>
                                      <p:tavLst>
                                        <p:tav tm="0">
                                          <p:val>
                                            <p:fltVal val="0"/>
                                          </p:val>
                                        </p:tav>
                                        <p:tav tm="100000">
                                          <p:val>
                                            <p:strVal val="#ppt_w"/>
                                          </p:val>
                                        </p:tav>
                                      </p:tavLst>
                                    </p:anim>
                                    <p:anim calcmode="lin" valueType="num">
                                      <p:cBhvr>
                                        <p:cTn id="8" dur="500" fill="hold"/>
                                        <p:tgtEl>
                                          <p:spTgt spid="74"/>
                                        </p:tgtEl>
                                        <p:attrNameLst>
                                          <p:attrName>ppt_h</p:attrName>
                                        </p:attrNameLst>
                                      </p:cBhvr>
                                      <p:tavLst>
                                        <p:tav tm="0">
                                          <p:val>
                                            <p:fltVal val="0"/>
                                          </p:val>
                                        </p:tav>
                                        <p:tav tm="100000">
                                          <p:val>
                                            <p:strVal val="#ppt_h"/>
                                          </p:val>
                                        </p:tav>
                                      </p:tavLst>
                                    </p:anim>
                                    <p:animEffect transition="in" filter="fade">
                                      <p:cBhvr>
                                        <p:cTn id="9" dur="500"/>
                                        <p:tgtEl>
                                          <p:spTgt spid="7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77"/>
                                        </p:tgtEl>
                                        <p:attrNameLst>
                                          <p:attrName>style.visibility</p:attrName>
                                        </p:attrNameLst>
                                      </p:cBhvr>
                                      <p:to>
                                        <p:strVal val="visible"/>
                                      </p:to>
                                    </p:set>
                                    <p:anim calcmode="lin" valueType="num">
                                      <p:cBhvr>
                                        <p:cTn id="17" dur="500" fill="hold"/>
                                        <p:tgtEl>
                                          <p:spTgt spid="77"/>
                                        </p:tgtEl>
                                        <p:attrNameLst>
                                          <p:attrName>ppt_w</p:attrName>
                                        </p:attrNameLst>
                                      </p:cBhvr>
                                      <p:tavLst>
                                        <p:tav tm="0">
                                          <p:val>
                                            <p:fltVal val="0"/>
                                          </p:val>
                                        </p:tav>
                                        <p:tav tm="100000">
                                          <p:val>
                                            <p:strVal val="#ppt_w"/>
                                          </p:val>
                                        </p:tav>
                                      </p:tavLst>
                                    </p:anim>
                                    <p:anim calcmode="lin" valueType="num">
                                      <p:cBhvr>
                                        <p:cTn id="18" dur="500" fill="hold"/>
                                        <p:tgtEl>
                                          <p:spTgt spid="77"/>
                                        </p:tgtEl>
                                        <p:attrNameLst>
                                          <p:attrName>ppt_h</p:attrName>
                                        </p:attrNameLst>
                                      </p:cBhvr>
                                      <p:tavLst>
                                        <p:tav tm="0">
                                          <p:val>
                                            <p:fltVal val="0"/>
                                          </p:val>
                                        </p:tav>
                                        <p:tav tm="100000">
                                          <p:val>
                                            <p:strVal val="#ppt_h"/>
                                          </p:val>
                                        </p:tav>
                                      </p:tavLst>
                                    </p:anim>
                                    <p:animEffect transition="in" filter="fade">
                                      <p:cBhvr>
                                        <p:cTn id="19" dur="500"/>
                                        <p:tgtEl>
                                          <p:spTgt spid="7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80"/>
                                        </p:tgtEl>
                                        <p:attrNameLst>
                                          <p:attrName>style.visibility</p:attrName>
                                        </p:attrNameLst>
                                      </p:cBhvr>
                                      <p:to>
                                        <p:strVal val="visible"/>
                                      </p:to>
                                    </p:set>
                                    <p:anim calcmode="lin" valueType="num">
                                      <p:cBhvr>
                                        <p:cTn id="27" dur="500" fill="hold"/>
                                        <p:tgtEl>
                                          <p:spTgt spid="80"/>
                                        </p:tgtEl>
                                        <p:attrNameLst>
                                          <p:attrName>ppt_w</p:attrName>
                                        </p:attrNameLst>
                                      </p:cBhvr>
                                      <p:tavLst>
                                        <p:tav tm="0">
                                          <p:val>
                                            <p:fltVal val="0"/>
                                          </p:val>
                                        </p:tav>
                                        <p:tav tm="100000">
                                          <p:val>
                                            <p:strVal val="#ppt_w"/>
                                          </p:val>
                                        </p:tav>
                                      </p:tavLst>
                                    </p:anim>
                                    <p:anim calcmode="lin" valueType="num">
                                      <p:cBhvr>
                                        <p:cTn id="28" dur="500" fill="hold"/>
                                        <p:tgtEl>
                                          <p:spTgt spid="80"/>
                                        </p:tgtEl>
                                        <p:attrNameLst>
                                          <p:attrName>ppt_h</p:attrName>
                                        </p:attrNameLst>
                                      </p:cBhvr>
                                      <p:tavLst>
                                        <p:tav tm="0">
                                          <p:val>
                                            <p:fltVal val="0"/>
                                          </p:val>
                                        </p:tav>
                                        <p:tav tm="100000">
                                          <p:val>
                                            <p:strVal val="#ppt_h"/>
                                          </p:val>
                                        </p:tav>
                                      </p:tavLst>
                                    </p:anim>
                                    <p:animEffect transition="in" filter="fade">
                                      <p:cBhvr>
                                        <p:cTn id="29" dur="500"/>
                                        <p:tgtEl>
                                          <p:spTgt spid="8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1"/>
                                        </p:tgtEl>
                                        <p:attrNameLst>
                                          <p:attrName>style.visibility</p:attrName>
                                        </p:attrNameLst>
                                      </p:cBhvr>
                                      <p:to>
                                        <p:strVal val="visible"/>
                                      </p:to>
                                    </p:set>
                                    <p:animEffect transition="in" filter="fade">
                                      <p:cBhvr>
                                        <p:cTn id="32"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70" grpId="0"/>
      <p:bldP spid="7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D4B66-2F98-59A2-31C2-5F072F4C8C5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00D76FA-530A-29D4-D692-BA823C9598A5}"/>
              </a:ext>
            </a:extLst>
          </p:cNvPr>
          <p:cNvSpPr/>
          <p:nvPr/>
        </p:nvSpPr>
        <p:spPr>
          <a:xfrm>
            <a:off x="429" y="3"/>
            <a:ext cx="12191145"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3C8087"/>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3" name="object 3">
            <a:extLst>
              <a:ext uri="{FF2B5EF4-FFF2-40B4-BE49-F238E27FC236}">
                <a16:creationId xmlns:a16="http://schemas.microsoft.com/office/drawing/2014/main" id="{3DFECA04-80F8-FB03-DFEA-A6A06A3F9975}"/>
              </a:ext>
            </a:extLst>
          </p:cNvPr>
          <p:cNvPicPr/>
          <p:nvPr/>
        </p:nvPicPr>
        <p:blipFill>
          <a:blip r:embed="rId3" cstate="print"/>
          <a:stretch>
            <a:fillRect/>
          </a:stretch>
        </p:blipFill>
        <p:spPr>
          <a:xfrm>
            <a:off x="429" y="-9523"/>
            <a:ext cx="12191144" cy="6876567"/>
          </a:xfrm>
          <a:prstGeom prst="rect">
            <a:avLst/>
          </a:prstGeom>
        </p:spPr>
      </p:pic>
      <p:sp>
        <p:nvSpPr>
          <p:cNvPr id="15" name="Rectangle: Rounded Corners 14">
            <a:extLst>
              <a:ext uri="{FF2B5EF4-FFF2-40B4-BE49-F238E27FC236}">
                <a16:creationId xmlns:a16="http://schemas.microsoft.com/office/drawing/2014/main" id="{D99E819F-9AA0-BC59-B3B8-50BAE5A3D0AF}"/>
              </a:ext>
            </a:extLst>
          </p:cNvPr>
          <p:cNvSpPr/>
          <p:nvPr/>
        </p:nvSpPr>
        <p:spPr>
          <a:xfrm>
            <a:off x="655880" y="1774748"/>
            <a:ext cx="9749758" cy="3216087"/>
          </a:xfrm>
          <a:prstGeom prst="roundRect">
            <a:avLst/>
          </a:prstGeom>
          <a:solidFill>
            <a:srgbClr val="0053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prstClr val="white"/>
              </a:solidFill>
              <a:effectLst/>
              <a:uLnTx/>
              <a:uFillTx/>
              <a:latin typeface="Calibri"/>
              <a:ea typeface="+mn-ea"/>
              <a:cs typeface="+mn-cs"/>
            </a:endParaRPr>
          </a:p>
        </p:txBody>
      </p:sp>
      <p:pic>
        <p:nvPicPr>
          <p:cNvPr id="5" name="Picture 4" descr="A black background with white text and a question mark&#10;&#10;AI-generated content may be incorrect.">
            <a:extLst>
              <a:ext uri="{FF2B5EF4-FFF2-40B4-BE49-F238E27FC236}">
                <a16:creationId xmlns:a16="http://schemas.microsoft.com/office/drawing/2014/main" id="{E2773E6B-9BFF-8839-F8BE-916959307101}"/>
              </a:ext>
            </a:extLst>
          </p:cNvPr>
          <p:cNvPicPr>
            <a:picLocks noChangeAspect="1"/>
          </p:cNvPicPr>
          <p:nvPr/>
        </p:nvPicPr>
        <p:blipFill>
          <a:blip r:embed="rId4">
            <a:extLst>
              <a:ext uri="{28A0092B-C50C-407E-A947-70E740481C1C}">
                <a14:useLocalDpi xmlns:a14="http://schemas.microsoft.com/office/drawing/2010/main" val="0"/>
              </a:ext>
            </a:extLst>
          </a:blip>
          <a:srcRect l="68262" r="2979"/>
          <a:stretch/>
        </p:blipFill>
        <p:spPr>
          <a:xfrm>
            <a:off x="7118427" y="-46208"/>
            <a:ext cx="3287211" cy="6858000"/>
          </a:xfrm>
          <a:prstGeom prst="rect">
            <a:avLst/>
          </a:prstGeom>
        </p:spPr>
      </p:pic>
      <p:sp>
        <p:nvSpPr>
          <p:cNvPr id="6" name="TextBox 5">
            <a:extLst>
              <a:ext uri="{FF2B5EF4-FFF2-40B4-BE49-F238E27FC236}">
                <a16:creationId xmlns:a16="http://schemas.microsoft.com/office/drawing/2014/main" id="{69CBF8CC-43DD-DA79-3C18-01B67C5634B6}"/>
              </a:ext>
            </a:extLst>
          </p:cNvPr>
          <p:cNvSpPr txBox="1"/>
          <p:nvPr/>
        </p:nvSpPr>
        <p:spPr>
          <a:xfrm>
            <a:off x="340659" y="2465672"/>
            <a:ext cx="5912160" cy="2408865"/>
          </a:xfrm>
          <a:prstGeom prst="rect">
            <a:avLst/>
          </a:prstGeom>
          <a:noFill/>
        </p:spPr>
        <p:txBody>
          <a:bodyPr wrap="square">
            <a:spAutoFit/>
          </a:bodyPr>
          <a:lstStyle/>
          <a:p>
            <a:pPr marL="0" marR="0" lvl="0" indent="0" algn="ctr" defTabSz="554492" rtl="0" eaLnBrk="1" fontAlgn="auto" latinLnBrk="0" hangingPunct="1">
              <a:lnSpc>
                <a:spcPct val="150000"/>
              </a:lnSpc>
              <a:spcBef>
                <a:spcPts val="0"/>
              </a:spcBef>
              <a:spcAft>
                <a:spcPts val="0"/>
              </a:spcAft>
              <a:buClrTx/>
              <a:buSzTx/>
              <a:buFontTx/>
              <a:buNone/>
              <a:tabLst/>
              <a:defRPr/>
            </a:pPr>
            <a:r>
              <a:rPr kumimoji="0" lang="ar-EG" sz="3500" i="0" u="none" strike="noStrike" kern="1200" cap="none" spc="0" normalizeH="0" baseline="0" noProof="0" dirty="0">
                <a:ln>
                  <a:noFill/>
                </a:ln>
                <a:solidFill>
                  <a:prstClr val="white"/>
                </a:solidFill>
                <a:effectLst/>
                <a:uLnTx/>
                <a:uFillTx/>
                <a:latin typeface="Neo Sans Arabic Bold" panose="020B0804030504040204" pitchFamily="34" charset="-78"/>
                <a:cs typeface="Neo Sans Arabic Bold" panose="020B0804030504040204" pitchFamily="34" charset="-78"/>
              </a:rPr>
              <a:t>هل سبق لكم أن صادفتم حملة توعوية ضد الأخبار الكاذبة أو المعلومات المضللة؟ </a:t>
            </a:r>
            <a:endParaRPr kumimoji="0" lang="en-GB" sz="3500" i="0" u="none" strike="noStrike" kern="0" cap="none" spc="0" normalizeH="0" baseline="0" noProof="0" dirty="0">
              <a:ln>
                <a:noFill/>
              </a:ln>
              <a:solidFill>
                <a:prstClr val="white"/>
              </a:solidFill>
              <a:effectLst/>
              <a:uLnTx/>
              <a:uFillTx/>
              <a:latin typeface="Neo Sans Arabic Bold" panose="020B0804030504040204" pitchFamily="34" charset="-78"/>
              <a:cs typeface="Neo Sans Arabic Bold" panose="020B0804030504040204" pitchFamily="34" charset="-78"/>
            </a:endParaRPr>
          </a:p>
        </p:txBody>
      </p:sp>
      <p:pic>
        <p:nvPicPr>
          <p:cNvPr id="4" name="object 6">
            <a:extLst>
              <a:ext uri="{FF2B5EF4-FFF2-40B4-BE49-F238E27FC236}">
                <a16:creationId xmlns:a16="http://schemas.microsoft.com/office/drawing/2014/main" id="{C7374F64-F7D2-CDF7-AA32-DAF798CB5A0D}"/>
              </a:ext>
            </a:extLst>
          </p:cNvPr>
          <p:cNvPicPr/>
          <p:nvPr/>
        </p:nvPicPr>
        <p:blipFill>
          <a:blip r:embed="rId5" cstate="print"/>
          <a:stretch>
            <a:fillRect/>
          </a:stretch>
        </p:blipFill>
        <p:spPr>
          <a:xfrm>
            <a:off x="10289897" y="154911"/>
            <a:ext cx="1633614" cy="944684"/>
          </a:xfrm>
          <a:prstGeom prst="rect">
            <a:avLst/>
          </a:prstGeom>
        </p:spPr>
      </p:pic>
    </p:spTree>
    <p:extLst>
      <p:ext uri="{BB962C8B-B14F-4D97-AF65-F5344CB8AC3E}">
        <p14:creationId xmlns:p14="http://schemas.microsoft.com/office/powerpoint/2010/main" val="263724"/>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E7BD2-B27B-F457-B361-A1939D0F16C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1EB7FB94-974F-2772-1351-ABE3A544D2CB}"/>
              </a:ext>
            </a:extLst>
          </p:cNvPr>
          <p:cNvPicPr>
            <a:picLocks noChangeAspect="1"/>
          </p:cNvPicPr>
          <p:nvPr/>
        </p:nvPicPr>
        <p:blipFill>
          <a:blip r:embed="rId2">
            <a:extLst>
              <a:ext uri="{28A0092B-C50C-407E-A947-70E740481C1C}">
                <a14:useLocalDpi xmlns:a14="http://schemas.microsoft.com/office/drawing/2010/main" val="0"/>
              </a:ext>
            </a:extLst>
          </a:blip>
          <a:srcRect t="19923" b="19923"/>
          <a:stretch/>
        </p:blipFill>
        <p:spPr>
          <a:xfrm flipH="1">
            <a:off x="6345902" y="1924964"/>
            <a:ext cx="6517563" cy="5040688"/>
          </a:xfrm>
          <a:prstGeom prst="homePlate">
            <a:avLst/>
          </a:prstGeom>
        </p:spPr>
      </p:pic>
      <p:grpSp>
        <p:nvGrpSpPr>
          <p:cNvPr id="3" name="object 3">
            <a:extLst>
              <a:ext uri="{FF2B5EF4-FFF2-40B4-BE49-F238E27FC236}">
                <a16:creationId xmlns:a16="http://schemas.microsoft.com/office/drawing/2014/main" id="{D6753B72-1FC9-E4FD-3C2D-39E78A93713F}"/>
              </a:ext>
            </a:extLst>
          </p:cNvPr>
          <p:cNvGrpSpPr/>
          <p:nvPr/>
        </p:nvGrpSpPr>
        <p:grpSpPr>
          <a:xfrm flipH="1">
            <a:off x="-2468008" y="5409249"/>
            <a:ext cx="3993504" cy="2787868"/>
            <a:chOff x="13518714" y="6711741"/>
            <a:chExt cx="6585584" cy="4597400"/>
          </a:xfrm>
        </p:grpSpPr>
        <p:sp>
          <p:nvSpPr>
            <p:cNvPr id="4" name="object 4">
              <a:extLst>
                <a:ext uri="{FF2B5EF4-FFF2-40B4-BE49-F238E27FC236}">
                  <a16:creationId xmlns:a16="http://schemas.microsoft.com/office/drawing/2014/main" id="{A5F1355F-0901-28D7-F503-A95B06C26BBD}"/>
                </a:ext>
              </a:extLst>
            </p:cNvPr>
            <p:cNvSpPr/>
            <p:nvPr/>
          </p:nvSpPr>
          <p:spPr>
            <a:xfrm>
              <a:off x="14546481" y="8567806"/>
              <a:ext cx="5294630" cy="2741295"/>
            </a:xfrm>
            <a:custGeom>
              <a:avLst/>
              <a:gdLst/>
              <a:ahLst/>
              <a:cxnLst/>
              <a:rect l="l" t="t" r="r" b="b"/>
              <a:pathLst>
                <a:path w="5294630" h="2741295">
                  <a:moveTo>
                    <a:pt x="1607" y="2740750"/>
                  </a:moveTo>
                  <a:lnTo>
                    <a:pt x="1578" y="2693255"/>
                  </a:lnTo>
                  <a:lnTo>
                    <a:pt x="1546" y="2642667"/>
                  </a:lnTo>
                  <a:lnTo>
                    <a:pt x="1515" y="2592078"/>
                  </a:lnTo>
                  <a:lnTo>
                    <a:pt x="1484" y="2541490"/>
                  </a:lnTo>
                  <a:lnTo>
                    <a:pt x="1453" y="2490902"/>
                  </a:lnTo>
                  <a:lnTo>
                    <a:pt x="1422" y="2440314"/>
                  </a:lnTo>
                  <a:lnTo>
                    <a:pt x="1391" y="2389725"/>
                  </a:lnTo>
                  <a:lnTo>
                    <a:pt x="1360" y="2339137"/>
                  </a:lnTo>
                  <a:lnTo>
                    <a:pt x="1329" y="2288549"/>
                  </a:lnTo>
                  <a:lnTo>
                    <a:pt x="1298" y="2237961"/>
                  </a:lnTo>
                  <a:lnTo>
                    <a:pt x="1267" y="2187373"/>
                  </a:lnTo>
                  <a:lnTo>
                    <a:pt x="1236" y="2136784"/>
                  </a:lnTo>
                  <a:lnTo>
                    <a:pt x="1205" y="2086196"/>
                  </a:lnTo>
                  <a:lnTo>
                    <a:pt x="1174" y="2035608"/>
                  </a:lnTo>
                  <a:lnTo>
                    <a:pt x="1143" y="1985020"/>
                  </a:lnTo>
                  <a:lnTo>
                    <a:pt x="1112" y="1934431"/>
                  </a:lnTo>
                  <a:lnTo>
                    <a:pt x="1081" y="1883843"/>
                  </a:lnTo>
                  <a:lnTo>
                    <a:pt x="1050" y="1833255"/>
                  </a:lnTo>
                  <a:lnTo>
                    <a:pt x="1019" y="1782667"/>
                  </a:lnTo>
                  <a:lnTo>
                    <a:pt x="989" y="1732078"/>
                  </a:lnTo>
                  <a:lnTo>
                    <a:pt x="958" y="1681490"/>
                  </a:lnTo>
                  <a:lnTo>
                    <a:pt x="927" y="1630902"/>
                  </a:lnTo>
                  <a:lnTo>
                    <a:pt x="896" y="1580314"/>
                  </a:lnTo>
                  <a:lnTo>
                    <a:pt x="865" y="1529725"/>
                  </a:lnTo>
                  <a:lnTo>
                    <a:pt x="834" y="1479137"/>
                  </a:lnTo>
                  <a:lnTo>
                    <a:pt x="803" y="1428549"/>
                  </a:lnTo>
                  <a:lnTo>
                    <a:pt x="772" y="1377961"/>
                  </a:lnTo>
                  <a:lnTo>
                    <a:pt x="741" y="1327372"/>
                  </a:lnTo>
                  <a:lnTo>
                    <a:pt x="711" y="1276784"/>
                  </a:lnTo>
                  <a:lnTo>
                    <a:pt x="680" y="1226196"/>
                  </a:lnTo>
                  <a:lnTo>
                    <a:pt x="649" y="1175608"/>
                  </a:lnTo>
                  <a:lnTo>
                    <a:pt x="618" y="1125019"/>
                  </a:lnTo>
                  <a:lnTo>
                    <a:pt x="587" y="1074431"/>
                  </a:lnTo>
                  <a:lnTo>
                    <a:pt x="557" y="1023843"/>
                  </a:lnTo>
                  <a:lnTo>
                    <a:pt x="526" y="973255"/>
                  </a:ln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7"/>
                  </a:lnTo>
                  <a:lnTo>
                    <a:pt x="819942" y="62471"/>
                  </a:lnTo>
                  <a:lnTo>
                    <a:pt x="865232" y="84829"/>
                  </a:lnTo>
                  <a:lnTo>
                    <a:pt x="909518" y="109679"/>
                  </a:lnTo>
                  <a:lnTo>
                    <a:pt x="951803" y="134689"/>
                  </a:lnTo>
                  <a:lnTo>
                    <a:pt x="998084" y="162110"/>
                  </a:lnTo>
                  <a:lnTo>
                    <a:pt x="1048239" y="191871"/>
                  </a:lnTo>
                  <a:lnTo>
                    <a:pt x="1102147" y="223898"/>
                  </a:lnTo>
                  <a:lnTo>
                    <a:pt x="1159688" y="258119"/>
                  </a:lnTo>
                  <a:lnTo>
                    <a:pt x="1220738" y="294461"/>
                  </a:lnTo>
                  <a:lnTo>
                    <a:pt x="1285178" y="332852"/>
                  </a:lnTo>
                  <a:lnTo>
                    <a:pt x="1318631" y="352792"/>
                  </a:lnTo>
                  <a:lnTo>
                    <a:pt x="1352885" y="373218"/>
                  </a:lnTo>
                  <a:lnTo>
                    <a:pt x="1387927" y="394119"/>
                  </a:lnTo>
                  <a:lnTo>
                    <a:pt x="1423739" y="415487"/>
                  </a:lnTo>
                  <a:lnTo>
                    <a:pt x="1460308" y="437312"/>
                  </a:lnTo>
                  <a:lnTo>
                    <a:pt x="1497618" y="459586"/>
                  </a:lnTo>
                  <a:lnTo>
                    <a:pt x="1535655" y="482299"/>
                  </a:lnTo>
                  <a:lnTo>
                    <a:pt x="1574402" y="505443"/>
                  </a:lnTo>
                  <a:lnTo>
                    <a:pt x="1613844" y="529007"/>
                  </a:lnTo>
                  <a:lnTo>
                    <a:pt x="1653967" y="552984"/>
                  </a:lnTo>
                  <a:lnTo>
                    <a:pt x="1694756" y="577364"/>
                  </a:lnTo>
                  <a:lnTo>
                    <a:pt x="1736194" y="602138"/>
                  </a:lnTo>
                  <a:lnTo>
                    <a:pt x="1778268" y="627296"/>
                  </a:lnTo>
                  <a:lnTo>
                    <a:pt x="1820961" y="652831"/>
                  </a:lnTo>
                  <a:lnTo>
                    <a:pt x="1864259" y="678732"/>
                  </a:lnTo>
                  <a:lnTo>
                    <a:pt x="1908147" y="704990"/>
                  </a:lnTo>
                  <a:lnTo>
                    <a:pt x="1952609" y="731597"/>
                  </a:lnTo>
                  <a:lnTo>
                    <a:pt x="1997630" y="758544"/>
                  </a:lnTo>
                  <a:lnTo>
                    <a:pt x="2043195" y="785821"/>
                  </a:lnTo>
                  <a:lnTo>
                    <a:pt x="2089289" y="813419"/>
                  </a:lnTo>
                  <a:lnTo>
                    <a:pt x="2135897" y="841329"/>
                  </a:lnTo>
                  <a:lnTo>
                    <a:pt x="2183003" y="869542"/>
                  </a:lnTo>
                  <a:lnTo>
                    <a:pt x="2230593" y="898049"/>
                  </a:lnTo>
                  <a:lnTo>
                    <a:pt x="2278650" y="926841"/>
                  </a:lnTo>
                  <a:lnTo>
                    <a:pt x="2327161" y="955908"/>
                  </a:lnTo>
                  <a:lnTo>
                    <a:pt x="2376110" y="985243"/>
                  </a:lnTo>
                  <a:lnTo>
                    <a:pt x="2425481" y="1014835"/>
                  </a:lnTo>
                  <a:lnTo>
                    <a:pt x="2475260" y="1044675"/>
                  </a:lnTo>
                  <a:lnTo>
                    <a:pt x="2525431" y="1074755"/>
                  </a:lnTo>
                  <a:lnTo>
                    <a:pt x="2575980" y="1105065"/>
                  </a:lnTo>
                  <a:lnTo>
                    <a:pt x="2626890" y="1135597"/>
                  </a:lnTo>
                  <a:lnTo>
                    <a:pt x="2678148" y="1166340"/>
                  </a:lnTo>
                  <a:lnTo>
                    <a:pt x="2729737" y="1197287"/>
                  </a:lnTo>
                  <a:lnTo>
                    <a:pt x="2781643" y="1228427"/>
                  </a:lnTo>
                  <a:lnTo>
                    <a:pt x="2833850" y="1259753"/>
                  </a:lnTo>
                  <a:lnTo>
                    <a:pt x="2886343" y="1291254"/>
                  </a:lnTo>
                  <a:lnTo>
                    <a:pt x="2939108" y="1322922"/>
                  </a:lnTo>
                  <a:lnTo>
                    <a:pt x="2992128" y="1354747"/>
                  </a:lnTo>
                  <a:lnTo>
                    <a:pt x="3045389" y="1386722"/>
                  </a:lnTo>
                  <a:lnTo>
                    <a:pt x="3098876" y="1418835"/>
                  </a:lnTo>
                  <a:lnTo>
                    <a:pt x="3152573" y="1451079"/>
                  </a:lnTo>
                  <a:lnTo>
                    <a:pt x="3206465" y="1483444"/>
                  </a:lnTo>
                  <a:lnTo>
                    <a:pt x="3260538" y="1515921"/>
                  </a:lnTo>
                  <a:lnTo>
                    <a:pt x="3314775" y="1548501"/>
                  </a:lnTo>
                  <a:lnTo>
                    <a:pt x="3369162" y="1581176"/>
                  </a:lnTo>
                  <a:lnTo>
                    <a:pt x="3423684" y="1613935"/>
                  </a:lnTo>
                  <a:lnTo>
                    <a:pt x="3478325" y="1646770"/>
                  </a:lnTo>
                  <a:lnTo>
                    <a:pt x="3533071" y="1679671"/>
                  </a:lnTo>
                  <a:lnTo>
                    <a:pt x="3587905" y="1712631"/>
                  </a:lnTo>
                  <a:lnTo>
                    <a:pt x="3642814" y="1745639"/>
                  </a:lnTo>
                  <a:lnTo>
                    <a:pt x="3697781" y="1778686"/>
                  </a:lnTo>
                  <a:lnTo>
                    <a:pt x="3752792" y="1811764"/>
                  </a:lnTo>
                  <a:lnTo>
                    <a:pt x="3807832" y="1844862"/>
                  </a:lnTo>
                  <a:lnTo>
                    <a:pt x="3862884" y="1877973"/>
                  </a:lnTo>
                  <a:lnTo>
                    <a:pt x="3917935" y="1911088"/>
                  </a:lnTo>
                  <a:lnTo>
                    <a:pt x="3972969" y="1944196"/>
                  </a:lnTo>
                  <a:lnTo>
                    <a:pt x="4027971" y="1977289"/>
                  </a:lnTo>
                  <a:lnTo>
                    <a:pt x="4082925" y="2010358"/>
                  </a:lnTo>
                  <a:lnTo>
                    <a:pt x="4137817" y="2043393"/>
                  </a:lnTo>
                  <a:lnTo>
                    <a:pt x="4192631" y="2076387"/>
                  </a:lnTo>
                  <a:lnTo>
                    <a:pt x="4247352" y="2109328"/>
                  </a:lnTo>
                  <a:lnTo>
                    <a:pt x="4301965" y="2142210"/>
                  </a:lnTo>
                  <a:lnTo>
                    <a:pt x="4356455" y="2175021"/>
                  </a:lnTo>
                  <a:lnTo>
                    <a:pt x="4410807" y="2207754"/>
                  </a:lnTo>
                  <a:lnTo>
                    <a:pt x="4465005" y="2240399"/>
                  </a:lnTo>
                  <a:lnTo>
                    <a:pt x="4519035" y="2272948"/>
                  </a:lnTo>
                  <a:lnTo>
                    <a:pt x="4572881" y="2305390"/>
                  </a:lnTo>
                  <a:lnTo>
                    <a:pt x="4626527" y="2337717"/>
                  </a:lnTo>
                  <a:lnTo>
                    <a:pt x="4679960" y="2369920"/>
                  </a:lnTo>
                  <a:lnTo>
                    <a:pt x="4733163" y="2401990"/>
                  </a:lnTo>
                  <a:lnTo>
                    <a:pt x="4786122" y="2433917"/>
                  </a:lnTo>
                  <a:lnTo>
                    <a:pt x="4838821" y="2465693"/>
                  </a:lnTo>
                  <a:lnTo>
                    <a:pt x="4891245" y="2497309"/>
                  </a:lnTo>
                  <a:lnTo>
                    <a:pt x="4943380" y="2528755"/>
                  </a:lnTo>
                  <a:lnTo>
                    <a:pt x="4995209" y="2560022"/>
                  </a:lnTo>
                  <a:lnTo>
                    <a:pt x="5046718" y="2591101"/>
                  </a:lnTo>
                  <a:lnTo>
                    <a:pt x="5097891" y="2621984"/>
                  </a:lnTo>
                  <a:lnTo>
                    <a:pt x="5148714" y="2652660"/>
                  </a:lnTo>
                  <a:lnTo>
                    <a:pt x="5199171" y="2683122"/>
                  </a:lnTo>
                  <a:lnTo>
                    <a:pt x="5249247" y="2713359"/>
                  </a:lnTo>
                  <a:lnTo>
                    <a:pt x="5294600" y="2740750"/>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 name="object 5">
              <a:extLst>
                <a:ext uri="{FF2B5EF4-FFF2-40B4-BE49-F238E27FC236}">
                  <a16:creationId xmlns:a16="http://schemas.microsoft.com/office/drawing/2014/main" id="{79ADA0BB-528C-A47C-CF46-FB6026FD4E00}"/>
                </a:ext>
              </a:extLst>
            </p:cNvPr>
            <p:cNvSpPr/>
            <p:nvPr/>
          </p:nvSpPr>
          <p:spPr>
            <a:xfrm>
              <a:off x="15400194" y="10328593"/>
              <a:ext cx="2305050" cy="980440"/>
            </a:xfrm>
            <a:custGeom>
              <a:avLst/>
              <a:gdLst/>
              <a:ahLst/>
              <a:cxnLst/>
              <a:rect l="l" t="t" r="r" b="b"/>
              <a:pathLst>
                <a:path w="2305050" h="980440">
                  <a:moveTo>
                    <a:pt x="530" y="979963"/>
                  </a:move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6"/>
                  </a:lnTo>
                  <a:lnTo>
                    <a:pt x="819942" y="62467"/>
                  </a:lnTo>
                  <a:lnTo>
                    <a:pt x="865232" y="84825"/>
                  </a:lnTo>
                  <a:lnTo>
                    <a:pt x="909518" y="109679"/>
                  </a:lnTo>
                  <a:lnTo>
                    <a:pt x="974681" y="148396"/>
                  </a:lnTo>
                  <a:lnTo>
                    <a:pt x="1008373" y="168569"/>
                  </a:lnTo>
                  <a:lnTo>
                    <a:pt x="1042782" y="189267"/>
                  </a:lnTo>
                  <a:lnTo>
                    <a:pt x="1077889" y="210478"/>
                  </a:lnTo>
                  <a:lnTo>
                    <a:pt x="1113677" y="232187"/>
                  </a:lnTo>
                  <a:lnTo>
                    <a:pt x="1150128" y="254383"/>
                  </a:lnTo>
                  <a:lnTo>
                    <a:pt x="1187224" y="277051"/>
                  </a:lnTo>
                  <a:lnTo>
                    <a:pt x="1224948" y="300179"/>
                  </a:lnTo>
                  <a:lnTo>
                    <a:pt x="1263280" y="323754"/>
                  </a:lnTo>
                  <a:lnTo>
                    <a:pt x="1302203" y="347762"/>
                  </a:lnTo>
                  <a:lnTo>
                    <a:pt x="1341700" y="372190"/>
                  </a:lnTo>
                  <a:lnTo>
                    <a:pt x="1381752" y="397025"/>
                  </a:lnTo>
                  <a:lnTo>
                    <a:pt x="1422342" y="422255"/>
                  </a:lnTo>
                  <a:lnTo>
                    <a:pt x="1463451" y="447864"/>
                  </a:lnTo>
                  <a:lnTo>
                    <a:pt x="1505062" y="473842"/>
                  </a:lnTo>
                  <a:lnTo>
                    <a:pt x="1547157" y="500174"/>
                  </a:lnTo>
                  <a:lnTo>
                    <a:pt x="1589718" y="526847"/>
                  </a:lnTo>
                  <a:lnTo>
                    <a:pt x="1632726" y="553848"/>
                  </a:lnTo>
                  <a:lnTo>
                    <a:pt x="1676165" y="581165"/>
                  </a:lnTo>
                  <a:lnTo>
                    <a:pt x="1720016" y="608783"/>
                  </a:lnTo>
                  <a:lnTo>
                    <a:pt x="1764262" y="636690"/>
                  </a:lnTo>
                  <a:lnTo>
                    <a:pt x="1808883" y="664872"/>
                  </a:lnTo>
                  <a:lnTo>
                    <a:pt x="1853863" y="693317"/>
                  </a:lnTo>
                  <a:lnTo>
                    <a:pt x="1899184" y="722011"/>
                  </a:lnTo>
                  <a:lnTo>
                    <a:pt x="1944828" y="750941"/>
                  </a:lnTo>
                  <a:lnTo>
                    <a:pt x="1990776" y="780094"/>
                  </a:lnTo>
                  <a:lnTo>
                    <a:pt x="2037011" y="809457"/>
                  </a:lnTo>
                  <a:lnTo>
                    <a:pt x="2083515" y="839017"/>
                  </a:lnTo>
                  <a:lnTo>
                    <a:pt x="2130270" y="868760"/>
                  </a:lnTo>
                  <a:lnTo>
                    <a:pt x="2177258" y="898673"/>
                  </a:lnTo>
                  <a:lnTo>
                    <a:pt x="2224461" y="928744"/>
                  </a:lnTo>
                  <a:lnTo>
                    <a:pt x="2271862" y="958958"/>
                  </a:lnTo>
                  <a:lnTo>
                    <a:pt x="2304796" y="979963"/>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object 6">
              <a:extLst>
                <a:ext uri="{FF2B5EF4-FFF2-40B4-BE49-F238E27FC236}">
                  <a16:creationId xmlns:a16="http://schemas.microsoft.com/office/drawing/2014/main" id="{C164E224-B765-0E17-7E27-79A7DA91D287}"/>
                </a:ext>
              </a:extLst>
            </p:cNvPr>
            <p:cNvSpPr/>
            <p:nvPr/>
          </p:nvSpPr>
          <p:spPr>
            <a:xfrm>
              <a:off x="13518714" y="6711741"/>
              <a:ext cx="6585584" cy="4597400"/>
            </a:xfrm>
            <a:custGeom>
              <a:avLst/>
              <a:gdLst/>
              <a:ahLst/>
              <a:cxnLst/>
              <a:rect l="l" t="t" r="r" b="b"/>
              <a:pathLst>
                <a:path w="6585584" h="4597400">
                  <a:moveTo>
                    <a:pt x="2738" y="4596816"/>
                  </a:moveTo>
                  <a:lnTo>
                    <a:pt x="2688" y="4516366"/>
                  </a:lnTo>
                  <a:lnTo>
                    <a:pt x="2657" y="4465724"/>
                  </a:lnTo>
                  <a:lnTo>
                    <a:pt x="2625" y="4415083"/>
                  </a:lnTo>
                  <a:lnTo>
                    <a:pt x="2594" y="4364441"/>
                  </a:lnTo>
                  <a:lnTo>
                    <a:pt x="2562" y="4313800"/>
                  </a:lnTo>
                  <a:lnTo>
                    <a:pt x="2531" y="4263158"/>
                  </a:lnTo>
                  <a:lnTo>
                    <a:pt x="2500" y="4212517"/>
                  </a:lnTo>
                  <a:lnTo>
                    <a:pt x="2469" y="4161875"/>
                  </a:lnTo>
                  <a:lnTo>
                    <a:pt x="2437" y="4111234"/>
                  </a:lnTo>
                  <a:lnTo>
                    <a:pt x="2406" y="4060592"/>
                  </a:lnTo>
                  <a:lnTo>
                    <a:pt x="2375" y="4009951"/>
                  </a:lnTo>
                  <a:lnTo>
                    <a:pt x="2343" y="3959309"/>
                  </a:lnTo>
                  <a:lnTo>
                    <a:pt x="2312" y="3908668"/>
                  </a:lnTo>
                  <a:lnTo>
                    <a:pt x="2281" y="3858027"/>
                  </a:lnTo>
                  <a:lnTo>
                    <a:pt x="2250" y="3807385"/>
                  </a:lnTo>
                  <a:lnTo>
                    <a:pt x="2218" y="3756744"/>
                  </a:lnTo>
                  <a:lnTo>
                    <a:pt x="2187" y="3706102"/>
                  </a:lnTo>
                  <a:lnTo>
                    <a:pt x="2156" y="3655461"/>
                  </a:lnTo>
                  <a:lnTo>
                    <a:pt x="2125" y="3604819"/>
                  </a:lnTo>
                  <a:lnTo>
                    <a:pt x="2094" y="3554178"/>
                  </a:lnTo>
                  <a:lnTo>
                    <a:pt x="2062" y="3503536"/>
                  </a:lnTo>
                  <a:lnTo>
                    <a:pt x="2031" y="3452895"/>
                  </a:lnTo>
                  <a:lnTo>
                    <a:pt x="2000" y="3402253"/>
                  </a:lnTo>
                  <a:lnTo>
                    <a:pt x="1969" y="3351612"/>
                  </a:lnTo>
                  <a:lnTo>
                    <a:pt x="1938" y="3300970"/>
                  </a:lnTo>
                  <a:lnTo>
                    <a:pt x="1907" y="3250329"/>
                  </a:lnTo>
                  <a:lnTo>
                    <a:pt x="1875" y="3199688"/>
                  </a:lnTo>
                  <a:lnTo>
                    <a:pt x="1844" y="3149046"/>
                  </a:lnTo>
                  <a:lnTo>
                    <a:pt x="1813" y="3098405"/>
                  </a:lnTo>
                  <a:lnTo>
                    <a:pt x="1782" y="3047763"/>
                  </a:lnTo>
                  <a:lnTo>
                    <a:pt x="1751" y="2997122"/>
                  </a:lnTo>
                  <a:lnTo>
                    <a:pt x="1720" y="2946480"/>
                  </a:lnTo>
                  <a:lnTo>
                    <a:pt x="1689" y="2895839"/>
                  </a:lnTo>
                  <a:lnTo>
                    <a:pt x="1658" y="2845198"/>
                  </a:lnTo>
                  <a:lnTo>
                    <a:pt x="1626" y="2794556"/>
                  </a:lnTo>
                  <a:lnTo>
                    <a:pt x="1595" y="2743915"/>
                  </a:lnTo>
                  <a:lnTo>
                    <a:pt x="1564" y="2693273"/>
                  </a:lnTo>
                  <a:lnTo>
                    <a:pt x="1533" y="2642632"/>
                  </a:lnTo>
                  <a:lnTo>
                    <a:pt x="1502" y="2591991"/>
                  </a:lnTo>
                  <a:lnTo>
                    <a:pt x="1471" y="2541349"/>
                  </a:lnTo>
                  <a:lnTo>
                    <a:pt x="1440" y="2490708"/>
                  </a:lnTo>
                  <a:lnTo>
                    <a:pt x="1409" y="2440066"/>
                  </a:lnTo>
                  <a:lnTo>
                    <a:pt x="1378" y="2389425"/>
                  </a:lnTo>
                  <a:lnTo>
                    <a:pt x="1347" y="2338784"/>
                  </a:lnTo>
                  <a:lnTo>
                    <a:pt x="1316" y="2288142"/>
                  </a:lnTo>
                  <a:lnTo>
                    <a:pt x="1285" y="2237501"/>
                  </a:lnTo>
                  <a:lnTo>
                    <a:pt x="1254" y="2186860"/>
                  </a:lnTo>
                  <a:lnTo>
                    <a:pt x="1223" y="2136218"/>
                  </a:lnTo>
                  <a:lnTo>
                    <a:pt x="1192" y="2085577"/>
                  </a:lnTo>
                  <a:lnTo>
                    <a:pt x="1161" y="2034936"/>
                  </a:lnTo>
                  <a:lnTo>
                    <a:pt x="1130" y="1984294"/>
                  </a:lnTo>
                  <a:lnTo>
                    <a:pt x="1099" y="1933653"/>
                  </a:lnTo>
                  <a:lnTo>
                    <a:pt x="1068" y="1883011"/>
                  </a:lnTo>
                  <a:lnTo>
                    <a:pt x="1037" y="1832370"/>
                  </a:lnTo>
                  <a:lnTo>
                    <a:pt x="1006" y="1781729"/>
                  </a:lnTo>
                  <a:lnTo>
                    <a:pt x="975" y="1731087"/>
                  </a:lnTo>
                  <a:lnTo>
                    <a:pt x="944" y="1680446"/>
                  </a:lnTo>
                  <a:lnTo>
                    <a:pt x="913" y="1629805"/>
                  </a:lnTo>
                  <a:lnTo>
                    <a:pt x="882" y="1579164"/>
                  </a:lnTo>
                  <a:lnTo>
                    <a:pt x="851" y="1528522"/>
                  </a:lnTo>
                  <a:lnTo>
                    <a:pt x="820" y="1477881"/>
                  </a:lnTo>
                  <a:lnTo>
                    <a:pt x="790" y="1427240"/>
                  </a:lnTo>
                  <a:lnTo>
                    <a:pt x="759" y="1376598"/>
                  </a:lnTo>
                  <a:lnTo>
                    <a:pt x="728" y="1325957"/>
                  </a:lnTo>
                  <a:lnTo>
                    <a:pt x="697" y="1275316"/>
                  </a:lnTo>
                  <a:lnTo>
                    <a:pt x="666" y="1224674"/>
                  </a:lnTo>
                  <a:lnTo>
                    <a:pt x="635" y="1174033"/>
                  </a:lnTo>
                  <a:lnTo>
                    <a:pt x="604" y="1123392"/>
                  </a:lnTo>
                  <a:lnTo>
                    <a:pt x="573" y="1072751"/>
                  </a:lnTo>
                  <a:lnTo>
                    <a:pt x="542" y="1022109"/>
                  </a:lnTo>
                  <a:lnTo>
                    <a:pt x="512" y="971468"/>
                  </a:lnTo>
                  <a:lnTo>
                    <a:pt x="481" y="920827"/>
                  </a:lnTo>
                  <a:lnTo>
                    <a:pt x="450" y="870186"/>
                  </a:lnTo>
                  <a:lnTo>
                    <a:pt x="419" y="819544"/>
                  </a:lnTo>
                  <a:lnTo>
                    <a:pt x="388" y="768903"/>
                  </a:lnTo>
                  <a:lnTo>
                    <a:pt x="223" y="734879"/>
                  </a:lnTo>
                  <a:lnTo>
                    <a:pt x="0" y="700855"/>
                  </a:lnTo>
                  <a:lnTo>
                    <a:pt x="80" y="666843"/>
                  </a:lnTo>
                  <a:lnTo>
                    <a:pt x="828" y="632855"/>
                  </a:lnTo>
                  <a:lnTo>
                    <a:pt x="4076" y="582472"/>
                  </a:lnTo>
                  <a:lnTo>
                    <a:pt x="10153" y="533741"/>
                  </a:lnTo>
                  <a:lnTo>
                    <a:pt x="18976" y="486722"/>
                  </a:lnTo>
                  <a:lnTo>
                    <a:pt x="30457" y="441476"/>
                  </a:lnTo>
                  <a:lnTo>
                    <a:pt x="44513" y="398065"/>
                  </a:lnTo>
                  <a:lnTo>
                    <a:pt x="61058" y="356549"/>
                  </a:lnTo>
                  <a:lnTo>
                    <a:pt x="80007" y="316990"/>
                  </a:lnTo>
                  <a:lnTo>
                    <a:pt x="101275" y="279448"/>
                  </a:lnTo>
                  <a:lnTo>
                    <a:pt x="124777" y="243986"/>
                  </a:lnTo>
                  <a:lnTo>
                    <a:pt x="150426" y="210665"/>
                  </a:lnTo>
                  <a:lnTo>
                    <a:pt x="178140" y="179544"/>
                  </a:lnTo>
                  <a:lnTo>
                    <a:pt x="207831" y="150686"/>
                  </a:lnTo>
                  <a:lnTo>
                    <a:pt x="239415" y="124152"/>
                  </a:lnTo>
                  <a:lnTo>
                    <a:pt x="272808" y="100002"/>
                  </a:lnTo>
                  <a:lnTo>
                    <a:pt x="307922" y="78299"/>
                  </a:lnTo>
                  <a:lnTo>
                    <a:pt x="344675" y="59103"/>
                  </a:lnTo>
                  <a:lnTo>
                    <a:pt x="382979" y="42475"/>
                  </a:lnTo>
                  <a:lnTo>
                    <a:pt x="422751" y="28476"/>
                  </a:lnTo>
                  <a:lnTo>
                    <a:pt x="463905" y="17168"/>
                  </a:lnTo>
                  <a:lnTo>
                    <a:pt x="506355" y="8612"/>
                  </a:lnTo>
                  <a:lnTo>
                    <a:pt x="550018" y="2869"/>
                  </a:lnTo>
                  <a:lnTo>
                    <a:pt x="594806" y="0"/>
                  </a:lnTo>
                  <a:lnTo>
                    <a:pt x="640636" y="65"/>
                  </a:lnTo>
                  <a:lnTo>
                    <a:pt x="687423" y="3128"/>
                  </a:lnTo>
                  <a:lnTo>
                    <a:pt x="735080" y="9248"/>
                  </a:lnTo>
                  <a:lnTo>
                    <a:pt x="783523" y="18486"/>
                  </a:lnTo>
                  <a:lnTo>
                    <a:pt x="832667" y="30905"/>
                  </a:lnTo>
                  <a:lnTo>
                    <a:pt x="877258" y="45170"/>
                  </a:lnTo>
                  <a:lnTo>
                    <a:pt x="920547" y="62066"/>
                  </a:lnTo>
                  <a:lnTo>
                    <a:pt x="962740" y="81302"/>
                  </a:lnTo>
                  <a:lnTo>
                    <a:pt x="1004039" y="102588"/>
                  </a:lnTo>
                  <a:lnTo>
                    <a:pt x="1044650" y="125635"/>
                  </a:lnTo>
                  <a:lnTo>
                    <a:pt x="1082528" y="148044"/>
                  </a:lnTo>
                  <a:lnTo>
                    <a:pt x="1123845" y="172544"/>
                  </a:lnTo>
                  <a:lnTo>
                    <a:pt x="1168521" y="199084"/>
                  </a:lnTo>
                  <a:lnTo>
                    <a:pt x="1216474" y="227617"/>
                  </a:lnTo>
                  <a:lnTo>
                    <a:pt x="1267624" y="258093"/>
                  </a:lnTo>
                  <a:lnTo>
                    <a:pt x="1321890" y="290462"/>
                  </a:lnTo>
                  <a:lnTo>
                    <a:pt x="1379190" y="324676"/>
                  </a:lnTo>
                  <a:lnTo>
                    <a:pt x="1439445" y="360685"/>
                  </a:lnTo>
                  <a:lnTo>
                    <a:pt x="1502572" y="398440"/>
                  </a:lnTo>
                  <a:lnTo>
                    <a:pt x="1568491" y="437892"/>
                  </a:lnTo>
                  <a:lnTo>
                    <a:pt x="1602473" y="458238"/>
                  </a:lnTo>
                  <a:lnTo>
                    <a:pt x="1637122" y="478991"/>
                  </a:lnTo>
                  <a:lnTo>
                    <a:pt x="1672428" y="500143"/>
                  </a:lnTo>
                  <a:lnTo>
                    <a:pt x="1708382" y="521689"/>
                  </a:lnTo>
                  <a:lnTo>
                    <a:pt x="1744973" y="543622"/>
                  </a:lnTo>
                  <a:lnTo>
                    <a:pt x="1782192" y="565936"/>
                  </a:lnTo>
                  <a:lnTo>
                    <a:pt x="1820028" y="588625"/>
                  </a:lnTo>
                  <a:lnTo>
                    <a:pt x="1858470" y="611683"/>
                  </a:lnTo>
                  <a:lnTo>
                    <a:pt x="1897510" y="635103"/>
                  </a:lnTo>
                  <a:lnTo>
                    <a:pt x="1937136" y="658880"/>
                  </a:lnTo>
                  <a:lnTo>
                    <a:pt x="1977339" y="683008"/>
                  </a:lnTo>
                  <a:lnTo>
                    <a:pt x="2018108" y="707479"/>
                  </a:lnTo>
                  <a:lnTo>
                    <a:pt x="2059434" y="732289"/>
                  </a:lnTo>
                  <a:lnTo>
                    <a:pt x="2101306" y="757431"/>
                  </a:lnTo>
                  <a:lnTo>
                    <a:pt x="2143714" y="782899"/>
                  </a:lnTo>
                  <a:lnTo>
                    <a:pt x="2186648" y="808686"/>
                  </a:lnTo>
                  <a:lnTo>
                    <a:pt x="2230098" y="834787"/>
                  </a:lnTo>
                  <a:lnTo>
                    <a:pt x="2274054" y="861195"/>
                  </a:lnTo>
                  <a:lnTo>
                    <a:pt x="2318506" y="887904"/>
                  </a:lnTo>
                  <a:lnTo>
                    <a:pt x="2363444" y="914908"/>
                  </a:lnTo>
                  <a:lnTo>
                    <a:pt x="2408856" y="942201"/>
                  </a:lnTo>
                  <a:lnTo>
                    <a:pt x="2454735" y="969777"/>
                  </a:lnTo>
                  <a:lnTo>
                    <a:pt x="2501068" y="997630"/>
                  </a:lnTo>
                  <a:lnTo>
                    <a:pt x="2547847" y="1025753"/>
                  </a:lnTo>
                  <a:lnTo>
                    <a:pt x="2595060" y="1054140"/>
                  </a:lnTo>
                  <a:lnTo>
                    <a:pt x="2642699" y="1082785"/>
                  </a:lnTo>
                  <a:lnTo>
                    <a:pt x="2690752" y="1111683"/>
                  </a:lnTo>
                  <a:lnTo>
                    <a:pt x="2739210" y="1140826"/>
                  </a:lnTo>
                  <a:lnTo>
                    <a:pt x="2788063" y="1170209"/>
                  </a:lnTo>
                  <a:lnTo>
                    <a:pt x="2837300" y="1199825"/>
                  </a:lnTo>
                  <a:lnTo>
                    <a:pt x="2886911" y="1229669"/>
                  </a:lnTo>
                  <a:lnTo>
                    <a:pt x="2936887" y="1259734"/>
                  </a:lnTo>
                  <a:lnTo>
                    <a:pt x="2987217" y="1290014"/>
                  </a:lnTo>
                  <a:lnTo>
                    <a:pt x="3037891" y="1320503"/>
                  </a:lnTo>
                  <a:lnTo>
                    <a:pt x="3088898" y="1351195"/>
                  </a:lnTo>
                  <a:lnTo>
                    <a:pt x="3140230" y="1382083"/>
                  </a:lnTo>
                  <a:lnTo>
                    <a:pt x="3191875" y="1413162"/>
                  </a:lnTo>
                  <a:lnTo>
                    <a:pt x="3243823" y="1444426"/>
                  </a:lnTo>
                  <a:lnTo>
                    <a:pt x="3296065" y="1475867"/>
                  </a:lnTo>
                  <a:lnTo>
                    <a:pt x="3348591" y="1507481"/>
                  </a:lnTo>
                  <a:lnTo>
                    <a:pt x="3401389" y="1539260"/>
                  </a:lnTo>
                  <a:lnTo>
                    <a:pt x="3454451" y="1571199"/>
                  </a:lnTo>
                  <a:lnTo>
                    <a:pt x="3507765" y="1603292"/>
                  </a:lnTo>
                  <a:lnTo>
                    <a:pt x="3561323" y="1635532"/>
                  </a:lnTo>
                  <a:lnTo>
                    <a:pt x="3615113" y="1667913"/>
                  </a:lnTo>
                  <a:lnTo>
                    <a:pt x="3669126" y="1700430"/>
                  </a:lnTo>
                  <a:lnTo>
                    <a:pt x="3723351" y="1733075"/>
                  </a:lnTo>
                  <a:lnTo>
                    <a:pt x="3777779" y="1765844"/>
                  </a:lnTo>
                  <a:lnTo>
                    <a:pt x="3832399" y="1798729"/>
                  </a:lnTo>
                  <a:lnTo>
                    <a:pt x="3887201" y="1831724"/>
                  </a:lnTo>
                  <a:lnTo>
                    <a:pt x="3942175" y="1864824"/>
                  </a:lnTo>
                  <a:lnTo>
                    <a:pt x="3997311" y="1898022"/>
                  </a:lnTo>
                  <a:lnTo>
                    <a:pt x="4052599" y="1931313"/>
                  </a:lnTo>
                  <a:lnTo>
                    <a:pt x="4108029" y="1964689"/>
                  </a:lnTo>
                  <a:lnTo>
                    <a:pt x="4163590" y="1998145"/>
                  </a:lnTo>
                  <a:lnTo>
                    <a:pt x="4219273" y="2031674"/>
                  </a:lnTo>
                  <a:lnTo>
                    <a:pt x="4275067" y="2065271"/>
                  </a:lnTo>
                  <a:lnTo>
                    <a:pt x="4330963" y="2098930"/>
                  </a:lnTo>
                  <a:lnTo>
                    <a:pt x="4386949" y="2132643"/>
                  </a:lnTo>
                  <a:lnTo>
                    <a:pt x="4443017" y="2166406"/>
                  </a:lnTo>
                  <a:lnTo>
                    <a:pt x="4499155" y="2200211"/>
                  </a:lnTo>
                  <a:lnTo>
                    <a:pt x="4555354" y="2234053"/>
                  </a:lnTo>
                  <a:lnTo>
                    <a:pt x="4611604" y="2267926"/>
                  </a:lnTo>
                  <a:lnTo>
                    <a:pt x="4667895" y="2301823"/>
                  </a:lnTo>
                  <a:lnTo>
                    <a:pt x="4724216" y="2335738"/>
                  </a:lnTo>
                  <a:lnTo>
                    <a:pt x="4780557" y="2369666"/>
                  </a:lnTo>
                  <a:lnTo>
                    <a:pt x="4836909" y="2403599"/>
                  </a:lnTo>
                  <a:lnTo>
                    <a:pt x="4893260" y="2437533"/>
                  </a:lnTo>
                  <a:lnTo>
                    <a:pt x="4949602" y="2471460"/>
                  </a:lnTo>
                  <a:lnTo>
                    <a:pt x="5005923" y="2505374"/>
                  </a:lnTo>
                  <a:lnTo>
                    <a:pt x="5062214" y="2539270"/>
                  </a:lnTo>
                  <a:lnTo>
                    <a:pt x="5118465" y="2573141"/>
                  </a:lnTo>
                  <a:lnTo>
                    <a:pt x="5174666" y="2606981"/>
                  </a:lnTo>
                  <a:lnTo>
                    <a:pt x="5230805" y="2640784"/>
                  </a:lnTo>
                  <a:lnTo>
                    <a:pt x="5286875" y="2674544"/>
                  </a:lnTo>
                  <a:lnTo>
                    <a:pt x="5342863" y="2708255"/>
                  </a:lnTo>
                  <a:lnTo>
                    <a:pt x="5398760" y="2741910"/>
                  </a:lnTo>
                  <a:lnTo>
                    <a:pt x="5454557" y="2775503"/>
                  </a:lnTo>
                  <a:lnTo>
                    <a:pt x="5510242" y="2809028"/>
                  </a:lnTo>
                  <a:lnTo>
                    <a:pt x="5565806" y="2842480"/>
                  </a:lnTo>
                  <a:lnTo>
                    <a:pt x="5621238" y="2875851"/>
                  </a:lnTo>
                  <a:lnTo>
                    <a:pt x="5676529" y="2909136"/>
                  </a:lnTo>
                  <a:lnTo>
                    <a:pt x="5731669" y="2942328"/>
                  </a:lnTo>
                  <a:lnTo>
                    <a:pt x="5786646" y="2975422"/>
                  </a:lnTo>
                  <a:lnTo>
                    <a:pt x="5841452" y="3008412"/>
                  </a:lnTo>
                  <a:lnTo>
                    <a:pt x="5896076" y="3041290"/>
                  </a:lnTo>
                  <a:lnTo>
                    <a:pt x="5950508" y="3074051"/>
                  </a:lnTo>
                  <a:lnTo>
                    <a:pt x="6004738" y="3106689"/>
                  </a:lnTo>
                  <a:lnTo>
                    <a:pt x="6058755" y="3139198"/>
                  </a:lnTo>
                  <a:lnTo>
                    <a:pt x="6112550" y="3171571"/>
                  </a:lnTo>
                  <a:lnTo>
                    <a:pt x="6166113" y="3203803"/>
                  </a:lnTo>
                  <a:lnTo>
                    <a:pt x="6219432" y="3235887"/>
                  </a:lnTo>
                  <a:lnTo>
                    <a:pt x="6272499" y="3267817"/>
                  </a:lnTo>
                  <a:lnTo>
                    <a:pt x="6325303" y="3299587"/>
                  </a:lnTo>
                  <a:lnTo>
                    <a:pt x="6377835" y="3331190"/>
                  </a:lnTo>
                  <a:lnTo>
                    <a:pt x="6430083" y="3362621"/>
                  </a:lnTo>
                  <a:lnTo>
                    <a:pt x="6482038" y="3393874"/>
                  </a:lnTo>
                  <a:lnTo>
                    <a:pt x="6533689" y="3424942"/>
                  </a:lnTo>
                  <a:lnTo>
                    <a:pt x="6585027" y="3455819"/>
                  </a:lnTo>
                  <a:lnTo>
                    <a:pt x="6585385" y="3456034"/>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dirty="0">
                <a:ln>
                  <a:noFill/>
                </a:ln>
                <a:solidFill>
                  <a:srgbClr val="000000"/>
                </a:solidFill>
                <a:effectLst/>
                <a:uLnTx/>
                <a:uFillTx/>
                <a:latin typeface="Arial"/>
                <a:ea typeface="+mn-ea"/>
                <a:cs typeface="Arial"/>
                <a:sym typeface="Arial"/>
              </a:endParaRPr>
            </a:p>
          </p:txBody>
        </p:sp>
      </p:grpSp>
      <p:grpSp>
        <p:nvGrpSpPr>
          <p:cNvPr id="22" name="Group 21">
            <a:extLst>
              <a:ext uri="{FF2B5EF4-FFF2-40B4-BE49-F238E27FC236}">
                <a16:creationId xmlns:a16="http://schemas.microsoft.com/office/drawing/2014/main" id="{C98A634B-A7BE-B57C-6516-9AFD27C5F945}"/>
              </a:ext>
            </a:extLst>
          </p:cNvPr>
          <p:cNvGrpSpPr/>
          <p:nvPr/>
        </p:nvGrpSpPr>
        <p:grpSpPr>
          <a:xfrm flipH="1">
            <a:off x="-9198" y="0"/>
            <a:ext cx="12210398" cy="2337727"/>
            <a:chOff x="-15874" y="0"/>
            <a:chExt cx="20135850" cy="3855085"/>
          </a:xfrm>
        </p:grpSpPr>
        <p:grpSp>
          <p:nvGrpSpPr>
            <p:cNvPr id="15" name="object 2">
              <a:extLst>
                <a:ext uri="{FF2B5EF4-FFF2-40B4-BE49-F238E27FC236}">
                  <a16:creationId xmlns:a16="http://schemas.microsoft.com/office/drawing/2014/main" id="{2C7DF594-AD05-55C5-F380-885F7CA8C3D2}"/>
                </a:ext>
              </a:extLst>
            </p:cNvPr>
            <p:cNvGrpSpPr/>
            <p:nvPr/>
          </p:nvGrpSpPr>
          <p:grpSpPr>
            <a:xfrm>
              <a:off x="-15874" y="0"/>
              <a:ext cx="20135850" cy="3855085"/>
              <a:chOff x="-15874" y="0"/>
              <a:chExt cx="20135850" cy="3855085"/>
            </a:xfrm>
          </p:grpSpPr>
          <p:sp>
            <p:nvSpPr>
              <p:cNvPr id="16" name="object 3">
                <a:extLst>
                  <a:ext uri="{FF2B5EF4-FFF2-40B4-BE49-F238E27FC236}">
                    <a16:creationId xmlns:a16="http://schemas.microsoft.com/office/drawing/2014/main" id="{95E54AE2-2113-8AF2-EFC9-B5B54F4E7586}"/>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chemeClr val="bg1"/>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7" name="object 4">
                <a:extLst>
                  <a:ext uri="{FF2B5EF4-FFF2-40B4-BE49-F238E27FC236}">
                    <a16:creationId xmlns:a16="http://schemas.microsoft.com/office/drawing/2014/main" id="{2404657A-FC13-C43B-5565-E3850ACEEA62}"/>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1" name="object 4">
              <a:extLst>
                <a:ext uri="{FF2B5EF4-FFF2-40B4-BE49-F238E27FC236}">
                  <a16:creationId xmlns:a16="http://schemas.microsoft.com/office/drawing/2014/main" id="{0DDD321B-BD36-4839-1533-503E00B5617F}"/>
                </a:ext>
              </a:extLst>
            </p:cNvPr>
            <p:cNvSpPr/>
            <p:nvPr/>
          </p:nvSpPr>
          <p:spPr>
            <a:xfrm>
              <a:off x="603250" y="0"/>
              <a:ext cx="19500850" cy="2828304"/>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3" name="object 5">
            <a:extLst>
              <a:ext uri="{FF2B5EF4-FFF2-40B4-BE49-F238E27FC236}">
                <a16:creationId xmlns:a16="http://schemas.microsoft.com/office/drawing/2014/main" id="{976B33D0-6452-62B6-909A-AA8FBFAF03E0}"/>
              </a:ext>
            </a:extLst>
          </p:cNvPr>
          <p:cNvSpPr txBox="1"/>
          <p:nvPr/>
        </p:nvSpPr>
        <p:spPr>
          <a:xfrm>
            <a:off x="-260362" y="277158"/>
            <a:ext cx="11136662" cy="747996"/>
          </a:xfrm>
          <a:prstGeom prst="rect">
            <a:avLst/>
          </a:prstGeom>
        </p:spPr>
        <p:txBody>
          <a:bodyPr vert="horz" wrap="square" lIns="0" tIns="9242" rIns="0" bIns="0" rtlCol="0">
            <a:spAutoFit/>
          </a:bodyPr>
          <a:lstStyle/>
          <a:p>
            <a:pPr marL="4087069" marR="3081" lvl="0" indent="0" algn="r" defTabSz="554492" rtl="0" eaLnBrk="1" fontAlgn="auto" latinLnBrk="0" hangingPunct="1">
              <a:lnSpc>
                <a:spcPct val="100000"/>
              </a:lnSpc>
              <a:spcBef>
                <a:spcPts val="73"/>
              </a:spcBef>
              <a:spcAft>
                <a:spcPts val="0"/>
              </a:spcAft>
              <a:buClr>
                <a:srgbClr val="000000"/>
              </a:buClr>
              <a:buSzTx/>
              <a:buFontTx/>
              <a:buNone/>
              <a:tabLst/>
              <a:defRPr/>
            </a:pPr>
            <a:r>
              <a:rPr kumimoji="0" lang="ar-EG" sz="2400" b="1" i="0" u="none" strike="noStrike" kern="0" cap="none" spc="0" normalizeH="0" baseline="0" noProof="0" dirty="0">
                <a:ln>
                  <a:noFill/>
                </a:ln>
                <a:solidFill>
                  <a:srgbClr val="4BACC6">
                    <a:lumMod val="50000"/>
                  </a:srgbClr>
                </a:solidFill>
                <a:effectLst/>
                <a:uLnTx/>
                <a:uFillTx/>
                <a:latin typeface="Neo Sans Arabic Bold" panose="020B0804030504040204" pitchFamily="34" charset="-78"/>
                <a:cs typeface="Neo Sans Arabic Bold" panose="020B0804030504040204" pitchFamily="34" charset="-78"/>
                <a:sym typeface="Arial"/>
              </a:rPr>
              <a:t>نشاط "أمثلة على حملات ناجحة في مكافحة المعلومات"</a:t>
            </a:r>
          </a:p>
        </p:txBody>
      </p:sp>
      <p:sp>
        <p:nvSpPr>
          <p:cNvPr id="24" name="object 6">
            <a:extLst>
              <a:ext uri="{FF2B5EF4-FFF2-40B4-BE49-F238E27FC236}">
                <a16:creationId xmlns:a16="http://schemas.microsoft.com/office/drawing/2014/main" id="{B8A6DDC9-FD70-0D2E-2705-1C3C21D65753}"/>
              </a:ext>
            </a:extLst>
          </p:cNvPr>
          <p:cNvSpPr/>
          <p:nvPr/>
        </p:nvSpPr>
        <p:spPr>
          <a:xfrm>
            <a:off x="11041470" y="424638"/>
            <a:ext cx="327305" cy="462848"/>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 name="TextBox 1">
            <a:extLst>
              <a:ext uri="{FF2B5EF4-FFF2-40B4-BE49-F238E27FC236}">
                <a16:creationId xmlns:a16="http://schemas.microsoft.com/office/drawing/2014/main" id="{80BFA90B-630B-4D29-0553-FF5BDA52AE2B}"/>
              </a:ext>
            </a:extLst>
          </p:cNvPr>
          <p:cNvSpPr txBox="1"/>
          <p:nvPr/>
        </p:nvSpPr>
        <p:spPr>
          <a:xfrm>
            <a:off x="1891439" y="3026671"/>
            <a:ext cx="2558471" cy="369332"/>
          </a:xfrm>
          <a:prstGeom prst="rect">
            <a:avLst/>
          </a:prstGeom>
          <a:noFill/>
        </p:spPr>
        <p:txBody>
          <a:bodyPr wrap="square" rtlCol="0">
            <a:spAutoFit/>
          </a:bodyPr>
          <a:lstStyle/>
          <a:p>
            <a:pPr algn="r"/>
            <a:r>
              <a:rPr kumimoji="0" lang="ar-EG" sz="18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نشاط جماعي</a:t>
            </a:r>
          </a:p>
        </p:txBody>
      </p:sp>
      <p:sp>
        <p:nvSpPr>
          <p:cNvPr id="10" name="TextBox 9">
            <a:extLst>
              <a:ext uri="{FF2B5EF4-FFF2-40B4-BE49-F238E27FC236}">
                <a16:creationId xmlns:a16="http://schemas.microsoft.com/office/drawing/2014/main" id="{1278F7BA-93FC-EF3B-3C77-D7CA4C89A366}"/>
              </a:ext>
            </a:extLst>
          </p:cNvPr>
          <p:cNvSpPr txBox="1"/>
          <p:nvPr/>
        </p:nvSpPr>
        <p:spPr>
          <a:xfrm>
            <a:off x="130629" y="3471987"/>
            <a:ext cx="4319282" cy="1937262"/>
          </a:xfrm>
          <a:prstGeom prst="rect">
            <a:avLst/>
          </a:prstGeom>
          <a:noFill/>
        </p:spPr>
        <p:txBody>
          <a:bodyPr wrap="square" rtlCol="0">
            <a:spAutoFit/>
          </a:bodyPr>
          <a:lstStyle/>
          <a:p>
            <a:pPr algn="r">
              <a:lnSpc>
                <a:spcPct val="150000"/>
              </a:lnSpc>
            </a:pPr>
            <a:r>
              <a:rPr lang="ar-EG" b="1" kern="0" dirty="0">
                <a:solidFill>
                  <a:schemeClr val="bg1"/>
                </a:solidFill>
                <a:latin typeface="Neo Sans Arabic Bold" panose="020B0804030504040204" pitchFamily="34" charset="-78"/>
                <a:cs typeface="Neo Sans Arabic Bold" panose="020B0804030504040204" pitchFamily="34" charset="-78"/>
                <a:sym typeface="Arial"/>
              </a:rPr>
              <a:t>المطلوب:</a:t>
            </a:r>
          </a:p>
          <a:p>
            <a:pPr marL="285750" indent="-285750" algn="r" rtl="1">
              <a:lnSpc>
                <a:spcPct val="150000"/>
              </a:lnSpc>
              <a:buFont typeface="Arial" panose="020B0604020202020204" pitchFamily="34" charset="0"/>
              <a:buChar char="•"/>
            </a:pPr>
            <a:r>
              <a:rPr kumimoji="0" lang="ar-EG"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التفكير في الحملات الوطنية أو العالمية ضد الأخبار الكاذبة.</a:t>
            </a:r>
          </a:p>
          <a:p>
            <a:pPr marL="285750" indent="-285750" algn="r" rtl="1">
              <a:lnSpc>
                <a:spcPct val="150000"/>
              </a:lnSpc>
              <a:buFont typeface="Arial" panose="020B0604020202020204" pitchFamily="34" charset="0"/>
              <a:buChar char="•"/>
            </a:pPr>
            <a:r>
              <a:rPr kumimoji="0" lang="ar-EG" sz="16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استعراض الطرق والاستراتيجيات التي استخدمتها هذه الحملات.</a:t>
            </a:r>
          </a:p>
        </p:txBody>
      </p:sp>
      <p:sp>
        <p:nvSpPr>
          <p:cNvPr id="12" name="object 6">
            <a:extLst>
              <a:ext uri="{FF2B5EF4-FFF2-40B4-BE49-F238E27FC236}">
                <a16:creationId xmlns:a16="http://schemas.microsoft.com/office/drawing/2014/main" id="{610F08A8-2574-0080-4D64-B7B6235260A3}"/>
              </a:ext>
            </a:extLst>
          </p:cNvPr>
          <p:cNvSpPr/>
          <p:nvPr/>
        </p:nvSpPr>
        <p:spPr>
          <a:xfrm flipH="1">
            <a:off x="9724589" y="2297563"/>
            <a:ext cx="2466982" cy="4390079"/>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 name="object 6">
            <a:extLst>
              <a:ext uri="{FF2B5EF4-FFF2-40B4-BE49-F238E27FC236}">
                <a16:creationId xmlns:a16="http://schemas.microsoft.com/office/drawing/2014/main" id="{2CFDDD64-F2D7-FA87-C2A4-0FCD8CC8E811}"/>
              </a:ext>
            </a:extLst>
          </p:cNvPr>
          <p:cNvSpPr/>
          <p:nvPr/>
        </p:nvSpPr>
        <p:spPr>
          <a:xfrm flipH="1">
            <a:off x="5019150" y="3433706"/>
            <a:ext cx="3016095" cy="3017506"/>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539363786"/>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3570441-450E-13B8-DC38-B1BDC90D73C7}"/>
            </a:ext>
          </a:extLst>
        </p:cNvPr>
        <p:cNvGrpSpPr/>
        <p:nvPr/>
      </p:nvGrpSpPr>
      <p:grpSpPr>
        <a:xfrm>
          <a:off x="0" y="0"/>
          <a:ext cx="0" cy="0"/>
          <a:chOff x="0" y="0"/>
          <a:chExt cx="0" cy="0"/>
        </a:xfrm>
      </p:grpSpPr>
      <p:pic>
        <p:nvPicPr>
          <p:cNvPr id="2" name="Picture 1" descr="A hand holding a cellphone&#10;&#10;Description automatically generated">
            <a:extLst>
              <a:ext uri="{FF2B5EF4-FFF2-40B4-BE49-F238E27FC236}">
                <a16:creationId xmlns:a16="http://schemas.microsoft.com/office/drawing/2014/main" id="{000ECB03-8FA8-D87C-96B3-9C0BECBB2782}"/>
              </a:ext>
            </a:extLst>
          </p:cNvPr>
          <p:cNvPicPr>
            <a:picLocks noChangeAspect="1"/>
          </p:cNvPicPr>
          <p:nvPr/>
        </p:nvPicPr>
        <p:blipFill rotWithShape="1">
          <a:blip r:embed="rId2" cstate="print">
            <a:clrChange>
              <a:clrFrom>
                <a:srgbClr val="C3E1F8"/>
              </a:clrFrom>
              <a:clrTo>
                <a:srgbClr val="C3E1F8">
                  <a:alpha val="0"/>
                </a:srgbClr>
              </a:clrTo>
            </a:clrChange>
            <a:extLst>
              <a:ext uri="{28A0092B-C50C-407E-A947-70E740481C1C}">
                <a14:useLocalDpi xmlns:a14="http://schemas.microsoft.com/office/drawing/2010/main" val="0"/>
              </a:ext>
            </a:extLst>
          </a:blip>
          <a:srcRect l="1" r="18397"/>
          <a:stretch/>
        </p:blipFill>
        <p:spPr>
          <a:xfrm>
            <a:off x="5426901" y="-16352"/>
            <a:ext cx="5600700" cy="6858000"/>
          </a:xfrm>
          <a:prstGeom prst="rect">
            <a:avLst/>
          </a:prstGeom>
        </p:spPr>
      </p:pic>
      <p:grpSp>
        <p:nvGrpSpPr>
          <p:cNvPr id="14" name="object 14">
            <a:extLst>
              <a:ext uri="{FF2B5EF4-FFF2-40B4-BE49-F238E27FC236}">
                <a16:creationId xmlns:a16="http://schemas.microsoft.com/office/drawing/2014/main" id="{9B18AC39-F713-E6E6-CAD3-05505B6533FD}"/>
              </a:ext>
            </a:extLst>
          </p:cNvPr>
          <p:cNvGrpSpPr/>
          <p:nvPr/>
        </p:nvGrpSpPr>
        <p:grpSpPr>
          <a:xfrm>
            <a:off x="428" y="1"/>
            <a:ext cx="4802525" cy="6857615"/>
            <a:chOff x="0" y="0"/>
            <a:chExt cx="7919720" cy="11308715"/>
          </a:xfrm>
        </p:grpSpPr>
        <p:sp>
          <p:nvSpPr>
            <p:cNvPr id="15" name="object 15">
              <a:extLst>
                <a:ext uri="{FF2B5EF4-FFF2-40B4-BE49-F238E27FC236}">
                  <a16:creationId xmlns:a16="http://schemas.microsoft.com/office/drawing/2014/main" id="{F2B49158-4E19-AD69-0A45-7263AB77BD24}"/>
                </a:ext>
              </a:extLst>
            </p:cNvPr>
            <p:cNvSpPr/>
            <p:nvPr/>
          </p:nvSpPr>
          <p:spPr>
            <a:xfrm>
              <a:off x="0" y="0"/>
              <a:ext cx="7686675" cy="7173595"/>
            </a:xfrm>
            <a:custGeom>
              <a:avLst/>
              <a:gdLst/>
              <a:ahLst/>
              <a:cxnLst/>
              <a:rect l="l" t="t" r="r" b="b"/>
              <a:pathLst>
                <a:path w="7686675" h="7173595">
                  <a:moveTo>
                    <a:pt x="7234135" y="0"/>
                  </a:moveTo>
                  <a:lnTo>
                    <a:pt x="0" y="0"/>
                  </a:lnTo>
                  <a:lnTo>
                    <a:pt x="0" y="7173466"/>
                  </a:lnTo>
                  <a:lnTo>
                    <a:pt x="4148125" y="7173466"/>
                  </a:lnTo>
                  <a:lnTo>
                    <a:pt x="5827403" y="4331856"/>
                  </a:lnTo>
                  <a:lnTo>
                    <a:pt x="7604752" y="1253468"/>
                  </a:lnTo>
                  <a:lnTo>
                    <a:pt x="7628007" y="1209064"/>
                  </a:lnTo>
                  <a:lnTo>
                    <a:pt x="7647386" y="1163345"/>
                  </a:lnTo>
                  <a:lnTo>
                    <a:pt x="7662890" y="1116549"/>
                  </a:lnTo>
                  <a:lnTo>
                    <a:pt x="7674517" y="1068916"/>
                  </a:lnTo>
                  <a:lnTo>
                    <a:pt x="7682269" y="1020685"/>
                  </a:lnTo>
                  <a:lnTo>
                    <a:pt x="7686145" y="972095"/>
                  </a:lnTo>
                  <a:lnTo>
                    <a:pt x="7686145" y="923386"/>
                  </a:lnTo>
                  <a:lnTo>
                    <a:pt x="7682269" y="874797"/>
                  </a:lnTo>
                  <a:lnTo>
                    <a:pt x="7674517" y="826566"/>
                  </a:lnTo>
                  <a:lnTo>
                    <a:pt x="7662890" y="778934"/>
                  </a:lnTo>
                  <a:lnTo>
                    <a:pt x="7647386" y="732140"/>
                  </a:lnTo>
                  <a:lnTo>
                    <a:pt x="7628007" y="686422"/>
                  </a:lnTo>
                  <a:lnTo>
                    <a:pt x="7604752" y="642021"/>
                  </a:lnTo>
                  <a:lnTo>
                    <a:pt x="7234135" y="0"/>
                  </a:lnTo>
                  <a:close/>
                </a:path>
              </a:pathLst>
            </a:custGeom>
            <a:solidFill>
              <a:srgbClr val="005363"/>
            </a:solidFill>
          </p:spPr>
          <p:txBody>
            <a:bodyPr wrap="square" lIns="0" tIns="0" rIns="0" bIns="0" rtlCol="0"/>
            <a:lstStyle/>
            <a:p>
              <a:pPr defTabSz="554492"/>
              <a:endParaRPr sz="1092" kern="0">
                <a:solidFill>
                  <a:sysClr val="windowText" lastClr="000000"/>
                </a:solidFill>
              </a:endParaRPr>
            </a:p>
          </p:txBody>
        </p:sp>
        <p:sp>
          <p:nvSpPr>
            <p:cNvPr id="16" name="object 16">
              <a:extLst>
                <a:ext uri="{FF2B5EF4-FFF2-40B4-BE49-F238E27FC236}">
                  <a16:creationId xmlns:a16="http://schemas.microsoft.com/office/drawing/2014/main" id="{525CEF59-1D8A-CBD8-674E-142EDD0784F3}"/>
                </a:ext>
              </a:extLst>
            </p:cNvPr>
            <p:cNvSpPr/>
            <p:nvPr/>
          </p:nvSpPr>
          <p:spPr>
            <a:xfrm>
              <a:off x="0" y="0"/>
              <a:ext cx="7919720" cy="11308715"/>
            </a:xfrm>
            <a:custGeom>
              <a:avLst/>
              <a:gdLst/>
              <a:ahLst/>
              <a:cxnLst/>
              <a:rect l="l" t="t" r="r" b="b"/>
              <a:pathLst>
                <a:path w="7919720" h="11308715">
                  <a:moveTo>
                    <a:pt x="5107896" y="0"/>
                  </a:moveTo>
                  <a:lnTo>
                    <a:pt x="0" y="0"/>
                  </a:lnTo>
                  <a:lnTo>
                    <a:pt x="0" y="11308556"/>
                  </a:lnTo>
                  <a:lnTo>
                    <a:pt x="4359451" y="11308556"/>
                  </a:lnTo>
                  <a:lnTo>
                    <a:pt x="6004047" y="8525645"/>
                  </a:lnTo>
                  <a:lnTo>
                    <a:pt x="7835457" y="5354003"/>
                  </a:lnTo>
                  <a:lnTo>
                    <a:pt x="7857805" y="5311584"/>
                  </a:lnTo>
                  <a:lnTo>
                    <a:pt x="7876714" y="5267978"/>
                  </a:lnTo>
                  <a:lnTo>
                    <a:pt x="7892186" y="5223380"/>
                  </a:lnTo>
                  <a:lnTo>
                    <a:pt x="7904219" y="5177990"/>
                  </a:lnTo>
                  <a:lnTo>
                    <a:pt x="7912814" y="5132003"/>
                  </a:lnTo>
                  <a:lnTo>
                    <a:pt x="7917971" y="5085619"/>
                  </a:lnTo>
                  <a:lnTo>
                    <a:pt x="7919696" y="5039034"/>
                  </a:lnTo>
                  <a:lnTo>
                    <a:pt x="7917971" y="4992445"/>
                  </a:lnTo>
                  <a:lnTo>
                    <a:pt x="7912814" y="4946051"/>
                  </a:lnTo>
                  <a:lnTo>
                    <a:pt x="7904219" y="4900049"/>
                  </a:lnTo>
                  <a:lnTo>
                    <a:pt x="7892186" y="4854636"/>
                  </a:lnTo>
                  <a:lnTo>
                    <a:pt x="7876714" y="4810009"/>
                  </a:lnTo>
                  <a:lnTo>
                    <a:pt x="7857805" y="4766367"/>
                  </a:lnTo>
                  <a:lnTo>
                    <a:pt x="7835457" y="4723907"/>
                  </a:lnTo>
                  <a:lnTo>
                    <a:pt x="5107896" y="0"/>
                  </a:lnTo>
                  <a:close/>
                </a:path>
              </a:pathLst>
            </a:custGeom>
            <a:solidFill>
              <a:srgbClr val="8DB7E0">
                <a:alpha val="50000"/>
              </a:srgbClr>
            </a:solidFill>
          </p:spPr>
          <p:txBody>
            <a:bodyPr wrap="square" lIns="0" tIns="0" rIns="0" bIns="0" rtlCol="0"/>
            <a:lstStyle/>
            <a:p>
              <a:pPr defTabSz="554492"/>
              <a:endParaRPr sz="1092" kern="0">
                <a:solidFill>
                  <a:sysClr val="windowText" lastClr="000000"/>
                </a:solidFill>
              </a:endParaRPr>
            </a:p>
          </p:txBody>
        </p:sp>
        <p:pic>
          <p:nvPicPr>
            <p:cNvPr id="17" name="object 17">
              <a:extLst>
                <a:ext uri="{FF2B5EF4-FFF2-40B4-BE49-F238E27FC236}">
                  <a16:creationId xmlns:a16="http://schemas.microsoft.com/office/drawing/2014/main" id="{F6608F23-D1F1-7DE9-BFCB-440E27C3DF9B}"/>
                </a:ext>
              </a:extLst>
            </p:cNvPr>
            <p:cNvPicPr/>
            <p:nvPr/>
          </p:nvPicPr>
          <p:blipFill>
            <a:blip r:embed="rId3" cstate="print"/>
            <a:stretch>
              <a:fillRect/>
            </a:stretch>
          </p:blipFill>
          <p:spPr>
            <a:xfrm>
              <a:off x="0" y="0"/>
              <a:ext cx="7686635" cy="11282389"/>
            </a:xfrm>
            <a:prstGeom prst="rect">
              <a:avLst/>
            </a:prstGeom>
          </p:spPr>
        </p:pic>
        <p:pic>
          <p:nvPicPr>
            <p:cNvPr id="18" name="object 18">
              <a:extLst>
                <a:ext uri="{FF2B5EF4-FFF2-40B4-BE49-F238E27FC236}">
                  <a16:creationId xmlns:a16="http://schemas.microsoft.com/office/drawing/2014/main" id="{F86546D2-622B-865D-9958-A1113C79B405}"/>
                </a:ext>
              </a:extLst>
            </p:cNvPr>
            <p:cNvPicPr/>
            <p:nvPr/>
          </p:nvPicPr>
          <p:blipFill>
            <a:blip r:embed="rId4" cstate="print"/>
            <a:stretch>
              <a:fillRect/>
            </a:stretch>
          </p:blipFill>
          <p:spPr>
            <a:xfrm>
              <a:off x="0" y="0"/>
              <a:ext cx="7686145" cy="11282382"/>
            </a:xfrm>
            <a:prstGeom prst="rect">
              <a:avLst/>
            </a:prstGeom>
          </p:spPr>
        </p:pic>
        <p:pic>
          <p:nvPicPr>
            <p:cNvPr id="19" name="object 19">
              <a:extLst>
                <a:ext uri="{FF2B5EF4-FFF2-40B4-BE49-F238E27FC236}">
                  <a16:creationId xmlns:a16="http://schemas.microsoft.com/office/drawing/2014/main" id="{94E336B9-56E9-C99B-D204-87CA49103591}"/>
                </a:ext>
              </a:extLst>
            </p:cNvPr>
            <p:cNvPicPr/>
            <p:nvPr/>
          </p:nvPicPr>
          <p:blipFill>
            <a:blip r:embed="rId5" cstate="print"/>
            <a:stretch>
              <a:fillRect/>
            </a:stretch>
          </p:blipFill>
          <p:spPr>
            <a:xfrm>
              <a:off x="5880497" y="10642336"/>
              <a:ext cx="476756" cy="248390"/>
            </a:xfrm>
            <a:prstGeom prst="rect">
              <a:avLst/>
            </a:prstGeom>
          </p:spPr>
        </p:pic>
      </p:grpSp>
      <p:sp>
        <p:nvSpPr>
          <p:cNvPr id="3" name="Title 2">
            <a:extLst>
              <a:ext uri="{FF2B5EF4-FFF2-40B4-BE49-F238E27FC236}">
                <a16:creationId xmlns:a16="http://schemas.microsoft.com/office/drawing/2014/main" id="{48DFEAB0-E48C-82F5-F632-A195409F8996}"/>
              </a:ext>
            </a:extLst>
          </p:cNvPr>
          <p:cNvSpPr>
            <a:spLocks noGrp="1"/>
          </p:cNvSpPr>
          <p:nvPr>
            <p:ph type="title"/>
          </p:nvPr>
        </p:nvSpPr>
        <p:spPr>
          <a:xfrm>
            <a:off x="208130" y="2304652"/>
            <a:ext cx="3647341" cy="2215991"/>
          </a:xfrm>
        </p:spPr>
        <p:txBody>
          <a:bodyPr/>
          <a:lstStyle/>
          <a:p>
            <a:pPr algn="ctr" rtl="1"/>
            <a:r>
              <a:rPr kumimoji="0" lang="ar-EG" sz="36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Neo Sans Arabic Bold" panose="020B0804030504040204" pitchFamily="34" charset="-78"/>
                <a:ea typeface="Times New Roman" panose="02020603050405020304" pitchFamily="18" charset="0"/>
                <a:cs typeface="Neo Sans Arabic Bold" panose="020B0804030504040204" pitchFamily="34" charset="-78"/>
              </a:rPr>
              <a:t>أمثلة على حملات ناجحة في مكافحة المعلومات المضللة</a:t>
            </a:r>
            <a:endParaRPr lang="en-GB" dirty="0">
              <a:solidFill>
                <a:schemeClr val="bg1"/>
              </a:solidFill>
              <a:effectLst>
                <a:outerShdw blurRad="38100" dist="38100" dir="2700000" algn="tl">
                  <a:srgbClr val="000000">
                    <a:alpha val="43137"/>
                  </a:srgbClr>
                </a:outerShdw>
              </a:effectLst>
              <a:latin typeface="Neo Sans Arabic Bold" panose="020B0804030504040204" pitchFamily="34" charset="-78"/>
              <a:cs typeface="Neo Sans Arabic Bold" panose="020B0804030504040204" pitchFamily="34" charset="-78"/>
            </a:endParaRPr>
          </a:p>
        </p:txBody>
      </p:sp>
      <p:sp>
        <p:nvSpPr>
          <p:cNvPr id="7" name="TextBox 6">
            <a:extLst>
              <a:ext uri="{FF2B5EF4-FFF2-40B4-BE49-F238E27FC236}">
                <a16:creationId xmlns:a16="http://schemas.microsoft.com/office/drawing/2014/main" id="{46684567-3AD1-CED5-BD18-5F1B5462E753}"/>
              </a:ext>
            </a:extLst>
          </p:cNvPr>
          <p:cNvSpPr txBox="1"/>
          <p:nvPr/>
        </p:nvSpPr>
        <p:spPr>
          <a:xfrm>
            <a:off x="3963045" y="2737657"/>
            <a:ext cx="5888297" cy="1200329"/>
          </a:xfrm>
          <a:prstGeom prst="rect">
            <a:avLst/>
          </a:prstGeom>
          <a:noFill/>
        </p:spPr>
        <p:txBody>
          <a:bodyPr wrap="square">
            <a:spAutoFit/>
          </a:bodyPr>
          <a:lstStyle/>
          <a:p>
            <a:pPr marL="4087069" marR="3081" lvl="0" indent="0" algn="ctr" defTabSz="554492" rtl="0" eaLnBrk="1" fontAlgn="auto" latinLnBrk="0" hangingPunct="1">
              <a:lnSpc>
                <a:spcPct val="100000"/>
              </a:lnSpc>
              <a:spcBef>
                <a:spcPts val="73"/>
              </a:spcBef>
              <a:spcAft>
                <a:spcPts val="0"/>
              </a:spcAft>
              <a:buClr>
                <a:srgbClr val="000000"/>
              </a:buClr>
              <a:buSzTx/>
              <a:buFontTx/>
              <a:buNone/>
              <a:tabLst/>
              <a:defRPr/>
            </a:pPr>
            <a:r>
              <a:rPr kumimoji="0" lang="ar-EG" sz="2400" b="1" i="0" u="none" strike="noStrike" kern="0" cap="none" spc="0" normalizeH="0" baseline="0" noProof="0" dirty="0">
                <a:ln>
                  <a:noFill/>
                </a:ln>
                <a:solidFill>
                  <a:srgbClr val="4BACC6">
                    <a:lumMod val="50000"/>
                  </a:srgbClr>
                </a:solidFill>
                <a:effectLst/>
                <a:uLnTx/>
                <a:uFillTx/>
                <a:latin typeface="Neo Sans Arabic" panose="020B0504030504040204" pitchFamily="34" charset="-78"/>
                <a:ea typeface="+mn-ea"/>
                <a:cs typeface="Neo Sans Arabic" panose="020B0504030504040204" pitchFamily="34" charset="-78"/>
                <a:sym typeface="Arial"/>
              </a:rPr>
              <a:t>حملة "#</a:t>
            </a:r>
            <a:r>
              <a:rPr kumimoji="0" lang="ar-EG" sz="2400" b="1" i="0" u="none" strike="noStrike" kern="0" cap="none" spc="0" normalizeH="0" baseline="0" noProof="0" dirty="0" err="1">
                <a:ln>
                  <a:noFill/>
                </a:ln>
                <a:solidFill>
                  <a:srgbClr val="4BACC6">
                    <a:lumMod val="50000"/>
                  </a:srgbClr>
                </a:solidFill>
                <a:effectLst/>
                <a:uLnTx/>
                <a:uFillTx/>
                <a:latin typeface="Neo Sans Arabic" panose="020B0504030504040204" pitchFamily="34" charset="-78"/>
                <a:ea typeface="+mn-ea"/>
                <a:cs typeface="Neo Sans Arabic" panose="020B0504030504040204" pitchFamily="34" charset="-78"/>
                <a:sym typeface="Arial"/>
              </a:rPr>
              <a:t>تحقق_قبل_أن_تنشر</a:t>
            </a:r>
            <a:r>
              <a:rPr kumimoji="0" lang="ar-EG" sz="2400" b="1" i="0" u="none" strike="noStrike" kern="0" cap="none" spc="0" normalizeH="0" baseline="0" noProof="0" dirty="0">
                <a:ln>
                  <a:noFill/>
                </a:ln>
                <a:solidFill>
                  <a:srgbClr val="4BACC6">
                    <a:lumMod val="50000"/>
                  </a:srgbClr>
                </a:solidFill>
                <a:effectLst/>
                <a:uLnTx/>
                <a:uFillTx/>
                <a:latin typeface="Neo Sans Arabic" panose="020B0504030504040204" pitchFamily="34" charset="-78"/>
                <a:ea typeface="+mn-ea"/>
                <a:cs typeface="Neo Sans Arabic" panose="020B0504030504040204" pitchFamily="34" charset="-78"/>
                <a:sym typeface="Arial"/>
              </a:rPr>
              <a:t>"</a:t>
            </a:r>
          </a:p>
        </p:txBody>
      </p:sp>
      <p:sp>
        <p:nvSpPr>
          <p:cNvPr id="8" name="TextBox 7">
            <a:extLst>
              <a:ext uri="{FF2B5EF4-FFF2-40B4-BE49-F238E27FC236}">
                <a16:creationId xmlns:a16="http://schemas.microsoft.com/office/drawing/2014/main" id="{FB25B560-7B81-9D66-42D6-7764FA31576F}"/>
              </a:ext>
            </a:extLst>
          </p:cNvPr>
          <p:cNvSpPr txBox="1"/>
          <p:nvPr/>
        </p:nvSpPr>
        <p:spPr>
          <a:xfrm>
            <a:off x="3929967" y="2274646"/>
            <a:ext cx="5888297" cy="2308324"/>
          </a:xfrm>
          <a:prstGeom prst="rect">
            <a:avLst/>
          </a:prstGeom>
          <a:noFill/>
        </p:spPr>
        <p:txBody>
          <a:bodyPr wrap="square">
            <a:spAutoFit/>
          </a:bodyPr>
          <a:lstStyle/>
          <a:p>
            <a:pPr marL="4087069" marR="3081" lvl="0" algn="ctr" defTabSz="554492">
              <a:spcBef>
                <a:spcPts val="73"/>
              </a:spcBef>
              <a:buClr>
                <a:srgbClr val="000000"/>
              </a:buClr>
              <a:defRPr/>
            </a:pPr>
            <a:r>
              <a:rPr lang="ar-EG" sz="2400" b="1" kern="0" dirty="0">
                <a:solidFill>
                  <a:srgbClr val="4BACC6">
                    <a:lumMod val="50000"/>
                  </a:srgbClr>
                </a:solidFill>
                <a:latin typeface="Neo Sans Arabic" panose="020B0504030504040204" pitchFamily="34" charset="-78"/>
                <a:cs typeface="Neo Sans Arabic" panose="020B0504030504040204" pitchFamily="34" charset="-78"/>
                <a:sym typeface="Arial"/>
              </a:rPr>
              <a:t>مبادرات التحقق من الحقائق في المؤسسات الإعلامية السعودية</a:t>
            </a:r>
          </a:p>
        </p:txBody>
      </p:sp>
      <p:sp>
        <p:nvSpPr>
          <p:cNvPr id="9" name="TextBox 8">
            <a:extLst>
              <a:ext uri="{FF2B5EF4-FFF2-40B4-BE49-F238E27FC236}">
                <a16:creationId xmlns:a16="http://schemas.microsoft.com/office/drawing/2014/main" id="{C306D393-9766-3B5A-8FD5-C3ED6DA56FC8}"/>
              </a:ext>
            </a:extLst>
          </p:cNvPr>
          <p:cNvSpPr txBox="1"/>
          <p:nvPr/>
        </p:nvSpPr>
        <p:spPr>
          <a:xfrm>
            <a:off x="3963045" y="2459312"/>
            <a:ext cx="5888297" cy="1938992"/>
          </a:xfrm>
          <a:prstGeom prst="rect">
            <a:avLst/>
          </a:prstGeom>
          <a:noFill/>
        </p:spPr>
        <p:txBody>
          <a:bodyPr wrap="square">
            <a:spAutoFit/>
          </a:bodyPr>
          <a:lstStyle/>
          <a:p>
            <a:pPr marL="4087069" marR="3081" lvl="0" algn="ctr" defTabSz="554492">
              <a:spcBef>
                <a:spcPts val="73"/>
              </a:spcBef>
              <a:buClr>
                <a:srgbClr val="000000"/>
              </a:buClr>
              <a:defRPr/>
            </a:pPr>
            <a:r>
              <a:rPr lang="ar-EG" sz="2400" b="1" kern="0" dirty="0">
                <a:solidFill>
                  <a:srgbClr val="4BACC6">
                    <a:lumMod val="50000"/>
                  </a:srgbClr>
                </a:solidFill>
                <a:latin typeface="Neo Sans Arabic" panose="020B0504030504040204" pitchFamily="34" charset="-78"/>
                <a:cs typeface="Neo Sans Arabic" panose="020B0504030504040204" pitchFamily="34" charset="-78"/>
                <a:sym typeface="Arial"/>
              </a:rPr>
              <a:t>التوعية عبر المؤثرين على وسائل التواصل الاجتماعي</a:t>
            </a:r>
          </a:p>
        </p:txBody>
      </p:sp>
      <p:pic>
        <p:nvPicPr>
          <p:cNvPr id="4" name="Picture 3" descr="A black background with blue text and green arrows&#10;&#10;AI-generated content may be incorrect.">
            <a:extLst>
              <a:ext uri="{FF2B5EF4-FFF2-40B4-BE49-F238E27FC236}">
                <a16:creationId xmlns:a16="http://schemas.microsoft.com/office/drawing/2014/main" id="{7AA7BB0F-6F25-4A8E-3610-C408DDFEFB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21020" y="242796"/>
            <a:ext cx="1643499" cy="709921"/>
          </a:xfrm>
          <a:prstGeom prst="rect">
            <a:avLst/>
          </a:prstGeom>
        </p:spPr>
      </p:pic>
    </p:spTree>
    <p:extLst>
      <p:ext uri="{BB962C8B-B14F-4D97-AF65-F5344CB8AC3E}">
        <p14:creationId xmlns:p14="http://schemas.microsoft.com/office/powerpoint/2010/main" val="40941809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8"/>
                                        </p:tgtEl>
                                      </p:cBhvr>
                                    </p:animEffect>
                                    <p:set>
                                      <p:cBhvr>
                                        <p:cTn id="20" dur="1" fill="hold">
                                          <p:stCondLst>
                                            <p:cond delay="499"/>
                                          </p:stCondLst>
                                        </p:cTn>
                                        <p:tgtEl>
                                          <p:spTgt spid="8"/>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E656B-9AFD-664D-E353-8025432A65B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810E5F3-A43A-B0BE-494D-095F54F90AED}"/>
              </a:ext>
            </a:extLst>
          </p:cNvPr>
          <p:cNvPicPr>
            <a:picLocks noChangeAspect="1"/>
          </p:cNvPicPr>
          <p:nvPr/>
        </p:nvPicPr>
        <p:blipFill>
          <a:blip r:embed="rId2">
            <a:extLst>
              <a:ext uri="{28A0092B-C50C-407E-A947-70E740481C1C}">
                <a14:useLocalDpi xmlns:a14="http://schemas.microsoft.com/office/drawing/2010/main" val="0"/>
              </a:ext>
            </a:extLst>
          </a:blip>
          <a:srcRect t="24084" b="24084"/>
          <a:stretch/>
        </p:blipFill>
        <p:spPr>
          <a:xfrm flipH="1">
            <a:off x="5685129" y="2476575"/>
            <a:ext cx="6517563" cy="4343345"/>
          </a:xfrm>
          <a:prstGeom prst="homePlate">
            <a:avLst/>
          </a:prstGeom>
        </p:spPr>
      </p:pic>
      <p:grpSp>
        <p:nvGrpSpPr>
          <p:cNvPr id="3" name="object 3">
            <a:extLst>
              <a:ext uri="{FF2B5EF4-FFF2-40B4-BE49-F238E27FC236}">
                <a16:creationId xmlns:a16="http://schemas.microsoft.com/office/drawing/2014/main" id="{822A1917-4A88-FE67-08C4-617AF4A56CDD}"/>
              </a:ext>
            </a:extLst>
          </p:cNvPr>
          <p:cNvGrpSpPr/>
          <p:nvPr/>
        </p:nvGrpSpPr>
        <p:grpSpPr>
          <a:xfrm flipH="1">
            <a:off x="-142046" y="4168324"/>
            <a:ext cx="4012757" cy="2806736"/>
            <a:chOff x="13503008" y="6696033"/>
            <a:chExt cx="6617334" cy="4628515"/>
          </a:xfrm>
        </p:grpSpPr>
        <p:sp>
          <p:nvSpPr>
            <p:cNvPr id="4" name="object 4">
              <a:extLst>
                <a:ext uri="{FF2B5EF4-FFF2-40B4-BE49-F238E27FC236}">
                  <a16:creationId xmlns:a16="http://schemas.microsoft.com/office/drawing/2014/main" id="{902CFA2A-9758-E1FE-B5A4-B2AB57CDED67}"/>
                </a:ext>
              </a:extLst>
            </p:cNvPr>
            <p:cNvSpPr/>
            <p:nvPr/>
          </p:nvSpPr>
          <p:spPr>
            <a:xfrm>
              <a:off x="14546481" y="8567806"/>
              <a:ext cx="5294630" cy="2741295"/>
            </a:xfrm>
            <a:custGeom>
              <a:avLst/>
              <a:gdLst/>
              <a:ahLst/>
              <a:cxnLst/>
              <a:rect l="l" t="t" r="r" b="b"/>
              <a:pathLst>
                <a:path w="5294630" h="2741295">
                  <a:moveTo>
                    <a:pt x="1607" y="2740750"/>
                  </a:moveTo>
                  <a:lnTo>
                    <a:pt x="1578" y="2693255"/>
                  </a:lnTo>
                  <a:lnTo>
                    <a:pt x="1546" y="2642667"/>
                  </a:lnTo>
                  <a:lnTo>
                    <a:pt x="1515" y="2592078"/>
                  </a:lnTo>
                  <a:lnTo>
                    <a:pt x="1484" y="2541490"/>
                  </a:lnTo>
                  <a:lnTo>
                    <a:pt x="1453" y="2490902"/>
                  </a:lnTo>
                  <a:lnTo>
                    <a:pt x="1422" y="2440314"/>
                  </a:lnTo>
                  <a:lnTo>
                    <a:pt x="1391" y="2389725"/>
                  </a:lnTo>
                  <a:lnTo>
                    <a:pt x="1360" y="2339137"/>
                  </a:lnTo>
                  <a:lnTo>
                    <a:pt x="1329" y="2288549"/>
                  </a:lnTo>
                  <a:lnTo>
                    <a:pt x="1298" y="2237961"/>
                  </a:lnTo>
                  <a:lnTo>
                    <a:pt x="1267" y="2187373"/>
                  </a:lnTo>
                  <a:lnTo>
                    <a:pt x="1236" y="2136784"/>
                  </a:lnTo>
                  <a:lnTo>
                    <a:pt x="1205" y="2086196"/>
                  </a:lnTo>
                  <a:lnTo>
                    <a:pt x="1174" y="2035608"/>
                  </a:lnTo>
                  <a:lnTo>
                    <a:pt x="1143" y="1985020"/>
                  </a:lnTo>
                  <a:lnTo>
                    <a:pt x="1112" y="1934431"/>
                  </a:lnTo>
                  <a:lnTo>
                    <a:pt x="1081" y="1883843"/>
                  </a:lnTo>
                  <a:lnTo>
                    <a:pt x="1050" y="1833255"/>
                  </a:lnTo>
                  <a:lnTo>
                    <a:pt x="1019" y="1782667"/>
                  </a:lnTo>
                  <a:lnTo>
                    <a:pt x="989" y="1732078"/>
                  </a:lnTo>
                  <a:lnTo>
                    <a:pt x="958" y="1681490"/>
                  </a:lnTo>
                  <a:lnTo>
                    <a:pt x="927" y="1630902"/>
                  </a:lnTo>
                  <a:lnTo>
                    <a:pt x="896" y="1580314"/>
                  </a:lnTo>
                  <a:lnTo>
                    <a:pt x="865" y="1529725"/>
                  </a:lnTo>
                  <a:lnTo>
                    <a:pt x="834" y="1479137"/>
                  </a:lnTo>
                  <a:lnTo>
                    <a:pt x="803" y="1428549"/>
                  </a:lnTo>
                  <a:lnTo>
                    <a:pt x="772" y="1377961"/>
                  </a:lnTo>
                  <a:lnTo>
                    <a:pt x="741" y="1327372"/>
                  </a:lnTo>
                  <a:lnTo>
                    <a:pt x="711" y="1276784"/>
                  </a:lnTo>
                  <a:lnTo>
                    <a:pt x="680" y="1226196"/>
                  </a:lnTo>
                  <a:lnTo>
                    <a:pt x="649" y="1175608"/>
                  </a:lnTo>
                  <a:lnTo>
                    <a:pt x="618" y="1125019"/>
                  </a:lnTo>
                  <a:lnTo>
                    <a:pt x="587" y="1074431"/>
                  </a:lnTo>
                  <a:lnTo>
                    <a:pt x="557" y="1023843"/>
                  </a:lnTo>
                  <a:lnTo>
                    <a:pt x="526" y="973255"/>
                  </a:ln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7"/>
                  </a:lnTo>
                  <a:lnTo>
                    <a:pt x="819942" y="62471"/>
                  </a:lnTo>
                  <a:lnTo>
                    <a:pt x="865232" y="84829"/>
                  </a:lnTo>
                  <a:lnTo>
                    <a:pt x="909518" y="109679"/>
                  </a:lnTo>
                  <a:lnTo>
                    <a:pt x="951803" y="134689"/>
                  </a:lnTo>
                  <a:lnTo>
                    <a:pt x="998084" y="162110"/>
                  </a:lnTo>
                  <a:lnTo>
                    <a:pt x="1048239" y="191871"/>
                  </a:lnTo>
                  <a:lnTo>
                    <a:pt x="1102147" y="223898"/>
                  </a:lnTo>
                  <a:lnTo>
                    <a:pt x="1159688" y="258119"/>
                  </a:lnTo>
                  <a:lnTo>
                    <a:pt x="1220738" y="294461"/>
                  </a:lnTo>
                  <a:lnTo>
                    <a:pt x="1285178" y="332852"/>
                  </a:lnTo>
                  <a:lnTo>
                    <a:pt x="1318631" y="352792"/>
                  </a:lnTo>
                  <a:lnTo>
                    <a:pt x="1352885" y="373218"/>
                  </a:lnTo>
                  <a:lnTo>
                    <a:pt x="1387927" y="394119"/>
                  </a:lnTo>
                  <a:lnTo>
                    <a:pt x="1423739" y="415487"/>
                  </a:lnTo>
                  <a:lnTo>
                    <a:pt x="1460308" y="437312"/>
                  </a:lnTo>
                  <a:lnTo>
                    <a:pt x="1497618" y="459586"/>
                  </a:lnTo>
                  <a:lnTo>
                    <a:pt x="1535655" y="482299"/>
                  </a:lnTo>
                  <a:lnTo>
                    <a:pt x="1574402" y="505443"/>
                  </a:lnTo>
                  <a:lnTo>
                    <a:pt x="1613844" y="529007"/>
                  </a:lnTo>
                  <a:lnTo>
                    <a:pt x="1653967" y="552984"/>
                  </a:lnTo>
                  <a:lnTo>
                    <a:pt x="1694756" y="577364"/>
                  </a:lnTo>
                  <a:lnTo>
                    <a:pt x="1736194" y="602138"/>
                  </a:lnTo>
                  <a:lnTo>
                    <a:pt x="1778268" y="627296"/>
                  </a:lnTo>
                  <a:lnTo>
                    <a:pt x="1820961" y="652831"/>
                  </a:lnTo>
                  <a:lnTo>
                    <a:pt x="1864259" y="678732"/>
                  </a:lnTo>
                  <a:lnTo>
                    <a:pt x="1908147" y="704990"/>
                  </a:lnTo>
                  <a:lnTo>
                    <a:pt x="1952609" y="731597"/>
                  </a:lnTo>
                  <a:lnTo>
                    <a:pt x="1997630" y="758544"/>
                  </a:lnTo>
                  <a:lnTo>
                    <a:pt x="2043195" y="785821"/>
                  </a:lnTo>
                  <a:lnTo>
                    <a:pt x="2089289" y="813419"/>
                  </a:lnTo>
                  <a:lnTo>
                    <a:pt x="2135897" y="841329"/>
                  </a:lnTo>
                  <a:lnTo>
                    <a:pt x="2183003" y="869542"/>
                  </a:lnTo>
                  <a:lnTo>
                    <a:pt x="2230593" y="898049"/>
                  </a:lnTo>
                  <a:lnTo>
                    <a:pt x="2278650" y="926841"/>
                  </a:lnTo>
                  <a:lnTo>
                    <a:pt x="2327161" y="955908"/>
                  </a:lnTo>
                  <a:lnTo>
                    <a:pt x="2376110" y="985243"/>
                  </a:lnTo>
                  <a:lnTo>
                    <a:pt x="2425481" y="1014835"/>
                  </a:lnTo>
                  <a:lnTo>
                    <a:pt x="2475260" y="1044675"/>
                  </a:lnTo>
                  <a:lnTo>
                    <a:pt x="2525431" y="1074755"/>
                  </a:lnTo>
                  <a:lnTo>
                    <a:pt x="2575980" y="1105065"/>
                  </a:lnTo>
                  <a:lnTo>
                    <a:pt x="2626890" y="1135597"/>
                  </a:lnTo>
                  <a:lnTo>
                    <a:pt x="2678148" y="1166340"/>
                  </a:lnTo>
                  <a:lnTo>
                    <a:pt x="2729737" y="1197287"/>
                  </a:lnTo>
                  <a:lnTo>
                    <a:pt x="2781643" y="1228427"/>
                  </a:lnTo>
                  <a:lnTo>
                    <a:pt x="2833850" y="1259753"/>
                  </a:lnTo>
                  <a:lnTo>
                    <a:pt x="2886343" y="1291254"/>
                  </a:lnTo>
                  <a:lnTo>
                    <a:pt x="2939108" y="1322922"/>
                  </a:lnTo>
                  <a:lnTo>
                    <a:pt x="2992128" y="1354747"/>
                  </a:lnTo>
                  <a:lnTo>
                    <a:pt x="3045389" y="1386722"/>
                  </a:lnTo>
                  <a:lnTo>
                    <a:pt x="3098876" y="1418835"/>
                  </a:lnTo>
                  <a:lnTo>
                    <a:pt x="3152573" y="1451079"/>
                  </a:lnTo>
                  <a:lnTo>
                    <a:pt x="3206465" y="1483444"/>
                  </a:lnTo>
                  <a:lnTo>
                    <a:pt x="3260538" y="1515921"/>
                  </a:lnTo>
                  <a:lnTo>
                    <a:pt x="3314775" y="1548501"/>
                  </a:lnTo>
                  <a:lnTo>
                    <a:pt x="3369162" y="1581176"/>
                  </a:lnTo>
                  <a:lnTo>
                    <a:pt x="3423684" y="1613935"/>
                  </a:lnTo>
                  <a:lnTo>
                    <a:pt x="3478325" y="1646770"/>
                  </a:lnTo>
                  <a:lnTo>
                    <a:pt x="3533071" y="1679671"/>
                  </a:lnTo>
                  <a:lnTo>
                    <a:pt x="3587905" y="1712631"/>
                  </a:lnTo>
                  <a:lnTo>
                    <a:pt x="3642814" y="1745639"/>
                  </a:lnTo>
                  <a:lnTo>
                    <a:pt x="3697781" y="1778686"/>
                  </a:lnTo>
                  <a:lnTo>
                    <a:pt x="3752792" y="1811764"/>
                  </a:lnTo>
                  <a:lnTo>
                    <a:pt x="3807832" y="1844862"/>
                  </a:lnTo>
                  <a:lnTo>
                    <a:pt x="3862884" y="1877973"/>
                  </a:lnTo>
                  <a:lnTo>
                    <a:pt x="3917935" y="1911088"/>
                  </a:lnTo>
                  <a:lnTo>
                    <a:pt x="3972969" y="1944196"/>
                  </a:lnTo>
                  <a:lnTo>
                    <a:pt x="4027971" y="1977289"/>
                  </a:lnTo>
                  <a:lnTo>
                    <a:pt x="4082925" y="2010358"/>
                  </a:lnTo>
                  <a:lnTo>
                    <a:pt x="4137817" y="2043393"/>
                  </a:lnTo>
                  <a:lnTo>
                    <a:pt x="4192631" y="2076387"/>
                  </a:lnTo>
                  <a:lnTo>
                    <a:pt x="4247352" y="2109328"/>
                  </a:lnTo>
                  <a:lnTo>
                    <a:pt x="4301965" y="2142210"/>
                  </a:lnTo>
                  <a:lnTo>
                    <a:pt x="4356455" y="2175021"/>
                  </a:lnTo>
                  <a:lnTo>
                    <a:pt x="4410807" y="2207754"/>
                  </a:lnTo>
                  <a:lnTo>
                    <a:pt x="4465005" y="2240399"/>
                  </a:lnTo>
                  <a:lnTo>
                    <a:pt x="4519035" y="2272948"/>
                  </a:lnTo>
                  <a:lnTo>
                    <a:pt x="4572881" y="2305390"/>
                  </a:lnTo>
                  <a:lnTo>
                    <a:pt x="4626527" y="2337717"/>
                  </a:lnTo>
                  <a:lnTo>
                    <a:pt x="4679960" y="2369920"/>
                  </a:lnTo>
                  <a:lnTo>
                    <a:pt x="4733163" y="2401990"/>
                  </a:lnTo>
                  <a:lnTo>
                    <a:pt x="4786122" y="2433917"/>
                  </a:lnTo>
                  <a:lnTo>
                    <a:pt x="4838821" y="2465693"/>
                  </a:lnTo>
                  <a:lnTo>
                    <a:pt x="4891245" y="2497309"/>
                  </a:lnTo>
                  <a:lnTo>
                    <a:pt x="4943380" y="2528755"/>
                  </a:lnTo>
                  <a:lnTo>
                    <a:pt x="4995209" y="2560022"/>
                  </a:lnTo>
                  <a:lnTo>
                    <a:pt x="5046718" y="2591101"/>
                  </a:lnTo>
                  <a:lnTo>
                    <a:pt x="5097891" y="2621984"/>
                  </a:lnTo>
                  <a:lnTo>
                    <a:pt x="5148714" y="2652660"/>
                  </a:lnTo>
                  <a:lnTo>
                    <a:pt x="5199171" y="2683122"/>
                  </a:lnTo>
                  <a:lnTo>
                    <a:pt x="5249247" y="2713359"/>
                  </a:lnTo>
                  <a:lnTo>
                    <a:pt x="5294600" y="2740750"/>
                  </a:lnTo>
                </a:path>
              </a:pathLst>
            </a:custGeom>
            <a:ln w="31412">
              <a:solidFill>
                <a:srgbClr val="6B8285"/>
              </a:solidFill>
            </a:ln>
          </p:spPr>
          <p:txBody>
            <a:bodyPr wrap="square" lIns="0" tIns="0" rIns="0" bIns="0" rtlCol="0"/>
            <a:lstStyle/>
            <a:p>
              <a:pPr defTabSz="554492">
                <a:buClr>
                  <a:srgbClr val="000000"/>
                </a:buClr>
              </a:pPr>
              <a:endParaRPr sz="849" kern="0">
                <a:solidFill>
                  <a:srgbClr val="000000"/>
                </a:solidFill>
                <a:latin typeface="Arial"/>
                <a:cs typeface="Arial"/>
                <a:sym typeface="Arial"/>
              </a:endParaRPr>
            </a:p>
          </p:txBody>
        </p:sp>
        <p:sp>
          <p:nvSpPr>
            <p:cNvPr id="5" name="object 5">
              <a:extLst>
                <a:ext uri="{FF2B5EF4-FFF2-40B4-BE49-F238E27FC236}">
                  <a16:creationId xmlns:a16="http://schemas.microsoft.com/office/drawing/2014/main" id="{ACAE1219-508A-A1C2-A57E-047C10938AC0}"/>
                </a:ext>
              </a:extLst>
            </p:cNvPr>
            <p:cNvSpPr/>
            <p:nvPr/>
          </p:nvSpPr>
          <p:spPr>
            <a:xfrm>
              <a:off x="15400194" y="10328593"/>
              <a:ext cx="2305050" cy="980440"/>
            </a:xfrm>
            <a:custGeom>
              <a:avLst/>
              <a:gdLst/>
              <a:ahLst/>
              <a:cxnLst/>
              <a:rect l="l" t="t" r="r" b="b"/>
              <a:pathLst>
                <a:path w="2305050" h="980440">
                  <a:moveTo>
                    <a:pt x="530" y="979963"/>
                  </a:move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6"/>
                  </a:lnTo>
                  <a:lnTo>
                    <a:pt x="819942" y="62467"/>
                  </a:lnTo>
                  <a:lnTo>
                    <a:pt x="865232" y="84825"/>
                  </a:lnTo>
                  <a:lnTo>
                    <a:pt x="909518" y="109679"/>
                  </a:lnTo>
                  <a:lnTo>
                    <a:pt x="974681" y="148396"/>
                  </a:lnTo>
                  <a:lnTo>
                    <a:pt x="1008373" y="168569"/>
                  </a:lnTo>
                  <a:lnTo>
                    <a:pt x="1042782" y="189267"/>
                  </a:lnTo>
                  <a:lnTo>
                    <a:pt x="1077889" y="210478"/>
                  </a:lnTo>
                  <a:lnTo>
                    <a:pt x="1113677" y="232187"/>
                  </a:lnTo>
                  <a:lnTo>
                    <a:pt x="1150128" y="254383"/>
                  </a:lnTo>
                  <a:lnTo>
                    <a:pt x="1187224" y="277051"/>
                  </a:lnTo>
                  <a:lnTo>
                    <a:pt x="1224948" y="300179"/>
                  </a:lnTo>
                  <a:lnTo>
                    <a:pt x="1263280" y="323754"/>
                  </a:lnTo>
                  <a:lnTo>
                    <a:pt x="1302203" y="347762"/>
                  </a:lnTo>
                  <a:lnTo>
                    <a:pt x="1341700" y="372190"/>
                  </a:lnTo>
                  <a:lnTo>
                    <a:pt x="1381752" y="397025"/>
                  </a:lnTo>
                  <a:lnTo>
                    <a:pt x="1422342" y="422255"/>
                  </a:lnTo>
                  <a:lnTo>
                    <a:pt x="1463451" y="447864"/>
                  </a:lnTo>
                  <a:lnTo>
                    <a:pt x="1505062" y="473842"/>
                  </a:lnTo>
                  <a:lnTo>
                    <a:pt x="1547157" y="500174"/>
                  </a:lnTo>
                  <a:lnTo>
                    <a:pt x="1589718" y="526847"/>
                  </a:lnTo>
                  <a:lnTo>
                    <a:pt x="1632726" y="553848"/>
                  </a:lnTo>
                  <a:lnTo>
                    <a:pt x="1676165" y="581165"/>
                  </a:lnTo>
                  <a:lnTo>
                    <a:pt x="1720016" y="608783"/>
                  </a:lnTo>
                  <a:lnTo>
                    <a:pt x="1764262" y="636690"/>
                  </a:lnTo>
                  <a:lnTo>
                    <a:pt x="1808883" y="664872"/>
                  </a:lnTo>
                  <a:lnTo>
                    <a:pt x="1853863" y="693317"/>
                  </a:lnTo>
                  <a:lnTo>
                    <a:pt x="1899184" y="722011"/>
                  </a:lnTo>
                  <a:lnTo>
                    <a:pt x="1944828" y="750941"/>
                  </a:lnTo>
                  <a:lnTo>
                    <a:pt x="1990776" y="780094"/>
                  </a:lnTo>
                  <a:lnTo>
                    <a:pt x="2037011" y="809457"/>
                  </a:lnTo>
                  <a:lnTo>
                    <a:pt x="2083515" y="839017"/>
                  </a:lnTo>
                  <a:lnTo>
                    <a:pt x="2130270" y="868760"/>
                  </a:lnTo>
                  <a:lnTo>
                    <a:pt x="2177258" y="898673"/>
                  </a:lnTo>
                  <a:lnTo>
                    <a:pt x="2224461" y="928744"/>
                  </a:lnTo>
                  <a:lnTo>
                    <a:pt x="2271862" y="958958"/>
                  </a:lnTo>
                  <a:lnTo>
                    <a:pt x="2304796" y="979963"/>
                  </a:lnTo>
                </a:path>
              </a:pathLst>
            </a:custGeom>
            <a:ln w="31412">
              <a:solidFill>
                <a:srgbClr val="6B8285"/>
              </a:solidFill>
            </a:ln>
          </p:spPr>
          <p:txBody>
            <a:bodyPr wrap="square" lIns="0" tIns="0" rIns="0" bIns="0" rtlCol="0"/>
            <a:lstStyle/>
            <a:p>
              <a:pPr defTabSz="554492">
                <a:buClr>
                  <a:srgbClr val="000000"/>
                </a:buClr>
              </a:pPr>
              <a:endParaRPr sz="849" kern="0">
                <a:solidFill>
                  <a:srgbClr val="000000"/>
                </a:solidFill>
                <a:latin typeface="Arial"/>
                <a:cs typeface="Arial"/>
                <a:sym typeface="Arial"/>
              </a:endParaRPr>
            </a:p>
          </p:txBody>
        </p:sp>
        <p:sp>
          <p:nvSpPr>
            <p:cNvPr id="6" name="object 6">
              <a:extLst>
                <a:ext uri="{FF2B5EF4-FFF2-40B4-BE49-F238E27FC236}">
                  <a16:creationId xmlns:a16="http://schemas.microsoft.com/office/drawing/2014/main" id="{F995ADC8-CFC9-D4E5-271A-E4D7552B6C7F}"/>
                </a:ext>
              </a:extLst>
            </p:cNvPr>
            <p:cNvSpPr/>
            <p:nvPr/>
          </p:nvSpPr>
          <p:spPr>
            <a:xfrm>
              <a:off x="13518714" y="6711740"/>
              <a:ext cx="6585584" cy="4597400"/>
            </a:xfrm>
            <a:custGeom>
              <a:avLst/>
              <a:gdLst/>
              <a:ahLst/>
              <a:cxnLst/>
              <a:rect l="l" t="t" r="r" b="b"/>
              <a:pathLst>
                <a:path w="6585584" h="4597400">
                  <a:moveTo>
                    <a:pt x="2738" y="4596816"/>
                  </a:moveTo>
                  <a:lnTo>
                    <a:pt x="2688" y="4516366"/>
                  </a:lnTo>
                  <a:lnTo>
                    <a:pt x="2657" y="4465724"/>
                  </a:lnTo>
                  <a:lnTo>
                    <a:pt x="2625" y="4415083"/>
                  </a:lnTo>
                  <a:lnTo>
                    <a:pt x="2594" y="4364441"/>
                  </a:lnTo>
                  <a:lnTo>
                    <a:pt x="2562" y="4313800"/>
                  </a:lnTo>
                  <a:lnTo>
                    <a:pt x="2531" y="4263158"/>
                  </a:lnTo>
                  <a:lnTo>
                    <a:pt x="2500" y="4212517"/>
                  </a:lnTo>
                  <a:lnTo>
                    <a:pt x="2469" y="4161875"/>
                  </a:lnTo>
                  <a:lnTo>
                    <a:pt x="2437" y="4111234"/>
                  </a:lnTo>
                  <a:lnTo>
                    <a:pt x="2406" y="4060592"/>
                  </a:lnTo>
                  <a:lnTo>
                    <a:pt x="2375" y="4009951"/>
                  </a:lnTo>
                  <a:lnTo>
                    <a:pt x="2343" y="3959309"/>
                  </a:lnTo>
                  <a:lnTo>
                    <a:pt x="2312" y="3908668"/>
                  </a:lnTo>
                  <a:lnTo>
                    <a:pt x="2281" y="3858027"/>
                  </a:lnTo>
                  <a:lnTo>
                    <a:pt x="2250" y="3807385"/>
                  </a:lnTo>
                  <a:lnTo>
                    <a:pt x="2218" y="3756744"/>
                  </a:lnTo>
                  <a:lnTo>
                    <a:pt x="2187" y="3706102"/>
                  </a:lnTo>
                  <a:lnTo>
                    <a:pt x="2156" y="3655461"/>
                  </a:lnTo>
                  <a:lnTo>
                    <a:pt x="2125" y="3604819"/>
                  </a:lnTo>
                  <a:lnTo>
                    <a:pt x="2094" y="3554178"/>
                  </a:lnTo>
                  <a:lnTo>
                    <a:pt x="2062" y="3503536"/>
                  </a:lnTo>
                  <a:lnTo>
                    <a:pt x="2031" y="3452895"/>
                  </a:lnTo>
                  <a:lnTo>
                    <a:pt x="2000" y="3402253"/>
                  </a:lnTo>
                  <a:lnTo>
                    <a:pt x="1969" y="3351612"/>
                  </a:lnTo>
                  <a:lnTo>
                    <a:pt x="1938" y="3300970"/>
                  </a:lnTo>
                  <a:lnTo>
                    <a:pt x="1907" y="3250329"/>
                  </a:lnTo>
                  <a:lnTo>
                    <a:pt x="1875" y="3199688"/>
                  </a:lnTo>
                  <a:lnTo>
                    <a:pt x="1844" y="3149046"/>
                  </a:lnTo>
                  <a:lnTo>
                    <a:pt x="1813" y="3098405"/>
                  </a:lnTo>
                  <a:lnTo>
                    <a:pt x="1782" y="3047763"/>
                  </a:lnTo>
                  <a:lnTo>
                    <a:pt x="1751" y="2997122"/>
                  </a:lnTo>
                  <a:lnTo>
                    <a:pt x="1720" y="2946480"/>
                  </a:lnTo>
                  <a:lnTo>
                    <a:pt x="1689" y="2895839"/>
                  </a:lnTo>
                  <a:lnTo>
                    <a:pt x="1658" y="2845198"/>
                  </a:lnTo>
                  <a:lnTo>
                    <a:pt x="1626" y="2794556"/>
                  </a:lnTo>
                  <a:lnTo>
                    <a:pt x="1595" y="2743915"/>
                  </a:lnTo>
                  <a:lnTo>
                    <a:pt x="1564" y="2693273"/>
                  </a:lnTo>
                  <a:lnTo>
                    <a:pt x="1533" y="2642632"/>
                  </a:lnTo>
                  <a:lnTo>
                    <a:pt x="1502" y="2591991"/>
                  </a:lnTo>
                  <a:lnTo>
                    <a:pt x="1471" y="2541349"/>
                  </a:lnTo>
                  <a:lnTo>
                    <a:pt x="1440" y="2490708"/>
                  </a:lnTo>
                  <a:lnTo>
                    <a:pt x="1409" y="2440066"/>
                  </a:lnTo>
                  <a:lnTo>
                    <a:pt x="1378" y="2389425"/>
                  </a:lnTo>
                  <a:lnTo>
                    <a:pt x="1347" y="2338784"/>
                  </a:lnTo>
                  <a:lnTo>
                    <a:pt x="1316" y="2288142"/>
                  </a:lnTo>
                  <a:lnTo>
                    <a:pt x="1285" y="2237501"/>
                  </a:lnTo>
                  <a:lnTo>
                    <a:pt x="1254" y="2186860"/>
                  </a:lnTo>
                  <a:lnTo>
                    <a:pt x="1223" y="2136218"/>
                  </a:lnTo>
                  <a:lnTo>
                    <a:pt x="1192" y="2085577"/>
                  </a:lnTo>
                  <a:lnTo>
                    <a:pt x="1161" y="2034936"/>
                  </a:lnTo>
                  <a:lnTo>
                    <a:pt x="1130" y="1984294"/>
                  </a:lnTo>
                  <a:lnTo>
                    <a:pt x="1099" y="1933653"/>
                  </a:lnTo>
                  <a:lnTo>
                    <a:pt x="1068" y="1883011"/>
                  </a:lnTo>
                  <a:lnTo>
                    <a:pt x="1037" y="1832370"/>
                  </a:lnTo>
                  <a:lnTo>
                    <a:pt x="1006" y="1781729"/>
                  </a:lnTo>
                  <a:lnTo>
                    <a:pt x="975" y="1731087"/>
                  </a:lnTo>
                  <a:lnTo>
                    <a:pt x="944" y="1680446"/>
                  </a:lnTo>
                  <a:lnTo>
                    <a:pt x="913" y="1629805"/>
                  </a:lnTo>
                  <a:lnTo>
                    <a:pt x="882" y="1579164"/>
                  </a:lnTo>
                  <a:lnTo>
                    <a:pt x="851" y="1528522"/>
                  </a:lnTo>
                  <a:lnTo>
                    <a:pt x="820" y="1477881"/>
                  </a:lnTo>
                  <a:lnTo>
                    <a:pt x="790" y="1427240"/>
                  </a:lnTo>
                  <a:lnTo>
                    <a:pt x="759" y="1376598"/>
                  </a:lnTo>
                  <a:lnTo>
                    <a:pt x="728" y="1325957"/>
                  </a:lnTo>
                  <a:lnTo>
                    <a:pt x="697" y="1275316"/>
                  </a:lnTo>
                  <a:lnTo>
                    <a:pt x="666" y="1224674"/>
                  </a:lnTo>
                  <a:lnTo>
                    <a:pt x="635" y="1174033"/>
                  </a:lnTo>
                  <a:lnTo>
                    <a:pt x="604" y="1123392"/>
                  </a:lnTo>
                  <a:lnTo>
                    <a:pt x="573" y="1072751"/>
                  </a:lnTo>
                  <a:lnTo>
                    <a:pt x="542" y="1022109"/>
                  </a:lnTo>
                  <a:lnTo>
                    <a:pt x="512" y="971468"/>
                  </a:lnTo>
                  <a:lnTo>
                    <a:pt x="481" y="920827"/>
                  </a:lnTo>
                  <a:lnTo>
                    <a:pt x="450" y="870186"/>
                  </a:lnTo>
                  <a:lnTo>
                    <a:pt x="419" y="819544"/>
                  </a:lnTo>
                  <a:lnTo>
                    <a:pt x="388" y="768903"/>
                  </a:lnTo>
                  <a:lnTo>
                    <a:pt x="223" y="734879"/>
                  </a:lnTo>
                  <a:lnTo>
                    <a:pt x="0" y="700855"/>
                  </a:lnTo>
                  <a:lnTo>
                    <a:pt x="80" y="666843"/>
                  </a:lnTo>
                  <a:lnTo>
                    <a:pt x="828" y="632855"/>
                  </a:lnTo>
                  <a:lnTo>
                    <a:pt x="4076" y="582472"/>
                  </a:lnTo>
                  <a:lnTo>
                    <a:pt x="10153" y="533741"/>
                  </a:lnTo>
                  <a:lnTo>
                    <a:pt x="18976" y="486722"/>
                  </a:lnTo>
                  <a:lnTo>
                    <a:pt x="30457" y="441476"/>
                  </a:lnTo>
                  <a:lnTo>
                    <a:pt x="44513" y="398065"/>
                  </a:lnTo>
                  <a:lnTo>
                    <a:pt x="61058" y="356549"/>
                  </a:lnTo>
                  <a:lnTo>
                    <a:pt x="80007" y="316990"/>
                  </a:lnTo>
                  <a:lnTo>
                    <a:pt x="101275" y="279448"/>
                  </a:lnTo>
                  <a:lnTo>
                    <a:pt x="124777" y="243986"/>
                  </a:lnTo>
                  <a:lnTo>
                    <a:pt x="150426" y="210665"/>
                  </a:lnTo>
                  <a:lnTo>
                    <a:pt x="178140" y="179544"/>
                  </a:lnTo>
                  <a:lnTo>
                    <a:pt x="207831" y="150686"/>
                  </a:lnTo>
                  <a:lnTo>
                    <a:pt x="239415" y="124152"/>
                  </a:lnTo>
                  <a:lnTo>
                    <a:pt x="272808" y="100002"/>
                  </a:lnTo>
                  <a:lnTo>
                    <a:pt x="307922" y="78299"/>
                  </a:lnTo>
                  <a:lnTo>
                    <a:pt x="344675" y="59103"/>
                  </a:lnTo>
                  <a:lnTo>
                    <a:pt x="382979" y="42475"/>
                  </a:lnTo>
                  <a:lnTo>
                    <a:pt x="422751" y="28476"/>
                  </a:lnTo>
                  <a:lnTo>
                    <a:pt x="463905" y="17168"/>
                  </a:lnTo>
                  <a:lnTo>
                    <a:pt x="506355" y="8612"/>
                  </a:lnTo>
                  <a:lnTo>
                    <a:pt x="550018" y="2869"/>
                  </a:lnTo>
                  <a:lnTo>
                    <a:pt x="594806" y="0"/>
                  </a:lnTo>
                  <a:lnTo>
                    <a:pt x="640636" y="65"/>
                  </a:lnTo>
                  <a:lnTo>
                    <a:pt x="687423" y="3128"/>
                  </a:lnTo>
                  <a:lnTo>
                    <a:pt x="735080" y="9248"/>
                  </a:lnTo>
                  <a:lnTo>
                    <a:pt x="783523" y="18486"/>
                  </a:lnTo>
                  <a:lnTo>
                    <a:pt x="832667" y="30905"/>
                  </a:lnTo>
                  <a:lnTo>
                    <a:pt x="877258" y="45170"/>
                  </a:lnTo>
                  <a:lnTo>
                    <a:pt x="920547" y="62066"/>
                  </a:lnTo>
                  <a:lnTo>
                    <a:pt x="962740" y="81302"/>
                  </a:lnTo>
                  <a:lnTo>
                    <a:pt x="1004039" y="102588"/>
                  </a:lnTo>
                  <a:lnTo>
                    <a:pt x="1044650" y="125635"/>
                  </a:lnTo>
                  <a:lnTo>
                    <a:pt x="1082528" y="148044"/>
                  </a:lnTo>
                  <a:lnTo>
                    <a:pt x="1123845" y="172544"/>
                  </a:lnTo>
                  <a:lnTo>
                    <a:pt x="1168521" y="199084"/>
                  </a:lnTo>
                  <a:lnTo>
                    <a:pt x="1216474" y="227617"/>
                  </a:lnTo>
                  <a:lnTo>
                    <a:pt x="1267624" y="258093"/>
                  </a:lnTo>
                  <a:lnTo>
                    <a:pt x="1321890" y="290462"/>
                  </a:lnTo>
                  <a:lnTo>
                    <a:pt x="1379190" y="324676"/>
                  </a:lnTo>
                  <a:lnTo>
                    <a:pt x="1439445" y="360685"/>
                  </a:lnTo>
                  <a:lnTo>
                    <a:pt x="1502572" y="398440"/>
                  </a:lnTo>
                  <a:lnTo>
                    <a:pt x="1568491" y="437892"/>
                  </a:lnTo>
                  <a:lnTo>
                    <a:pt x="1602473" y="458238"/>
                  </a:lnTo>
                  <a:lnTo>
                    <a:pt x="1637122" y="478991"/>
                  </a:lnTo>
                  <a:lnTo>
                    <a:pt x="1672428" y="500143"/>
                  </a:lnTo>
                  <a:lnTo>
                    <a:pt x="1708382" y="521689"/>
                  </a:lnTo>
                  <a:lnTo>
                    <a:pt x="1744973" y="543622"/>
                  </a:lnTo>
                  <a:lnTo>
                    <a:pt x="1782192" y="565936"/>
                  </a:lnTo>
                  <a:lnTo>
                    <a:pt x="1820028" y="588625"/>
                  </a:lnTo>
                  <a:lnTo>
                    <a:pt x="1858470" y="611683"/>
                  </a:lnTo>
                  <a:lnTo>
                    <a:pt x="1897510" y="635103"/>
                  </a:lnTo>
                  <a:lnTo>
                    <a:pt x="1937136" y="658880"/>
                  </a:lnTo>
                  <a:lnTo>
                    <a:pt x="1977339" y="683008"/>
                  </a:lnTo>
                  <a:lnTo>
                    <a:pt x="2018108" y="707479"/>
                  </a:lnTo>
                  <a:lnTo>
                    <a:pt x="2059434" y="732289"/>
                  </a:lnTo>
                  <a:lnTo>
                    <a:pt x="2101306" y="757431"/>
                  </a:lnTo>
                  <a:lnTo>
                    <a:pt x="2143714" y="782899"/>
                  </a:lnTo>
                  <a:lnTo>
                    <a:pt x="2186648" y="808686"/>
                  </a:lnTo>
                  <a:lnTo>
                    <a:pt x="2230098" y="834787"/>
                  </a:lnTo>
                  <a:lnTo>
                    <a:pt x="2274054" y="861195"/>
                  </a:lnTo>
                  <a:lnTo>
                    <a:pt x="2318506" y="887904"/>
                  </a:lnTo>
                  <a:lnTo>
                    <a:pt x="2363444" y="914908"/>
                  </a:lnTo>
                  <a:lnTo>
                    <a:pt x="2408856" y="942201"/>
                  </a:lnTo>
                  <a:lnTo>
                    <a:pt x="2454735" y="969777"/>
                  </a:lnTo>
                  <a:lnTo>
                    <a:pt x="2501068" y="997630"/>
                  </a:lnTo>
                  <a:lnTo>
                    <a:pt x="2547847" y="1025753"/>
                  </a:lnTo>
                  <a:lnTo>
                    <a:pt x="2595060" y="1054140"/>
                  </a:lnTo>
                  <a:lnTo>
                    <a:pt x="2642699" y="1082785"/>
                  </a:lnTo>
                  <a:lnTo>
                    <a:pt x="2690752" y="1111683"/>
                  </a:lnTo>
                  <a:lnTo>
                    <a:pt x="2739210" y="1140826"/>
                  </a:lnTo>
                  <a:lnTo>
                    <a:pt x="2788063" y="1170209"/>
                  </a:lnTo>
                  <a:lnTo>
                    <a:pt x="2837300" y="1199825"/>
                  </a:lnTo>
                  <a:lnTo>
                    <a:pt x="2886911" y="1229669"/>
                  </a:lnTo>
                  <a:lnTo>
                    <a:pt x="2936887" y="1259734"/>
                  </a:lnTo>
                  <a:lnTo>
                    <a:pt x="2987217" y="1290014"/>
                  </a:lnTo>
                  <a:lnTo>
                    <a:pt x="3037891" y="1320503"/>
                  </a:lnTo>
                  <a:lnTo>
                    <a:pt x="3088898" y="1351195"/>
                  </a:lnTo>
                  <a:lnTo>
                    <a:pt x="3140230" y="1382083"/>
                  </a:lnTo>
                  <a:lnTo>
                    <a:pt x="3191875" y="1413162"/>
                  </a:lnTo>
                  <a:lnTo>
                    <a:pt x="3243823" y="1444426"/>
                  </a:lnTo>
                  <a:lnTo>
                    <a:pt x="3296065" y="1475867"/>
                  </a:lnTo>
                  <a:lnTo>
                    <a:pt x="3348591" y="1507481"/>
                  </a:lnTo>
                  <a:lnTo>
                    <a:pt x="3401389" y="1539260"/>
                  </a:lnTo>
                  <a:lnTo>
                    <a:pt x="3454451" y="1571199"/>
                  </a:lnTo>
                  <a:lnTo>
                    <a:pt x="3507765" y="1603292"/>
                  </a:lnTo>
                  <a:lnTo>
                    <a:pt x="3561323" y="1635532"/>
                  </a:lnTo>
                  <a:lnTo>
                    <a:pt x="3615113" y="1667913"/>
                  </a:lnTo>
                  <a:lnTo>
                    <a:pt x="3669126" y="1700430"/>
                  </a:lnTo>
                  <a:lnTo>
                    <a:pt x="3723351" y="1733075"/>
                  </a:lnTo>
                  <a:lnTo>
                    <a:pt x="3777779" y="1765844"/>
                  </a:lnTo>
                  <a:lnTo>
                    <a:pt x="3832399" y="1798729"/>
                  </a:lnTo>
                  <a:lnTo>
                    <a:pt x="3887201" y="1831724"/>
                  </a:lnTo>
                  <a:lnTo>
                    <a:pt x="3942175" y="1864824"/>
                  </a:lnTo>
                  <a:lnTo>
                    <a:pt x="3997311" y="1898022"/>
                  </a:lnTo>
                  <a:lnTo>
                    <a:pt x="4052599" y="1931313"/>
                  </a:lnTo>
                  <a:lnTo>
                    <a:pt x="4108029" y="1964689"/>
                  </a:lnTo>
                  <a:lnTo>
                    <a:pt x="4163590" y="1998145"/>
                  </a:lnTo>
                  <a:lnTo>
                    <a:pt x="4219273" y="2031674"/>
                  </a:lnTo>
                  <a:lnTo>
                    <a:pt x="4275067" y="2065271"/>
                  </a:lnTo>
                  <a:lnTo>
                    <a:pt x="4330963" y="2098930"/>
                  </a:lnTo>
                  <a:lnTo>
                    <a:pt x="4386949" y="2132643"/>
                  </a:lnTo>
                  <a:lnTo>
                    <a:pt x="4443017" y="2166406"/>
                  </a:lnTo>
                  <a:lnTo>
                    <a:pt x="4499155" y="2200211"/>
                  </a:lnTo>
                  <a:lnTo>
                    <a:pt x="4555354" y="2234053"/>
                  </a:lnTo>
                  <a:lnTo>
                    <a:pt x="4611604" y="2267926"/>
                  </a:lnTo>
                  <a:lnTo>
                    <a:pt x="4667895" y="2301823"/>
                  </a:lnTo>
                  <a:lnTo>
                    <a:pt x="4724216" y="2335738"/>
                  </a:lnTo>
                  <a:lnTo>
                    <a:pt x="4780557" y="2369666"/>
                  </a:lnTo>
                  <a:lnTo>
                    <a:pt x="4836909" y="2403599"/>
                  </a:lnTo>
                  <a:lnTo>
                    <a:pt x="4893260" y="2437533"/>
                  </a:lnTo>
                  <a:lnTo>
                    <a:pt x="4949602" y="2471460"/>
                  </a:lnTo>
                  <a:lnTo>
                    <a:pt x="5005923" y="2505374"/>
                  </a:lnTo>
                  <a:lnTo>
                    <a:pt x="5062214" y="2539270"/>
                  </a:lnTo>
                  <a:lnTo>
                    <a:pt x="5118465" y="2573141"/>
                  </a:lnTo>
                  <a:lnTo>
                    <a:pt x="5174666" y="2606981"/>
                  </a:lnTo>
                  <a:lnTo>
                    <a:pt x="5230805" y="2640784"/>
                  </a:lnTo>
                  <a:lnTo>
                    <a:pt x="5286875" y="2674544"/>
                  </a:lnTo>
                  <a:lnTo>
                    <a:pt x="5342863" y="2708255"/>
                  </a:lnTo>
                  <a:lnTo>
                    <a:pt x="5398760" y="2741910"/>
                  </a:lnTo>
                  <a:lnTo>
                    <a:pt x="5454557" y="2775503"/>
                  </a:lnTo>
                  <a:lnTo>
                    <a:pt x="5510242" y="2809028"/>
                  </a:lnTo>
                  <a:lnTo>
                    <a:pt x="5565806" y="2842480"/>
                  </a:lnTo>
                  <a:lnTo>
                    <a:pt x="5621238" y="2875851"/>
                  </a:lnTo>
                  <a:lnTo>
                    <a:pt x="5676529" y="2909136"/>
                  </a:lnTo>
                  <a:lnTo>
                    <a:pt x="5731669" y="2942328"/>
                  </a:lnTo>
                  <a:lnTo>
                    <a:pt x="5786646" y="2975422"/>
                  </a:lnTo>
                  <a:lnTo>
                    <a:pt x="5841452" y="3008412"/>
                  </a:lnTo>
                  <a:lnTo>
                    <a:pt x="5896076" y="3041290"/>
                  </a:lnTo>
                  <a:lnTo>
                    <a:pt x="5950508" y="3074051"/>
                  </a:lnTo>
                  <a:lnTo>
                    <a:pt x="6004738" y="3106689"/>
                  </a:lnTo>
                  <a:lnTo>
                    <a:pt x="6058755" y="3139198"/>
                  </a:lnTo>
                  <a:lnTo>
                    <a:pt x="6112550" y="3171571"/>
                  </a:lnTo>
                  <a:lnTo>
                    <a:pt x="6166113" y="3203803"/>
                  </a:lnTo>
                  <a:lnTo>
                    <a:pt x="6219432" y="3235887"/>
                  </a:lnTo>
                  <a:lnTo>
                    <a:pt x="6272499" y="3267817"/>
                  </a:lnTo>
                  <a:lnTo>
                    <a:pt x="6325303" y="3299587"/>
                  </a:lnTo>
                  <a:lnTo>
                    <a:pt x="6377835" y="3331190"/>
                  </a:lnTo>
                  <a:lnTo>
                    <a:pt x="6430083" y="3362621"/>
                  </a:lnTo>
                  <a:lnTo>
                    <a:pt x="6482038" y="3393874"/>
                  </a:lnTo>
                  <a:lnTo>
                    <a:pt x="6533689" y="3424942"/>
                  </a:lnTo>
                  <a:lnTo>
                    <a:pt x="6585027" y="3455819"/>
                  </a:lnTo>
                  <a:lnTo>
                    <a:pt x="6585385" y="3456034"/>
                  </a:lnTo>
                </a:path>
              </a:pathLst>
            </a:custGeom>
            <a:ln w="31412">
              <a:solidFill>
                <a:srgbClr val="6B8285"/>
              </a:solidFill>
            </a:ln>
          </p:spPr>
          <p:txBody>
            <a:bodyPr wrap="square" lIns="0" tIns="0" rIns="0" bIns="0" rtlCol="0"/>
            <a:lstStyle/>
            <a:p>
              <a:pPr defTabSz="554492">
                <a:buClr>
                  <a:srgbClr val="000000"/>
                </a:buClr>
              </a:pPr>
              <a:endParaRPr sz="849" kern="0">
                <a:solidFill>
                  <a:srgbClr val="000000"/>
                </a:solidFill>
                <a:latin typeface="Arial"/>
                <a:cs typeface="Arial"/>
                <a:sym typeface="Arial"/>
              </a:endParaRPr>
            </a:p>
          </p:txBody>
        </p:sp>
      </p:grpSp>
      <p:grpSp>
        <p:nvGrpSpPr>
          <p:cNvPr id="22" name="Group 21">
            <a:extLst>
              <a:ext uri="{FF2B5EF4-FFF2-40B4-BE49-F238E27FC236}">
                <a16:creationId xmlns:a16="http://schemas.microsoft.com/office/drawing/2014/main" id="{BCD1063B-CA48-0949-00F7-427D4D310D8B}"/>
              </a:ext>
            </a:extLst>
          </p:cNvPr>
          <p:cNvGrpSpPr/>
          <p:nvPr/>
        </p:nvGrpSpPr>
        <p:grpSpPr>
          <a:xfrm flipH="1">
            <a:off x="-9198" y="0"/>
            <a:ext cx="12210398" cy="2337727"/>
            <a:chOff x="-15874" y="0"/>
            <a:chExt cx="20135850" cy="3855085"/>
          </a:xfrm>
        </p:grpSpPr>
        <p:grpSp>
          <p:nvGrpSpPr>
            <p:cNvPr id="15" name="object 2">
              <a:extLst>
                <a:ext uri="{FF2B5EF4-FFF2-40B4-BE49-F238E27FC236}">
                  <a16:creationId xmlns:a16="http://schemas.microsoft.com/office/drawing/2014/main" id="{39100381-C046-CFC3-B266-5C9D6B709FDE}"/>
                </a:ext>
              </a:extLst>
            </p:cNvPr>
            <p:cNvGrpSpPr/>
            <p:nvPr/>
          </p:nvGrpSpPr>
          <p:grpSpPr>
            <a:xfrm>
              <a:off x="-15874" y="0"/>
              <a:ext cx="20135850" cy="3855085"/>
              <a:chOff x="-15874" y="0"/>
              <a:chExt cx="20135850" cy="3855085"/>
            </a:xfrm>
          </p:grpSpPr>
          <p:sp>
            <p:nvSpPr>
              <p:cNvPr id="16" name="object 3">
                <a:extLst>
                  <a:ext uri="{FF2B5EF4-FFF2-40B4-BE49-F238E27FC236}">
                    <a16:creationId xmlns:a16="http://schemas.microsoft.com/office/drawing/2014/main" id="{95F8A066-FF8B-12A8-50CF-3F903586C75C}"/>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chemeClr val="bg1"/>
              </a:solidFill>
            </p:spPr>
            <p:txBody>
              <a:bodyPr wrap="square" lIns="0" tIns="0" rIns="0" bIns="0" rtlCol="0"/>
              <a:lstStyle/>
              <a:p>
                <a:pPr defTabSz="554492">
                  <a:buClr>
                    <a:srgbClr val="000000"/>
                  </a:buClr>
                </a:pPr>
                <a:endParaRPr sz="849" kern="0" dirty="0">
                  <a:solidFill>
                    <a:srgbClr val="000000"/>
                  </a:solidFill>
                  <a:latin typeface="Arial"/>
                  <a:cs typeface="Arial"/>
                  <a:sym typeface="Arial"/>
                </a:endParaRPr>
              </a:p>
            </p:txBody>
          </p:sp>
          <p:sp>
            <p:nvSpPr>
              <p:cNvPr id="17" name="object 4">
                <a:extLst>
                  <a:ext uri="{FF2B5EF4-FFF2-40B4-BE49-F238E27FC236}">
                    <a16:creationId xmlns:a16="http://schemas.microsoft.com/office/drawing/2014/main" id="{828612D1-7E4B-1E34-7893-5760248CD0C7}"/>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buClr>
                    <a:srgbClr val="000000"/>
                  </a:buClr>
                </a:pPr>
                <a:endParaRPr sz="849" kern="0">
                  <a:solidFill>
                    <a:srgbClr val="000000"/>
                  </a:solidFill>
                  <a:latin typeface="Arial"/>
                  <a:cs typeface="Arial"/>
                  <a:sym typeface="Arial"/>
                </a:endParaRPr>
              </a:p>
            </p:txBody>
          </p:sp>
        </p:grpSp>
        <p:sp>
          <p:nvSpPr>
            <p:cNvPr id="21" name="object 4">
              <a:extLst>
                <a:ext uri="{FF2B5EF4-FFF2-40B4-BE49-F238E27FC236}">
                  <a16:creationId xmlns:a16="http://schemas.microsoft.com/office/drawing/2014/main" id="{7A39BA05-6ED4-3770-64D0-293662DA2033}"/>
                </a:ext>
              </a:extLst>
            </p:cNvPr>
            <p:cNvSpPr/>
            <p:nvPr/>
          </p:nvSpPr>
          <p:spPr>
            <a:xfrm>
              <a:off x="603250" y="0"/>
              <a:ext cx="19500850" cy="2828304"/>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buClr>
                  <a:srgbClr val="000000"/>
                </a:buClr>
              </a:pPr>
              <a:endParaRPr sz="849" kern="0">
                <a:solidFill>
                  <a:srgbClr val="000000"/>
                </a:solidFill>
                <a:latin typeface="Arial"/>
                <a:cs typeface="Arial"/>
                <a:sym typeface="Arial"/>
              </a:endParaRPr>
            </a:p>
          </p:txBody>
        </p:sp>
      </p:grpSp>
      <p:sp>
        <p:nvSpPr>
          <p:cNvPr id="23" name="object 5">
            <a:extLst>
              <a:ext uri="{FF2B5EF4-FFF2-40B4-BE49-F238E27FC236}">
                <a16:creationId xmlns:a16="http://schemas.microsoft.com/office/drawing/2014/main" id="{130E745F-C803-D9CF-D3A5-2F5BF21EEF21}"/>
              </a:ext>
            </a:extLst>
          </p:cNvPr>
          <p:cNvSpPr txBox="1"/>
          <p:nvPr/>
        </p:nvSpPr>
        <p:spPr>
          <a:xfrm>
            <a:off x="570829" y="512285"/>
            <a:ext cx="10365620" cy="345258"/>
          </a:xfrm>
          <a:prstGeom prst="rect">
            <a:avLst/>
          </a:prstGeom>
        </p:spPr>
        <p:txBody>
          <a:bodyPr vert="horz" wrap="square" lIns="0" tIns="9242" rIns="0" bIns="0" rtlCol="0">
            <a:spAutoFit/>
          </a:bodyPr>
          <a:lstStyle/>
          <a:p>
            <a:pPr marL="4087069" marR="3081" algn="r" defTabSz="554492">
              <a:spcBef>
                <a:spcPts val="73"/>
              </a:spcBef>
              <a:buClr>
                <a:srgbClr val="000000"/>
              </a:buClr>
            </a:pPr>
            <a:r>
              <a:rPr lang="ar-EG" sz="2183" b="1" kern="0" dirty="0">
                <a:solidFill>
                  <a:srgbClr val="4BACC6">
                    <a:lumMod val="50000"/>
                  </a:srgbClr>
                </a:solidFill>
                <a:latin typeface="Neo Sans Arabic Bold" panose="020B0804030504040204" pitchFamily="34" charset="-78"/>
                <a:cs typeface="Neo Sans Arabic Bold" panose="020B0804030504040204" pitchFamily="34" charset="-78"/>
                <a:sym typeface="Arial"/>
              </a:rPr>
              <a:t>نشاط "دور الأفراد في مكافحة المعلومات المضللة"</a:t>
            </a:r>
          </a:p>
        </p:txBody>
      </p:sp>
      <p:sp>
        <p:nvSpPr>
          <p:cNvPr id="24" name="object 6">
            <a:extLst>
              <a:ext uri="{FF2B5EF4-FFF2-40B4-BE49-F238E27FC236}">
                <a16:creationId xmlns:a16="http://schemas.microsoft.com/office/drawing/2014/main" id="{8AE3C332-EAC2-9FE2-04FB-5529AC4D6D29}"/>
              </a:ext>
            </a:extLst>
          </p:cNvPr>
          <p:cNvSpPr/>
          <p:nvPr/>
        </p:nvSpPr>
        <p:spPr>
          <a:xfrm>
            <a:off x="11041470" y="470934"/>
            <a:ext cx="327305" cy="462848"/>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defTabSz="554492">
              <a:buClr>
                <a:srgbClr val="000000"/>
              </a:buClr>
            </a:pPr>
            <a:endParaRPr sz="849" kern="0">
              <a:solidFill>
                <a:srgbClr val="000000"/>
              </a:solidFill>
              <a:latin typeface="Arial"/>
              <a:cs typeface="Arial"/>
              <a:sym typeface="Arial"/>
            </a:endParaRPr>
          </a:p>
        </p:txBody>
      </p:sp>
      <p:sp>
        <p:nvSpPr>
          <p:cNvPr id="8" name="object 6">
            <a:extLst>
              <a:ext uri="{FF2B5EF4-FFF2-40B4-BE49-F238E27FC236}">
                <a16:creationId xmlns:a16="http://schemas.microsoft.com/office/drawing/2014/main" id="{0BC57B4F-59C7-0A0B-7843-FBE050B58B30}"/>
              </a:ext>
            </a:extLst>
          </p:cNvPr>
          <p:cNvSpPr/>
          <p:nvPr/>
        </p:nvSpPr>
        <p:spPr>
          <a:xfrm flipH="1">
            <a:off x="10219317" y="2505029"/>
            <a:ext cx="1983375" cy="4343345"/>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defTabSz="554492">
              <a:buClr>
                <a:srgbClr val="000000"/>
              </a:buClr>
            </a:pPr>
            <a:endParaRPr sz="849" kern="0">
              <a:solidFill>
                <a:srgbClr val="000000"/>
              </a:solidFill>
              <a:latin typeface="Arial"/>
              <a:cs typeface="Arial"/>
              <a:sym typeface="Arial"/>
            </a:endParaRPr>
          </a:p>
        </p:txBody>
      </p:sp>
      <p:sp>
        <p:nvSpPr>
          <p:cNvPr id="10" name="object 6">
            <a:extLst>
              <a:ext uri="{FF2B5EF4-FFF2-40B4-BE49-F238E27FC236}">
                <a16:creationId xmlns:a16="http://schemas.microsoft.com/office/drawing/2014/main" id="{085078B4-C520-48E4-0DC3-6C0FC4EA038E}"/>
              </a:ext>
            </a:extLst>
          </p:cNvPr>
          <p:cNvSpPr/>
          <p:nvPr/>
        </p:nvSpPr>
        <p:spPr>
          <a:xfrm flipH="1">
            <a:off x="4533078" y="3567624"/>
            <a:ext cx="3016095" cy="3017506"/>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defTabSz="554492">
              <a:buClr>
                <a:srgbClr val="000000"/>
              </a:buClr>
              <a:defRPr/>
            </a:pPr>
            <a:endParaRPr sz="849" kern="0">
              <a:solidFill>
                <a:srgbClr val="000000"/>
              </a:solidFill>
              <a:latin typeface="Arial"/>
              <a:cs typeface="Arial"/>
              <a:sym typeface="Arial"/>
            </a:endParaRPr>
          </a:p>
        </p:txBody>
      </p:sp>
    </p:spTree>
    <p:extLst>
      <p:ext uri="{BB962C8B-B14F-4D97-AF65-F5344CB8AC3E}">
        <p14:creationId xmlns:p14="http://schemas.microsoft.com/office/powerpoint/2010/main" val="2300899184"/>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0935F24-294D-B2A4-3D0E-590632F9C55D}"/>
            </a:ext>
          </a:extLst>
        </p:cNvPr>
        <p:cNvGrpSpPr/>
        <p:nvPr/>
      </p:nvGrpSpPr>
      <p:grpSpPr>
        <a:xfrm>
          <a:off x="0" y="0"/>
          <a:ext cx="0" cy="0"/>
          <a:chOff x="0" y="0"/>
          <a:chExt cx="0" cy="0"/>
        </a:xfrm>
      </p:grpSpPr>
      <p:pic>
        <p:nvPicPr>
          <p:cNvPr id="12" name="Picture 11" descr="A white background with black and white clouds&#10;&#10;AI-generated content may be incorrect.">
            <a:extLst>
              <a:ext uri="{FF2B5EF4-FFF2-40B4-BE49-F238E27FC236}">
                <a16:creationId xmlns:a16="http://schemas.microsoft.com/office/drawing/2014/main" id="{8B0C17AC-7256-9770-567F-B934611862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9" y="241"/>
            <a:ext cx="12191145" cy="6857519"/>
          </a:xfrm>
          <a:prstGeom prst="rect">
            <a:avLst/>
          </a:prstGeom>
        </p:spPr>
      </p:pic>
      <p:grpSp>
        <p:nvGrpSpPr>
          <p:cNvPr id="6" name="Group 5">
            <a:extLst>
              <a:ext uri="{FF2B5EF4-FFF2-40B4-BE49-F238E27FC236}">
                <a16:creationId xmlns:a16="http://schemas.microsoft.com/office/drawing/2014/main" id="{F5F772CF-1A65-93E2-B942-8715765CF6F3}"/>
              </a:ext>
            </a:extLst>
          </p:cNvPr>
          <p:cNvGrpSpPr/>
          <p:nvPr/>
        </p:nvGrpSpPr>
        <p:grpSpPr>
          <a:xfrm>
            <a:off x="309401" y="284483"/>
            <a:ext cx="11573197" cy="762309"/>
            <a:chOff x="545739" y="284483"/>
            <a:chExt cx="11573197" cy="762309"/>
          </a:xfrm>
        </p:grpSpPr>
        <p:pic>
          <p:nvPicPr>
            <p:cNvPr id="7" name="Picture 6">
              <a:extLst>
                <a:ext uri="{FF2B5EF4-FFF2-40B4-BE49-F238E27FC236}">
                  <a16:creationId xmlns:a16="http://schemas.microsoft.com/office/drawing/2014/main" id="{E74516D1-C8B1-00A9-0714-137BEEF64D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6541" y="284483"/>
              <a:ext cx="7735824" cy="557434"/>
            </a:xfrm>
            <a:prstGeom prst="rect">
              <a:avLst/>
            </a:prstGeom>
          </p:spPr>
        </p:pic>
        <p:sp>
          <p:nvSpPr>
            <p:cNvPr id="8" name="Text Placeholder 1">
              <a:extLst>
                <a:ext uri="{FF2B5EF4-FFF2-40B4-BE49-F238E27FC236}">
                  <a16:creationId xmlns:a16="http://schemas.microsoft.com/office/drawing/2014/main" id="{C2A2D8A7-F7D4-8153-196A-622625B5138D}"/>
                </a:ext>
              </a:extLst>
            </p:cNvPr>
            <p:cNvSpPr txBox="1">
              <a:spLocks/>
            </p:cNvSpPr>
            <p:nvPr/>
          </p:nvSpPr>
          <p:spPr>
            <a:xfrm>
              <a:off x="545739" y="322545"/>
              <a:ext cx="11573197" cy="724247"/>
            </a:xfrm>
            <a:prstGeom prst="rect">
              <a:avLst/>
            </a:prstGeom>
          </p:spPr>
          <p:txBody>
            <a:bodyPr/>
            <a:lstStyle>
              <a:lvl1pPr marL="0">
                <a:defRPr>
                  <a:latin typeface="+mn-lt"/>
                  <a:ea typeface="+mn-ea"/>
                  <a:cs typeface="+mn-cs"/>
                </a:defRPr>
              </a:lvl1pPr>
              <a:lvl2pPr marL="277256">
                <a:defRPr>
                  <a:latin typeface="+mn-lt"/>
                  <a:ea typeface="+mn-ea"/>
                  <a:cs typeface="+mn-cs"/>
                </a:defRPr>
              </a:lvl2pPr>
              <a:lvl3pPr marL="554510">
                <a:defRPr>
                  <a:latin typeface="+mn-lt"/>
                  <a:ea typeface="+mn-ea"/>
                  <a:cs typeface="+mn-cs"/>
                </a:defRPr>
              </a:lvl3pPr>
              <a:lvl4pPr marL="831766">
                <a:defRPr>
                  <a:latin typeface="+mn-lt"/>
                  <a:ea typeface="+mn-ea"/>
                  <a:cs typeface="+mn-cs"/>
                </a:defRPr>
              </a:lvl4pPr>
              <a:lvl5pPr marL="1109021">
                <a:defRPr>
                  <a:latin typeface="+mn-lt"/>
                  <a:ea typeface="+mn-ea"/>
                  <a:cs typeface="+mn-cs"/>
                </a:defRPr>
              </a:lvl5pPr>
              <a:lvl6pPr marL="1386277">
                <a:defRPr>
                  <a:latin typeface="+mn-lt"/>
                  <a:ea typeface="+mn-ea"/>
                  <a:cs typeface="+mn-cs"/>
                </a:defRPr>
              </a:lvl6pPr>
              <a:lvl7pPr marL="1663532">
                <a:defRPr>
                  <a:latin typeface="+mn-lt"/>
                  <a:ea typeface="+mn-ea"/>
                  <a:cs typeface="+mn-cs"/>
                </a:defRPr>
              </a:lvl7pPr>
              <a:lvl8pPr marL="1940787">
                <a:defRPr>
                  <a:latin typeface="+mn-lt"/>
                  <a:ea typeface="+mn-ea"/>
                  <a:cs typeface="+mn-cs"/>
                </a:defRPr>
              </a:lvl8pPr>
              <a:lvl9pPr marL="2218043">
                <a:defRPr>
                  <a:latin typeface="+mn-lt"/>
                  <a:ea typeface="+mn-ea"/>
                  <a:cs typeface="+mn-cs"/>
                </a:defRPr>
              </a:lvl9pPr>
            </a:lstStyle>
            <a:p>
              <a:pPr algn="ctr" rtl="1"/>
              <a:r>
                <a:rPr lang="ar-EG" sz="2400" kern="0" dirty="0">
                  <a:solidFill>
                    <a:schemeClr val="bg1"/>
                  </a:solidFill>
                  <a:latin typeface="Neo Sans Arabic Bold" panose="020B0804030504040204" pitchFamily="34" charset="-78"/>
                  <a:cs typeface="Neo Sans Arabic Bold" panose="020B0804030504040204" pitchFamily="34" charset="-78"/>
                </a:rPr>
                <a:t>دور الأفراد في مكافحة المعلومات المضللة</a:t>
              </a:r>
            </a:p>
          </p:txBody>
        </p:sp>
      </p:grpSp>
      <p:sp>
        <p:nvSpPr>
          <p:cNvPr id="76" name="TextBox 75">
            <a:extLst>
              <a:ext uri="{FF2B5EF4-FFF2-40B4-BE49-F238E27FC236}">
                <a16:creationId xmlns:a16="http://schemas.microsoft.com/office/drawing/2014/main" id="{312778D9-3FF0-E30B-34BB-03FEFFBC0003}"/>
              </a:ext>
            </a:extLst>
          </p:cNvPr>
          <p:cNvSpPr txBox="1"/>
          <p:nvPr/>
        </p:nvSpPr>
        <p:spPr>
          <a:xfrm>
            <a:off x="7534075" y="2136560"/>
            <a:ext cx="2524286" cy="707886"/>
          </a:xfrm>
          <a:prstGeom prst="rect">
            <a:avLst/>
          </a:prstGeom>
          <a:noFill/>
        </p:spPr>
        <p:txBody>
          <a:bodyPr wrap="square">
            <a:spAutoFit/>
          </a:bodyPr>
          <a:lstStyle/>
          <a:p>
            <a:pPr algn="ctr" rtl="1"/>
            <a:r>
              <a:rPr kumimoji="0" lang="ar-EG" sz="2000" b="0" i="0" u="none" strike="noStrike" kern="1200" cap="none" spc="0" normalizeH="0" baseline="0" noProof="0" dirty="0">
                <a:ln>
                  <a:noFill/>
                </a:ln>
                <a:solidFill>
                  <a:srgbClr val="185564"/>
                </a:solidFill>
                <a:effectLst/>
                <a:uLnTx/>
                <a:uFillTx/>
                <a:latin typeface="Neo Sans Arabic" panose="020B0504030504040204" pitchFamily="34" charset="-78"/>
                <a:ea typeface="Times New Roman" panose="02020603050405020304" pitchFamily="18" charset="0"/>
                <a:cs typeface="Neo Sans Arabic" panose="020B0504030504040204" pitchFamily="34" charset="-78"/>
              </a:rPr>
              <a:t>تحمل المسؤولية عند مشاركة المحتوى</a:t>
            </a:r>
            <a:endParaRPr lang="en-US" sz="2000" dirty="0"/>
          </a:p>
        </p:txBody>
      </p:sp>
      <p:sp>
        <p:nvSpPr>
          <p:cNvPr id="77" name="TextBox 76">
            <a:extLst>
              <a:ext uri="{FF2B5EF4-FFF2-40B4-BE49-F238E27FC236}">
                <a16:creationId xmlns:a16="http://schemas.microsoft.com/office/drawing/2014/main" id="{42715567-7CFF-5AE2-C7E4-13D92243228F}"/>
              </a:ext>
            </a:extLst>
          </p:cNvPr>
          <p:cNvSpPr txBox="1"/>
          <p:nvPr/>
        </p:nvSpPr>
        <p:spPr>
          <a:xfrm>
            <a:off x="7534075" y="5184360"/>
            <a:ext cx="2524286" cy="707886"/>
          </a:xfrm>
          <a:prstGeom prst="rect">
            <a:avLst/>
          </a:prstGeom>
          <a:noFill/>
        </p:spPr>
        <p:txBody>
          <a:bodyPr wrap="square">
            <a:spAutoFit/>
          </a:bodyPr>
          <a:lstStyle/>
          <a:p>
            <a:pPr algn="ctr"/>
            <a:r>
              <a:rPr kumimoji="0" lang="ar-EG" sz="2000" b="0" i="0" u="none" strike="noStrike" kern="1200" cap="none" spc="0" normalizeH="0" baseline="0" noProof="0" dirty="0">
                <a:ln>
                  <a:noFill/>
                </a:ln>
                <a:solidFill>
                  <a:srgbClr val="185564"/>
                </a:solidFill>
                <a:effectLst/>
                <a:uLnTx/>
                <a:uFillTx/>
                <a:latin typeface="Neo Sans Arabic" panose="020B0504030504040204" pitchFamily="34" charset="-78"/>
                <a:ea typeface="Times New Roman" panose="02020603050405020304" pitchFamily="18" charset="0"/>
                <a:cs typeface="Neo Sans Arabic" panose="020B0504030504040204" pitchFamily="34" charset="-78"/>
              </a:rPr>
              <a:t>تعلم مهارات التحقق من الأخبار</a:t>
            </a:r>
            <a:endParaRPr lang="en-US" sz="2000" dirty="0"/>
          </a:p>
        </p:txBody>
      </p:sp>
      <p:sp>
        <p:nvSpPr>
          <p:cNvPr id="78" name="TextBox 77">
            <a:extLst>
              <a:ext uri="{FF2B5EF4-FFF2-40B4-BE49-F238E27FC236}">
                <a16:creationId xmlns:a16="http://schemas.microsoft.com/office/drawing/2014/main" id="{89C61ECB-48CC-B1CD-88E4-CC0EC9FF09C8}"/>
              </a:ext>
            </a:extLst>
          </p:cNvPr>
          <p:cNvSpPr txBox="1"/>
          <p:nvPr/>
        </p:nvSpPr>
        <p:spPr>
          <a:xfrm>
            <a:off x="2137960" y="2136560"/>
            <a:ext cx="2524286" cy="707886"/>
          </a:xfrm>
          <a:prstGeom prst="rect">
            <a:avLst/>
          </a:prstGeom>
          <a:noFill/>
        </p:spPr>
        <p:txBody>
          <a:bodyPr wrap="square">
            <a:spAutoFit/>
          </a:bodyPr>
          <a:lstStyle/>
          <a:p>
            <a:pPr algn="ctr" rtl="1"/>
            <a:r>
              <a:rPr kumimoji="0" lang="ar-EG" sz="2000" b="0" i="0" u="none" strike="noStrike" kern="1200" cap="none" spc="0" normalizeH="0" baseline="0" noProof="0" dirty="0">
                <a:ln>
                  <a:noFill/>
                </a:ln>
                <a:solidFill>
                  <a:srgbClr val="185564"/>
                </a:solidFill>
                <a:effectLst/>
                <a:uLnTx/>
                <a:uFillTx/>
                <a:latin typeface="Neo Sans Arabic" panose="020B0504030504040204" pitchFamily="34" charset="-78"/>
                <a:ea typeface="Times New Roman" panose="02020603050405020304" pitchFamily="18" charset="0"/>
                <a:cs typeface="Neo Sans Arabic" panose="020B0504030504040204" pitchFamily="34" charset="-78"/>
              </a:rPr>
              <a:t>نشر الثقافة الإعلامية الرقمية</a:t>
            </a:r>
            <a:endParaRPr lang="en-US" sz="2000" dirty="0"/>
          </a:p>
        </p:txBody>
      </p:sp>
      <p:sp>
        <p:nvSpPr>
          <p:cNvPr id="79" name="TextBox 78">
            <a:extLst>
              <a:ext uri="{FF2B5EF4-FFF2-40B4-BE49-F238E27FC236}">
                <a16:creationId xmlns:a16="http://schemas.microsoft.com/office/drawing/2014/main" id="{3AFF6E34-BC4A-9C0E-6842-02A1D954F29A}"/>
              </a:ext>
            </a:extLst>
          </p:cNvPr>
          <p:cNvSpPr txBox="1"/>
          <p:nvPr/>
        </p:nvSpPr>
        <p:spPr>
          <a:xfrm>
            <a:off x="2137960" y="5184360"/>
            <a:ext cx="2524286" cy="707886"/>
          </a:xfrm>
          <a:prstGeom prst="rect">
            <a:avLst/>
          </a:prstGeom>
          <a:noFill/>
        </p:spPr>
        <p:txBody>
          <a:bodyPr wrap="square">
            <a:spAutoFit/>
          </a:bodyPr>
          <a:lstStyle/>
          <a:p>
            <a:pPr algn="ctr"/>
            <a:r>
              <a:rPr kumimoji="0" lang="ar-EG" sz="2000" b="0" i="0" u="none" strike="noStrike" kern="1200" cap="none" spc="0" normalizeH="0" baseline="0" noProof="0" dirty="0">
                <a:ln>
                  <a:noFill/>
                </a:ln>
                <a:solidFill>
                  <a:srgbClr val="185564"/>
                </a:solidFill>
                <a:effectLst/>
                <a:uLnTx/>
                <a:uFillTx/>
                <a:latin typeface="Neo Sans Arabic" panose="020B0504030504040204" pitchFamily="34" charset="-78"/>
                <a:ea typeface="Times New Roman" panose="02020603050405020304" pitchFamily="18" charset="0"/>
                <a:cs typeface="Neo Sans Arabic" panose="020B0504030504040204" pitchFamily="34" charset="-78"/>
              </a:rPr>
              <a:t>التبليغ عن المحتويات الكاذبة</a:t>
            </a:r>
            <a:endParaRPr lang="en-US" sz="2000" dirty="0"/>
          </a:p>
        </p:txBody>
      </p:sp>
      <p:grpSp>
        <p:nvGrpSpPr>
          <p:cNvPr id="82" name="Group 81">
            <a:extLst>
              <a:ext uri="{FF2B5EF4-FFF2-40B4-BE49-F238E27FC236}">
                <a16:creationId xmlns:a16="http://schemas.microsoft.com/office/drawing/2014/main" id="{79A15470-CD36-9E6A-7790-EC3E71167822}"/>
              </a:ext>
            </a:extLst>
          </p:cNvPr>
          <p:cNvGrpSpPr/>
          <p:nvPr/>
        </p:nvGrpSpPr>
        <p:grpSpPr>
          <a:xfrm>
            <a:off x="6481161" y="2048072"/>
            <a:ext cx="1487016" cy="2260846"/>
            <a:chOff x="6481161" y="2048072"/>
            <a:chExt cx="1487016" cy="2260846"/>
          </a:xfrm>
        </p:grpSpPr>
        <p:sp>
          <p:nvSpPr>
            <p:cNvPr id="44" name="Block Arc 20">
              <a:extLst>
                <a:ext uri="{FF2B5EF4-FFF2-40B4-BE49-F238E27FC236}">
                  <a16:creationId xmlns:a16="http://schemas.microsoft.com/office/drawing/2014/main" id="{6498AA9C-ABCE-DAA6-95DE-9EEA65EE36A5}"/>
                </a:ext>
              </a:extLst>
            </p:cNvPr>
            <p:cNvSpPr/>
            <p:nvPr/>
          </p:nvSpPr>
          <p:spPr>
            <a:xfrm rot="5400000">
              <a:off x="6094246" y="2434987"/>
              <a:ext cx="2260846" cy="1487016"/>
            </a:xfrm>
            <a:custGeom>
              <a:avLst/>
              <a:gdLst/>
              <a:ahLst/>
              <a:cxnLst/>
              <a:rect l="l" t="t" r="r" b="b"/>
              <a:pathLst>
                <a:path w="2260846" h="1487016">
                  <a:moveTo>
                    <a:pt x="126" y="1487016"/>
                  </a:moveTo>
                  <a:cubicBezTo>
                    <a:pt x="-4997" y="1096104"/>
                    <a:pt x="146037" y="719300"/>
                    <a:pt x="419742" y="440151"/>
                  </a:cubicBezTo>
                  <a:cubicBezTo>
                    <a:pt x="693447" y="161002"/>
                    <a:pt x="1067203" y="2576"/>
                    <a:pt x="1458140" y="0"/>
                  </a:cubicBezTo>
                  <a:lnTo>
                    <a:pt x="1460343" y="334356"/>
                  </a:lnTo>
                  <a:lnTo>
                    <a:pt x="2018530" y="334356"/>
                  </a:lnTo>
                  <a:lnTo>
                    <a:pt x="2018530" y="213198"/>
                  </a:lnTo>
                  <a:lnTo>
                    <a:pt x="2260846" y="455514"/>
                  </a:lnTo>
                  <a:lnTo>
                    <a:pt x="2018530" y="697830"/>
                  </a:lnTo>
                  <a:lnTo>
                    <a:pt x="2018530" y="576672"/>
                  </a:lnTo>
                  <a:lnTo>
                    <a:pt x="1461940" y="576672"/>
                  </a:lnTo>
                  <a:cubicBezTo>
                    <a:pt x="1462705" y="692809"/>
                    <a:pt x="1463470" y="808946"/>
                    <a:pt x="1464235" y="925083"/>
                  </a:cubicBezTo>
                  <a:cubicBezTo>
                    <a:pt x="1319690" y="926035"/>
                    <a:pt x="1181497" y="984612"/>
                    <a:pt x="1080298" y="1087824"/>
                  </a:cubicBezTo>
                  <a:cubicBezTo>
                    <a:pt x="979099" y="1191036"/>
                    <a:pt x="923255" y="1330356"/>
                    <a:pt x="925149" y="1474891"/>
                  </a:cubicBezTo>
                  <a:close/>
                </a:path>
              </a:pathLst>
            </a:custGeom>
            <a:solidFill>
              <a:srgbClr val="20849C"/>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81" name="Picture 80" descr="A hand holding a gear with people around it&#10;&#10;AI-generated content may be incorrect.">
              <a:extLst>
                <a:ext uri="{FF2B5EF4-FFF2-40B4-BE49-F238E27FC236}">
                  <a16:creationId xmlns:a16="http://schemas.microsoft.com/office/drawing/2014/main" id="{B9C026EA-A6D0-DD92-6983-A8A40B385B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64041" y="2534281"/>
              <a:ext cx="513937" cy="513937"/>
            </a:xfrm>
            <a:prstGeom prst="rect">
              <a:avLst/>
            </a:prstGeom>
          </p:spPr>
        </p:pic>
      </p:grpSp>
      <p:grpSp>
        <p:nvGrpSpPr>
          <p:cNvPr id="85" name="Group 84">
            <a:extLst>
              <a:ext uri="{FF2B5EF4-FFF2-40B4-BE49-F238E27FC236}">
                <a16:creationId xmlns:a16="http://schemas.microsoft.com/office/drawing/2014/main" id="{82CE083C-94C5-9058-E004-2B923FE93E6C}"/>
              </a:ext>
            </a:extLst>
          </p:cNvPr>
          <p:cNvGrpSpPr/>
          <p:nvPr/>
        </p:nvGrpSpPr>
        <p:grpSpPr>
          <a:xfrm>
            <a:off x="5351934" y="3174225"/>
            <a:ext cx="1468898" cy="1468896"/>
            <a:chOff x="5351934" y="3174225"/>
            <a:chExt cx="1468898" cy="1468896"/>
          </a:xfrm>
        </p:grpSpPr>
        <p:sp>
          <p:nvSpPr>
            <p:cNvPr id="67" name="Oval 226">
              <a:extLst>
                <a:ext uri="{FF2B5EF4-FFF2-40B4-BE49-F238E27FC236}">
                  <a16:creationId xmlns:a16="http://schemas.microsoft.com/office/drawing/2014/main" id="{AE0B4310-C72C-34F4-2C4B-5D253080A0D8}"/>
                </a:ext>
              </a:extLst>
            </p:cNvPr>
            <p:cNvSpPr/>
            <p:nvPr/>
          </p:nvSpPr>
          <p:spPr>
            <a:xfrm>
              <a:off x="5351934" y="3174225"/>
              <a:ext cx="1468898" cy="1468896"/>
            </a:xfrm>
            <a:prstGeom prst="roundRect">
              <a:avLst>
                <a:gd name="adj" fmla="val 24448"/>
              </a:avLst>
            </a:prstGeom>
            <a:solidFill>
              <a:srgbClr val="114653"/>
            </a:solid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4" name="Picture 83" descr="A white and black computer with a speech bubble and a person on it&#10;&#10;AI-generated content may be incorrect.">
              <a:extLst>
                <a:ext uri="{FF2B5EF4-FFF2-40B4-BE49-F238E27FC236}">
                  <a16:creationId xmlns:a16="http://schemas.microsoft.com/office/drawing/2014/main" id="{EA4D187A-2EF2-177D-3B71-4D0C22C052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32015" y="3539558"/>
              <a:ext cx="708734" cy="708734"/>
            </a:xfrm>
            <a:prstGeom prst="rect">
              <a:avLst/>
            </a:prstGeom>
          </p:spPr>
        </p:pic>
      </p:grpSp>
      <p:grpSp>
        <p:nvGrpSpPr>
          <p:cNvPr id="88" name="Group 87">
            <a:extLst>
              <a:ext uri="{FF2B5EF4-FFF2-40B4-BE49-F238E27FC236}">
                <a16:creationId xmlns:a16="http://schemas.microsoft.com/office/drawing/2014/main" id="{87D64735-A1F1-CC0C-381A-0668682438A8}"/>
              </a:ext>
            </a:extLst>
          </p:cNvPr>
          <p:cNvGrpSpPr/>
          <p:nvPr/>
        </p:nvGrpSpPr>
        <p:grpSpPr>
          <a:xfrm>
            <a:off x="5691603" y="4282948"/>
            <a:ext cx="2276605" cy="1509539"/>
            <a:chOff x="5691603" y="4282948"/>
            <a:chExt cx="2276605" cy="1509539"/>
          </a:xfrm>
        </p:grpSpPr>
        <p:sp>
          <p:nvSpPr>
            <p:cNvPr id="45" name="Block Arc 21">
              <a:extLst>
                <a:ext uri="{FF2B5EF4-FFF2-40B4-BE49-F238E27FC236}">
                  <a16:creationId xmlns:a16="http://schemas.microsoft.com/office/drawing/2014/main" id="{371F6408-0EB6-7786-7BD7-DC23D584B71A}"/>
                </a:ext>
              </a:extLst>
            </p:cNvPr>
            <p:cNvSpPr/>
            <p:nvPr/>
          </p:nvSpPr>
          <p:spPr>
            <a:xfrm rot="10800000">
              <a:off x="5691603" y="4282948"/>
              <a:ext cx="2276605" cy="1509539"/>
            </a:xfrm>
            <a:custGeom>
              <a:avLst/>
              <a:gdLst/>
              <a:ahLst/>
              <a:cxnLst/>
              <a:rect l="l" t="t" r="r" b="b"/>
              <a:pathLst>
                <a:path w="2276605" h="1509539">
                  <a:moveTo>
                    <a:pt x="593" y="1509539"/>
                  </a:moveTo>
                  <a:cubicBezTo>
                    <a:pt x="-10743" y="1110932"/>
                    <a:pt x="140588" y="724868"/>
                    <a:pt x="419780" y="440143"/>
                  </a:cubicBezTo>
                  <a:cubicBezTo>
                    <a:pt x="698972" y="155419"/>
                    <a:pt x="1081993" y="-3457"/>
                    <a:pt x="1480746" y="57"/>
                  </a:cubicBezTo>
                  <a:lnTo>
                    <a:pt x="1478073" y="303452"/>
                  </a:lnTo>
                  <a:lnTo>
                    <a:pt x="2034289" y="303452"/>
                  </a:lnTo>
                  <a:lnTo>
                    <a:pt x="2034289" y="182294"/>
                  </a:lnTo>
                  <a:lnTo>
                    <a:pt x="2276605" y="424610"/>
                  </a:lnTo>
                  <a:lnTo>
                    <a:pt x="2034289" y="666926"/>
                  </a:lnTo>
                  <a:lnTo>
                    <a:pt x="2034289" y="545768"/>
                  </a:lnTo>
                  <a:lnTo>
                    <a:pt x="1475937" y="545768"/>
                  </a:lnTo>
                  <a:lnTo>
                    <a:pt x="1472760" y="906248"/>
                  </a:lnTo>
                  <a:cubicBezTo>
                    <a:pt x="1320197" y="904903"/>
                    <a:pt x="1173654" y="965689"/>
                    <a:pt x="1066835" y="1074625"/>
                  </a:cubicBezTo>
                  <a:cubicBezTo>
                    <a:pt x="960016" y="1183560"/>
                    <a:pt x="902117" y="1331268"/>
                    <a:pt x="906454" y="1483775"/>
                  </a:cubicBezTo>
                  <a:close/>
                </a:path>
              </a:pathLst>
            </a:custGeom>
            <a:solidFill>
              <a:srgbClr val="165363"/>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87" name="Picture 86" descr="A white icon of a person and a clipboard&#10;&#10;AI-generated content may be incorrect.">
              <a:extLst>
                <a:ext uri="{FF2B5EF4-FFF2-40B4-BE49-F238E27FC236}">
                  <a16:creationId xmlns:a16="http://schemas.microsoft.com/office/drawing/2014/main" id="{5B66DCD4-920E-4BB6-7E56-B04E6F23C6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77025" y="4795127"/>
              <a:ext cx="487967" cy="487967"/>
            </a:xfrm>
            <a:prstGeom prst="rect">
              <a:avLst/>
            </a:prstGeom>
          </p:spPr>
        </p:pic>
      </p:grpSp>
      <p:grpSp>
        <p:nvGrpSpPr>
          <p:cNvPr id="91" name="Group 90">
            <a:extLst>
              <a:ext uri="{FF2B5EF4-FFF2-40B4-BE49-F238E27FC236}">
                <a16:creationId xmlns:a16="http://schemas.microsoft.com/office/drawing/2014/main" id="{7078FB37-28AB-BBC7-6F17-6A69A15E1275}"/>
              </a:ext>
            </a:extLst>
          </p:cNvPr>
          <p:cNvGrpSpPr/>
          <p:nvPr/>
        </p:nvGrpSpPr>
        <p:grpSpPr>
          <a:xfrm>
            <a:off x="4223825" y="3515883"/>
            <a:ext cx="1467779" cy="2276605"/>
            <a:chOff x="4223825" y="3515883"/>
            <a:chExt cx="1467779" cy="2276605"/>
          </a:xfrm>
        </p:grpSpPr>
        <p:sp>
          <p:nvSpPr>
            <p:cNvPr id="46" name="Block Arc 22">
              <a:extLst>
                <a:ext uri="{FF2B5EF4-FFF2-40B4-BE49-F238E27FC236}">
                  <a16:creationId xmlns:a16="http://schemas.microsoft.com/office/drawing/2014/main" id="{3541C014-46BA-7D3E-F0F5-81BC63787CBE}"/>
                </a:ext>
              </a:extLst>
            </p:cNvPr>
            <p:cNvSpPr/>
            <p:nvPr/>
          </p:nvSpPr>
          <p:spPr>
            <a:xfrm rot="16200000">
              <a:off x="3819412" y="3920296"/>
              <a:ext cx="2276605" cy="1467779"/>
            </a:xfrm>
            <a:custGeom>
              <a:avLst/>
              <a:gdLst/>
              <a:ahLst/>
              <a:cxnLst/>
              <a:rect l="l" t="t" r="r" b="b"/>
              <a:pathLst>
                <a:path w="2276605" h="1467779">
                  <a:moveTo>
                    <a:pt x="2276605" y="442016"/>
                  </a:moveTo>
                  <a:lnTo>
                    <a:pt x="2034289" y="684332"/>
                  </a:lnTo>
                  <a:lnTo>
                    <a:pt x="2034289" y="563174"/>
                  </a:lnTo>
                  <a:lnTo>
                    <a:pt x="1461851" y="563174"/>
                  </a:lnTo>
                  <a:cubicBezTo>
                    <a:pt x="1462645" y="683810"/>
                    <a:pt x="1463440" y="804446"/>
                    <a:pt x="1464235" y="925082"/>
                  </a:cubicBezTo>
                  <a:cubicBezTo>
                    <a:pt x="1165908" y="927048"/>
                    <a:pt x="925103" y="1169444"/>
                    <a:pt x="925103" y="1467778"/>
                  </a:cubicBezTo>
                  <a:lnTo>
                    <a:pt x="0" y="1467779"/>
                  </a:lnTo>
                  <a:cubicBezTo>
                    <a:pt x="0" y="660904"/>
                    <a:pt x="651282" y="5316"/>
                    <a:pt x="1458140" y="0"/>
                  </a:cubicBezTo>
                  <a:lnTo>
                    <a:pt x="1460254" y="320858"/>
                  </a:lnTo>
                  <a:lnTo>
                    <a:pt x="2034289" y="320858"/>
                  </a:lnTo>
                  <a:lnTo>
                    <a:pt x="2034289" y="199700"/>
                  </a:lnTo>
                  <a:close/>
                </a:path>
              </a:pathLst>
            </a:custGeom>
            <a:solidFill>
              <a:srgbClr val="20849C"/>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90" name="Picture 89" descr="A white and black icon&#10;&#10;AI-generated content may be incorrect.">
              <a:extLst>
                <a:ext uri="{FF2B5EF4-FFF2-40B4-BE49-F238E27FC236}">
                  <a16:creationId xmlns:a16="http://schemas.microsoft.com/office/drawing/2014/main" id="{273B6DA7-EBAB-22C3-6F84-AF08A4DDD7B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84228" y="4737967"/>
              <a:ext cx="599502" cy="599502"/>
            </a:xfrm>
            <a:prstGeom prst="rect">
              <a:avLst/>
            </a:prstGeom>
          </p:spPr>
        </p:pic>
      </p:grpSp>
      <p:grpSp>
        <p:nvGrpSpPr>
          <p:cNvPr id="94" name="Group 93">
            <a:extLst>
              <a:ext uri="{FF2B5EF4-FFF2-40B4-BE49-F238E27FC236}">
                <a16:creationId xmlns:a16="http://schemas.microsoft.com/office/drawing/2014/main" id="{F3359361-A989-DF58-9799-5F1453C63FC1}"/>
              </a:ext>
            </a:extLst>
          </p:cNvPr>
          <p:cNvGrpSpPr/>
          <p:nvPr/>
        </p:nvGrpSpPr>
        <p:grpSpPr>
          <a:xfrm>
            <a:off x="4223794" y="2048102"/>
            <a:ext cx="2276604" cy="1486295"/>
            <a:chOff x="4223794" y="2048102"/>
            <a:chExt cx="2276604" cy="1486295"/>
          </a:xfrm>
        </p:grpSpPr>
        <p:sp>
          <p:nvSpPr>
            <p:cNvPr id="47" name="Up Arrow 23">
              <a:extLst>
                <a:ext uri="{FF2B5EF4-FFF2-40B4-BE49-F238E27FC236}">
                  <a16:creationId xmlns:a16="http://schemas.microsoft.com/office/drawing/2014/main" id="{F05B7D85-919F-07EA-A8C5-E5511FA1A61C}"/>
                </a:ext>
              </a:extLst>
            </p:cNvPr>
            <p:cNvSpPr/>
            <p:nvPr/>
          </p:nvSpPr>
          <p:spPr>
            <a:xfrm rot="5400000">
              <a:off x="4618948" y="1652948"/>
              <a:ext cx="1486295" cy="2276604"/>
            </a:xfrm>
            <a:custGeom>
              <a:avLst/>
              <a:gdLst/>
              <a:ahLst/>
              <a:cxnLst/>
              <a:rect l="l" t="t" r="r" b="b"/>
              <a:pathLst>
                <a:path w="1486295" h="2276604">
                  <a:moveTo>
                    <a:pt x="0" y="818464"/>
                  </a:moveTo>
                  <a:lnTo>
                    <a:pt x="327724" y="816305"/>
                  </a:lnTo>
                  <a:lnTo>
                    <a:pt x="327724" y="242316"/>
                  </a:lnTo>
                  <a:lnTo>
                    <a:pt x="206566" y="242316"/>
                  </a:lnTo>
                  <a:lnTo>
                    <a:pt x="448882" y="0"/>
                  </a:lnTo>
                  <a:lnTo>
                    <a:pt x="691198" y="242316"/>
                  </a:lnTo>
                  <a:lnTo>
                    <a:pt x="570040" y="242316"/>
                  </a:lnTo>
                  <a:lnTo>
                    <a:pt x="570040" y="814708"/>
                  </a:lnTo>
                  <a:cubicBezTo>
                    <a:pt x="688388" y="813929"/>
                    <a:pt x="806735" y="813149"/>
                    <a:pt x="925083" y="812370"/>
                  </a:cubicBezTo>
                  <a:cubicBezTo>
                    <a:pt x="926035" y="956869"/>
                    <a:pt x="984574" y="1095021"/>
                    <a:pt x="1087729" y="1196214"/>
                  </a:cubicBezTo>
                  <a:cubicBezTo>
                    <a:pt x="1190884" y="1297406"/>
                    <a:pt x="1330135" y="1353282"/>
                    <a:pt x="1474625" y="1351460"/>
                  </a:cubicBezTo>
                  <a:lnTo>
                    <a:pt x="1486295" y="2276488"/>
                  </a:lnTo>
                  <a:cubicBezTo>
                    <a:pt x="1095506" y="2281418"/>
                    <a:pt x="718886" y="2130296"/>
                    <a:pt x="439894" y="1856610"/>
                  </a:cubicBezTo>
                  <a:cubicBezTo>
                    <a:pt x="160901" y="1582924"/>
                    <a:pt x="2575" y="1209276"/>
                    <a:pt x="0" y="818464"/>
                  </a:cubicBezTo>
                  <a:close/>
                </a:path>
              </a:pathLst>
            </a:custGeom>
            <a:solidFill>
              <a:srgbClr val="165363"/>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93" name="Picture 92" descr="A white computer screen with a globe and a play button&#10;&#10;AI-generated content may be incorrect.">
              <a:extLst>
                <a:ext uri="{FF2B5EF4-FFF2-40B4-BE49-F238E27FC236}">
                  <a16:creationId xmlns:a16="http://schemas.microsoft.com/office/drawing/2014/main" id="{064EB444-7FCB-29C2-DE32-B01614FDBE3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26657" y="2563395"/>
              <a:ext cx="521106" cy="521106"/>
            </a:xfrm>
            <a:prstGeom prst="rect">
              <a:avLst/>
            </a:prstGeom>
          </p:spPr>
        </p:pic>
      </p:grpSp>
    </p:spTree>
    <p:extLst>
      <p:ext uri="{BB962C8B-B14F-4D97-AF65-F5344CB8AC3E}">
        <p14:creationId xmlns:p14="http://schemas.microsoft.com/office/powerpoint/2010/main" val="32522929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p:cTn id="7" dur="500" fill="hold"/>
                                        <p:tgtEl>
                                          <p:spTgt spid="85"/>
                                        </p:tgtEl>
                                        <p:attrNameLst>
                                          <p:attrName>ppt_w</p:attrName>
                                        </p:attrNameLst>
                                      </p:cBhvr>
                                      <p:tavLst>
                                        <p:tav tm="0">
                                          <p:val>
                                            <p:fltVal val="0"/>
                                          </p:val>
                                        </p:tav>
                                        <p:tav tm="100000">
                                          <p:val>
                                            <p:strVal val="#ppt_w"/>
                                          </p:val>
                                        </p:tav>
                                      </p:tavLst>
                                    </p:anim>
                                    <p:anim calcmode="lin" valueType="num">
                                      <p:cBhvr>
                                        <p:cTn id="8" dur="500" fill="hold"/>
                                        <p:tgtEl>
                                          <p:spTgt spid="85"/>
                                        </p:tgtEl>
                                        <p:attrNameLst>
                                          <p:attrName>ppt_h</p:attrName>
                                        </p:attrNameLst>
                                      </p:cBhvr>
                                      <p:tavLst>
                                        <p:tav tm="0">
                                          <p:val>
                                            <p:fltVal val="0"/>
                                          </p:val>
                                        </p:tav>
                                        <p:tav tm="100000">
                                          <p:val>
                                            <p:strVal val="#ppt_h"/>
                                          </p:val>
                                        </p:tav>
                                      </p:tavLst>
                                    </p:anim>
                                    <p:animEffect transition="in" filter="fade">
                                      <p:cBhvr>
                                        <p:cTn id="9" dur="500"/>
                                        <p:tgtEl>
                                          <p:spTgt spid="85"/>
                                        </p:tgtEl>
                                      </p:cBhvr>
                                    </p:animEffect>
                                  </p:childTnLst>
                                </p:cTn>
                              </p:par>
                            </p:childTnLst>
                          </p:cTn>
                        </p:par>
                        <p:par>
                          <p:cTn id="10" fill="hold">
                            <p:stCondLst>
                              <p:cond delay="500"/>
                            </p:stCondLst>
                            <p:childTnLst>
                              <p:par>
                                <p:cTn id="11" presetID="22" presetClass="entr" presetSubtype="1" fill="hold" nodeType="after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wipe(up)">
                                      <p:cBhvr>
                                        <p:cTn id="13" dur="500"/>
                                        <p:tgtEl>
                                          <p:spTgt spid="82"/>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76"/>
                                        </p:tgtEl>
                                        <p:attrNameLst>
                                          <p:attrName>style.visibility</p:attrName>
                                        </p:attrNameLst>
                                      </p:cBhvr>
                                      <p:to>
                                        <p:strVal val="visible"/>
                                      </p:to>
                                    </p:set>
                                    <p:animEffect transition="in" filter="wipe(right)">
                                      <p:cBhvr>
                                        <p:cTn id="16" dur="500"/>
                                        <p:tgtEl>
                                          <p:spTgt spid="7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88"/>
                                        </p:tgtEl>
                                        <p:attrNameLst>
                                          <p:attrName>style.visibility</p:attrName>
                                        </p:attrNameLst>
                                      </p:cBhvr>
                                      <p:to>
                                        <p:strVal val="visible"/>
                                      </p:to>
                                    </p:set>
                                    <p:animEffect transition="in" filter="wipe(right)">
                                      <p:cBhvr>
                                        <p:cTn id="21" dur="500"/>
                                        <p:tgtEl>
                                          <p:spTgt spid="88"/>
                                        </p:tgtEl>
                                      </p:cBhvr>
                                    </p:animEffect>
                                  </p:childTnLst>
                                </p:cTn>
                              </p:par>
                              <p:par>
                                <p:cTn id="22" presetID="22" presetClass="entr" presetSubtype="2" fill="hold" grpId="0" nodeType="withEffect">
                                  <p:stCondLst>
                                    <p:cond delay="0"/>
                                  </p:stCondLst>
                                  <p:childTnLst>
                                    <p:set>
                                      <p:cBhvr>
                                        <p:cTn id="23" dur="1" fill="hold">
                                          <p:stCondLst>
                                            <p:cond delay="0"/>
                                          </p:stCondLst>
                                        </p:cTn>
                                        <p:tgtEl>
                                          <p:spTgt spid="77"/>
                                        </p:tgtEl>
                                        <p:attrNameLst>
                                          <p:attrName>style.visibility</p:attrName>
                                        </p:attrNameLst>
                                      </p:cBhvr>
                                      <p:to>
                                        <p:strVal val="visible"/>
                                      </p:to>
                                    </p:set>
                                    <p:animEffect transition="in" filter="wipe(right)">
                                      <p:cBhvr>
                                        <p:cTn id="24" dur="500"/>
                                        <p:tgtEl>
                                          <p:spTgt spid="7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91"/>
                                        </p:tgtEl>
                                        <p:attrNameLst>
                                          <p:attrName>style.visibility</p:attrName>
                                        </p:attrNameLst>
                                      </p:cBhvr>
                                      <p:to>
                                        <p:strVal val="visible"/>
                                      </p:to>
                                    </p:set>
                                    <p:animEffect transition="in" filter="wipe(down)">
                                      <p:cBhvr>
                                        <p:cTn id="29" dur="500"/>
                                        <p:tgtEl>
                                          <p:spTgt spid="91"/>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79"/>
                                        </p:tgtEl>
                                        <p:attrNameLst>
                                          <p:attrName>style.visibility</p:attrName>
                                        </p:attrNameLst>
                                      </p:cBhvr>
                                      <p:to>
                                        <p:strVal val="visible"/>
                                      </p:to>
                                    </p:set>
                                    <p:animEffect transition="in" filter="wipe(right)">
                                      <p:cBhvr>
                                        <p:cTn id="32" dur="500"/>
                                        <p:tgtEl>
                                          <p:spTgt spid="7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4"/>
                                        </p:tgtEl>
                                        <p:attrNameLst>
                                          <p:attrName>style.visibility</p:attrName>
                                        </p:attrNameLst>
                                      </p:cBhvr>
                                      <p:to>
                                        <p:strVal val="visible"/>
                                      </p:to>
                                    </p:set>
                                    <p:animEffect transition="in" filter="wipe(left)">
                                      <p:cBhvr>
                                        <p:cTn id="37" dur="500"/>
                                        <p:tgtEl>
                                          <p:spTgt spid="94"/>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78"/>
                                        </p:tgtEl>
                                        <p:attrNameLst>
                                          <p:attrName>style.visibility</p:attrName>
                                        </p:attrNameLst>
                                      </p:cBhvr>
                                      <p:to>
                                        <p:strVal val="visible"/>
                                      </p:to>
                                    </p:set>
                                    <p:animEffect transition="in" filter="wipe(right)">
                                      <p:cBhvr>
                                        <p:cTn id="40"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7" grpId="0"/>
      <p:bldP spid="78" grpId="0"/>
      <p:bldP spid="79" grpId="0"/>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EEA096C-E423-BC2E-6CF4-49C945CA9CC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A417A8A-EB38-F7EA-E875-7E6691488593}"/>
              </a:ext>
            </a:extLst>
          </p:cNvPr>
          <p:cNvSpPr/>
          <p:nvPr/>
        </p:nvSpPr>
        <p:spPr>
          <a:xfrm>
            <a:off x="429" y="3"/>
            <a:ext cx="12191145"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3C8087"/>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3" name="object 3">
            <a:extLst>
              <a:ext uri="{FF2B5EF4-FFF2-40B4-BE49-F238E27FC236}">
                <a16:creationId xmlns:a16="http://schemas.microsoft.com/office/drawing/2014/main" id="{AD8D3A0A-1933-23BA-A703-903155C57D01}"/>
              </a:ext>
            </a:extLst>
          </p:cNvPr>
          <p:cNvPicPr/>
          <p:nvPr/>
        </p:nvPicPr>
        <p:blipFill>
          <a:blip r:embed="rId3" cstate="print"/>
          <a:stretch>
            <a:fillRect/>
          </a:stretch>
        </p:blipFill>
        <p:spPr>
          <a:xfrm>
            <a:off x="429" y="-9523"/>
            <a:ext cx="12191144" cy="6876567"/>
          </a:xfrm>
          <a:prstGeom prst="rect">
            <a:avLst/>
          </a:prstGeom>
        </p:spPr>
      </p:pic>
      <p:sp>
        <p:nvSpPr>
          <p:cNvPr id="15" name="Rectangle: Rounded Corners 14">
            <a:extLst>
              <a:ext uri="{FF2B5EF4-FFF2-40B4-BE49-F238E27FC236}">
                <a16:creationId xmlns:a16="http://schemas.microsoft.com/office/drawing/2014/main" id="{BEBB1FFE-FD2C-DF2F-7217-1E476B97E728}"/>
              </a:ext>
            </a:extLst>
          </p:cNvPr>
          <p:cNvSpPr/>
          <p:nvPr/>
        </p:nvSpPr>
        <p:spPr>
          <a:xfrm>
            <a:off x="655880" y="1774748"/>
            <a:ext cx="9749758" cy="3216087"/>
          </a:xfrm>
          <a:prstGeom prst="roundRect">
            <a:avLst/>
          </a:prstGeom>
          <a:solidFill>
            <a:srgbClr val="0053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prstClr val="white"/>
              </a:solidFill>
              <a:effectLst/>
              <a:uLnTx/>
              <a:uFillTx/>
              <a:latin typeface="Calibri"/>
              <a:ea typeface="+mn-ea"/>
              <a:cs typeface="+mn-cs"/>
            </a:endParaRPr>
          </a:p>
        </p:txBody>
      </p:sp>
      <p:pic>
        <p:nvPicPr>
          <p:cNvPr id="5" name="Picture 4" descr="A black background with white text and a question mark&#10;&#10;AI-generated content may be incorrect.">
            <a:extLst>
              <a:ext uri="{FF2B5EF4-FFF2-40B4-BE49-F238E27FC236}">
                <a16:creationId xmlns:a16="http://schemas.microsoft.com/office/drawing/2014/main" id="{4A0934D3-5000-B90D-9434-5ED17E4B91EC}"/>
              </a:ext>
            </a:extLst>
          </p:cNvPr>
          <p:cNvPicPr>
            <a:picLocks noChangeAspect="1"/>
          </p:cNvPicPr>
          <p:nvPr/>
        </p:nvPicPr>
        <p:blipFill>
          <a:blip r:embed="rId4">
            <a:extLst>
              <a:ext uri="{28A0092B-C50C-407E-A947-70E740481C1C}">
                <a14:useLocalDpi xmlns:a14="http://schemas.microsoft.com/office/drawing/2010/main" val="0"/>
              </a:ext>
            </a:extLst>
          </a:blip>
          <a:srcRect l="68262" r="2979"/>
          <a:stretch/>
        </p:blipFill>
        <p:spPr>
          <a:xfrm>
            <a:off x="7118427" y="-46208"/>
            <a:ext cx="3287211" cy="6858000"/>
          </a:xfrm>
          <a:prstGeom prst="rect">
            <a:avLst/>
          </a:prstGeom>
        </p:spPr>
      </p:pic>
      <p:sp>
        <p:nvSpPr>
          <p:cNvPr id="6" name="TextBox 5">
            <a:extLst>
              <a:ext uri="{FF2B5EF4-FFF2-40B4-BE49-F238E27FC236}">
                <a16:creationId xmlns:a16="http://schemas.microsoft.com/office/drawing/2014/main" id="{68408F55-F1FC-E179-6ABC-BBA5E08EAEEB}"/>
              </a:ext>
            </a:extLst>
          </p:cNvPr>
          <p:cNvSpPr txBox="1"/>
          <p:nvPr/>
        </p:nvSpPr>
        <p:spPr>
          <a:xfrm>
            <a:off x="2278290" y="2209710"/>
            <a:ext cx="5912160" cy="1326517"/>
          </a:xfrm>
          <a:prstGeom prst="rect">
            <a:avLst/>
          </a:prstGeom>
          <a:noFill/>
        </p:spPr>
        <p:txBody>
          <a:bodyPr wrap="square">
            <a:spAutoFit/>
          </a:bodyPr>
          <a:lstStyle/>
          <a:p>
            <a:pPr marL="0" marR="0" lvl="0" indent="0" algn="ctr" defTabSz="554492" rtl="0" eaLnBrk="1" fontAlgn="auto" latinLnBrk="0" hangingPunct="1">
              <a:lnSpc>
                <a:spcPct val="150000"/>
              </a:lnSpc>
              <a:spcBef>
                <a:spcPts val="0"/>
              </a:spcBef>
              <a:spcAft>
                <a:spcPts val="0"/>
              </a:spcAft>
              <a:buClrTx/>
              <a:buSzTx/>
              <a:buFontTx/>
              <a:buNone/>
              <a:tabLst/>
              <a:defRPr/>
            </a:pPr>
            <a:r>
              <a:rPr kumimoji="0" lang="ar-EG"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Neo Sans Arabic Bold" panose="020B0804030504040204" pitchFamily="34" charset="-78"/>
                <a:cs typeface="Neo Sans Arabic Bold" panose="020B0804030504040204" pitchFamily="34" charset="-78"/>
              </a:rPr>
              <a:t>اختبار</a:t>
            </a:r>
            <a:endParaRPr kumimoji="0" lang="en-GB" sz="60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Neo Sans Arabic Bold" panose="020B0804030504040204" pitchFamily="34" charset="-78"/>
              <a:cs typeface="Neo Sans Arabic Bold" panose="020B0804030504040204" pitchFamily="34" charset="-78"/>
            </a:endParaRPr>
          </a:p>
        </p:txBody>
      </p:sp>
      <p:pic>
        <p:nvPicPr>
          <p:cNvPr id="7" name="Picture 6">
            <a:extLst>
              <a:ext uri="{FF2B5EF4-FFF2-40B4-BE49-F238E27FC236}">
                <a16:creationId xmlns:a16="http://schemas.microsoft.com/office/drawing/2014/main" id="{494B852C-BF3E-7D2E-A2E6-98EDB2B45AC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55879" y="2722040"/>
            <a:ext cx="2723929" cy="2723929"/>
          </a:xfrm>
          <a:prstGeom prst="rect">
            <a:avLst/>
          </a:prstGeom>
        </p:spPr>
      </p:pic>
      <p:pic>
        <p:nvPicPr>
          <p:cNvPr id="4" name="object 6">
            <a:extLst>
              <a:ext uri="{FF2B5EF4-FFF2-40B4-BE49-F238E27FC236}">
                <a16:creationId xmlns:a16="http://schemas.microsoft.com/office/drawing/2014/main" id="{A0B014EB-F45B-A93F-D4DC-4898034A1BDE}"/>
              </a:ext>
            </a:extLst>
          </p:cNvPr>
          <p:cNvPicPr/>
          <p:nvPr/>
        </p:nvPicPr>
        <p:blipFill>
          <a:blip r:embed="rId6" cstate="print"/>
          <a:stretch>
            <a:fillRect/>
          </a:stretch>
        </p:blipFill>
        <p:spPr>
          <a:xfrm>
            <a:off x="10289897" y="154911"/>
            <a:ext cx="1633614" cy="944684"/>
          </a:xfrm>
          <a:prstGeom prst="rect">
            <a:avLst/>
          </a:prstGeom>
        </p:spPr>
      </p:pic>
    </p:spTree>
    <p:extLst>
      <p:ext uri="{BB962C8B-B14F-4D97-AF65-F5344CB8AC3E}">
        <p14:creationId xmlns:p14="http://schemas.microsoft.com/office/powerpoint/2010/main" val="1957192688"/>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20 Second Timer (Minimal)">
            <a:hlinkClick r:id="" action="ppaction://media"/>
            <a:extLst>
              <a:ext uri="{FF2B5EF4-FFF2-40B4-BE49-F238E27FC236}">
                <a16:creationId xmlns:a16="http://schemas.microsoft.com/office/drawing/2014/main" id="{9C749B7D-155F-2695-4A44-B15389D620C5}"/>
              </a:ext>
            </a:extLst>
          </p:cNvPr>
          <p:cNvPicPr>
            <a:picLocks noChangeAspect="1"/>
          </p:cNvPicPr>
          <p:nvPr>
            <a:videoFile r:link="rId2"/>
            <p:extLst>
              <p:ext uri="{DAA4B4D4-6D71-4841-9C94-3DE7FCFB9230}">
                <p14:media xmlns:p14="http://schemas.microsoft.com/office/powerpoint/2010/main" r:embed="rId1"/>
              </p:ext>
            </p:extLst>
          </p:nvPr>
        </p:nvPicPr>
        <p:blipFill>
          <a:blip r:embed="rId5">
            <a:grayscl/>
          </a:blip>
          <a:stretch>
            <a:fillRect/>
          </a:stretch>
        </p:blipFill>
        <p:spPr>
          <a:xfrm>
            <a:off x="-520861" y="2446925"/>
            <a:ext cx="6315919" cy="3552704"/>
          </a:xfrm>
          <a:prstGeom prst="rect">
            <a:avLst/>
          </a:prstGeom>
        </p:spPr>
      </p:pic>
      <p:grpSp>
        <p:nvGrpSpPr>
          <p:cNvPr id="2" name="object 2"/>
          <p:cNvGrpSpPr/>
          <p:nvPr/>
        </p:nvGrpSpPr>
        <p:grpSpPr>
          <a:xfrm>
            <a:off x="-9198" y="2"/>
            <a:ext cx="12210398" cy="2337727"/>
            <a:chOff x="-15874" y="0"/>
            <a:chExt cx="20135850" cy="3855085"/>
          </a:xfrm>
        </p:grpSpPr>
        <p:sp>
          <p:nvSpPr>
            <p:cNvPr id="3" name="object 3"/>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defTabSz="554492"/>
              <a:endParaRPr sz="1092" kern="0" dirty="0">
                <a:solidFill>
                  <a:sysClr val="windowText" lastClr="000000"/>
                </a:solidFill>
              </a:endParaRPr>
            </a:p>
          </p:txBody>
        </p:sp>
        <p:sp>
          <p:nvSpPr>
            <p:cNvPr id="4" name="object 4"/>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endParaRPr sz="1092" kern="0">
                <a:solidFill>
                  <a:sysClr val="windowText" lastClr="000000"/>
                </a:solidFill>
              </a:endParaRPr>
            </a:p>
          </p:txBody>
        </p:sp>
      </p:grpSp>
      <p:grpSp>
        <p:nvGrpSpPr>
          <p:cNvPr id="7" name="object 7"/>
          <p:cNvGrpSpPr/>
          <p:nvPr/>
        </p:nvGrpSpPr>
        <p:grpSpPr>
          <a:xfrm>
            <a:off x="610708" y="6108769"/>
            <a:ext cx="10928133" cy="758577"/>
            <a:chOff x="1006398" y="10073811"/>
            <a:chExt cx="18021300" cy="1250950"/>
          </a:xfrm>
        </p:grpSpPr>
        <p:sp>
          <p:nvSpPr>
            <p:cNvPr id="8" name="object 8"/>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grpSp>
      <p:sp>
        <p:nvSpPr>
          <p:cNvPr id="11" name="TextBox 10">
            <a:extLst>
              <a:ext uri="{FF2B5EF4-FFF2-40B4-BE49-F238E27FC236}">
                <a16:creationId xmlns:a16="http://schemas.microsoft.com/office/drawing/2014/main" id="{E1E217B7-F0ED-FA67-0516-C50049ABBDF3}"/>
              </a:ext>
            </a:extLst>
          </p:cNvPr>
          <p:cNvSpPr txBox="1"/>
          <p:nvPr/>
        </p:nvSpPr>
        <p:spPr>
          <a:xfrm>
            <a:off x="4375231" y="1965488"/>
            <a:ext cx="7618649" cy="3621504"/>
          </a:xfrm>
          <a:prstGeom prst="rect">
            <a:avLst/>
          </a:prstGeom>
          <a:noFill/>
        </p:spPr>
        <p:txBody>
          <a:bodyPr wrap="square">
            <a:spAutoFit/>
          </a:bodyPr>
          <a:lstStyle/>
          <a:p>
            <a:pPr marL="457200" marR="0" lvl="0" indent="0" algn="ctr" defTabSz="457200" rtl="1" eaLnBrk="1" fontAlgn="auto" latinLnBrk="0" hangingPunct="1">
              <a:lnSpc>
                <a:spcPct val="150000"/>
              </a:lnSpc>
              <a:spcBef>
                <a:spcPts val="0"/>
              </a:spcBef>
              <a:spcAft>
                <a:spcPts val="0"/>
              </a:spcAft>
              <a:buClrTx/>
              <a:buSzTx/>
              <a:buFontTx/>
              <a:buNone/>
              <a:tabLst/>
              <a:defRPr/>
            </a:pPr>
            <a:r>
              <a:rPr kumimoji="0" lang="ar-EG" sz="3000" b="1" i="0" u="none" strike="noStrike" kern="1200" cap="none" spc="0" normalizeH="0" baseline="0" noProof="0" dirty="0">
                <a:ln>
                  <a:noFill/>
                </a:ln>
                <a:solidFill>
                  <a:srgbClr val="34B9A0"/>
                </a:solidFill>
                <a:uLnTx/>
                <a:uFillTx/>
                <a:latin typeface="Neo Sans Arabic Bold" panose="020B0804030504040204" pitchFamily="34" charset="-78"/>
                <a:ea typeface="Times New Roman" panose="02020603050405020304" pitchFamily="18" charset="0"/>
                <a:cs typeface="Neo Sans Arabic Bold" panose="020B0804030504040204" pitchFamily="34" charset="-78"/>
              </a:rPr>
              <a:t>ما هو الهدف من متابعة منصات إعلامية متعددة؟</a:t>
            </a:r>
          </a:p>
          <a:p>
            <a:pPr marL="914400" marR="0" lvl="0" indent="-457200" algn="r" defTabSz="457200" rtl="1" eaLnBrk="1" fontAlgn="auto" latinLnBrk="0" hangingPunct="1">
              <a:lnSpc>
                <a:spcPct val="150000"/>
              </a:lnSpc>
              <a:spcBef>
                <a:spcPts val="0"/>
              </a:spcBef>
              <a:spcAft>
                <a:spcPts val="0"/>
              </a:spcAft>
              <a:buClrTx/>
              <a:buSzTx/>
              <a:buFont typeface="+mj-lt"/>
              <a:buAutoNum type="arabicPeriod"/>
              <a:tabLst/>
              <a:defRPr/>
            </a:pPr>
            <a:r>
              <a:rPr kumimoji="0" lang="ar-EG" sz="2400" b="0" i="0" u="none" strike="noStrike" kern="1200" cap="none" spc="0" normalizeH="0" baseline="0" noProof="0" dirty="0">
                <a:ln>
                  <a:noFill/>
                </a:ln>
                <a:solidFill>
                  <a:srgbClr val="185564"/>
                </a:solidFill>
                <a:effectLst/>
                <a:uLnTx/>
                <a:uFillTx/>
                <a:latin typeface="Neo Sans Arabic" panose="020B0504030504040204" pitchFamily="34" charset="-78"/>
                <a:ea typeface="Times New Roman" panose="02020603050405020304" pitchFamily="18" charset="0"/>
                <a:cs typeface="Neo Sans Arabic" panose="020B0504030504040204" pitchFamily="34" charset="-78"/>
              </a:rPr>
              <a:t>تحديد مصدر واحد موثوق.</a:t>
            </a:r>
            <a:endParaRPr kumimoji="0" lang="ar-EG" sz="2400" b="1" i="0" u="none" strike="noStrike" kern="1200" cap="none" spc="0" normalizeH="0" baseline="0" noProof="0" dirty="0">
              <a:ln>
                <a:noFill/>
              </a:ln>
              <a:solidFill>
                <a:srgbClr val="185564"/>
              </a:solidFill>
              <a:effectLst/>
              <a:uLnTx/>
              <a:uFillTx/>
              <a:latin typeface="Neo Sans Arabic" panose="020B0504030504040204" pitchFamily="34" charset="-78"/>
              <a:ea typeface="Times New Roman" panose="02020603050405020304" pitchFamily="18" charset="0"/>
              <a:cs typeface="Neo Sans Arabic" panose="020B0504030504040204" pitchFamily="34" charset="-78"/>
            </a:endParaRPr>
          </a:p>
          <a:p>
            <a:pPr marL="914400" marR="0" lvl="0" indent="-457200" algn="r" defTabSz="457200" rtl="1" eaLnBrk="1" fontAlgn="auto" latinLnBrk="0" hangingPunct="1">
              <a:lnSpc>
                <a:spcPct val="150000"/>
              </a:lnSpc>
              <a:spcBef>
                <a:spcPts val="0"/>
              </a:spcBef>
              <a:spcAft>
                <a:spcPts val="0"/>
              </a:spcAft>
              <a:buClrTx/>
              <a:buSzTx/>
              <a:buFont typeface="+mj-lt"/>
              <a:buAutoNum type="arabicPeriod"/>
              <a:tabLst/>
              <a:defRPr/>
            </a:pPr>
            <a:r>
              <a:rPr kumimoji="0" lang="ar-EG" sz="2400" b="0" i="0" u="none" strike="noStrike" kern="1200" cap="none" spc="0" normalizeH="0" baseline="0" noProof="0" dirty="0">
                <a:ln>
                  <a:noFill/>
                </a:ln>
                <a:solidFill>
                  <a:srgbClr val="185564"/>
                </a:solidFill>
                <a:effectLst/>
                <a:uLnTx/>
                <a:uFillTx/>
                <a:latin typeface="Neo Sans Arabic" panose="020B0504030504040204" pitchFamily="34" charset="-78"/>
                <a:ea typeface="Times New Roman" panose="02020603050405020304" pitchFamily="18" charset="0"/>
                <a:cs typeface="Neo Sans Arabic" panose="020B0504030504040204" pitchFamily="34" charset="-78"/>
              </a:rPr>
              <a:t>تجنب الأخبار السلبية.</a:t>
            </a:r>
            <a:endParaRPr kumimoji="0" lang="ar-EG" sz="2400" b="1" i="0" u="none" strike="noStrike" kern="1200" cap="none" spc="0" normalizeH="0" baseline="0" noProof="0" dirty="0">
              <a:ln>
                <a:noFill/>
              </a:ln>
              <a:solidFill>
                <a:srgbClr val="185564"/>
              </a:solidFill>
              <a:effectLst/>
              <a:uLnTx/>
              <a:uFillTx/>
              <a:latin typeface="Neo Sans Arabic" panose="020B0504030504040204" pitchFamily="34" charset="-78"/>
              <a:ea typeface="Times New Roman" panose="02020603050405020304" pitchFamily="18" charset="0"/>
              <a:cs typeface="Neo Sans Arabic" panose="020B0504030504040204" pitchFamily="34" charset="-78"/>
            </a:endParaRPr>
          </a:p>
          <a:p>
            <a:pPr marL="914400" marR="0" lvl="0" indent="-457200" algn="r" defTabSz="457200" rtl="1" eaLnBrk="1" fontAlgn="auto" latinLnBrk="0" hangingPunct="1">
              <a:lnSpc>
                <a:spcPct val="150000"/>
              </a:lnSpc>
              <a:spcBef>
                <a:spcPts val="0"/>
              </a:spcBef>
              <a:spcAft>
                <a:spcPts val="0"/>
              </a:spcAft>
              <a:buClrTx/>
              <a:buSzTx/>
              <a:buFont typeface="+mj-lt"/>
              <a:buAutoNum type="arabicPeriod"/>
              <a:tabLst/>
              <a:defRPr/>
            </a:pPr>
            <a:r>
              <a:rPr kumimoji="0" lang="ar-EG" sz="2400" b="0" i="0" u="none" strike="noStrike" kern="1200" cap="none" spc="0" normalizeH="0" baseline="0" noProof="0" dirty="0">
                <a:ln>
                  <a:noFill/>
                </a:ln>
                <a:solidFill>
                  <a:srgbClr val="185564"/>
                </a:solidFill>
                <a:effectLst/>
                <a:uLnTx/>
                <a:uFillTx/>
                <a:latin typeface="Neo Sans Arabic" panose="020B0504030504040204" pitchFamily="34" charset="-78"/>
                <a:ea typeface="Times New Roman" panose="02020603050405020304" pitchFamily="18" charset="0"/>
                <a:cs typeface="Neo Sans Arabic" panose="020B0504030504040204" pitchFamily="34" charset="-78"/>
              </a:rPr>
              <a:t>الحصول على صورة أشمل.</a:t>
            </a:r>
            <a:endParaRPr kumimoji="0" lang="ar-EG" sz="2400" b="1" i="0" u="none" strike="noStrike" kern="1200" cap="none" spc="0" normalizeH="0" baseline="0" noProof="0" dirty="0">
              <a:ln>
                <a:noFill/>
              </a:ln>
              <a:solidFill>
                <a:srgbClr val="185564"/>
              </a:solidFill>
              <a:effectLst/>
              <a:uLnTx/>
              <a:uFillTx/>
              <a:latin typeface="Neo Sans Arabic" panose="020B0504030504040204" pitchFamily="34" charset="-78"/>
              <a:ea typeface="Times New Roman" panose="02020603050405020304" pitchFamily="18" charset="0"/>
              <a:cs typeface="Neo Sans Arabic" panose="020B0504030504040204" pitchFamily="34" charset="-78"/>
            </a:endParaRPr>
          </a:p>
          <a:p>
            <a:pPr marL="914400" marR="0" lvl="0" indent="-457200" algn="r" defTabSz="457200" rtl="1" eaLnBrk="1" fontAlgn="auto" latinLnBrk="0" hangingPunct="1">
              <a:lnSpc>
                <a:spcPct val="150000"/>
              </a:lnSpc>
              <a:spcBef>
                <a:spcPts val="0"/>
              </a:spcBef>
              <a:spcAft>
                <a:spcPts val="0"/>
              </a:spcAft>
              <a:buClrTx/>
              <a:buSzTx/>
              <a:buFont typeface="+mj-lt"/>
              <a:buAutoNum type="arabicPeriod"/>
              <a:tabLst/>
              <a:defRPr/>
            </a:pPr>
            <a:r>
              <a:rPr kumimoji="0" lang="ar-EG" sz="2400" b="0" i="0" u="none" strike="noStrike" kern="1200" cap="none" spc="0" normalizeH="0" baseline="0" noProof="0" dirty="0">
                <a:ln>
                  <a:noFill/>
                </a:ln>
                <a:solidFill>
                  <a:srgbClr val="185564"/>
                </a:solidFill>
                <a:effectLst/>
                <a:uLnTx/>
                <a:uFillTx/>
                <a:latin typeface="Neo Sans Arabic" panose="020B0504030504040204" pitchFamily="34" charset="-78"/>
                <a:ea typeface="Times New Roman" panose="02020603050405020304" pitchFamily="18" charset="0"/>
                <a:cs typeface="Neo Sans Arabic" panose="020B0504030504040204" pitchFamily="34" charset="-78"/>
              </a:rPr>
              <a:t>زيادة عدد المتابعين.</a:t>
            </a:r>
            <a:endParaRPr kumimoji="0" lang="ar-EG" sz="2400" b="1" i="0" u="none" strike="noStrike" kern="1200" cap="none" spc="0" normalizeH="0" baseline="0" noProof="0" dirty="0">
              <a:ln>
                <a:noFill/>
              </a:ln>
              <a:solidFill>
                <a:srgbClr val="185564"/>
              </a:solidFill>
              <a:effectLst/>
              <a:uLnTx/>
              <a:uFillTx/>
              <a:latin typeface="Neo Sans Arabic" panose="020B0504030504040204" pitchFamily="34" charset="-78"/>
              <a:ea typeface="Times New Roman" panose="02020603050405020304" pitchFamily="18" charset="0"/>
              <a:cs typeface="Neo Sans Arabic" panose="020B0504030504040204" pitchFamily="34" charset="-78"/>
            </a:endParaRPr>
          </a:p>
        </p:txBody>
      </p:sp>
      <p:sp>
        <p:nvSpPr>
          <p:cNvPr id="12" name="TextBox 11">
            <a:extLst>
              <a:ext uri="{FF2B5EF4-FFF2-40B4-BE49-F238E27FC236}">
                <a16:creationId xmlns:a16="http://schemas.microsoft.com/office/drawing/2014/main" id="{F78F847E-FB95-583A-50E9-E7C43E3DB799}"/>
              </a:ext>
            </a:extLst>
          </p:cNvPr>
          <p:cNvSpPr txBox="1"/>
          <p:nvPr/>
        </p:nvSpPr>
        <p:spPr>
          <a:xfrm>
            <a:off x="877930" y="360258"/>
            <a:ext cx="1718740" cy="1015663"/>
          </a:xfrm>
          <a:prstGeom prst="rect">
            <a:avLst/>
          </a:prstGeom>
          <a:noFill/>
        </p:spPr>
        <p:txBody>
          <a:bodyPr wrap="none" rtlCol="0">
            <a:spAutoFit/>
          </a:bodyPr>
          <a:lstStyle/>
          <a:p>
            <a:r>
              <a:rPr lang="ar-EG"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rPr>
              <a:t>اختبار</a:t>
            </a:r>
            <a:endParaRPr lang="en-GB"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endParaRPr>
          </a:p>
        </p:txBody>
      </p:sp>
      <p:sp>
        <p:nvSpPr>
          <p:cNvPr id="5" name="object 6">
            <a:extLst>
              <a:ext uri="{FF2B5EF4-FFF2-40B4-BE49-F238E27FC236}">
                <a16:creationId xmlns:a16="http://schemas.microsoft.com/office/drawing/2014/main" id="{78B6AD47-1F7E-2BF6-A1E0-D2E730E90AED}"/>
              </a:ext>
            </a:extLst>
          </p:cNvPr>
          <p:cNvSpPr/>
          <p:nvPr/>
        </p:nvSpPr>
        <p:spPr>
          <a:xfrm>
            <a:off x="2686944" y="435022"/>
            <a:ext cx="693472" cy="932504"/>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3" name="object 6">
            <a:extLst>
              <a:ext uri="{FF2B5EF4-FFF2-40B4-BE49-F238E27FC236}">
                <a16:creationId xmlns:a16="http://schemas.microsoft.com/office/drawing/2014/main" id="{E41F0CEE-12CD-C2F8-C8E6-494C67A64276}"/>
              </a:ext>
            </a:extLst>
          </p:cNvPr>
          <p:cNvPicPr/>
          <p:nvPr/>
        </p:nvPicPr>
        <p:blipFill>
          <a:blip r:embed="rId6" cstate="print"/>
          <a:stretch>
            <a:fillRect/>
          </a:stretch>
        </p:blipFill>
        <p:spPr>
          <a:xfrm>
            <a:off x="10289897" y="154911"/>
            <a:ext cx="1633614" cy="944684"/>
          </a:xfrm>
          <a:prstGeom prst="rect">
            <a:avLst/>
          </a:prstGeom>
        </p:spPr>
      </p:pic>
      <p:pic>
        <p:nvPicPr>
          <p:cNvPr id="10" name="Picture 9" descr="A green square with a white check mark&#10;&#10;AI-generated content may be incorrect.">
            <a:extLst>
              <a:ext uri="{FF2B5EF4-FFF2-40B4-BE49-F238E27FC236}">
                <a16:creationId xmlns:a16="http://schemas.microsoft.com/office/drawing/2014/main" id="{D9471BBA-8FDC-829E-1C9B-B7849DFB49B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46373" y="4573983"/>
            <a:ext cx="522509" cy="522509"/>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par>
                                <p:cTn id="8" presetID="10" presetClass="entr" presetSubtype="0" fill="hold" nodeType="withEffect">
                                  <p:stCondLst>
                                    <p:cond delay="60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500"/>
                                        <p:tgtEl>
                                          <p:spTgt spid="11">
                                            <p:txEl>
                                              <p:pRg st="2" end="2"/>
                                            </p:txEl>
                                          </p:spTgt>
                                        </p:tgtEl>
                                      </p:cBhvr>
                                    </p:animEffect>
                                  </p:childTnLst>
                                </p:cTn>
                              </p:par>
                              <p:par>
                                <p:cTn id="11" presetID="10" presetClass="entr" presetSubtype="0" fill="hold" nodeType="withEffect">
                                  <p:stCondLst>
                                    <p:cond delay="110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500"/>
                                        <p:tgtEl>
                                          <p:spTgt spid="11">
                                            <p:txEl>
                                              <p:pRg st="3" end="3"/>
                                            </p:txEl>
                                          </p:spTgt>
                                        </p:tgtEl>
                                      </p:cBhvr>
                                    </p:animEffect>
                                  </p:childTnLst>
                                </p:cTn>
                              </p:par>
                              <p:par>
                                <p:cTn id="14" presetID="10" presetClass="entr" presetSubtype="0" fill="hold" nodeType="withEffect">
                                  <p:stCondLst>
                                    <p:cond delay="180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500"/>
                                        <p:tgtEl>
                                          <p:spTgt spid="11">
                                            <p:txEl>
                                              <p:pRg st="4" end="4"/>
                                            </p:txEl>
                                          </p:spTgt>
                                        </p:tgtEl>
                                      </p:cBhvr>
                                    </p:animEffect>
                                  </p:childTnLst>
                                </p:cTn>
                              </p:par>
                            </p:childTnLst>
                          </p:cTn>
                        </p:par>
                        <p:par>
                          <p:cTn id="17" fill="hold">
                            <p:stCondLst>
                              <p:cond delay="2300"/>
                            </p:stCondLst>
                            <p:childTnLst>
                              <p:par>
                                <p:cTn id="18" presetID="1" presetClass="mediacall" presetSubtype="0" fill="hold" nodeType="afterEffect">
                                  <p:stCondLst>
                                    <p:cond delay="0"/>
                                  </p:stCondLst>
                                  <p:childTnLst>
                                    <p:cmd type="call" cmd="playFrom(0.0)">
                                      <p:cBhvr>
                                        <p:cTn id="19" dur="20006" fill="hold"/>
                                        <p:tgtEl>
                                          <p:spTgt spid="6"/>
                                        </p:tgtEl>
                                      </p:cBhvr>
                                    </p:cmd>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fill="hold" display="0">
                  <p:stCondLst>
                    <p:cond delay="indefinite"/>
                  </p:stCondLst>
                </p:cTn>
                <p:tgtEl>
                  <p:spTgt spid="6"/>
                </p:tgtEl>
              </p:cMediaNode>
            </p:video>
            <p:seq concurrent="1" nextAc="seek">
              <p:cTn id="26" restart="whenNotActive" fill="hold" evtFilter="cancelBubble" nodeType="interactiveSeq">
                <p:stCondLst>
                  <p:cond evt="onClick" delay="0">
                    <p:tgtEl>
                      <p:spTgt spid="6"/>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20 Second Timer (Minimal)">
            <a:hlinkClick r:id="" action="ppaction://media"/>
            <a:extLst>
              <a:ext uri="{FF2B5EF4-FFF2-40B4-BE49-F238E27FC236}">
                <a16:creationId xmlns:a16="http://schemas.microsoft.com/office/drawing/2014/main" id="{9C749B7D-155F-2695-4A44-B15389D620C5}"/>
              </a:ext>
            </a:extLst>
          </p:cNvPr>
          <p:cNvPicPr>
            <a:picLocks noChangeAspect="1"/>
          </p:cNvPicPr>
          <p:nvPr>
            <a:videoFile r:link="rId2"/>
            <p:extLst>
              <p:ext uri="{DAA4B4D4-6D71-4841-9C94-3DE7FCFB9230}">
                <p14:media xmlns:p14="http://schemas.microsoft.com/office/powerpoint/2010/main" r:embed="rId1"/>
              </p:ext>
            </p:extLst>
          </p:nvPr>
        </p:nvPicPr>
        <p:blipFill>
          <a:blip r:embed="rId5">
            <a:grayscl/>
          </a:blip>
          <a:stretch>
            <a:fillRect/>
          </a:stretch>
        </p:blipFill>
        <p:spPr>
          <a:xfrm>
            <a:off x="-520861" y="2446925"/>
            <a:ext cx="6315919" cy="3552704"/>
          </a:xfrm>
          <a:prstGeom prst="rect">
            <a:avLst/>
          </a:prstGeom>
        </p:spPr>
      </p:pic>
      <p:grpSp>
        <p:nvGrpSpPr>
          <p:cNvPr id="2" name="object 2"/>
          <p:cNvGrpSpPr/>
          <p:nvPr/>
        </p:nvGrpSpPr>
        <p:grpSpPr>
          <a:xfrm>
            <a:off x="-9198" y="2"/>
            <a:ext cx="12210398" cy="2337727"/>
            <a:chOff x="-15874" y="0"/>
            <a:chExt cx="20135850" cy="3855085"/>
          </a:xfrm>
        </p:grpSpPr>
        <p:sp>
          <p:nvSpPr>
            <p:cNvPr id="3" name="object 3"/>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defTabSz="554492"/>
              <a:endParaRPr sz="1092" kern="0" dirty="0">
                <a:solidFill>
                  <a:sysClr val="windowText" lastClr="000000"/>
                </a:solidFill>
              </a:endParaRPr>
            </a:p>
          </p:txBody>
        </p:sp>
        <p:sp>
          <p:nvSpPr>
            <p:cNvPr id="4" name="object 4"/>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endParaRPr sz="1092" kern="0">
                <a:solidFill>
                  <a:sysClr val="windowText" lastClr="000000"/>
                </a:solidFill>
              </a:endParaRPr>
            </a:p>
          </p:txBody>
        </p:sp>
      </p:grpSp>
      <p:grpSp>
        <p:nvGrpSpPr>
          <p:cNvPr id="7" name="object 7"/>
          <p:cNvGrpSpPr/>
          <p:nvPr/>
        </p:nvGrpSpPr>
        <p:grpSpPr>
          <a:xfrm>
            <a:off x="610708" y="6108769"/>
            <a:ext cx="10928133" cy="758577"/>
            <a:chOff x="1006398" y="10073811"/>
            <a:chExt cx="18021300" cy="1250950"/>
          </a:xfrm>
        </p:grpSpPr>
        <p:sp>
          <p:nvSpPr>
            <p:cNvPr id="8" name="object 8"/>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grpSp>
      <p:sp>
        <p:nvSpPr>
          <p:cNvPr id="11" name="TextBox 10">
            <a:extLst>
              <a:ext uri="{FF2B5EF4-FFF2-40B4-BE49-F238E27FC236}">
                <a16:creationId xmlns:a16="http://schemas.microsoft.com/office/drawing/2014/main" id="{E1E217B7-F0ED-FA67-0516-C50049ABBDF3}"/>
              </a:ext>
            </a:extLst>
          </p:cNvPr>
          <p:cNvSpPr txBox="1"/>
          <p:nvPr/>
        </p:nvSpPr>
        <p:spPr>
          <a:xfrm>
            <a:off x="4375231" y="1965488"/>
            <a:ext cx="7561160" cy="3621504"/>
          </a:xfrm>
          <a:prstGeom prst="rect">
            <a:avLst/>
          </a:prstGeom>
          <a:noFill/>
        </p:spPr>
        <p:txBody>
          <a:bodyPr wrap="square">
            <a:spAutoFit/>
          </a:bodyPr>
          <a:lstStyle/>
          <a:p>
            <a:pPr marL="457200" lvl="0" algn="ctr" defTabSz="457200" rtl="1">
              <a:lnSpc>
                <a:spcPct val="150000"/>
              </a:lnSpc>
              <a:defRPr/>
            </a:pPr>
            <a:r>
              <a:rPr lang="ar-EG" sz="3000" b="1" dirty="0">
                <a:solidFill>
                  <a:srgbClr val="34B9A0"/>
                </a:solidFill>
                <a:latin typeface="Neo Sans Arabic Bold" panose="020B0804030504040204" pitchFamily="34" charset="-78"/>
                <a:ea typeface="Times New Roman" panose="02020603050405020304" pitchFamily="18" charset="0"/>
                <a:cs typeface="Neo Sans Arabic Bold" panose="020B0804030504040204" pitchFamily="34" charset="-78"/>
              </a:rPr>
              <a:t>ما </a:t>
            </a:r>
            <a:r>
              <a:rPr lang="ar-EG" sz="3000" b="1">
                <a:solidFill>
                  <a:srgbClr val="34B9A0"/>
                </a:solidFill>
                <a:latin typeface="Neo Sans Arabic Bold" panose="020B0804030504040204" pitchFamily="34" charset="-78"/>
                <a:ea typeface="Times New Roman" panose="02020603050405020304" pitchFamily="18" charset="0"/>
                <a:cs typeface="Neo Sans Arabic Bold" panose="020B0804030504040204" pitchFamily="34" charset="-78"/>
              </a:rPr>
              <a:t>هي أحد </a:t>
            </a:r>
            <a:r>
              <a:rPr lang="ar-EG" sz="3000" b="1" dirty="0">
                <a:solidFill>
                  <a:srgbClr val="34B9A0"/>
                </a:solidFill>
                <a:latin typeface="Neo Sans Arabic Bold" panose="020B0804030504040204" pitchFamily="34" charset="-78"/>
                <a:ea typeface="Times New Roman" panose="02020603050405020304" pitchFamily="18" charset="0"/>
                <a:cs typeface="Neo Sans Arabic Bold" panose="020B0804030504040204" pitchFamily="34" charset="-78"/>
              </a:rPr>
              <a:t>الأساليب التي تستخدمها وسائل الإعلام للتأثير على الجمهور؟</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التلاعب في اختيار العناوين.</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تقديم معلومات دقيقة.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تحليل الأخبار بموضوعية.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تجنب التأطير الإعلامي.</a:t>
            </a:r>
          </a:p>
        </p:txBody>
      </p:sp>
      <p:sp>
        <p:nvSpPr>
          <p:cNvPr id="5" name="TextBox 4">
            <a:extLst>
              <a:ext uri="{FF2B5EF4-FFF2-40B4-BE49-F238E27FC236}">
                <a16:creationId xmlns:a16="http://schemas.microsoft.com/office/drawing/2014/main" id="{5FDF75AE-0726-FC35-407B-95D55AA1FB00}"/>
              </a:ext>
            </a:extLst>
          </p:cNvPr>
          <p:cNvSpPr txBox="1"/>
          <p:nvPr/>
        </p:nvSpPr>
        <p:spPr>
          <a:xfrm>
            <a:off x="877930" y="360258"/>
            <a:ext cx="1718740" cy="1015663"/>
          </a:xfrm>
          <a:prstGeom prst="rect">
            <a:avLst/>
          </a:prstGeom>
          <a:noFill/>
        </p:spPr>
        <p:txBody>
          <a:bodyPr wrap="none" rtlCol="0">
            <a:spAutoFit/>
          </a:bodyPr>
          <a:lstStyle/>
          <a:p>
            <a:r>
              <a:rPr lang="ar-EG"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rPr>
              <a:t>اختبار</a:t>
            </a:r>
            <a:endParaRPr lang="en-GB"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endParaRPr>
          </a:p>
        </p:txBody>
      </p:sp>
      <p:sp>
        <p:nvSpPr>
          <p:cNvPr id="10" name="object 6">
            <a:extLst>
              <a:ext uri="{FF2B5EF4-FFF2-40B4-BE49-F238E27FC236}">
                <a16:creationId xmlns:a16="http://schemas.microsoft.com/office/drawing/2014/main" id="{800DEF06-2ABA-7EE4-7783-5E95A91CCBD9}"/>
              </a:ext>
            </a:extLst>
          </p:cNvPr>
          <p:cNvSpPr/>
          <p:nvPr/>
        </p:nvSpPr>
        <p:spPr>
          <a:xfrm>
            <a:off x="2686944" y="435022"/>
            <a:ext cx="693472" cy="932504"/>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3" name="object 6">
            <a:extLst>
              <a:ext uri="{FF2B5EF4-FFF2-40B4-BE49-F238E27FC236}">
                <a16:creationId xmlns:a16="http://schemas.microsoft.com/office/drawing/2014/main" id="{C8902A16-A124-A6DF-36BD-D0F52432A99C}"/>
              </a:ext>
            </a:extLst>
          </p:cNvPr>
          <p:cNvPicPr/>
          <p:nvPr/>
        </p:nvPicPr>
        <p:blipFill>
          <a:blip r:embed="rId6" cstate="print"/>
          <a:stretch>
            <a:fillRect/>
          </a:stretch>
        </p:blipFill>
        <p:spPr>
          <a:xfrm>
            <a:off x="10289897" y="154911"/>
            <a:ext cx="1633614" cy="944684"/>
          </a:xfrm>
          <a:prstGeom prst="rect">
            <a:avLst/>
          </a:prstGeom>
        </p:spPr>
      </p:pic>
      <p:pic>
        <p:nvPicPr>
          <p:cNvPr id="12" name="Picture 11" descr="A green square with a white check mark&#10;&#10;AI-generated content may be incorrect.">
            <a:extLst>
              <a:ext uri="{FF2B5EF4-FFF2-40B4-BE49-F238E27FC236}">
                <a16:creationId xmlns:a16="http://schemas.microsoft.com/office/drawing/2014/main" id="{2EA7989F-18E5-3BE2-1C30-4EFF4E6513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19742" y="3514985"/>
            <a:ext cx="522509" cy="522509"/>
          </a:xfrm>
          <a:prstGeom prst="rect">
            <a:avLst/>
          </a:prstGeom>
        </p:spPr>
      </p:pic>
    </p:spTree>
    <p:extLst>
      <p:ext uri="{BB962C8B-B14F-4D97-AF65-F5344CB8AC3E}">
        <p14:creationId xmlns:p14="http://schemas.microsoft.com/office/powerpoint/2010/main" val="14646029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par>
                                <p:cTn id="8" presetID="10" presetClass="entr" presetSubtype="0" fill="hold" nodeType="withEffect">
                                  <p:stCondLst>
                                    <p:cond delay="70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500"/>
                                        <p:tgtEl>
                                          <p:spTgt spid="11">
                                            <p:txEl>
                                              <p:pRg st="2" end="2"/>
                                            </p:txEl>
                                          </p:spTgt>
                                        </p:tgtEl>
                                      </p:cBhvr>
                                    </p:animEffect>
                                  </p:childTnLst>
                                </p:cTn>
                              </p:par>
                              <p:par>
                                <p:cTn id="11" presetID="10" presetClass="entr" presetSubtype="0" fill="hold" nodeType="withEffect">
                                  <p:stCondLst>
                                    <p:cond delay="130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500"/>
                                        <p:tgtEl>
                                          <p:spTgt spid="11">
                                            <p:txEl>
                                              <p:pRg st="3" end="3"/>
                                            </p:txEl>
                                          </p:spTgt>
                                        </p:tgtEl>
                                      </p:cBhvr>
                                    </p:animEffect>
                                  </p:childTnLst>
                                </p:cTn>
                              </p:par>
                              <p:par>
                                <p:cTn id="14" presetID="10" presetClass="entr" presetSubtype="0" fill="hold" nodeType="withEffect">
                                  <p:stCondLst>
                                    <p:cond delay="200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500"/>
                                        <p:tgtEl>
                                          <p:spTgt spid="11">
                                            <p:txEl>
                                              <p:pRg st="4" end="4"/>
                                            </p:txEl>
                                          </p:spTgt>
                                        </p:tgtEl>
                                      </p:cBhvr>
                                    </p:animEffect>
                                  </p:childTnLst>
                                </p:cTn>
                              </p:par>
                            </p:childTnLst>
                          </p:cTn>
                        </p:par>
                        <p:par>
                          <p:cTn id="17" fill="hold">
                            <p:stCondLst>
                              <p:cond delay="2500"/>
                            </p:stCondLst>
                            <p:childTnLst>
                              <p:par>
                                <p:cTn id="18" presetID="1" presetClass="mediacall" presetSubtype="0" fill="hold" nodeType="afterEffect">
                                  <p:stCondLst>
                                    <p:cond delay="0"/>
                                  </p:stCondLst>
                                  <p:childTnLst>
                                    <p:cmd type="call" cmd="playFrom(0.0)">
                                      <p:cBhvr>
                                        <p:cTn id="19" dur="20006" fill="hold"/>
                                        <p:tgtEl>
                                          <p:spTgt spid="6"/>
                                        </p:tgtEl>
                                      </p:cBhvr>
                                    </p:cmd>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fill="hold" display="0">
                  <p:stCondLst>
                    <p:cond delay="indefinite"/>
                  </p:stCondLst>
                </p:cTn>
                <p:tgtEl>
                  <p:spTgt spid="6"/>
                </p:tgtEl>
              </p:cMediaNode>
            </p:video>
            <p:seq concurrent="1" nextAc="seek">
              <p:cTn id="26" restart="whenNotActive" fill="hold" evtFilter="cancelBubble" nodeType="interactiveSeq">
                <p:stCondLst>
                  <p:cond evt="onClick" delay="0">
                    <p:tgtEl>
                      <p:spTgt spid="6"/>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20 Second Timer (Minimal)">
            <a:hlinkClick r:id="" action="ppaction://media"/>
            <a:extLst>
              <a:ext uri="{FF2B5EF4-FFF2-40B4-BE49-F238E27FC236}">
                <a16:creationId xmlns:a16="http://schemas.microsoft.com/office/drawing/2014/main" id="{9C749B7D-155F-2695-4A44-B15389D620C5}"/>
              </a:ext>
            </a:extLst>
          </p:cNvPr>
          <p:cNvPicPr>
            <a:picLocks noChangeAspect="1"/>
          </p:cNvPicPr>
          <p:nvPr>
            <a:videoFile r:link="rId2"/>
            <p:extLst>
              <p:ext uri="{DAA4B4D4-6D71-4841-9C94-3DE7FCFB9230}">
                <p14:media xmlns:p14="http://schemas.microsoft.com/office/powerpoint/2010/main" r:embed="rId1"/>
              </p:ext>
            </p:extLst>
          </p:nvPr>
        </p:nvPicPr>
        <p:blipFill>
          <a:blip r:embed="rId5">
            <a:grayscl/>
          </a:blip>
          <a:stretch>
            <a:fillRect/>
          </a:stretch>
        </p:blipFill>
        <p:spPr>
          <a:xfrm>
            <a:off x="-520861" y="2446925"/>
            <a:ext cx="6315919" cy="3552704"/>
          </a:xfrm>
          <a:prstGeom prst="rect">
            <a:avLst/>
          </a:prstGeom>
        </p:spPr>
      </p:pic>
      <p:grpSp>
        <p:nvGrpSpPr>
          <p:cNvPr id="2" name="object 2"/>
          <p:cNvGrpSpPr/>
          <p:nvPr/>
        </p:nvGrpSpPr>
        <p:grpSpPr>
          <a:xfrm>
            <a:off x="-9198" y="2"/>
            <a:ext cx="12210398" cy="2337727"/>
            <a:chOff x="-15874" y="0"/>
            <a:chExt cx="20135850" cy="3855085"/>
          </a:xfrm>
        </p:grpSpPr>
        <p:sp>
          <p:nvSpPr>
            <p:cNvPr id="3" name="object 3"/>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defTabSz="554492"/>
              <a:endParaRPr sz="1092" kern="0" dirty="0">
                <a:solidFill>
                  <a:sysClr val="windowText" lastClr="000000"/>
                </a:solidFill>
              </a:endParaRPr>
            </a:p>
          </p:txBody>
        </p:sp>
        <p:sp>
          <p:nvSpPr>
            <p:cNvPr id="4" name="object 4"/>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endParaRPr sz="1092" kern="0">
                <a:solidFill>
                  <a:sysClr val="windowText" lastClr="000000"/>
                </a:solidFill>
              </a:endParaRPr>
            </a:p>
          </p:txBody>
        </p:sp>
      </p:grpSp>
      <p:grpSp>
        <p:nvGrpSpPr>
          <p:cNvPr id="7" name="object 7"/>
          <p:cNvGrpSpPr/>
          <p:nvPr/>
        </p:nvGrpSpPr>
        <p:grpSpPr>
          <a:xfrm>
            <a:off x="610708" y="6108769"/>
            <a:ext cx="10928133" cy="758577"/>
            <a:chOff x="1006398" y="10073811"/>
            <a:chExt cx="18021300" cy="1250950"/>
          </a:xfrm>
        </p:grpSpPr>
        <p:sp>
          <p:nvSpPr>
            <p:cNvPr id="8" name="object 8"/>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grpSp>
      <p:sp>
        <p:nvSpPr>
          <p:cNvPr id="11" name="TextBox 10">
            <a:extLst>
              <a:ext uri="{FF2B5EF4-FFF2-40B4-BE49-F238E27FC236}">
                <a16:creationId xmlns:a16="http://schemas.microsoft.com/office/drawing/2014/main" id="{E1E217B7-F0ED-FA67-0516-C50049ABBDF3}"/>
              </a:ext>
            </a:extLst>
          </p:cNvPr>
          <p:cNvSpPr txBox="1"/>
          <p:nvPr/>
        </p:nvSpPr>
        <p:spPr>
          <a:xfrm>
            <a:off x="4375231" y="1965488"/>
            <a:ext cx="7561160" cy="3621504"/>
          </a:xfrm>
          <a:prstGeom prst="rect">
            <a:avLst/>
          </a:prstGeom>
          <a:noFill/>
        </p:spPr>
        <p:txBody>
          <a:bodyPr wrap="square">
            <a:spAutoFit/>
          </a:bodyPr>
          <a:lstStyle/>
          <a:p>
            <a:pPr marL="457200" lvl="0" algn="ctr" defTabSz="457200" rtl="1">
              <a:lnSpc>
                <a:spcPct val="150000"/>
              </a:lnSpc>
              <a:defRPr/>
            </a:pPr>
            <a:r>
              <a:rPr lang="ar-EG" sz="3000" b="1" dirty="0">
                <a:solidFill>
                  <a:srgbClr val="34B9A0"/>
                </a:solidFill>
                <a:latin typeface="Neo Sans Arabic Bold" panose="020B0804030504040204" pitchFamily="34" charset="-78"/>
                <a:ea typeface="Times New Roman" panose="02020603050405020304" pitchFamily="18" charset="0"/>
                <a:cs typeface="Neo Sans Arabic Bold" panose="020B0804030504040204" pitchFamily="34" charset="-78"/>
              </a:rPr>
              <a:t>ما هو الأسلوب الذي يجب التركيز عليه بدلاً من العنوان فقط؟</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التصميم.</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المحتوى.</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التحليل السطحي.</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الاعتماد على العناوين.</a:t>
            </a:r>
          </a:p>
        </p:txBody>
      </p:sp>
      <p:sp>
        <p:nvSpPr>
          <p:cNvPr id="5" name="TextBox 4">
            <a:extLst>
              <a:ext uri="{FF2B5EF4-FFF2-40B4-BE49-F238E27FC236}">
                <a16:creationId xmlns:a16="http://schemas.microsoft.com/office/drawing/2014/main" id="{95A7691B-EC1A-8AC4-C41C-2AD6DF551E0E}"/>
              </a:ext>
            </a:extLst>
          </p:cNvPr>
          <p:cNvSpPr txBox="1"/>
          <p:nvPr/>
        </p:nvSpPr>
        <p:spPr>
          <a:xfrm>
            <a:off x="877930" y="360258"/>
            <a:ext cx="1718740" cy="1015663"/>
          </a:xfrm>
          <a:prstGeom prst="rect">
            <a:avLst/>
          </a:prstGeom>
          <a:noFill/>
        </p:spPr>
        <p:txBody>
          <a:bodyPr wrap="none" rtlCol="0">
            <a:spAutoFit/>
          </a:bodyPr>
          <a:lstStyle/>
          <a:p>
            <a:r>
              <a:rPr lang="ar-EG"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rPr>
              <a:t>اختبار</a:t>
            </a:r>
            <a:endParaRPr lang="en-GB"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endParaRPr>
          </a:p>
        </p:txBody>
      </p:sp>
      <p:sp>
        <p:nvSpPr>
          <p:cNvPr id="10" name="object 6">
            <a:extLst>
              <a:ext uri="{FF2B5EF4-FFF2-40B4-BE49-F238E27FC236}">
                <a16:creationId xmlns:a16="http://schemas.microsoft.com/office/drawing/2014/main" id="{CA8F1EF9-937C-D1FB-F1FB-676617069F14}"/>
              </a:ext>
            </a:extLst>
          </p:cNvPr>
          <p:cNvSpPr/>
          <p:nvPr/>
        </p:nvSpPr>
        <p:spPr>
          <a:xfrm>
            <a:off x="2686944" y="435022"/>
            <a:ext cx="693472" cy="932504"/>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3" name="object 6">
            <a:extLst>
              <a:ext uri="{FF2B5EF4-FFF2-40B4-BE49-F238E27FC236}">
                <a16:creationId xmlns:a16="http://schemas.microsoft.com/office/drawing/2014/main" id="{2E3A23B9-92DD-D07B-4A7D-32BC31C07C71}"/>
              </a:ext>
            </a:extLst>
          </p:cNvPr>
          <p:cNvPicPr/>
          <p:nvPr/>
        </p:nvPicPr>
        <p:blipFill>
          <a:blip r:embed="rId6" cstate="print"/>
          <a:stretch>
            <a:fillRect/>
          </a:stretch>
        </p:blipFill>
        <p:spPr>
          <a:xfrm>
            <a:off x="10289897" y="154911"/>
            <a:ext cx="1633614" cy="944684"/>
          </a:xfrm>
          <a:prstGeom prst="rect">
            <a:avLst/>
          </a:prstGeom>
        </p:spPr>
      </p:pic>
      <p:pic>
        <p:nvPicPr>
          <p:cNvPr id="12" name="Picture 11" descr="A green square with a white check mark&#10;&#10;AI-generated content may be incorrect.">
            <a:extLst>
              <a:ext uri="{FF2B5EF4-FFF2-40B4-BE49-F238E27FC236}">
                <a16:creationId xmlns:a16="http://schemas.microsoft.com/office/drawing/2014/main" id="{FC812D24-B302-373C-F931-87F8ED05D0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73005" y="4051474"/>
            <a:ext cx="522509" cy="522509"/>
          </a:xfrm>
          <a:prstGeom prst="rect">
            <a:avLst/>
          </a:prstGeom>
        </p:spPr>
      </p:pic>
    </p:spTree>
    <p:extLst>
      <p:ext uri="{BB962C8B-B14F-4D97-AF65-F5344CB8AC3E}">
        <p14:creationId xmlns:p14="http://schemas.microsoft.com/office/powerpoint/2010/main" val="16408407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par>
                                <p:cTn id="8" presetID="10" presetClass="entr" presetSubtype="0" fill="hold" nodeType="withEffect">
                                  <p:stCondLst>
                                    <p:cond delay="50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500"/>
                                        <p:tgtEl>
                                          <p:spTgt spid="11">
                                            <p:txEl>
                                              <p:pRg st="2" end="2"/>
                                            </p:txEl>
                                          </p:spTgt>
                                        </p:tgtEl>
                                      </p:cBhvr>
                                    </p:animEffect>
                                  </p:childTnLst>
                                </p:cTn>
                              </p:par>
                              <p:par>
                                <p:cTn id="11" presetID="10" presetClass="entr" presetSubtype="0" fill="hold" nodeType="withEffect">
                                  <p:stCondLst>
                                    <p:cond delay="110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500"/>
                                        <p:tgtEl>
                                          <p:spTgt spid="11">
                                            <p:txEl>
                                              <p:pRg st="3" end="3"/>
                                            </p:txEl>
                                          </p:spTgt>
                                        </p:tgtEl>
                                      </p:cBhvr>
                                    </p:animEffect>
                                  </p:childTnLst>
                                </p:cTn>
                              </p:par>
                              <p:par>
                                <p:cTn id="14" presetID="10" presetClass="entr" presetSubtype="0" fill="hold" nodeType="withEffect">
                                  <p:stCondLst>
                                    <p:cond delay="180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500"/>
                                        <p:tgtEl>
                                          <p:spTgt spid="11">
                                            <p:txEl>
                                              <p:pRg st="4" end="4"/>
                                            </p:txEl>
                                          </p:spTgt>
                                        </p:tgtEl>
                                      </p:cBhvr>
                                    </p:animEffect>
                                  </p:childTnLst>
                                </p:cTn>
                              </p:par>
                            </p:childTnLst>
                          </p:cTn>
                        </p:par>
                        <p:par>
                          <p:cTn id="17" fill="hold">
                            <p:stCondLst>
                              <p:cond delay="2300"/>
                            </p:stCondLst>
                            <p:childTnLst>
                              <p:par>
                                <p:cTn id="18" presetID="1" presetClass="mediacall" presetSubtype="0" fill="hold" nodeType="afterEffect">
                                  <p:stCondLst>
                                    <p:cond delay="0"/>
                                  </p:stCondLst>
                                  <p:childTnLst>
                                    <p:cmd type="call" cmd="playFrom(0.0)">
                                      <p:cBhvr>
                                        <p:cTn id="19" dur="20006" fill="hold"/>
                                        <p:tgtEl>
                                          <p:spTgt spid="6"/>
                                        </p:tgtEl>
                                      </p:cBhvr>
                                    </p:cmd>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fill="hold" display="0">
                  <p:stCondLst>
                    <p:cond delay="indefinite"/>
                  </p:stCondLst>
                </p:cTn>
                <p:tgtEl>
                  <p:spTgt spid="6"/>
                </p:tgtEl>
              </p:cMediaNode>
            </p:video>
            <p:seq concurrent="1" nextAc="seek">
              <p:cTn id="26" restart="whenNotActive" fill="hold" evtFilter="cancelBubble" nodeType="interactiveSeq">
                <p:stCondLst>
                  <p:cond evt="onClick" delay="0">
                    <p:tgtEl>
                      <p:spTgt spid="6"/>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20 Second Timer (Minimal)">
            <a:hlinkClick r:id="" action="ppaction://media"/>
            <a:extLst>
              <a:ext uri="{FF2B5EF4-FFF2-40B4-BE49-F238E27FC236}">
                <a16:creationId xmlns:a16="http://schemas.microsoft.com/office/drawing/2014/main" id="{9C749B7D-155F-2695-4A44-B15389D620C5}"/>
              </a:ext>
            </a:extLst>
          </p:cNvPr>
          <p:cNvPicPr>
            <a:picLocks noChangeAspect="1"/>
          </p:cNvPicPr>
          <p:nvPr>
            <a:videoFile r:link="rId2"/>
            <p:extLst>
              <p:ext uri="{DAA4B4D4-6D71-4841-9C94-3DE7FCFB9230}">
                <p14:media xmlns:p14="http://schemas.microsoft.com/office/powerpoint/2010/main" r:embed="rId1"/>
              </p:ext>
            </p:extLst>
          </p:nvPr>
        </p:nvPicPr>
        <p:blipFill>
          <a:blip r:embed="rId5">
            <a:grayscl/>
          </a:blip>
          <a:stretch>
            <a:fillRect/>
          </a:stretch>
        </p:blipFill>
        <p:spPr>
          <a:xfrm>
            <a:off x="-520861" y="2446925"/>
            <a:ext cx="6315919" cy="3552704"/>
          </a:xfrm>
          <a:prstGeom prst="rect">
            <a:avLst/>
          </a:prstGeom>
        </p:spPr>
      </p:pic>
      <p:grpSp>
        <p:nvGrpSpPr>
          <p:cNvPr id="2" name="object 2"/>
          <p:cNvGrpSpPr/>
          <p:nvPr/>
        </p:nvGrpSpPr>
        <p:grpSpPr>
          <a:xfrm>
            <a:off x="-9198" y="2"/>
            <a:ext cx="12210398" cy="2337727"/>
            <a:chOff x="-15874" y="0"/>
            <a:chExt cx="20135850" cy="3855085"/>
          </a:xfrm>
        </p:grpSpPr>
        <p:sp>
          <p:nvSpPr>
            <p:cNvPr id="3" name="object 3"/>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defTabSz="554492"/>
              <a:endParaRPr sz="1092" kern="0" dirty="0">
                <a:solidFill>
                  <a:sysClr val="windowText" lastClr="000000"/>
                </a:solidFill>
              </a:endParaRPr>
            </a:p>
          </p:txBody>
        </p:sp>
        <p:sp>
          <p:nvSpPr>
            <p:cNvPr id="4" name="object 4"/>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endParaRPr sz="1092" kern="0">
                <a:solidFill>
                  <a:sysClr val="windowText" lastClr="000000"/>
                </a:solidFill>
              </a:endParaRPr>
            </a:p>
          </p:txBody>
        </p:sp>
      </p:grpSp>
      <p:grpSp>
        <p:nvGrpSpPr>
          <p:cNvPr id="7" name="object 7"/>
          <p:cNvGrpSpPr/>
          <p:nvPr/>
        </p:nvGrpSpPr>
        <p:grpSpPr>
          <a:xfrm>
            <a:off x="610708" y="6108769"/>
            <a:ext cx="10928133" cy="758577"/>
            <a:chOff x="1006398" y="10073811"/>
            <a:chExt cx="18021300" cy="1250950"/>
          </a:xfrm>
        </p:grpSpPr>
        <p:sp>
          <p:nvSpPr>
            <p:cNvPr id="8" name="object 8"/>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grpSp>
      <p:sp>
        <p:nvSpPr>
          <p:cNvPr id="11" name="TextBox 10">
            <a:extLst>
              <a:ext uri="{FF2B5EF4-FFF2-40B4-BE49-F238E27FC236}">
                <a16:creationId xmlns:a16="http://schemas.microsoft.com/office/drawing/2014/main" id="{E1E217B7-F0ED-FA67-0516-C50049ABBDF3}"/>
              </a:ext>
            </a:extLst>
          </p:cNvPr>
          <p:cNvSpPr txBox="1"/>
          <p:nvPr/>
        </p:nvSpPr>
        <p:spPr>
          <a:xfrm>
            <a:off x="4375231" y="1965488"/>
            <a:ext cx="7561160" cy="3621504"/>
          </a:xfrm>
          <a:prstGeom prst="rect">
            <a:avLst/>
          </a:prstGeom>
          <a:noFill/>
        </p:spPr>
        <p:txBody>
          <a:bodyPr wrap="square">
            <a:spAutoFit/>
          </a:bodyPr>
          <a:lstStyle/>
          <a:p>
            <a:pPr marL="457200" lvl="0" algn="ctr" defTabSz="457200" rtl="1">
              <a:lnSpc>
                <a:spcPct val="150000"/>
              </a:lnSpc>
              <a:defRPr/>
            </a:pPr>
            <a:r>
              <a:rPr lang="ar-EG" sz="3000" b="1" dirty="0">
                <a:solidFill>
                  <a:srgbClr val="34B9A0"/>
                </a:solidFill>
                <a:latin typeface="Neo Sans Arabic Bold" panose="020B0804030504040204" pitchFamily="34" charset="-78"/>
                <a:ea typeface="Times New Roman" panose="02020603050405020304" pitchFamily="18" charset="0"/>
                <a:cs typeface="Neo Sans Arabic Bold" panose="020B0804030504040204" pitchFamily="34" charset="-78"/>
              </a:rPr>
              <a:t>ما هي إحدى الفوائد من مقارنة الأخبار بين مصادر مختلفة؟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زيادة الانتقاد بين المصادر.</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تأكيد تحيز وسائط معينة.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تحديد مصدر واحد موثوق.</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معرفة الفروقات في التغطية الإعلامية.</a:t>
            </a:r>
          </a:p>
        </p:txBody>
      </p:sp>
      <p:sp>
        <p:nvSpPr>
          <p:cNvPr id="5" name="TextBox 4">
            <a:extLst>
              <a:ext uri="{FF2B5EF4-FFF2-40B4-BE49-F238E27FC236}">
                <a16:creationId xmlns:a16="http://schemas.microsoft.com/office/drawing/2014/main" id="{D8E33BD4-F6DE-7D0B-2F78-11B0CFDC02B8}"/>
              </a:ext>
            </a:extLst>
          </p:cNvPr>
          <p:cNvSpPr txBox="1"/>
          <p:nvPr/>
        </p:nvSpPr>
        <p:spPr>
          <a:xfrm>
            <a:off x="877930" y="360258"/>
            <a:ext cx="1718740" cy="1015663"/>
          </a:xfrm>
          <a:prstGeom prst="rect">
            <a:avLst/>
          </a:prstGeom>
          <a:noFill/>
        </p:spPr>
        <p:txBody>
          <a:bodyPr wrap="none" rtlCol="0">
            <a:spAutoFit/>
          </a:bodyPr>
          <a:lstStyle/>
          <a:p>
            <a:r>
              <a:rPr lang="ar-EG"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rPr>
              <a:t>اختبار</a:t>
            </a:r>
            <a:endParaRPr lang="en-GB"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endParaRPr>
          </a:p>
        </p:txBody>
      </p:sp>
      <p:sp>
        <p:nvSpPr>
          <p:cNvPr id="10" name="object 6">
            <a:extLst>
              <a:ext uri="{FF2B5EF4-FFF2-40B4-BE49-F238E27FC236}">
                <a16:creationId xmlns:a16="http://schemas.microsoft.com/office/drawing/2014/main" id="{7EF0C9F5-60D2-C4E7-B4E8-FAB158BE8B52}"/>
              </a:ext>
            </a:extLst>
          </p:cNvPr>
          <p:cNvSpPr/>
          <p:nvPr/>
        </p:nvSpPr>
        <p:spPr>
          <a:xfrm>
            <a:off x="2686944" y="435022"/>
            <a:ext cx="693472" cy="932504"/>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4" name="object 6">
            <a:extLst>
              <a:ext uri="{FF2B5EF4-FFF2-40B4-BE49-F238E27FC236}">
                <a16:creationId xmlns:a16="http://schemas.microsoft.com/office/drawing/2014/main" id="{56B2AC51-B26A-C2C8-BDBF-44A98049F304}"/>
              </a:ext>
            </a:extLst>
          </p:cNvPr>
          <p:cNvPicPr/>
          <p:nvPr/>
        </p:nvPicPr>
        <p:blipFill>
          <a:blip r:embed="rId6" cstate="print"/>
          <a:stretch>
            <a:fillRect/>
          </a:stretch>
        </p:blipFill>
        <p:spPr>
          <a:xfrm>
            <a:off x="10289897" y="154911"/>
            <a:ext cx="1633614" cy="944684"/>
          </a:xfrm>
          <a:prstGeom prst="rect">
            <a:avLst/>
          </a:prstGeom>
        </p:spPr>
      </p:pic>
      <p:pic>
        <p:nvPicPr>
          <p:cNvPr id="12" name="Picture 11" descr="A green square with a white check mark&#10;&#10;AI-generated content may be incorrect.">
            <a:extLst>
              <a:ext uri="{FF2B5EF4-FFF2-40B4-BE49-F238E27FC236}">
                <a16:creationId xmlns:a16="http://schemas.microsoft.com/office/drawing/2014/main" id="{4CFCEF39-747E-49F1-FB6E-9BC6F85A19C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18713" y="5123815"/>
            <a:ext cx="522509" cy="522509"/>
          </a:xfrm>
          <a:prstGeom prst="rect">
            <a:avLst/>
          </a:prstGeom>
        </p:spPr>
      </p:pic>
    </p:spTree>
    <p:extLst>
      <p:ext uri="{BB962C8B-B14F-4D97-AF65-F5344CB8AC3E}">
        <p14:creationId xmlns:p14="http://schemas.microsoft.com/office/powerpoint/2010/main" val="25159255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par>
                                <p:cTn id="8" presetID="10" presetClass="entr" presetSubtype="0" fill="hold" nodeType="withEffect">
                                  <p:stCondLst>
                                    <p:cond delay="70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500"/>
                                        <p:tgtEl>
                                          <p:spTgt spid="11">
                                            <p:txEl>
                                              <p:pRg st="2" end="2"/>
                                            </p:txEl>
                                          </p:spTgt>
                                        </p:tgtEl>
                                      </p:cBhvr>
                                    </p:animEffect>
                                  </p:childTnLst>
                                </p:cTn>
                              </p:par>
                              <p:par>
                                <p:cTn id="11" presetID="10" presetClass="entr" presetSubtype="0" fill="hold" nodeType="withEffect">
                                  <p:stCondLst>
                                    <p:cond delay="130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500"/>
                                        <p:tgtEl>
                                          <p:spTgt spid="11">
                                            <p:txEl>
                                              <p:pRg st="3" end="3"/>
                                            </p:txEl>
                                          </p:spTgt>
                                        </p:tgtEl>
                                      </p:cBhvr>
                                    </p:animEffect>
                                  </p:childTnLst>
                                </p:cTn>
                              </p:par>
                              <p:par>
                                <p:cTn id="14" presetID="10" presetClass="entr" presetSubtype="0" fill="hold" nodeType="withEffect">
                                  <p:stCondLst>
                                    <p:cond delay="200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500"/>
                                        <p:tgtEl>
                                          <p:spTgt spid="11">
                                            <p:txEl>
                                              <p:pRg st="4" end="4"/>
                                            </p:txEl>
                                          </p:spTgt>
                                        </p:tgtEl>
                                      </p:cBhvr>
                                    </p:animEffect>
                                  </p:childTnLst>
                                </p:cTn>
                              </p:par>
                            </p:childTnLst>
                          </p:cTn>
                        </p:par>
                        <p:par>
                          <p:cTn id="17" fill="hold">
                            <p:stCondLst>
                              <p:cond delay="2500"/>
                            </p:stCondLst>
                            <p:childTnLst>
                              <p:par>
                                <p:cTn id="18" presetID="1" presetClass="mediacall" presetSubtype="0" fill="hold" nodeType="afterEffect">
                                  <p:stCondLst>
                                    <p:cond delay="0"/>
                                  </p:stCondLst>
                                  <p:childTnLst>
                                    <p:cmd type="call" cmd="playFrom(0.0)">
                                      <p:cBhvr>
                                        <p:cTn id="19" dur="20006" fill="hold"/>
                                        <p:tgtEl>
                                          <p:spTgt spid="6"/>
                                        </p:tgtEl>
                                      </p:cBhvr>
                                    </p:cmd>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fill="hold" display="0">
                  <p:stCondLst>
                    <p:cond delay="indefinite"/>
                  </p:stCondLst>
                </p:cTn>
                <p:tgtEl>
                  <p:spTgt spid="6"/>
                </p:tgtEl>
              </p:cMediaNode>
            </p:video>
            <p:seq concurrent="1" nextAc="seek">
              <p:cTn id="26" restart="whenNotActive" fill="hold" evtFilter="cancelBubble" nodeType="interactiveSeq">
                <p:stCondLst>
                  <p:cond evt="onClick" delay="0">
                    <p:tgtEl>
                      <p:spTgt spid="6"/>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20 Second Timer (Minimal)">
            <a:hlinkClick r:id="" action="ppaction://media"/>
            <a:extLst>
              <a:ext uri="{FF2B5EF4-FFF2-40B4-BE49-F238E27FC236}">
                <a16:creationId xmlns:a16="http://schemas.microsoft.com/office/drawing/2014/main" id="{9C749B7D-155F-2695-4A44-B15389D620C5}"/>
              </a:ext>
            </a:extLst>
          </p:cNvPr>
          <p:cNvPicPr>
            <a:picLocks noChangeAspect="1"/>
          </p:cNvPicPr>
          <p:nvPr>
            <a:videoFile r:link="rId2"/>
            <p:extLst>
              <p:ext uri="{DAA4B4D4-6D71-4841-9C94-3DE7FCFB9230}">
                <p14:media xmlns:p14="http://schemas.microsoft.com/office/powerpoint/2010/main" r:embed="rId1"/>
              </p:ext>
            </p:extLst>
          </p:nvPr>
        </p:nvPicPr>
        <p:blipFill>
          <a:blip r:embed="rId5">
            <a:grayscl/>
          </a:blip>
          <a:stretch>
            <a:fillRect/>
          </a:stretch>
        </p:blipFill>
        <p:spPr>
          <a:xfrm>
            <a:off x="-520861" y="2446925"/>
            <a:ext cx="6315919" cy="3552704"/>
          </a:xfrm>
          <a:prstGeom prst="rect">
            <a:avLst/>
          </a:prstGeom>
        </p:spPr>
      </p:pic>
      <p:grpSp>
        <p:nvGrpSpPr>
          <p:cNvPr id="2" name="object 2"/>
          <p:cNvGrpSpPr/>
          <p:nvPr/>
        </p:nvGrpSpPr>
        <p:grpSpPr>
          <a:xfrm>
            <a:off x="-9198" y="2"/>
            <a:ext cx="12210398" cy="2337727"/>
            <a:chOff x="-15874" y="0"/>
            <a:chExt cx="20135850" cy="3855085"/>
          </a:xfrm>
        </p:grpSpPr>
        <p:sp>
          <p:nvSpPr>
            <p:cNvPr id="3" name="object 3"/>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defTabSz="554492"/>
              <a:endParaRPr sz="1092" kern="0" dirty="0">
                <a:solidFill>
                  <a:sysClr val="windowText" lastClr="000000"/>
                </a:solidFill>
              </a:endParaRPr>
            </a:p>
          </p:txBody>
        </p:sp>
        <p:sp>
          <p:nvSpPr>
            <p:cNvPr id="4" name="object 4"/>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endParaRPr sz="1092" kern="0">
                <a:solidFill>
                  <a:sysClr val="windowText" lastClr="000000"/>
                </a:solidFill>
              </a:endParaRPr>
            </a:p>
          </p:txBody>
        </p:sp>
      </p:grpSp>
      <p:grpSp>
        <p:nvGrpSpPr>
          <p:cNvPr id="7" name="object 7"/>
          <p:cNvGrpSpPr/>
          <p:nvPr/>
        </p:nvGrpSpPr>
        <p:grpSpPr>
          <a:xfrm>
            <a:off x="610708" y="6108769"/>
            <a:ext cx="10928133" cy="758577"/>
            <a:chOff x="1006398" y="10073811"/>
            <a:chExt cx="18021300" cy="1250950"/>
          </a:xfrm>
        </p:grpSpPr>
        <p:sp>
          <p:nvSpPr>
            <p:cNvPr id="8" name="object 8"/>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grpSp>
      <p:sp>
        <p:nvSpPr>
          <p:cNvPr id="11" name="TextBox 10">
            <a:extLst>
              <a:ext uri="{FF2B5EF4-FFF2-40B4-BE49-F238E27FC236}">
                <a16:creationId xmlns:a16="http://schemas.microsoft.com/office/drawing/2014/main" id="{E1E217B7-F0ED-FA67-0516-C50049ABBDF3}"/>
              </a:ext>
            </a:extLst>
          </p:cNvPr>
          <p:cNvSpPr txBox="1"/>
          <p:nvPr/>
        </p:nvSpPr>
        <p:spPr>
          <a:xfrm>
            <a:off x="4375231" y="1965488"/>
            <a:ext cx="7561160" cy="3621504"/>
          </a:xfrm>
          <a:prstGeom prst="rect">
            <a:avLst/>
          </a:prstGeom>
          <a:noFill/>
        </p:spPr>
        <p:txBody>
          <a:bodyPr wrap="square">
            <a:spAutoFit/>
          </a:bodyPr>
          <a:lstStyle/>
          <a:p>
            <a:pPr marL="457200" lvl="0" algn="ctr" defTabSz="457200" rtl="1">
              <a:lnSpc>
                <a:spcPct val="150000"/>
              </a:lnSpc>
              <a:defRPr/>
            </a:pPr>
            <a:r>
              <a:rPr lang="ar-EG" sz="3000" b="1" dirty="0">
                <a:solidFill>
                  <a:srgbClr val="34B9A0"/>
                </a:solidFill>
                <a:latin typeface="Neo Sans Arabic Bold" panose="020B0804030504040204" pitchFamily="34" charset="-78"/>
                <a:ea typeface="Times New Roman" panose="02020603050405020304" pitchFamily="18" charset="0"/>
                <a:cs typeface="Neo Sans Arabic Bold" panose="020B0804030504040204" pitchFamily="34" charset="-78"/>
              </a:rPr>
              <a:t>أي من العبارات التالية يُعد من أساليب التلاعب الإعلامي؟</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تقديم معلومات من مصادر رسمية.  </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التحقق من توقيت نشر الأخبار. </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تحليل البيانات وتقديم الحقائق. </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انتقاء المعلومات لخدمة أجندة معينة.</a:t>
            </a:r>
          </a:p>
        </p:txBody>
      </p:sp>
      <p:sp>
        <p:nvSpPr>
          <p:cNvPr id="5" name="TextBox 4">
            <a:extLst>
              <a:ext uri="{FF2B5EF4-FFF2-40B4-BE49-F238E27FC236}">
                <a16:creationId xmlns:a16="http://schemas.microsoft.com/office/drawing/2014/main" id="{3933406E-4B80-9172-AC3E-634E6271E827}"/>
              </a:ext>
            </a:extLst>
          </p:cNvPr>
          <p:cNvSpPr txBox="1"/>
          <p:nvPr/>
        </p:nvSpPr>
        <p:spPr>
          <a:xfrm>
            <a:off x="877930" y="360258"/>
            <a:ext cx="1718740" cy="1015663"/>
          </a:xfrm>
          <a:prstGeom prst="rect">
            <a:avLst/>
          </a:prstGeom>
          <a:noFill/>
        </p:spPr>
        <p:txBody>
          <a:bodyPr wrap="none" rtlCol="0">
            <a:spAutoFit/>
          </a:bodyPr>
          <a:lstStyle/>
          <a:p>
            <a:r>
              <a:rPr lang="ar-EG"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rPr>
              <a:t>اختبار</a:t>
            </a:r>
            <a:endParaRPr lang="en-GB"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endParaRPr>
          </a:p>
        </p:txBody>
      </p:sp>
      <p:sp>
        <p:nvSpPr>
          <p:cNvPr id="10" name="object 6">
            <a:extLst>
              <a:ext uri="{FF2B5EF4-FFF2-40B4-BE49-F238E27FC236}">
                <a16:creationId xmlns:a16="http://schemas.microsoft.com/office/drawing/2014/main" id="{98B23DD3-0F4B-D783-4B0A-F8A04DD37444}"/>
              </a:ext>
            </a:extLst>
          </p:cNvPr>
          <p:cNvSpPr/>
          <p:nvPr/>
        </p:nvSpPr>
        <p:spPr>
          <a:xfrm>
            <a:off x="2686944" y="435022"/>
            <a:ext cx="693472" cy="932504"/>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3" name="object 6">
            <a:extLst>
              <a:ext uri="{FF2B5EF4-FFF2-40B4-BE49-F238E27FC236}">
                <a16:creationId xmlns:a16="http://schemas.microsoft.com/office/drawing/2014/main" id="{BF62B3D5-C3DF-C93F-D094-A250CC2E91AA}"/>
              </a:ext>
            </a:extLst>
          </p:cNvPr>
          <p:cNvPicPr/>
          <p:nvPr/>
        </p:nvPicPr>
        <p:blipFill>
          <a:blip r:embed="rId6" cstate="print"/>
          <a:stretch>
            <a:fillRect/>
          </a:stretch>
        </p:blipFill>
        <p:spPr>
          <a:xfrm>
            <a:off x="10289897" y="154911"/>
            <a:ext cx="1633614" cy="944684"/>
          </a:xfrm>
          <a:prstGeom prst="rect">
            <a:avLst/>
          </a:prstGeom>
        </p:spPr>
      </p:pic>
      <p:pic>
        <p:nvPicPr>
          <p:cNvPr id="12" name="Picture 11" descr="A green square with a white check mark&#10;&#10;AI-generated content may be incorrect.">
            <a:extLst>
              <a:ext uri="{FF2B5EF4-FFF2-40B4-BE49-F238E27FC236}">
                <a16:creationId xmlns:a16="http://schemas.microsoft.com/office/drawing/2014/main" id="{04325E81-9B17-1DAA-9094-27FC220EEA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65219" y="5111217"/>
            <a:ext cx="522509" cy="522509"/>
          </a:xfrm>
          <a:prstGeom prst="rect">
            <a:avLst/>
          </a:prstGeom>
        </p:spPr>
      </p:pic>
    </p:spTree>
    <p:extLst>
      <p:ext uri="{BB962C8B-B14F-4D97-AF65-F5344CB8AC3E}">
        <p14:creationId xmlns:p14="http://schemas.microsoft.com/office/powerpoint/2010/main" val="5235330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par>
                                <p:cTn id="8" presetID="10" presetClass="entr" presetSubtype="0" fill="hold" nodeType="withEffect">
                                  <p:stCondLst>
                                    <p:cond delay="50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500"/>
                                        <p:tgtEl>
                                          <p:spTgt spid="11">
                                            <p:txEl>
                                              <p:pRg st="2" end="2"/>
                                            </p:txEl>
                                          </p:spTgt>
                                        </p:tgtEl>
                                      </p:cBhvr>
                                    </p:animEffect>
                                  </p:childTnLst>
                                </p:cTn>
                              </p:par>
                              <p:par>
                                <p:cTn id="11" presetID="10" presetClass="entr" presetSubtype="0" fill="hold" nodeType="withEffect">
                                  <p:stCondLst>
                                    <p:cond delay="110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500"/>
                                        <p:tgtEl>
                                          <p:spTgt spid="11">
                                            <p:txEl>
                                              <p:pRg st="3" end="3"/>
                                            </p:txEl>
                                          </p:spTgt>
                                        </p:tgtEl>
                                      </p:cBhvr>
                                    </p:animEffect>
                                  </p:childTnLst>
                                </p:cTn>
                              </p:par>
                              <p:par>
                                <p:cTn id="14" presetID="10" presetClass="entr" presetSubtype="0" fill="hold" nodeType="withEffect">
                                  <p:stCondLst>
                                    <p:cond delay="180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500"/>
                                        <p:tgtEl>
                                          <p:spTgt spid="11">
                                            <p:txEl>
                                              <p:pRg st="4" end="4"/>
                                            </p:txEl>
                                          </p:spTgt>
                                        </p:tgtEl>
                                      </p:cBhvr>
                                    </p:animEffect>
                                  </p:childTnLst>
                                </p:cTn>
                              </p:par>
                            </p:childTnLst>
                          </p:cTn>
                        </p:par>
                        <p:par>
                          <p:cTn id="17" fill="hold">
                            <p:stCondLst>
                              <p:cond delay="2300"/>
                            </p:stCondLst>
                            <p:childTnLst>
                              <p:par>
                                <p:cTn id="18" presetID="1" presetClass="mediacall" presetSubtype="0" fill="hold" nodeType="afterEffect">
                                  <p:stCondLst>
                                    <p:cond delay="0"/>
                                  </p:stCondLst>
                                  <p:childTnLst>
                                    <p:cmd type="call" cmd="playFrom(0.0)">
                                      <p:cBhvr>
                                        <p:cTn id="19" dur="20006" fill="hold"/>
                                        <p:tgtEl>
                                          <p:spTgt spid="6"/>
                                        </p:tgtEl>
                                      </p:cBhvr>
                                    </p:cmd>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fill="hold" display="0">
                  <p:stCondLst>
                    <p:cond delay="indefinite"/>
                  </p:stCondLst>
                </p:cTn>
                <p:tgtEl>
                  <p:spTgt spid="6"/>
                </p:tgtEl>
              </p:cMediaNode>
            </p:video>
            <p:seq concurrent="1" nextAc="seek">
              <p:cTn id="26" restart="whenNotActive" fill="hold" evtFilter="cancelBubble" nodeType="interactiveSeq">
                <p:stCondLst>
                  <p:cond evt="onClick" delay="0">
                    <p:tgtEl>
                      <p:spTgt spid="6"/>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20 Second Timer (Minimal)">
            <a:hlinkClick r:id="" action="ppaction://media"/>
            <a:extLst>
              <a:ext uri="{FF2B5EF4-FFF2-40B4-BE49-F238E27FC236}">
                <a16:creationId xmlns:a16="http://schemas.microsoft.com/office/drawing/2014/main" id="{9C749B7D-155F-2695-4A44-B15389D620C5}"/>
              </a:ext>
            </a:extLst>
          </p:cNvPr>
          <p:cNvPicPr>
            <a:picLocks noChangeAspect="1"/>
          </p:cNvPicPr>
          <p:nvPr>
            <a:videoFile r:link="rId2"/>
            <p:extLst>
              <p:ext uri="{DAA4B4D4-6D71-4841-9C94-3DE7FCFB9230}">
                <p14:media xmlns:p14="http://schemas.microsoft.com/office/powerpoint/2010/main" r:embed="rId1"/>
              </p:ext>
            </p:extLst>
          </p:nvPr>
        </p:nvPicPr>
        <p:blipFill>
          <a:blip r:embed="rId5">
            <a:grayscl/>
          </a:blip>
          <a:stretch>
            <a:fillRect/>
          </a:stretch>
        </p:blipFill>
        <p:spPr>
          <a:xfrm>
            <a:off x="-520861" y="2446925"/>
            <a:ext cx="6315919" cy="3552704"/>
          </a:xfrm>
          <a:prstGeom prst="rect">
            <a:avLst/>
          </a:prstGeom>
        </p:spPr>
      </p:pic>
      <p:grpSp>
        <p:nvGrpSpPr>
          <p:cNvPr id="2" name="object 2"/>
          <p:cNvGrpSpPr/>
          <p:nvPr/>
        </p:nvGrpSpPr>
        <p:grpSpPr>
          <a:xfrm>
            <a:off x="-9198" y="2"/>
            <a:ext cx="12210398" cy="2337727"/>
            <a:chOff x="-15874" y="0"/>
            <a:chExt cx="20135850" cy="3855085"/>
          </a:xfrm>
        </p:grpSpPr>
        <p:sp>
          <p:nvSpPr>
            <p:cNvPr id="3" name="object 3"/>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defTabSz="554492"/>
              <a:endParaRPr sz="1092" kern="0" dirty="0">
                <a:solidFill>
                  <a:sysClr val="windowText" lastClr="000000"/>
                </a:solidFill>
              </a:endParaRPr>
            </a:p>
          </p:txBody>
        </p:sp>
        <p:sp>
          <p:nvSpPr>
            <p:cNvPr id="4" name="object 4"/>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endParaRPr sz="1092" kern="0">
                <a:solidFill>
                  <a:sysClr val="windowText" lastClr="000000"/>
                </a:solidFill>
              </a:endParaRPr>
            </a:p>
          </p:txBody>
        </p:sp>
      </p:grpSp>
      <p:grpSp>
        <p:nvGrpSpPr>
          <p:cNvPr id="7" name="object 7"/>
          <p:cNvGrpSpPr/>
          <p:nvPr/>
        </p:nvGrpSpPr>
        <p:grpSpPr>
          <a:xfrm>
            <a:off x="610708" y="6108769"/>
            <a:ext cx="10928133" cy="758577"/>
            <a:chOff x="1006398" y="10073811"/>
            <a:chExt cx="18021300" cy="1250950"/>
          </a:xfrm>
        </p:grpSpPr>
        <p:sp>
          <p:nvSpPr>
            <p:cNvPr id="8" name="object 8"/>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grpSp>
      <p:sp>
        <p:nvSpPr>
          <p:cNvPr id="11" name="TextBox 10">
            <a:extLst>
              <a:ext uri="{FF2B5EF4-FFF2-40B4-BE49-F238E27FC236}">
                <a16:creationId xmlns:a16="http://schemas.microsoft.com/office/drawing/2014/main" id="{E1E217B7-F0ED-FA67-0516-C50049ABBDF3}"/>
              </a:ext>
            </a:extLst>
          </p:cNvPr>
          <p:cNvSpPr txBox="1"/>
          <p:nvPr/>
        </p:nvSpPr>
        <p:spPr>
          <a:xfrm>
            <a:off x="4375231" y="1965488"/>
            <a:ext cx="7561160" cy="3621504"/>
          </a:xfrm>
          <a:prstGeom prst="rect">
            <a:avLst/>
          </a:prstGeom>
          <a:noFill/>
        </p:spPr>
        <p:txBody>
          <a:bodyPr wrap="square">
            <a:spAutoFit/>
          </a:bodyPr>
          <a:lstStyle/>
          <a:p>
            <a:pPr marL="457200" lvl="0" algn="ctr" defTabSz="457200" rtl="1">
              <a:lnSpc>
                <a:spcPct val="150000"/>
              </a:lnSpc>
              <a:defRPr/>
            </a:pPr>
            <a:r>
              <a:rPr lang="ar-EG" sz="3000" b="1" dirty="0">
                <a:solidFill>
                  <a:srgbClr val="34B9A0"/>
                </a:solidFill>
                <a:latin typeface="Neo Sans Arabic Bold" panose="020B0804030504040204" pitchFamily="34" charset="-78"/>
                <a:ea typeface="Times New Roman" panose="02020603050405020304" pitchFamily="18" charset="0"/>
                <a:cs typeface="Neo Sans Arabic Bold" panose="020B0804030504040204" pitchFamily="34" charset="-78"/>
              </a:rPr>
              <a:t>ما هي إحدى استراتيجيات مكافحة المعلومات المضللة؟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التحقق من المصادر.</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تجاهل الأخبار المثيرة.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نشر الشائعات.</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الترويج للأخبار الكاذبة.</a:t>
            </a:r>
          </a:p>
        </p:txBody>
      </p:sp>
      <p:sp>
        <p:nvSpPr>
          <p:cNvPr id="5" name="TextBox 4">
            <a:extLst>
              <a:ext uri="{FF2B5EF4-FFF2-40B4-BE49-F238E27FC236}">
                <a16:creationId xmlns:a16="http://schemas.microsoft.com/office/drawing/2014/main" id="{15CC3018-5C68-C909-DE81-C13CC872928D}"/>
              </a:ext>
            </a:extLst>
          </p:cNvPr>
          <p:cNvSpPr txBox="1"/>
          <p:nvPr/>
        </p:nvSpPr>
        <p:spPr>
          <a:xfrm>
            <a:off x="877930" y="360258"/>
            <a:ext cx="1718740" cy="1015663"/>
          </a:xfrm>
          <a:prstGeom prst="rect">
            <a:avLst/>
          </a:prstGeom>
          <a:noFill/>
        </p:spPr>
        <p:txBody>
          <a:bodyPr wrap="none" rtlCol="0">
            <a:spAutoFit/>
          </a:bodyPr>
          <a:lstStyle/>
          <a:p>
            <a:r>
              <a:rPr lang="ar-EG"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rPr>
              <a:t>اختبار</a:t>
            </a:r>
            <a:endParaRPr lang="en-GB"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endParaRPr>
          </a:p>
        </p:txBody>
      </p:sp>
      <p:sp>
        <p:nvSpPr>
          <p:cNvPr id="10" name="object 6">
            <a:extLst>
              <a:ext uri="{FF2B5EF4-FFF2-40B4-BE49-F238E27FC236}">
                <a16:creationId xmlns:a16="http://schemas.microsoft.com/office/drawing/2014/main" id="{2BD03FB1-AC4A-DD1A-6BB1-67F11922B846}"/>
              </a:ext>
            </a:extLst>
          </p:cNvPr>
          <p:cNvSpPr/>
          <p:nvPr/>
        </p:nvSpPr>
        <p:spPr>
          <a:xfrm>
            <a:off x="2686944" y="435022"/>
            <a:ext cx="693472" cy="932504"/>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3" name="object 6">
            <a:extLst>
              <a:ext uri="{FF2B5EF4-FFF2-40B4-BE49-F238E27FC236}">
                <a16:creationId xmlns:a16="http://schemas.microsoft.com/office/drawing/2014/main" id="{9E1E6537-B4FF-20FA-FAB2-63607E00AE23}"/>
              </a:ext>
            </a:extLst>
          </p:cNvPr>
          <p:cNvPicPr/>
          <p:nvPr/>
        </p:nvPicPr>
        <p:blipFill>
          <a:blip r:embed="rId6" cstate="print"/>
          <a:stretch>
            <a:fillRect/>
          </a:stretch>
        </p:blipFill>
        <p:spPr>
          <a:xfrm>
            <a:off x="10289897" y="154911"/>
            <a:ext cx="1633614" cy="944684"/>
          </a:xfrm>
          <a:prstGeom prst="rect">
            <a:avLst/>
          </a:prstGeom>
        </p:spPr>
      </p:pic>
      <p:pic>
        <p:nvPicPr>
          <p:cNvPr id="12" name="Picture 11" descr="A green square with a white check mark&#10;&#10;AI-generated content may be incorrect.">
            <a:extLst>
              <a:ext uri="{FF2B5EF4-FFF2-40B4-BE49-F238E27FC236}">
                <a16:creationId xmlns:a16="http://schemas.microsoft.com/office/drawing/2014/main" id="{155CBF28-7A24-3F5C-B7C2-ECF4BE314E6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93473" y="3514985"/>
            <a:ext cx="522509" cy="522509"/>
          </a:xfrm>
          <a:prstGeom prst="rect">
            <a:avLst/>
          </a:prstGeom>
        </p:spPr>
      </p:pic>
    </p:spTree>
    <p:extLst>
      <p:ext uri="{BB962C8B-B14F-4D97-AF65-F5344CB8AC3E}">
        <p14:creationId xmlns:p14="http://schemas.microsoft.com/office/powerpoint/2010/main" val="26321676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par>
                                <p:cTn id="8" presetID="10" presetClass="entr" presetSubtype="0" fill="hold" nodeType="withEffect">
                                  <p:stCondLst>
                                    <p:cond delay="60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500"/>
                                        <p:tgtEl>
                                          <p:spTgt spid="11">
                                            <p:txEl>
                                              <p:pRg st="2" end="2"/>
                                            </p:txEl>
                                          </p:spTgt>
                                        </p:tgtEl>
                                      </p:cBhvr>
                                    </p:animEffect>
                                  </p:childTnLst>
                                </p:cTn>
                              </p:par>
                              <p:par>
                                <p:cTn id="11" presetID="10" presetClass="entr" presetSubtype="0" fill="hold" nodeType="withEffect">
                                  <p:stCondLst>
                                    <p:cond delay="110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500"/>
                                        <p:tgtEl>
                                          <p:spTgt spid="11">
                                            <p:txEl>
                                              <p:pRg st="3" end="3"/>
                                            </p:txEl>
                                          </p:spTgt>
                                        </p:tgtEl>
                                      </p:cBhvr>
                                    </p:animEffect>
                                  </p:childTnLst>
                                </p:cTn>
                              </p:par>
                              <p:par>
                                <p:cTn id="14" presetID="10" presetClass="entr" presetSubtype="0" fill="hold" nodeType="withEffect">
                                  <p:stCondLst>
                                    <p:cond delay="160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500"/>
                                        <p:tgtEl>
                                          <p:spTgt spid="11">
                                            <p:txEl>
                                              <p:pRg st="4" end="4"/>
                                            </p:txEl>
                                          </p:spTgt>
                                        </p:tgtEl>
                                      </p:cBhvr>
                                    </p:animEffect>
                                  </p:childTnLst>
                                </p:cTn>
                              </p:par>
                            </p:childTnLst>
                          </p:cTn>
                        </p:par>
                        <p:par>
                          <p:cTn id="17" fill="hold">
                            <p:stCondLst>
                              <p:cond delay="2100"/>
                            </p:stCondLst>
                            <p:childTnLst>
                              <p:par>
                                <p:cTn id="18" presetID="1" presetClass="mediacall" presetSubtype="0" fill="hold" nodeType="afterEffect">
                                  <p:stCondLst>
                                    <p:cond delay="0"/>
                                  </p:stCondLst>
                                  <p:childTnLst>
                                    <p:cmd type="call" cmd="playFrom(0.0)">
                                      <p:cBhvr>
                                        <p:cTn id="19" dur="20006" fill="hold"/>
                                        <p:tgtEl>
                                          <p:spTgt spid="6"/>
                                        </p:tgtEl>
                                      </p:cBhvr>
                                    </p:cmd>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fill="hold" display="0">
                  <p:stCondLst>
                    <p:cond delay="indefinite"/>
                  </p:stCondLst>
                </p:cTn>
                <p:tgtEl>
                  <p:spTgt spid="6"/>
                </p:tgtEl>
              </p:cMediaNode>
            </p:video>
            <p:seq concurrent="1" nextAc="seek">
              <p:cTn id="26" restart="whenNotActive" fill="hold" evtFilter="cancelBubble" nodeType="interactiveSeq">
                <p:stCondLst>
                  <p:cond evt="onClick" delay="0">
                    <p:tgtEl>
                      <p:spTgt spid="6"/>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20 Second Timer (Minimal)">
            <a:hlinkClick r:id="" action="ppaction://media"/>
            <a:extLst>
              <a:ext uri="{FF2B5EF4-FFF2-40B4-BE49-F238E27FC236}">
                <a16:creationId xmlns:a16="http://schemas.microsoft.com/office/drawing/2014/main" id="{9C749B7D-155F-2695-4A44-B15389D620C5}"/>
              </a:ext>
            </a:extLst>
          </p:cNvPr>
          <p:cNvPicPr>
            <a:picLocks noChangeAspect="1"/>
          </p:cNvPicPr>
          <p:nvPr>
            <a:videoFile r:link="rId2"/>
            <p:extLst>
              <p:ext uri="{DAA4B4D4-6D71-4841-9C94-3DE7FCFB9230}">
                <p14:media xmlns:p14="http://schemas.microsoft.com/office/powerpoint/2010/main" r:embed="rId1"/>
              </p:ext>
            </p:extLst>
          </p:nvPr>
        </p:nvPicPr>
        <p:blipFill>
          <a:blip r:embed="rId5">
            <a:grayscl/>
          </a:blip>
          <a:stretch>
            <a:fillRect/>
          </a:stretch>
        </p:blipFill>
        <p:spPr>
          <a:xfrm>
            <a:off x="-520861" y="2446925"/>
            <a:ext cx="6315919" cy="3552704"/>
          </a:xfrm>
          <a:prstGeom prst="rect">
            <a:avLst/>
          </a:prstGeom>
        </p:spPr>
      </p:pic>
      <p:grpSp>
        <p:nvGrpSpPr>
          <p:cNvPr id="2" name="object 2"/>
          <p:cNvGrpSpPr/>
          <p:nvPr/>
        </p:nvGrpSpPr>
        <p:grpSpPr>
          <a:xfrm>
            <a:off x="-9198" y="2"/>
            <a:ext cx="12210398" cy="2337727"/>
            <a:chOff x="-15874" y="0"/>
            <a:chExt cx="20135850" cy="3855085"/>
          </a:xfrm>
        </p:grpSpPr>
        <p:sp>
          <p:nvSpPr>
            <p:cNvPr id="3" name="object 3"/>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defTabSz="554492"/>
              <a:endParaRPr sz="1092" kern="0" dirty="0">
                <a:solidFill>
                  <a:sysClr val="windowText" lastClr="000000"/>
                </a:solidFill>
              </a:endParaRPr>
            </a:p>
          </p:txBody>
        </p:sp>
        <p:sp>
          <p:nvSpPr>
            <p:cNvPr id="4" name="object 4"/>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endParaRPr sz="1092" kern="0">
                <a:solidFill>
                  <a:sysClr val="windowText" lastClr="000000"/>
                </a:solidFill>
              </a:endParaRPr>
            </a:p>
          </p:txBody>
        </p:sp>
      </p:grpSp>
      <p:grpSp>
        <p:nvGrpSpPr>
          <p:cNvPr id="7" name="object 7"/>
          <p:cNvGrpSpPr/>
          <p:nvPr/>
        </p:nvGrpSpPr>
        <p:grpSpPr>
          <a:xfrm>
            <a:off x="610708" y="6108769"/>
            <a:ext cx="10928133" cy="758577"/>
            <a:chOff x="1006398" y="10073811"/>
            <a:chExt cx="18021300" cy="1250950"/>
          </a:xfrm>
        </p:grpSpPr>
        <p:sp>
          <p:nvSpPr>
            <p:cNvPr id="8" name="object 8"/>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grpSp>
      <p:sp>
        <p:nvSpPr>
          <p:cNvPr id="11" name="TextBox 10">
            <a:extLst>
              <a:ext uri="{FF2B5EF4-FFF2-40B4-BE49-F238E27FC236}">
                <a16:creationId xmlns:a16="http://schemas.microsoft.com/office/drawing/2014/main" id="{E1E217B7-F0ED-FA67-0516-C50049ABBDF3}"/>
              </a:ext>
            </a:extLst>
          </p:cNvPr>
          <p:cNvSpPr txBox="1"/>
          <p:nvPr/>
        </p:nvSpPr>
        <p:spPr>
          <a:xfrm>
            <a:off x="4375231" y="1965488"/>
            <a:ext cx="7561160" cy="3621504"/>
          </a:xfrm>
          <a:prstGeom prst="rect">
            <a:avLst/>
          </a:prstGeom>
          <a:noFill/>
        </p:spPr>
        <p:txBody>
          <a:bodyPr wrap="square">
            <a:spAutoFit/>
          </a:bodyPr>
          <a:lstStyle/>
          <a:p>
            <a:pPr marL="457200" lvl="0" algn="ctr" defTabSz="457200" rtl="1">
              <a:lnSpc>
                <a:spcPct val="150000"/>
              </a:lnSpc>
              <a:defRPr/>
            </a:pPr>
            <a:r>
              <a:rPr lang="ar-EG" sz="3000" b="1" dirty="0">
                <a:solidFill>
                  <a:srgbClr val="34B9A0"/>
                </a:solidFill>
                <a:latin typeface="Neo Sans Arabic Bold" panose="020B0804030504040204" pitchFamily="34" charset="-78"/>
                <a:ea typeface="Times New Roman" panose="02020603050405020304" pitchFamily="18" charset="0"/>
                <a:cs typeface="Neo Sans Arabic Bold" panose="020B0804030504040204" pitchFamily="34" charset="-78"/>
              </a:rPr>
              <a:t>كيف يمكن تعزيز الوعي الإعلامي بين الجمهور؟</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تجاهل الأخبار غير الموثوقة.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تشجيع نشر الأخبار السريعة.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الاعتماد على مصدر واحد.</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تعليم كيفية التمييز بين الأخبار الصحيحة والمغلوطة.</a:t>
            </a:r>
          </a:p>
        </p:txBody>
      </p:sp>
      <p:sp>
        <p:nvSpPr>
          <p:cNvPr id="5" name="TextBox 4">
            <a:extLst>
              <a:ext uri="{FF2B5EF4-FFF2-40B4-BE49-F238E27FC236}">
                <a16:creationId xmlns:a16="http://schemas.microsoft.com/office/drawing/2014/main" id="{D883B46B-A8ED-4C68-94A6-5BF341A261F3}"/>
              </a:ext>
            </a:extLst>
          </p:cNvPr>
          <p:cNvSpPr txBox="1"/>
          <p:nvPr/>
        </p:nvSpPr>
        <p:spPr>
          <a:xfrm>
            <a:off x="877930" y="360258"/>
            <a:ext cx="1718740" cy="1015663"/>
          </a:xfrm>
          <a:prstGeom prst="rect">
            <a:avLst/>
          </a:prstGeom>
          <a:noFill/>
        </p:spPr>
        <p:txBody>
          <a:bodyPr wrap="none" rtlCol="0">
            <a:spAutoFit/>
          </a:bodyPr>
          <a:lstStyle/>
          <a:p>
            <a:r>
              <a:rPr lang="ar-EG"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rPr>
              <a:t>اختبار</a:t>
            </a:r>
            <a:endParaRPr lang="en-GB"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endParaRPr>
          </a:p>
        </p:txBody>
      </p:sp>
      <p:sp>
        <p:nvSpPr>
          <p:cNvPr id="10" name="object 6">
            <a:extLst>
              <a:ext uri="{FF2B5EF4-FFF2-40B4-BE49-F238E27FC236}">
                <a16:creationId xmlns:a16="http://schemas.microsoft.com/office/drawing/2014/main" id="{7D9C361F-5BC9-1022-594E-A7BB98ABC0F2}"/>
              </a:ext>
            </a:extLst>
          </p:cNvPr>
          <p:cNvSpPr/>
          <p:nvPr/>
        </p:nvSpPr>
        <p:spPr>
          <a:xfrm>
            <a:off x="2686944" y="435022"/>
            <a:ext cx="693472" cy="932504"/>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3" name="object 6">
            <a:extLst>
              <a:ext uri="{FF2B5EF4-FFF2-40B4-BE49-F238E27FC236}">
                <a16:creationId xmlns:a16="http://schemas.microsoft.com/office/drawing/2014/main" id="{FB22CE4B-91A3-1894-0E6C-5714D0455471}"/>
              </a:ext>
            </a:extLst>
          </p:cNvPr>
          <p:cNvPicPr/>
          <p:nvPr/>
        </p:nvPicPr>
        <p:blipFill>
          <a:blip r:embed="rId6" cstate="print"/>
          <a:stretch>
            <a:fillRect/>
          </a:stretch>
        </p:blipFill>
        <p:spPr>
          <a:xfrm>
            <a:off x="10289897" y="154911"/>
            <a:ext cx="1633614" cy="944684"/>
          </a:xfrm>
          <a:prstGeom prst="rect">
            <a:avLst/>
          </a:prstGeom>
        </p:spPr>
      </p:pic>
      <p:pic>
        <p:nvPicPr>
          <p:cNvPr id="12" name="Picture 11" descr="A green square with a white check mark&#10;&#10;AI-generated content may be incorrect.">
            <a:extLst>
              <a:ext uri="{FF2B5EF4-FFF2-40B4-BE49-F238E27FC236}">
                <a16:creationId xmlns:a16="http://schemas.microsoft.com/office/drawing/2014/main" id="{8E3B7DD1-BEC7-B5F1-31B8-6F3E891085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62131" y="5120356"/>
            <a:ext cx="522509" cy="522509"/>
          </a:xfrm>
          <a:prstGeom prst="rect">
            <a:avLst/>
          </a:prstGeom>
        </p:spPr>
      </p:pic>
    </p:spTree>
    <p:extLst>
      <p:ext uri="{BB962C8B-B14F-4D97-AF65-F5344CB8AC3E}">
        <p14:creationId xmlns:p14="http://schemas.microsoft.com/office/powerpoint/2010/main" val="25444383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par>
                                <p:cTn id="8" presetID="10" presetClass="entr" presetSubtype="0" fill="hold" nodeType="withEffect">
                                  <p:stCondLst>
                                    <p:cond delay="60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500"/>
                                        <p:tgtEl>
                                          <p:spTgt spid="11">
                                            <p:txEl>
                                              <p:pRg st="2" end="2"/>
                                            </p:txEl>
                                          </p:spTgt>
                                        </p:tgtEl>
                                      </p:cBhvr>
                                    </p:animEffect>
                                  </p:childTnLst>
                                </p:cTn>
                              </p:par>
                              <p:par>
                                <p:cTn id="11" presetID="10" presetClass="entr" presetSubtype="0" fill="hold" nodeType="withEffect">
                                  <p:stCondLst>
                                    <p:cond delay="110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500"/>
                                        <p:tgtEl>
                                          <p:spTgt spid="11">
                                            <p:txEl>
                                              <p:pRg st="3" end="3"/>
                                            </p:txEl>
                                          </p:spTgt>
                                        </p:tgtEl>
                                      </p:cBhvr>
                                    </p:animEffect>
                                  </p:childTnLst>
                                </p:cTn>
                              </p:par>
                              <p:par>
                                <p:cTn id="14" presetID="10" presetClass="entr" presetSubtype="0" fill="hold" nodeType="withEffect">
                                  <p:stCondLst>
                                    <p:cond delay="160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500"/>
                                        <p:tgtEl>
                                          <p:spTgt spid="11">
                                            <p:txEl>
                                              <p:pRg st="4" end="4"/>
                                            </p:txEl>
                                          </p:spTgt>
                                        </p:tgtEl>
                                      </p:cBhvr>
                                    </p:animEffect>
                                  </p:childTnLst>
                                </p:cTn>
                              </p:par>
                            </p:childTnLst>
                          </p:cTn>
                        </p:par>
                        <p:par>
                          <p:cTn id="17" fill="hold">
                            <p:stCondLst>
                              <p:cond delay="2100"/>
                            </p:stCondLst>
                            <p:childTnLst>
                              <p:par>
                                <p:cTn id="18" presetID="1" presetClass="mediacall" presetSubtype="0" fill="hold" nodeType="afterEffect">
                                  <p:stCondLst>
                                    <p:cond delay="0"/>
                                  </p:stCondLst>
                                  <p:childTnLst>
                                    <p:cmd type="call" cmd="playFrom(0.0)">
                                      <p:cBhvr>
                                        <p:cTn id="19" dur="20006" fill="hold"/>
                                        <p:tgtEl>
                                          <p:spTgt spid="6"/>
                                        </p:tgtEl>
                                      </p:cBhvr>
                                    </p:cmd>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fill="hold" display="0">
                  <p:stCondLst>
                    <p:cond delay="indefinite"/>
                  </p:stCondLst>
                </p:cTn>
                <p:tgtEl>
                  <p:spTgt spid="6"/>
                </p:tgtEl>
              </p:cMediaNode>
            </p:video>
            <p:seq concurrent="1" nextAc="seek">
              <p:cTn id="26" restart="whenNotActive" fill="hold" evtFilter="cancelBubble" nodeType="interactiveSeq">
                <p:stCondLst>
                  <p:cond evt="onClick" delay="0">
                    <p:tgtEl>
                      <p:spTgt spid="6"/>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20 Second Timer (Minimal)">
            <a:hlinkClick r:id="" action="ppaction://media"/>
            <a:extLst>
              <a:ext uri="{FF2B5EF4-FFF2-40B4-BE49-F238E27FC236}">
                <a16:creationId xmlns:a16="http://schemas.microsoft.com/office/drawing/2014/main" id="{9C749B7D-155F-2695-4A44-B15389D620C5}"/>
              </a:ext>
            </a:extLst>
          </p:cNvPr>
          <p:cNvPicPr>
            <a:picLocks noChangeAspect="1"/>
          </p:cNvPicPr>
          <p:nvPr>
            <a:videoFile r:link="rId2"/>
            <p:extLst>
              <p:ext uri="{DAA4B4D4-6D71-4841-9C94-3DE7FCFB9230}">
                <p14:media xmlns:p14="http://schemas.microsoft.com/office/powerpoint/2010/main" r:embed="rId1"/>
              </p:ext>
            </p:extLst>
          </p:nvPr>
        </p:nvPicPr>
        <p:blipFill>
          <a:blip r:embed="rId5">
            <a:grayscl/>
          </a:blip>
          <a:stretch>
            <a:fillRect/>
          </a:stretch>
        </p:blipFill>
        <p:spPr>
          <a:xfrm>
            <a:off x="-520861" y="2446925"/>
            <a:ext cx="6315919" cy="3552704"/>
          </a:xfrm>
          <a:prstGeom prst="rect">
            <a:avLst/>
          </a:prstGeom>
        </p:spPr>
      </p:pic>
      <p:grpSp>
        <p:nvGrpSpPr>
          <p:cNvPr id="2" name="object 2"/>
          <p:cNvGrpSpPr/>
          <p:nvPr/>
        </p:nvGrpSpPr>
        <p:grpSpPr>
          <a:xfrm>
            <a:off x="-9198" y="2"/>
            <a:ext cx="12210398" cy="2337727"/>
            <a:chOff x="-15874" y="0"/>
            <a:chExt cx="20135850" cy="3855085"/>
          </a:xfrm>
        </p:grpSpPr>
        <p:sp>
          <p:nvSpPr>
            <p:cNvPr id="3" name="object 3"/>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defTabSz="554492"/>
              <a:endParaRPr sz="1092" kern="0" dirty="0">
                <a:solidFill>
                  <a:sysClr val="windowText" lastClr="000000"/>
                </a:solidFill>
              </a:endParaRPr>
            </a:p>
          </p:txBody>
        </p:sp>
        <p:sp>
          <p:nvSpPr>
            <p:cNvPr id="4" name="object 4"/>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endParaRPr sz="1092" kern="0">
                <a:solidFill>
                  <a:sysClr val="windowText" lastClr="000000"/>
                </a:solidFill>
              </a:endParaRPr>
            </a:p>
          </p:txBody>
        </p:sp>
      </p:grpSp>
      <p:grpSp>
        <p:nvGrpSpPr>
          <p:cNvPr id="7" name="object 7"/>
          <p:cNvGrpSpPr/>
          <p:nvPr/>
        </p:nvGrpSpPr>
        <p:grpSpPr>
          <a:xfrm>
            <a:off x="610708" y="6108769"/>
            <a:ext cx="10928133" cy="758577"/>
            <a:chOff x="1006398" y="10073811"/>
            <a:chExt cx="18021300" cy="1250950"/>
          </a:xfrm>
        </p:grpSpPr>
        <p:sp>
          <p:nvSpPr>
            <p:cNvPr id="8" name="object 8"/>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grpSp>
      <p:sp>
        <p:nvSpPr>
          <p:cNvPr id="11" name="TextBox 10">
            <a:extLst>
              <a:ext uri="{FF2B5EF4-FFF2-40B4-BE49-F238E27FC236}">
                <a16:creationId xmlns:a16="http://schemas.microsoft.com/office/drawing/2014/main" id="{E1E217B7-F0ED-FA67-0516-C50049ABBDF3}"/>
              </a:ext>
            </a:extLst>
          </p:cNvPr>
          <p:cNvSpPr txBox="1"/>
          <p:nvPr/>
        </p:nvSpPr>
        <p:spPr>
          <a:xfrm>
            <a:off x="4375231" y="1965488"/>
            <a:ext cx="7561160" cy="3621504"/>
          </a:xfrm>
          <a:prstGeom prst="rect">
            <a:avLst/>
          </a:prstGeom>
          <a:noFill/>
        </p:spPr>
        <p:txBody>
          <a:bodyPr wrap="square">
            <a:spAutoFit/>
          </a:bodyPr>
          <a:lstStyle/>
          <a:p>
            <a:pPr marL="457200" lvl="0" algn="ctr" defTabSz="457200" rtl="1">
              <a:lnSpc>
                <a:spcPct val="150000"/>
              </a:lnSpc>
              <a:defRPr/>
            </a:pPr>
            <a:r>
              <a:rPr lang="ar-EG" sz="3000" b="1" dirty="0">
                <a:solidFill>
                  <a:srgbClr val="34B9A0"/>
                </a:solidFill>
                <a:latin typeface="Neo Sans Arabic Bold" panose="020B0804030504040204" pitchFamily="34" charset="-78"/>
                <a:ea typeface="Times New Roman" panose="02020603050405020304" pitchFamily="18" charset="0"/>
                <a:cs typeface="Neo Sans Arabic Bold" panose="020B0804030504040204" pitchFamily="34" charset="-78"/>
              </a:rPr>
              <a:t>ما هو الهدف من استخدام الأدوات الرقمية للكشف عن الأخبار الزائفة؟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تسريع نشر الأخبار.</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تحليل المحتوى الإعلامي.</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الحد من الشائعات.</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التأكد من صحة المعلومات.</a:t>
            </a:r>
          </a:p>
        </p:txBody>
      </p:sp>
      <p:sp>
        <p:nvSpPr>
          <p:cNvPr id="5" name="TextBox 4">
            <a:extLst>
              <a:ext uri="{FF2B5EF4-FFF2-40B4-BE49-F238E27FC236}">
                <a16:creationId xmlns:a16="http://schemas.microsoft.com/office/drawing/2014/main" id="{B4F60FD8-8FF2-EDD7-6506-F37E7DE9AA8A}"/>
              </a:ext>
            </a:extLst>
          </p:cNvPr>
          <p:cNvSpPr txBox="1"/>
          <p:nvPr/>
        </p:nvSpPr>
        <p:spPr>
          <a:xfrm>
            <a:off x="877930" y="360258"/>
            <a:ext cx="1718740" cy="1015663"/>
          </a:xfrm>
          <a:prstGeom prst="rect">
            <a:avLst/>
          </a:prstGeom>
          <a:noFill/>
        </p:spPr>
        <p:txBody>
          <a:bodyPr wrap="none" rtlCol="0">
            <a:spAutoFit/>
          </a:bodyPr>
          <a:lstStyle/>
          <a:p>
            <a:r>
              <a:rPr lang="ar-EG"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rPr>
              <a:t>اختبار</a:t>
            </a:r>
            <a:endParaRPr lang="en-GB"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endParaRPr>
          </a:p>
        </p:txBody>
      </p:sp>
      <p:sp>
        <p:nvSpPr>
          <p:cNvPr id="10" name="object 6">
            <a:extLst>
              <a:ext uri="{FF2B5EF4-FFF2-40B4-BE49-F238E27FC236}">
                <a16:creationId xmlns:a16="http://schemas.microsoft.com/office/drawing/2014/main" id="{5B50C3F3-4785-7153-27A4-6F5645294927}"/>
              </a:ext>
            </a:extLst>
          </p:cNvPr>
          <p:cNvSpPr/>
          <p:nvPr/>
        </p:nvSpPr>
        <p:spPr>
          <a:xfrm>
            <a:off x="2686944" y="435022"/>
            <a:ext cx="693472" cy="932504"/>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3" name="object 6">
            <a:extLst>
              <a:ext uri="{FF2B5EF4-FFF2-40B4-BE49-F238E27FC236}">
                <a16:creationId xmlns:a16="http://schemas.microsoft.com/office/drawing/2014/main" id="{747EAB5F-0061-8952-0B78-52CA9A96216F}"/>
              </a:ext>
            </a:extLst>
          </p:cNvPr>
          <p:cNvPicPr/>
          <p:nvPr/>
        </p:nvPicPr>
        <p:blipFill>
          <a:blip r:embed="rId6" cstate="print"/>
          <a:stretch>
            <a:fillRect/>
          </a:stretch>
        </p:blipFill>
        <p:spPr>
          <a:xfrm>
            <a:off x="10289897" y="154911"/>
            <a:ext cx="1633614" cy="944684"/>
          </a:xfrm>
          <a:prstGeom prst="rect">
            <a:avLst/>
          </a:prstGeom>
        </p:spPr>
      </p:pic>
      <p:pic>
        <p:nvPicPr>
          <p:cNvPr id="12" name="Picture 11" descr="A green square with a white check mark&#10;&#10;AI-generated content may be incorrect.">
            <a:extLst>
              <a:ext uri="{FF2B5EF4-FFF2-40B4-BE49-F238E27FC236}">
                <a16:creationId xmlns:a16="http://schemas.microsoft.com/office/drawing/2014/main" id="{871AE0A0-AD9A-157B-499E-9805CBFA10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00298" y="4051474"/>
            <a:ext cx="522509" cy="522509"/>
          </a:xfrm>
          <a:prstGeom prst="rect">
            <a:avLst/>
          </a:prstGeom>
        </p:spPr>
      </p:pic>
    </p:spTree>
    <p:extLst>
      <p:ext uri="{BB962C8B-B14F-4D97-AF65-F5344CB8AC3E}">
        <p14:creationId xmlns:p14="http://schemas.microsoft.com/office/powerpoint/2010/main" val="3742378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par>
                                <p:cTn id="8" presetID="10" presetClass="entr" presetSubtype="0" fill="hold" nodeType="withEffect">
                                  <p:stCondLst>
                                    <p:cond delay="70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500"/>
                                        <p:tgtEl>
                                          <p:spTgt spid="11">
                                            <p:txEl>
                                              <p:pRg st="2" end="2"/>
                                            </p:txEl>
                                          </p:spTgt>
                                        </p:tgtEl>
                                      </p:cBhvr>
                                    </p:animEffect>
                                  </p:childTnLst>
                                </p:cTn>
                              </p:par>
                              <p:par>
                                <p:cTn id="11" presetID="10" presetClass="entr" presetSubtype="0" fill="hold" nodeType="withEffect">
                                  <p:stCondLst>
                                    <p:cond delay="140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500"/>
                                        <p:tgtEl>
                                          <p:spTgt spid="11">
                                            <p:txEl>
                                              <p:pRg st="3" end="3"/>
                                            </p:txEl>
                                          </p:spTgt>
                                        </p:tgtEl>
                                      </p:cBhvr>
                                    </p:animEffect>
                                  </p:childTnLst>
                                </p:cTn>
                              </p:par>
                              <p:par>
                                <p:cTn id="14" presetID="10" presetClass="entr" presetSubtype="0" fill="hold" nodeType="withEffect">
                                  <p:stCondLst>
                                    <p:cond delay="200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500"/>
                                        <p:tgtEl>
                                          <p:spTgt spid="11">
                                            <p:txEl>
                                              <p:pRg st="4" end="4"/>
                                            </p:txEl>
                                          </p:spTgt>
                                        </p:tgtEl>
                                      </p:cBhvr>
                                    </p:animEffect>
                                  </p:childTnLst>
                                </p:cTn>
                              </p:par>
                            </p:childTnLst>
                          </p:cTn>
                        </p:par>
                        <p:par>
                          <p:cTn id="17" fill="hold">
                            <p:stCondLst>
                              <p:cond delay="2500"/>
                            </p:stCondLst>
                            <p:childTnLst>
                              <p:par>
                                <p:cTn id="18" presetID="1" presetClass="mediacall" presetSubtype="0" fill="hold" nodeType="afterEffect">
                                  <p:stCondLst>
                                    <p:cond delay="0"/>
                                  </p:stCondLst>
                                  <p:childTnLst>
                                    <p:cmd type="call" cmd="playFrom(0.0)">
                                      <p:cBhvr>
                                        <p:cTn id="19" dur="20006" fill="hold"/>
                                        <p:tgtEl>
                                          <p:spTgt spid="6"/>
                                        </p:tgtEl>
                                      </p:cBhvr>
                                    </p:cmd>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fill="hold" display="0">
                  <p:stCondLst>
                    <p:cond delay="indefinite"/>
                  </p:stCondLst>
                </p:cTn>
                <p:tgtEl>
                  <p:spTgt spid="6"/>
                </p:tgtEl>
              </p:cMediaNode>
            </p:video>
            <p:seq concurrent="1" nextAc="seek">
              <p:cTn id="26" restart="whenNotActive" fill="hold" evtFilter="cancelBubble" nodeType="interactiveSeq">
                <p:stCondLst>
                  <p:cond evt="onClick" delay="0">
                    <p:tgtEl>
                      <p:spTgt spid="6"/>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20 Second Timer (Minimal)">
            <a:hlinkClick r:id="" action="ppaction://media"/>
            <a:extLst>
              <a:ext uri="{FF2B5EF4-FFF2-40B4-BE49-F238E27FC236}">
                <a16:creationId xmlns:a16="http://schemas.microsoft.com/office/drawing/2014/main" id="{9C749B7D-155F-2695-4A44-B15389D620C5}"/>
              </a:ext>
            </a:extLst>
          </p:cNvPr>
          <p:cNvPicPr>
            <a:picLocks noChangeAspect="1"/>
          </p:cNvPicPr>
          <p:nvPr>
            <a:videoFile r:link="rId2"/>
            <p:extLst>
              <p:ext uri="{DAA4B4D4-6D71-4841-9C94-3DE7FCFB9230}">
                <p14:media xmlns:p14="http://schemas.microsoft.com/office/powerpoint/2010/main" r:embed="rId1"/>
              </p:ext>
            </p:extLst>
          </p:nvPr>
        </p:nvPicPr>
        <p:blipFill>
          <a:blip r:embed="rId5">
            <a:grayscl/>
          </a:blip>
          <a:stretch>
            <a:fillRect/>
          </a:stretch>
        </p:blipFill>
        <p:spPr>
          <a:xfrm>
            <a:off x="-520861" y="2446925"/>
            <a:ext cx="6315919" cy="3552704"/>
          </a:xfrm>
          <a:prstGeom prst="rect">
            <a:avLst/>
          </a:prstGeom>
        </p:spPr>
      </p:pic>
      <p:grpSp>
        <p:nvGrpSpPr>
          <p:cNvPr id="2" name="object 2"/>
          <p:cNvGrpSpPr/>
          <p:nvPr/>
        </p:nvGrpSpPr>
        <p:grpSpPr>
          <a:xfrm>
            <a:off x="-9198" y="2"/>
            <a:ext cx="12210398" cy="2337727"/>
            <a:chOff x="-15874" y="0"/>
            <a:chExt cx="20135850" cy="3855085"/>
          </a:xfrm>
        </p:grpSpPr>
        <p:sp>
          <p:nvSpPr>
            <p:cNvPr id="3" name="object 3"/>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defTabSz="554492"/>
              <a:endParaRPr sz="1092" kern="0" dirty="0">
                <a:solidFill>
                  <a:sysClr val="windowText" lastClr="000000"/>
                </a:solidFill>
              </a:endParaRPr>
            </a:p>
          </p:txBody>
        </p:sp>
        <p:sp>
          <p:nvSpPr>
            <p:cNvPr id="4" name="object 4"/>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endParaRPr sz="1092" kern="0">
                <a:solidFill>
                  <a:sysClr val="windowText" lastClr="000000"/>
                </a:solidFill>
              </a:endParaRPr>
            </a:p>
          </p:txBody>
        </p:sp>
      </p:grpSp>
      <p:grpSp>
        <p:nvGrpSpPr>
          <p:cNvPr id="7" name="object 7"/>
          <p:cNvGrpSpPr/>
          <p:nvPr/>
        </p:nvGrpSpPr>
        <p:grpSpPr>
          <a:xfrm>
            <a:off x="610708" y="6108769"/>
            <a:ext cx="10928133" cy="758577"/>
            <a:chOff x="1006398" y="10073811"/>
            <a:chExt cx="18021300" cy="1250950"/>
          </a:xfrm>
        </p:grpSpPr>
        <p:sp>
          <p:nvSpPr>
            <p:cNvPr id="8" name="object 8"/>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grpSp>
      <p:sp>
        <p:nvSpPr>
          <p:cNvPr id="11" name="TextBox 10">
            <a:extLst>
              <a:ext uri="{FF2B5EF4-FFF2-40B4-BE49-F238E27FC236}">
                <a16:creationId xmlns:a16="http://schemas.microsoft.com/office/drawing/2014/main" id="{E1E217B7-F0ED-FA67-0516-C50049ABBDF3}"/>
              </a:ext>
            </a:extLst>
          </p:cNvPr>
          <p:cNvSpPr txBox="1"/>
          <p:nvPr/>
        </p:nvSpPr>
        <p:spPr>
          <a:xfrm>
            <a:off x="4375231" y="1965488"/>
            <a:ext cx="7561160" cy="3621504"/>
          </a:xfrm>
          <a:prstGeom prst="rect">
            <a:avLst/>
          </a:prstGeom>
          <a:noFill/>
        </p:spPr>
        <p:txBody>
          <a:bodyPr wrap="square">
            <a:spAutoFit/>
          </a:bodyPr>
          <a:lstStyle/>
          <a:p>
            <a:pPr marL="457200" lvl="0" algn="ctr" defTabSz="457200" rtl="1">
              <a:lnSpc>
                <a:spcPct val="150000"/>
              </a:lnSpc>
              <a:defRPr/>
            </a:pPr>
            <a:r>
              <a:rPr lang="ar-EG" sz="3000" b="1" dirty="0">
                <a:solidFill>
                  <a:srgbClr val="34B9A0"/>
                </a:solidFill>
                <a:latin typeface="Neo Sans Arabic Bold" panose="020B0804030504040204" pitchFamily="34" charset="-78"/>
                <a:ea typeface="Times New Roman" panose="02020603050405020304" pitchFamily="18" charset="0"/>
                <a:cs typeface="Neo Sans Arabic Bold" panose="020B0804030504040204" pitchFamily="34" charset="-78"/>
              </a:rPr>
              <a:t>ما هي إحدى الطرق للتفاعل المسؤول مع الأخبار المغلوطة؟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مشاركة الأخبار.</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الإبلاغ عن الأخبار الكاذبة.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الدخول في جدالات.</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تجاهل المعلومات الخاطئة.</a:t>
            </a:r>
          </a:p>
        </p:txBody>
      </p:sp>
      <p:sp>
        <p:nvSpPr>
          <p:cNvPr id="5" name="TextBox 4">
            <a:extLst>
              <a:ext uri="{FF2B5EF4-FFF2-40B4-BE49-F238E27FC236}">
                <a16:creationId xmlns:a16="http://schemas.microsoft.com/office/drawing/2014/main" id="{FF6AB063-8AA1-A2D3-1A29-C6E3AB4D8F9A}"/>
              </a:ext>
            </a:extLst>
          </p:cNvPr>
          <p:cNvSpPr txBox="1"/>
          <p:nvPr/>
        </p:nvSpPr>
        <p:spPr>
          <a:xfrm>
            <a:off x="877930" y="360258"/>
            <a:ext cx="1718740" cy="1015663"/>
          </a:xfrm>
          <a:prstGeom prst="rect">
            <a:avLst/>
          </a:prstGeom>
          <a:noFill/>
        </p:spPr>
        <p:txBody>
          <a:bodyPr wrap="none" rtlCol="0">
            <a:spAutoFit/>
          </a:bodyPr>
          <a:lstStyle/>
          <a:p>
            <a:r>
              <a:rPr lang="ar-EG"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rPr>
              <a:t>اختبار</a:t>
            </a:r>
            <a:endParaRPr lang="en-GB"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endParaRPr>
          </a:p>
        </p:txBody>
      </p:sp>
      <p:sp>
        <p:nvSpPr>
          <p:cNvPr id="10" name="object 6">
            <a:extLst>
              <a:ext uri="{FF2B5EF4-FFF2-40B4-BE49-F238E27FC236}">
                <a16:creationId xmlns:a16="http://schemas.microsoft.com/office/drawing/2014/main" id="{CF09997C-6E3B-BBF6-6568-A3E7F9ABBDCC}"/>
              </a:ext>
            </a:extLst>
          </p:cNvPr>
          <p:cNvSpPr/>
          <p:nvPr/>
        </p:nvSpPr>
        <p:spPr>
          <a:xfrm>
            <a:off x="2686944" y="435022"/>
            <a:ext cx="693472" cy="932504"/>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3" name="object 6">
            <a:extLst>
              <a:ext uri="{FF2B5EF4-FFF2-40B4-BE49-F238E27FC236}">
                <a16:creationId xmlns:a16="http://schemas.microsoft.com/office/drawing/2014/main" id="{7E4D902C-2335-AB4F-7A2C-966FA6CA8612}"/>
              </a:ext>
            </a:extLst>
          </p:cNvPr>
          <p:cNvPicPr/>
          <p:nvPr/>
        </p:nvPicPr>
        <p:blipFill>
          <a:blip r:embed="rId6" cstate="print"/>
          <a:stretch>
            <a:fillRect/>
          </a:stretch>
        </p:blipFill>
        <p:spPr>
          <a:xfrm>
            <a:off x="10289897" y="154911"/>
            <a:ext cx="1633614" cy="944684"/>
          </a:xfrm>
          <a:prstGeom prst="rect">
            <a:avLst/>
          </a:prstGeom>
        </p:spPr>
      </p:pic>
      <p:pic>
        <p:nvPicPr>
          <p:cNvPr id="12" name="Picture 11" descr="A green square with a white check mark&#10;&#10;AI-generated content may be incorrect.">
            <a:extLst>
              <a:ext uri="{FF2B5EF4-FFF2-40B4-BE49-F238E27FC236}">
                <a16:creationId xmlns:a16="http://schemas.microsoft.com/office/drawing/2014/main" id="{5C28B77E-7EB8-5B5A-E5CA-3DBDD2C194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15046" y="4036726"/>
            <a:ext cx="522509" cy="522509"/>
          </a:xfrm>
          <a:prstGeom prst="rect">
            <a:avLst/>
          </a:prstGeom>
        </p:spPr>
      </p:pic>
    </p:spTree>
    <p:extLst>
      <p:ext uri="{BB962C8B-B14F-4D97-AF65-F5344CB8AC3E}">
        <p14:creationId xmlns:p14="http://schemas.microsoft.com/office/powerpoint/2010/main" val="15188168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par>
                                <p:cTn id="8" presetID="10" presetClass="entr" presetSubtype="0" fill="hold" nodeType="withEffect">
                                  <p:stCondLst>
                                    <p:cond delay="60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500"/>
                                        <p:tgtEl>
                                          <p:spTgt spid="11">
                                            <p:txEl>
                                              <p:pRg st="2" end="2"/>
                                            </p:txEl>
                                          </p:spTgt>
                                        </p:tgtEl>
                                      </p:cBhvr>
                                    </p:animEffect>
                                  </p:childTnLst>
                                </p:cTn>
                              </p:par>
                              <p:par>
                                <p:cTn id="11" presetID="10" presetClass="entr" presetSubtype="0" fill="hold" nodeType="withEffect">
                                  <p:stCondLst>
                                    <p:cond delay="130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500"/>
                                        <p:tgtEl>
                                          <p:spTgt spid="11">
                                            <p:txEl>
                                              <p:pRg st="3" end="3"/>
                                            </p:txEl>
                                          </p:spTgt>
                                        </p:tgtEl>
                                      </p:cBhvr>
                                    </p:animEffect>
                                  </p:childTnLst>
                                </p:cTn>
                              </p:par>
                              <p:par>
                                <p:cTn id="14" presetID="10" presetClass="entr" presetSubtype="0" fill="hold" nodeType="withEffect">
                                  <p:stCondLst>
                                    <p:cond delay="200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500"/>
                                        <p:tgtEl>
                                          <p:spTgt spid="11">
                                            <p:txEl>
                                              <p:pRg st="4" end="4"/>
                                            </p:txEl>
                                          </p:spTgt>
                                        </p:tgtEl>
                                      </p:cBhvr>
                                    </p:animEffect>
                                  </p:childTnLst>
                                </p:cTn>
                              </p:par>
                            </p:childTnLst>
                          </p:cTn>
                        </p:par>
                        <p:par>
                          <p:cTn id="17" fill="hold">
                            <p:stCondLst>
                              <p:cond delay="2500"/>
                            </p:stCondLst>
                            <p:childTnLst>
                              <p:par>
                                <p:cTn id="18" presetID="1" presetClass="mediacall" presetSubtype="0" fill="hold" nodeType="afterEffect">
                                  <p:stCondLst>
                                    <p:cond delay="0"/>
                                  </p:stCondLst>
                                  <p:childTnLst>
                                    <p:cmd type="call" cmd="playFrom(0.0)">
                                      <p:cBhvr>
                                        <p:cTn id="19" dur="20006" fill="hold"/>
                                        <p:tgtEl>
                                          <p:spTgt spid="6"/>
                                        </p:tgtEl>
                                      </p:cBhvr>
                                    </p:cmd>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fill="hold" display="0">
                  <p:stCondLst>
                    <p:cond delay="indefinite"/>
                  </p:stCondLst>
                </p:cTn>
                <p:tgtEl>
                  <p:spTgt spid="6"/>
                </p:tgtEl>
              </p:cMediaNode>
            </p:video>
            <p:seq concurrent="1" nextAc="seek">
              <p:cTn id="26" restart="whenNotActive" fill="hold" evtFilter="cancelBubble" nodeType="interactiveSeq">
                <p:stCondLst>
                  <p:cond evt="onClick" delay="0">
                    <p:tgtEl>
                      <p:spTgt spid="6"/>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20 Second Timer (Minimal)">
            <a:hlinkClick r:id="" action="ppaction://media"/>
            <a:extLst>
              <a:ext uri="{FF2B5EF4-FFF2-40B4-BE49-F238E27FC236}">
                <a16:creationId xmlns:a16="http://schemas.microsoft.com/office/drawing/2014/main" id="{9C749B7D-155F-2695-4A44-B15389D620C5}"/>
              </a:ext>
            </a:extLst>
          </p:cNvPr>
          <p:cNvPicPr>
            <a:picLocks noChangeAspect="1"/>
          </p:cNvPicPr>
          <p:nvPr>
            <a:videoFile r:link="rId2"/>
            <p:extLst>
              <p:ext uri="{DAA4B4D4-6D71-4841-9C94-3DE7FCFB9230}">
                <p14:media xmlns:p14="http://schemas.microsoft.com/office/powerpoint/2010/main" r:embed="rId1"/>
              </p:ext>
            </p:extLst>
          </p:nvPr>
        </p:nvPicPr>
        <p:blipFill>
          <a:blip r:embed="rId5">
            <a:grayscl/>
          </a:blip>
          <a:stretch>
            <a:fillRect/>
          </a:stretch>
        </p:blipFill>
        <p:spPr>
          <a:xfrm>
            <a:off x="-520861" y="2446925"/>
            <a:ext cx="6315919" cy="3552704"/>
          </a:xfrm>
          <a:prstGeom prst="rect">
            <a:avLst/>
          </a:prstGeom>
        </p:spPr>
      </p:pic>
      <p:grpSp>
        <p:nvGrpSpPr>
          <p:cNvPr id="2" name="object 2"/>
          <p:cNvGrpSpPr/>
          <p:nvPr/>
        </p:nvGrpSpPr>
        <p:grpSpPr>
          <a:xfrm>
            <a:off x="-9198" y="2"/>
            <a:ext cx="12210398" cy="2337727"/>
            <a:chOff x="-15874" y="0"/>
            <a:chExt cx="20135850" cy="3855085"/>
          </a:xfrm>
        </p:grpSpPr>
        <p:sp>
          <p:nvSpPr>
            <p:cNvPr id="3" name="object 3"/>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defTabSz="554492"/>
              <a:endParaRPr sz="1092" kern="0" dirty="0">
                <a:solidFill>
                  <a:sysClr val="windowText" lastClr="000000"/>
                </a:solidFill>
              </a:endParaRPr>
            </a:p>
          </p:txBody>
        </p:sp>
        <p:sp>
          <p:nvSpPr>
            <p:cNvPr id="4" name="object 4"/>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endParaRPr sz="1092" kern="0">
                <a:solidFill>
                  <a:sysClr val="windowText" lastClr="000000"/>
                </a:solidFill>
              </a:endParaRPr>
            </a:p>
          </p:txBody>
        </p:sp>
      </p:grpSp>
      <p:grpSp>
        <p:nvGrpSpPr>
          <p:cNvPr id="7" name="object 7"/>
          <p:cNvGrpSpPr/>
          <p:nvPr/>
        </p:nvGrpSpPr>
        <p:grpSpPr>
          <a:xfrm>
            <a:off x="610708" y="6108769"/>
            <a:ext cx="10928133" cy="758577"/>
            <a:chOff x="1006398" y="10073811"/>
            <a:chExt cx="18021300" cy="1250950"/>
          </a:xfrm>
        </p:grpSpPr>
        <p:sp>
          <p:nvSpPr>
            <p:cNvPr id="8" name="object 8"/>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grpSp>
      <p:sp>
        <p:nvSpPr>
          <p:cNvPr id="11" name="TextBox 10">
            <a:extLst>
              <a:ext uri="{FF2B5EF4-FFF2-40B4-BE49-F238E27FC236}">
                <a16:creationId xmlns:a16="http://schemas.microsoft.com/office/drawing/2014/main" id="{E1E217B7-F0ED-FA67-0516-C50049ABBDF3}"/>
              </a:ext>
            </a:extLst>
          </p:cNvPr>
          <p:cNvSpPr txBox="1"/>
          <p:nvPr/>
        </p:nvSpPr>
        <p:spPr>
          <a:xfrm>
            <a:off x="4375231" y="1965488"/>
            <a:ext cx="7561160" cy="3621504"/>
          </a:xfrm>
          <a:prstGeom prst="rect">
            <a:avLst/>
          </a:prstGeom>
          <a:noFill/>
        </p:spPr>
        <p:txBody>
          <a:bodyPr wrap="square">
            <a:spAutoFit/>
          </a:bodyPr>
          <a:lstStyle/>
          <a:p>
            <a:pPr marL="457200" lvl="0" algn="ctr" defTabSz="457200" rtl="1">
              <a:lnSpc>
                <a:spcPct val="150000"/>
              </a:lnSpc>
              <a:defRPr/>
            </a:pPr>
            <a:r>
              <a:rPr lang="ar-EG" sz="3000" b="1" dirty="0">
                <a:solidFill>
                  <a:srgbClr val="34B9A0"/>
                </a:solidFill>
                <a:latin typeface="Neo Sans Arabic Bold" panose="020B0804030504040204" pitchFamily="34" charset="-78"/>
                <a:ea typeface="Times New Roman" panose="02020603050405020304" pitchFamily="18" charset="0"/>
                <a:cs typeface="Neo Sans Arabic Bold" panose="020B0804030504040204" pitchFamily="34" charset="-78"/>
              </a:rPr>
              <a:t>ما هي الخطوة الأولى في التعامل مع التحيز الإعلامي؟</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تعزيز الوعي بالأساليب الإعلامية.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متابعة منصات إعلامية متعددة.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فهم الخلفية الأيديولوجية للمصادر الإعلامية.</a:t>
            </a:r>
          </a:p>
          <a:p>
            <a:pPr marL="914400" lvl="0" indent="-457200" algn="r" defTabSz="457200" rtl="1">
              <a:lnSpc>
                <a:spcPct val="150000"/>
              </a:lnSpc>
              <a:buFont typeface="+mj-lt"/>
              <a:buAutoNum type="arabicPeriod"/>
              <a:defRPr/>
            </a:pPr>
            <a:r>
              <a:rPr lang="ar-EG" sz="2400" dirty="0">
                <a:solidFill>
                  <a:srgbClr val="185564"/>
                </a:solidFill>
                <a:latin typeface="Neo Sans Arabic" panose="020B0504030504040204" pitchFamily="34" charset="-78"/>
                <a:ea typeface="Times New Roman" panose="02020603050405020304" pitchFamily="18" charset="0"/>
                <a:cs typeface="Neo Sans Arabic" panose="020B0504030504040204" pitchFamily="34" charset="-78"/>
              </a:rPr>
              <a:t>مقارنة الأخبار بين مصادر مختلفة.</a:t>
            </a:r>
          </a:p>
        </p:txBody>
      </p:sp>
      <p:sp>
        <p:nvSpPr>
          <p:cNvPr id="5" name="TextBox 4">
            <a:extLst>
              <a:ext uri="{FF2B5EF4-FFF2-40B4-BE49-F238E27FC236}">
                <a16:creationId xmlns:a16="http://schemas.microsoft.com/office/drawing/2014/main" id="{C65EE511-BFCC-395B-84D7-14BE66863BDF}"/>
              </a:ext>
            </a:extLst>
          </p:cNvPr>
          <p:cNvSpPr txBox="1"/>
          <p:nvPr/>
        </p:nvSpPr>
        <p:spPr>
          <a:xfrm>
            <a:off x="877930" y="360258"/>
            <a:ext cx="1718740" cy="1015663"/>
          </a:xfrm>
          <a:prstGeom prst="rect">
            <a:avLst/>
          </a:prstGeom>
          <a:noFill/>
        </p:spPr>
        <p:txBody>
          <a:bodyPr wrap="none" rtlCol="0">
            <a:spAutoFit/>
          </a:bodyPr>
          <a:lstStyle/>
          <a:p>
            <a:r>
              <a:rPr lang="ar-EG"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rPr>
              <a:t>اختبار</a:t>
            </a:r>
            <a:endParaRPr lang="en-GB" sz="6000" b="1" dirty="0">
              <a:solidFill>
                <a:schemeClr val="bg1"/>
              </a:solidFill>
              <a:effectLst>
                <a:outerShdw blurRad="38100" dist="38100" dir="2700000" algn="tl">
                  <a:srgbClr val="000000">
                    <a:alpha val="43137"/>
                  </a:srgbClr>
                </a:outerShdw>
              </a:effectLst>
              <a:latin typeface="Neo Sans Arabic" panose="020B0504030504040204" pitchFamily="34" charset="-78"/>
              <a:cs typeface="Neo Sans Arabic" panose="020B0504030504040204" pitchFamily="34" charset="-78"/>
            </a:endParaRPr>
          </a:p>
        </p:txBody>
      </p:sp>
      <p:sp>
        <p:nvSpPr>
          <p:cNvPr id="10" name="object 6">
            <a:extLst>
              <a:ext uri="{FF2B5EF4-FFF2-40B4-BE49-F238E27FC236}">
                <a16:creationId xmlns:a16="http://schemas.microsoft.com/office/drawing/2014/main" id="{03258258-DCEB-2E63-0C08-F25DE58B0888}"/>
              </a:ext>
            </a:extLst>
          </p:cNvPr>
          <p:cNvSpPr/>
          <p:nvPr/>
        </p:nvSpPr>
        <p:spPr>
          <a:xfrm>
            <a:off x="2686944" y="435022"/>
            <a:ext cx="693472" cy="932504"/>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3" name="object 6">
            <a:extLst>
              <a:ext uri="{FF2B5EF4-FFF2-40B4-BE49-F238E27FC236}">
                <a16:creationId xmlns:a16="http://schemas.microsoft.com/office/drawing/2014/main" id="{A001BF45-88CE-270B-7866-C8FB02B1A505}"/>
              </a:ext>
            </a:extLst>
          </p:cNvPr>
          <p:cNvPicPr/>
          <p:nvPr/>
        </p:nvPicPr>
        <p:blipFill>
          <a:blip r:embed="rId6" cstate="print"/>
          <a:stretch>
            <a:fillRect/>
          </a:stretch>
        </p:blipFill>
        <p:spPr>
          <a:xfrm>
            <a:off x="10289897" y="154911"/>
            <a:ext cx="1633614" cy="944684"/>
          </a:xfrm>
          <a:prstGeom prst="rect">
            <a:avLst/>
          </a:prstGeom>
        </p:spPr>
      </p:pic>
      <p:pic>
        <p:nvPicPr>
          <p:cNvPr id="12" name="Picture 11" descr="A green square with a white check mark&#10;&#10;AI-generated content may be incorrect.">
            <a:extLst>
              <a:ext uri="{FF2B5EF4-FFF2-40B4-BE49-F238E27FC236}">
                <a16:creationId xmlns:a16="http://schemas.microsoft.com/office/drawing/2014/main" id="{DC0EA5A6-2C55-9F4D-3517-393BFBD890D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94642" y="4567667"/>
            <a:ext cx="522509" cy="522509"/>
          </a:xfrm>
          <a:prstGeom prst="rect">
            <a:avLst/>
          </a:prstGeom>
        </p:spPr>
      </p:pic>
    </p:spTree>
    <p:extLst>
      <p:ext uri="{BB962C8B-B14F-4D97-AF65-F5344CB8AC3E}">
        <p14:creationId xmlns:p14="http://schemas.microsoft.com/office/powerpoint/2010/main" val="2176606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par>
                                <p:cTn id="8" presetID="10" presetClass="entr" presetSubtype="0" fill="hold" nodeType="withEffect">
                                  <p:stCondLst>
                                    <p:cond delay="60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500"/>
                                        <p:tgtEl>
                                          <p:spTgt spid="11">
                                            <p:txEl>
                                              <p:pRg st="2" end="2"/>
                                            </p:txEl>
                                          </p:spTgt>
                                        </p:tgtEl>
                                      </p:cBhvr>
                                    </p:animEffect>
                                  </p:childTnLst>
                                </p:cTn>
                              </p:par>
                              <p:par>
                                <p:cTn id="11" presetID="10" presetClass="entr" presetSubtype="0" fill="hold" nodeType="withEffect">
                                  <p:stCondLst>
                                    <p:cond delay="120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500"/>
                                        <p:tgtEl>
                                          <p:spTgt spid="11">
                                            <p:txEl>
                                              <p:pRg st="3" end="3"/>
                                            </p:txEl>
                                          </p:spTgt>
                                        </p:tgtEl>
                                      </p:cBhvr>
                                    </p:animEffect>
                                  </p:childTnLst>
                                </p:cTn>
                              </p:par>
                              <p:par>
                                <p:cTn id="14" presetID="10" presetClass="entr" presetSubtype="0" fill="hold" nodeType="withEffect">
                                  <p:stCondLst>
                                    <p:cond delay="190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500"/>
                                        <p:tgtEl>
                                          <p:spTgt spid="11">
                                            <p:txEl>
                                              <p:pRg st="4" end="4"/>
                                            </p:txEl>
                                          </p:spTgt>
                                        </p:tgtEl>
                                      </p:cBhvr>
                                    </p:animEffect>
                                  </p:childTnLst>
                                </p:cTn>
                              </p:par>
                            </p:childTnLst>
                          </p:cTn>
                        </p:par>
                        <p:par>
                          <p:cTn id="17" fill="hold">
                            <p:stCondLst>
                              <p:cond delay="2400"/>
                            </p:stCondLst>
                            <p:childTnLst>
                              <p:par>
                                <p:cTn id="18" presetID="1" presetClass="mediacall" presetSubtype="0" fill="hold" nodeType="afterEffect">
                                  <p:stCondLst>
                                    <p:cond delay="0"/>
                                  </p:stCondLst>
                                  <p:childTnLst>
                                    <p:cmd type="call" cmd="playFrom(0.0)">
                                      <p:cBhvr>
                                        <p:cTn id="19" dur="20006" fill="hold"/>
                                        <p:tgtEl>
                                          <p:spTgt spid="6"/>
                                        </p:tgtEl>
                                      </p:cBhvr>
                                    </p:cmd>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fill="hold" display="0">
                  <p:stCondLst>
                    <p:cond delay="indefinite"/>
                  </p:stCondLst>
                </p:cTn>
                <p:tgtEl>
                  <p:spTgt spid="6"/>
                </p:tgtEl>
              </p:cMediaNode>
            </p:video>
            <p:seq concurrent="1" nextAc="seek">
              <p:cTn id="26" restart="whenNotActive" fill="hold" evtFilter="cancelBubble" nodeType="interactiveSeq">
                <p:stCondLst>
                  <p:cond evt="onClick" delay="0">
                    <p:tgtEl>
                      <p:spTgt spid="6"/>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1CF80-6F5D-555E-C44D-2D7D14624CC0}"/>
            </a:ext>
          </a:extLst>
        </p:cNvPr>
        <p:cNvGrpSpPr/>
        <p:nvPr/>
      </p:nvGrpSpPr>
      <p:grpSpPr>
        <a:xfrm>
          <a:off x="0" y="0"/>
          <a:ext cx="0" cy="0"/>
          <a:chOff x="0" y="0"/>
          <a:chExt cx="0" cy="0"/>
        </a:xfrm>
      </p:grpSpPr>
      <p:grpSp>
        <p:nvGrpSpPr>
          <p:cNvPr id="65" name="object 2">
            <a:extLst>
              <a:ext uri="{FF2B5EF4-FFF2-40B4-BE49-F238E27FC236}">
                <a16:creationId xmlns:a16="http://schemas.microsoft.com/office/drawing/2014/main" id="{A8A77AB8-A8AC-DDAB-187D-6D7C99414828}"/>
              </a:ext>
            </a:extLst>
          </p:cNvPr>
          <p:cNvGrpSpPr/>
          <p:nvPr/>
        </p:nvGrpSpPr>
        <p:grpSpPr>
          <a:xfrm>
            <a:off x="-9198" y="2"/>
            <a:ext cx="12210398" cy="2337727"/>
            <a:chOff x="-15874" y="0"/>
            <a:chExt cx="20135850" cy="3855085"/>
          </a:xfrm>
        </p:grpSpPr>
        <p:sp>
          <p:nvSpPr>
            <p:cNvPr id="66" name="object 3">
              <a:extLst>
                <a:ext uri="{FF2B5EF4-FFF2-40B4-BE49-F238E27FC236}">
                  <a16:creationId xmlns:a16="http://schemas.microsoft.com/office/drawing/2014/main" id="{2A093993-EBFC-E546-04AE-BE5D365F376F}"/>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rgbClr val="065363"/>
            </a:solidFill>
          </p:spPr>
          <p:txBody>
            <a:bodyPr wrap="square" lIns="0" tIns="0" rIns="0" bIns="0" rtlCol="0"/>
            <a:lstStyle/>
            <a:p>
              <a:pPr defTabSz="554492"/>
              <a:endParaRPr sz="1092" kern="0" dirty="0">
                <a:solidFill>
                  <a:sysClr val="windowText" lastClr="000000"/>
                </a:solidFill>
              </a:endParaRPr>
            </a:p>
          </p:txBody>
        </p:sp>
        <p:sp>
          <p:nvSpPr>
            <p:cNvPr id="67" name="object 4">
              <a:extLst>
                <a:ext uri="{FF2B5EF4-FFF2-40B4-BE49-F238E27FC236}">
                  <a16:creationId xmlns:a16="http://schemas.microsoft.com/office/drawing/2014/main" id="{3414F713-F0BE-6B5E-C135-62E04590C6A3}"/>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defTabSz="554492"/>
              <a:endParaRPr sz="1092" kern="0">
                <a:solidFill>
                  <a:sysClr val="windowText" lastClr="000000"/>
                </a:solidFill>
              </a:endParaRPr>
            </a:p>
          </p:txBody>
        </p:sp>
      </p:grpSp>
      <p:grpSp>
        <p:nvGrpSpPr>
          <p:cNvPr id="68" name="object 7">
            <a:extLst>
              <a:ext uri="{FF2B5EF4-FFF2-40B4-BE49-F238E27FC236}">
                <a16:creationId xmlns:a16="http://schemas.microsoft.com/office/drawing/2014/main" id="{9128C926-813E-1A4B-FA6D-95926A4D1CC9}"/>
              </a:ext>
            </a:extLst>
          </p:cNvPr>
          <p:cNvGrpSpPr/>
          <p:nvPr/>
        </p:nvGrpSpPr>
        <p:grpSpPr>
          <a:xfrm>
            <a:off x="610708" y="6089796"/>
            <a:ext cx="10928133" cy="758577"/>
            <a:chOff x="1006398" y="10073811"/>
            <a:chExt cx="18021300" cy="1250950"/>
          </a:xfrm>
        </p:grpSpPr>
        <p:sp>
          <p:nvSpPr>
            <p:cNvPr id="69" name="object 8">
              <a:extLst>
                <a:ext uri="{FF2B5EF4-FFF2-40B4-BE49-F238E27FC236}">
                  <a16:creationId xmlns:a16="http://schemas.microsoft.com/office/drawing/2014/main" id="{806F6255-DF70-1723-92FD-E13394F22E97}"/>
                </a:ext>
              </a:extLst>
            </p:cNvPr>
            <p:cNvSpPr/>
            <p:nvPr/>
          </p:nvSpPr>
          <p:spPr>
            <a:xfrm>
              <a:off x="11575369" y="10980380"/>
              <a:ext cx="5979160" cy="328295"/>
            </a:xfrm>
            <a:custGeom>
              <a:avLst/>
              <a:gdLst/>
              <a:ahLst/>
              <a:cxnLst/>
              <a:rect l="l" t="t" r="r" b="b"/>
              <a:pathLst>
                <a:path w="5979159" h="328295">
                  <a:moveTo>
                    <a:pt x="0" y="328175"/>
                  </a:moveTo>
                  <a:lnTo>
                    <a:pt x="95240" y="322521"/>
                  </a:lnTo>
                  <a:lnTo>
                    <a:pt x="159009" y="318736"/>
                  </a:lnTo>
                  <a:lnTo>
                    <a:pt x="222948" y="314941"/>
                  </a:lnTo>
                  <a:lnTo>
                    <a:pt x="287046" y="311136"/>
                  </a:lnTo>
                  <a:lnTo>
                    <a:pt x="351291" y="307322"/>
                  </a:lnTo>
                  <a:lnTo>
                    <a:pt x="415671" y="303501"/>
                  </a:lnTo>
                  <a:lnTo>
                    <a:pt x="480174" y="299672"/>
                  </a:lnTo>
                  <a:lnTo>
                    <a:pt x="544790" y="295837"/>
                  </a:lnTo>
                  <a:lnTo>
                    <a:pt x="609505" y="291995"/>
                  </a:lnTo>
                  <a:lnTo>
                    <a:pt x="674309" y="288149"/>
                  </a:lnTo>
                  <a:lnTo>
                    <a:pt x="739189" y="284298"/>
                  </a:lnTo>
                  <a:lnTo>
                    <a:pt x="804134" y="280443"/>
                  </a:lnTo>
                  <a:lnTo>
                    <a:pt x="869131" y="276585"/>
                  </a:lnTo>
                  <a:lnTo>
                    <a:pt x="934170" y="272725"/>
                  </a:lnTo>
                  <a:lnTo>
                    <a:pt x="999239" y="268862"/>
                  </a:lnTo>
                  <a:lnTo>
                    <a:pt x="1064324" y="264999"/>
                  </a:lnTo>
                  <a:lnTo>
                    <a:pt x="1129416" y="261136"/>
                  </a:lnTo>
                  <a:lnTo>
                    <a:pt x="1194502" y="257272"/>
                  </a:lnTo>
                  <a:lnTo>
                    <a:pt x="1259571" y="253410"/>
                  </a:lnTo>
                  <a:lnTo>
                    <a:pt x="1324609" y="249550"/>
                  </a:lnTo>
                  <a:lnTo>
                    <a:pt x="1389607" y="245692"/>
                  </a:lnTo>
                  <a:lnTo>
                    <a:pt x="1454552" y="241837"/>
                  </a:lnTo>
                  <a:lnTo>
                    <a:pt x="1519432" y="237986"/>
                  </a:lnTo>
                  <a:lnTo>
                    <a:pt x="1584236" y="234140"/>
                  </a:lnTo>
                  <a:lnTo>
                    <a:pt x="1648951" y="230298"/>
                  </a:lnTo>
                  <a:lnTo>
                    <a:pt x="1713566" y="226463"/>
                  </a:lnTo>
                  <a:lnTo>
                    <a:pt x="1778070" y="222634"/>
                  </a:lnTo>
                  <a:lnTo>
                    <a:pt x="1842450" y="218813"/>
                  </a:lnTo>
                  <a:lnTo>
                    <a:pt x="1906695" y="214999"/>
                  </a:lnTo>
                  <a:lnTo>
                    <a:pt x="1970793" y="211195"/>
                  </a:lnTo>
                  <a:lnTo>
                    <a:pt x="2034732" y="207399"/>
                  </a:lnTo>
                  <a:lnTo>
                    <a:pt x="2098501" y="203614"/>
                  </a:lnTo>
                  <a:lnTo>
                    <a:pt x="2162087" y="199840"/>
                  </a:lnTo>
                  <a:lnTo>
                    <a:pt x="2225479" y="196077"/>
                  </a:lnTo>
                  <a:lnTo>
                    <a:pt x="2288665" y="192326"/>
                  </a:lnTo>
                  <a:lnTo>
                    <a:pt x="2351634" y="188588"/>
                  </a:lnTo>
                  <a:lnTo>
                    <a:pt x="2414373" y="184864"/>
                  </a:lnTo>
                  <a:lnTo>
                    <a:pt x="2476871" y="181153"/>
                  </a:lnTo>
                  <a:lnTo>
                    <a:pt x="2539116" y="177458"/>
                  </a:lnTo>
                  <a:lnTo>
                    <a:pt x="2601097" y="173779"/>
                  </a:lnTo>
                  <a:lnTo>
                    <a:pt x="2662801" y="170116"/>
                  </a:lnTo>
                  <a:lnTo>
                    <a:pt x="2724217" y="166470"/>
                  </a:lnTo>
                  <a:lnTo>
                    <a:pt x="2785333" y="162841"/>
                  </a:lnTo>
                  <a:lnTo>
                    <a:pt x="2846137" y="159231"/>
                  </a:lnTo>
                  <a:lnTo>
                    <a:pt x="2906618" y="155641"/>
                  </a:lnTo>
                  <a:lnTo>
                    <a:pt x="2966764" y="152070"/>
                  </a:lnTo>
                  <a:lnTo>
                    <a:pt x="3026562" y="148519"/>
                  </a:lnTo>
                  <a:lnTo>
                    <a:pt x="3086002" y="144990"/>
                  </a:lnTo>
                  <a:lnTo>
                    <a:pt x="3145071" y="141483"/>
                  </a:lnTo>
                  <a:lnTo>
                    <a:pt x="3203758" y="137998"/>
                  </a:lnTo>
                  <a:lnTo>
                    <a:pt x="3262051" y="134537"/>
                  </a:lnTo>
                  <a:lnTo>
                    <a:pt x="3319938" y="131100"/>
                  </a:lnTo>
                  <a:lnTo>
                    <a:pt x="3377408" y="127687"/>
                  </a:lnTo>
                  <a:lnTo>
                    <a:pt x="3434448" y="124300"/>
                  </a:lnTo>
                  <a:lnTo>
                    <a:pt x="3491047" y="120939"/>
                  </a:lnTo>
                  <a:lnTo>
                    <a:pt x="3547193" y="117604"/>
                  </a:lnTo>
                  <a:lnTo>
                    <a:pt x="3602875" y="114297"/>
                  </a:lnTo>
                  <a:lnTo>
                    <a:pt x="3658080" y="111019"/>
                  </a:lnTo>
                  <a:lnTo>
                    <a:pt x="3712797" y="107769"/>
                  </a:lnTo>
                  <a:lnTo>
                    <a:pt x="3767014" y="104549"/>
                  </a:lnTo>
                  <a:lnTo>
                    <a:pt x="3820719" y="101359"/>
                  </a:lnTo>
                  <a:lnTo>
                    <a:pt x="3873901" y="98199"/>
                  </a:lnTo>
                  <a:lnTo>
                    <a:pt x="3926548" y="95072"/>
                  </a:lnTo>
                  <a:lnTo>
                    <a:pt x="3978648" y="91977"/>
                  </a:lnTo>
                  <a:lnTo>
                    <a:pt x="4030189" y="88915"/>
                  </a:lnTo>
                  <a:lnTo>
                    <a:pt x="4081159" y="85887"/>
                  </a:lnTo>
                  <a:lnTo>
                    <a:pt x="4131548" y="82893"/>
                  </a:lnTo>
                  <a:lnTo>
                    <a:pt x="4181342" y="79934"/>
                  </a:lnTo>
                  <a:lnTo>
                    <a:pt x="4230530" y="77012"/>
                  </a:lnTo>
                  <a:lnTo>
                    <a:pt x="4279101" y="74125"/>
                  </a:lnTo>
                  <a:lnTo>
                    <a:pt x="4327043" y="71276"/>
                  </a:lnTo>
                  <a:lnTo>
                    <a:pt x="4374343" y="68465"/>
                  </a:lnTo>
                  <a:lnTo>
                    <a:pt x="4420991" y="65693"/>
                  </a:lnTo>
                  <a:lnTo>
                    <a:pt x="4466974" y="62959"/>
                  </a:lnTo>
                  <a:lnTo>
                    <a:pt x="4512281" y="60266"/>
                  </a:lnTo>
                  <a:lnTo>
                    <a:pt x="4556899" y="57614"/>
                  </a:lnTo>
                  <a:lnTo>
                    <a:pt x="4600818" y="55003"/>
                  </a:lnTo>
                  <a:lnTo>
                    <a:pt x="4644025" y="52434"/>
                  </a:lnTo>
                  <a:lnTo>
                    <a:pt x="4686509" y="49907"/>
                  </a:lnTo>
                  <a:lnTo>
                    <a:pt x="4728257" y="47425"/>
                  </a:lnTo>
                  <a:lnTo>
                    <a:pt x="4769259" y="44986"/>
                  </a:lnTo>
                  <a:lnTo>
                    <a:pt x="4809502" y="42592"/>
                  </a:lnTo>
                  <a:lnTo>
                    <a:pt x="4848974" y="40244"/>
                  </a:lnTo>
                  <a:lnTo>
                    <a:pt x="4887664" y="37942"/>
                  </a:lnTo>
                  <a:lnTo>
                    <a:pt x="4962651" y="33480"/>
                  </a:lnTo>
                  <a:lnTo>
                    <a:pt x="5034367" y="29212"/>
                  </a:lnTo>
                  <a:lnTo>
                    <a:pt x="5102719" y="25142"/>
                  </a:lnTo>
                  <a:lnTo>
                    <a:pt x="5167613" y="21277"/>
                  </a:lnTo>
                  <a:lnTo>
                    <a:pt x="5228955" y="17622"/>
                  </a:lnTo>
                  <a:lnTo>
                    <a:pt x="5286650" y="14182"/>
                  </a:lnTo>
                  <a:lnTo>
                    <a:pt x="5340604" y="10964"/>
                  </a:lnTo>
                  <a:lnTo>
                    <a:pt x="5390724" y="7973"/>
                  </a:lnTo>
                  <a:lnTo>
                    <a:pt x="5436915" y="5214"/>
                  </a:lnTo>
                  <a:lnTo>
                    <a:pt x="5483474" y="2191"/>
                  </a:lnTo>
                  <a:lnTo>
                    <a:pt x="5506763" y="867"/>
                  </a:lnTo>
                  <a:lnTo>
                    <a:pt x="5530064" y="0"/>
                  </a:lnTo>
                  <a:lnTo>
                    <a:pt x="5578962" y="864"/>
                  </a:lnTo>
                  <a:lnTo>
                    <a:pt x="5625771" y="5728"/>
                  </a:lnTo>
                  <a:lnTo>
                    <a:pt x="5670360" y="14430"/>
                  </a:lnTo>
                  <a:lnTo>
                    <a:pt x="5712600" y="26812"/>
                  </a:lnTo>
                  <a:lnTo>
                    <a:pt x="5752359" y="42713"/>
                  </a:lnTo>
                  <a:lnTo>
                    <a:pt x="5789510" y="61972"/>
                  </a:lnTo>
                  <a:lnTo>
                    <a:pt x="5823920" y="84429"/>
                  </a:lnTo>
                  <a:lnTo>
                    <a:pt x="5855461" y="109925"/>
                  </a:lnTo>
                  <a:lnTo>
                    <a:pt x="5884002" y="138298"/>
                  </a:lnTo>
                  <a:lnTo>
                    <a:pt x="5909413" y="169390"/>
                  </a:lnTo>
                  <a:lnTo>
                    <a:pt x="5931564" y="203039"/>
                  </a:lnTo>
                  <a:lnTo>
                    <a:pt x="5950326" y="239085"/>
                  </a:lnTo>
                  <a:lnTo>
                    <a:pt x="5965567" y="277369"/>
                  </a:lnTo>
                  <a:lnTo>
                    <a:pt x="5977159" y="317730"/>
                  </a:lnTo>
                  <a:lnTo>
                    <a:pt x="5979089" y="328175"/>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sp>
          <p:nvSpPr>
            <p:cNvPr id="70" name="object 9">
              <a:extLst>
                <a:ext uri="{FF2B5EF4-FFF2-40B4-BE49-F238E27FC236}">
                  <a16:creationId xmlns:a16="http://schemas.microsoft.com/office/drawing/2014/main" id="{7755B715-F5EB-1D6A-6771-5B5F0CE818F8}"/>
                </a:ext>
              </a:extLst>
            </p:cNvPr>
            <p:cNvSpPr/>
            <p:nvPr/>
          </p:nvSpPr>
          <p:spPr>
            <a:xfrm>
              <a:off x="1022104" y="10089517"/>
              <a:ext cx="17989550" cy="1210945"/>
            </a:xfrm>
            <a:custGeom>
              <a:avLst/>
              <a:gdLst/>
              <a:ahLst/>
              <a:cxnLst/>
              <a:rect l="l" t="t" r="r" b="b"/>
              <a:pathLst>
                <a:path w="17989550" h="1210945">
                  <a:moveTo>
                    <a:pt x="0" y="1099886"/>
                  </a:moveTo>
                  <a:lnTo>
                    <a:pt x="57539" y="1095981"/>
                  </a:lnTo>
                  <a:lnTo>
                    <a:pt x="134728" y="1090748"/>
                  </a:lnTo>
                  <a:lnTo>
                    <a:pt x="175185" y="1088007"/>
                  </a:lnTo>
                  <a:lnTo>
                    <a:pt x="216856" y="1085184"/>
                  </a:lnTo>
                  <a:lnTo>
                    <a:pt x="259719" y="1082281"/>
                  </a:lnTo>
                  <a:lnTo>
                    <a:pt x="303754" y="1079300"/>
                  </a:lnTo>
                  <a:lnTo>
                    <a:pt x="348938" y="1076242"/>
                  </a:lnTo>
                  <a:lnTo>
                    <a:pt x="395250" y="1073108"/>
                  </a:lnTo>
                  <a:lnTo>
                    <a:pt x="442669" y="1069900"/>
                  </a:lnTo>
                  <a:lnTo>
                    <a:pt x="491174" y="1066620"/>
                  </a:lnTo>
                  <a:lnTo>
                    <a:pt x="540744" y="1063268"/>
                  </a:lnTo>
                  <a:lnTo>
                    <a:pt x="591357" y="1059846"/>
                  </a:lnTo>
                  <a:lnTo>
                    <a:pt x="642992" y="1056356"/>
                  </a:lnTo>
                  <a:lnTo>
                    <a:pt x="695628" y="1052799"/>
                  </a:lnTo>
                  <a:lnTo>
                    <a:pt x="749242" y="1049176"/>
                  </a:lnTo>
                  <a:lnTo>
                    <a:pt x="803815" y="1045490"/>
                  </a:lnTo>
                  <a:lnTo>
                    <a:pt x="859325" y="1041740"/>
                  </a:lnTo>
                  <a:lnTo>
                    <a:pt x="915750" y="1037929"/>
                  </a:lnTo>
                  <a:lnTo>
                    <a:pt x="973070" y="1034059"/>
                  </a:lnTo>
                  <a:lnTo>
                    <a:pt x="1031262" y="1030130"/>
                  </a:lnTo>
                  <a:lnTo>
                    <a:pt x="1090306" y="1026144"/>
                  </a:lnTo>
                  <a:lnTo>
                    <a:pt x="1150181" y="1022102"/>
                  </a:lnTo>
                  <a:lnTo>
                    <a:pt x="1210864" y="1018006"/>
                  </a:lnTo>
                  <a:lnTo>
                    <a:pt x="1272335" y="1013858"/>
                  </a:lnTo>
                  <a:lnTo>
                    <a:pt x="1334573" y="1009658"/>
                  </a:lnTo>
                  <a:lnTo>
                    <a:pt x="1397555" y="1005409"/>
                  </a:lnTo>
                  <a:lnTo>
                    <a:pt x="1461262" y="1001111"/>
                  </a:lnTo>
                  <a:lnTo>
                    <a:pt x="1525671" y="996766"/>
                  </a:lnTo>
                  <a:lnTo>
                    <a:pt x="1590762" y="992375"/>
                  </a:lnTo>
                  <a:lnTo>
                    <a:pt x="1656512" y="987941"/>
                  </a:lnTo>
                  <a:lnTo>
                    <a:pt x="1722902" y="983463"/>
                  </a:lnTo>
                  <a:lnTo>
                    <a:pt x="1789908" y="978945"/>
                  </a:lnTo>
                  <a:lnTo>
                    <a:pt x="1857511" y="974387"/>
                  </a:lnTo>
                  <a:lnTo>
                    <a:pt x="1925689" y="969790"/>
                  </a:lnTo>
                  <a:lnTo>
                    <a:pt x="1994420" y="965156"/>
                  </a:lnTo>
                  <a:lnTo>
                    <a:pt x="2063684" y="960487"/>
                  </a:lnTo>
                  <a:lnTo>
                    <a:pt x="2133458" y="955783"/>
                  </a:lnTo>
                  <a:lnTo>
                    <a:pt x="2203723" y="951047"/>
                  </a:lnTo>
                  <a:lnTo>
                    <a:pt x="2274455" y="946280"/>
                  </a:lnTo>
                  <a:lnTo>
                    <a:pt x="2345635" y="941483"/>
                  </a:lnTo>
                  <a:lnTo>
                    <a:pt x="2417240" y="936657"/>
                  </a:lnTo>
                  <a:lnTo>
                    <a:pt x="2489251" y="931805"/>
                  </a:lnTo>
                  <a:lnTo>
                    <a:pt x="2561644" y="926927"/>
                  </a:lnTo>
                  <a:lnTo>
                    <a:pt x="2634399" y="922025"/>
                  </a:lnTo>
                  <a:lnTo>
                    <a:pt x="2707495" y="917100"/>
                  </a:lnTo>
                  <a:lnTo>
                    <a:pt x="2780910" y="912154"/>
                  </a:lnTo>
                  <a:lnTo>
                    <a:pt x="2854624" y="907188"/>
                  </a:lnTo>
                  <a:lnTo>
                    <a:pt x="2928614" y="902203"/>
                  </a:lnTo>
                  <a:lnTo>
                    <a:pt x="3002860" y="897202"/>
                  </a:lnTo>
                  <a:lnTo>
                    <a:pt x="3077340" y="892185"/>
                  </a:lnTo>
                  <a:lnTo>
                    <a:pt x="3152032" y="887155"/>
                  </a:lnTo>
                  <a:lnTo>
                    <a:pt x="3226917" y="882111"/>
                  </a:lnTo>
                  <a:lnTo>
                    <a:pt x="3301972" y="877056"/>
                  </a:lnTo>
                  <a:lnTo>
                    <a:pt x="3377176" y="871992"/>
                  </a:lnTo>
                  <a:lnTo>
                    <a:pt x="3452507" y="866919"/>
                  </a:lnTo>
                  <a:lnTo>
                    <a:pt x="3527945" y="861839"/>
                  </a:lnTo>
                  <a:lnTo>
                    <a:pt x="3603469" y="856754"/>
                  </a:lnTo>
                  <a:lnTo>
                    <a:pt x="3679056" y="851664"/>
                  </a:lnTo>
                  <a:lnTo>
                    <a:pt x="3754686" y="846572"/>
                  </a:lnTo>
                  <a:lnTo>
                    <a:pt x="3830337" y="841478"/>
                  </a:lnTo>
                  <a:lnTo>
                    <a:pt x="3905988" y="836385"/>
                  </a:lnTo>
                  <a:lnTo>
                    <a:pt x="3981618" y="831294"/>
                  </a:lnTo>
                  <a:lnTo>
                    <a:pt x="4057205" y="826205"/>
                  </a:lnTo>
                  <a:lnTo>
                    <a:pt x="4132729" y="821121"/>
                  </a:lnTo>
                  <a:lnTo>
                    <a:pt x="4208167" y="816043"/>
                  </a:lnTo>
                  <a:lnTo>
                    <a:pt x="4283499" y="810972"/>
                  </a:lnTo>
                  <a:lnTo>
                    <a:pt x="4358703" y="805910"/>
                  </a:lnTo>
                  <a:lnTo>
                    <a:pt x="4433758" y="800859"/>
                  </a:lnTo>
                  <a:lnTo>
                    <a:pt x="4508643" y="795819"/>
                  </a:lnTo>
                  <a:lnTo>
                    <a:pt x="4583336" y="790792"/>
                  </a:lnTo>
                  <a:lnTo>
                    <a:pt x="4657817" y="785779"/>
                  </a:lnTo>
                  <a:lnTo>
                    <a:pt x="4732063" y="780782"/>
                  </a:lnTo>
                  <a:lnTo>
                    <a:pt x="4806054" y="775803"/>
                  </a:lnTo>
                  <a:lnTo>
                    <a:pt x="4879768" y="770843"/>
                  </a:lnTo>
                  <a:lnTo>
                    <a:pt x="4953184" y="765902"/>
                  </a:lnTo>
                  <a:lnTo>
                    <a:pt x="5026281" y="760984"/>
                  </a:lnTo>
                  <a:lnTo>
                    <a:pt x="5099037" y="756088"/>
                  </a:lnTo>
                  <a:lnTo>
                    <a:pt x="5171431" y="751217"/>
                  </a:lnTo>
                  <a:lnTo>
                    <a:pt x="5243442" y="746372"/>
                  </a:lnTo>
                  <a:lnTo>
                    <a:pt x="5315049" y="741554"/>
                  </a:lnTo>
                  <a:lnTo>
                    <a:pt x="5386229" y="736765"/>
                  </a:lnTo>
                  <a:lnTo>
                    <a:pt x="5456963" y="732007"/>
                  </a:lnTo>
                  <a:lnTo>
                    <a:pt x="5527228" y="727280"/>
                  </a:lnTo>
                  <a:lnTo>
                    <a:pt x="5597004" y="722586"/>
                  </a:lnTo>
                  <a:lnTo>
                    <a:pt x="5666269" y="717926"/>
                  </a:lnTo>
                  <a:lnTo>
                    <a:pt x="5735001" y="713303"/>
                  </a:lnTo>
                  <a:lnTo>
                    <a:pt x="5803180" y="708716"/>
                  </a:lnTo>
                  <a:lnTo>
                    <a:pt x="5870784" y="704169"/>
                  </a:lnTo>
                  <a:lnTo>
                    <a:pt x="5937792" y="699662"/>
                  </a:lnTo>
                  <a:lnTo>
                    <a:pt x="6004183" y="695197"/>
                  </a:lnTo>
                  <a:lnTo>
                    <a:pt x="6069935" y="690774"/>
                  </a:lnTo>
                  <a:lnTo>
                    <a:pt x="6135027" y="686396"/>
                  </a:lnTo>
                  <a:lnTo>
                    <a:pt x="6199438" y="682064"/>
                  </a:lnTo>
                  <a:lnTo>
                    <a:pt x="6263146" y="677780"/>
                  </a:lnTo>
                  <a:lnTo>
                    <a:pt x="6326131" y="673544"/>
                  </a:lnTo>
                  <a:lnTo>
                    <a:pt x="6388370" y="669359"/>
                  </a:lnTo>
                  <a:lnTo>
                    <a:pt x="6449843" y="665225"/>
                  </a:lnTo>
                  <a:lnTo>
                    <a:pt x="6510528" y="661144"/>
                  </a:lnTo>
                  <a:lnTo>
                    <a:pt x="6570405" y="657118"/>
                  </a:lnTo>
                  <a:lnTo>
                    <a:pt x="6629450" y="653148"/>
                  </a:lnTo>
                  <a:lnTo>
                    <a:pt x="6687645" y="649235"/>
                  </a:lnTo>
                  <a:lnTo>
                    <a:pt x="6744966" y="645381"/>
                  </a:lnTo>
                  <a:lnTo>
                    <a:pt x="6801394" y="641587"/>
                  </a:lnTo>
                  <a:lnTo>
                    <a:pt x="6856906" y="637855"/>
                  </a:lnTo>
                  <a:lnTo>
                    <a:pt x="6911481" y="634186"/>
                  </a:lnTo>
                  <a:lnTo>
                    <a:pt x="6965098" y="630582"/>
                  </a:lnTo>
                  <a:lnTo>
                    <a:pt x="7017736" y="627043"/>
                  </a:lnTo>
                  <a:lnTo>
                    <a:pt x="7069373" y="623572"/>
                  </a:lnTo>
                  <a:lnTo>
                    <a:pt x="7119988" y="620170"/>
                  </a:lnTo>
                  <a:lnTo>
                    <a:pt x="7169560" y="616838"/>
                  </a:lnTo>
                  <a:lnTo>
                    <a:pt x="7218068" y="613578"/>
                  </a:lnTo>
                  <a:lnTo>
                    <a:pt x="7265490" y="610391"/>
                  </a:lnTo>
                  <a:lnTo>
                    <a:pt x="7311805" y="607278"/>
                  </a:lnTo>
                  <a:lnTo>
                    <a:pt x="7356991" y="604241"/>
                  </a:lnTo>
                  <a:lnTo>
                    <a:pt x="7401028" y="601282"/>
                  </a:lnTo>
                  <a:lnTo>
                    <a:pt x="7443894" y="598402"/>
                  </a:lnTo>
                  <a:lnTo>
                    <a:pt x="7485568" y="595601"/>
                  </a:lnTo>
                  <a:lnTo>
                    <a:pt x="7526028" y="592883"/>
                  </a:lnTo>
                  <a:lnTo>
                    <a:pt x="7565254" y="590248"/>
                  </a:lnTo>
                  <a:lnTo>
                    <a:pt x="7639915" y="585232"/>
                  </a:lnTo>
                  <a:lnTo>
                    <a:pt x="7709382" y="580566"/>
                  </a:lnTo>
                  <a:lnTo>
                    <a:pt x="7773484" y="576261"/>
                  </a:lnTo>
                  <a:lnTo>
                    <a:pt x="7832050" y="572329"/>
                  </a:lnTo>
                  <a:lnTo>
                    <a:pt x="7884911" y="568780"/>
                  </a:lnTo>
                  <a:lnTo>
                    <a:pt x="7931896" y="565627"/>
                  </a:lnTo>
                  <a:lnTo>
                    <a:pt x="7972834" y="562881"/>
                  </a:lnTo>
                  <a:lnTo>
                    <a:pt x="8022533" y="559550"/>
                  </a:lnTo>
                  <a:lnTo>
                    <a:pt x="8066047" y="556638"/>
                  </a:lnTo>
                  <a:lnTo>
                    <a:pt x="8106598" y="554109"/>
                  </a:lnTo>
                  <a:lnTo>
                    <a:pt x="8157801" y="551051"/>
                  </a:lnTo>
                  <a:lnTo>
                    <a:pt x="8212437" y="547790"/>
                  </a:lnTo>
                  <a:lnTo>
                    <a:pt x="8270430" y="544330"/>
                  </a:lnTo>
                  <a:lnTo>
                    <a:pt x="8331701" y="540676"/>
                  </a:lnTo>
                  <a:lnTo>
                    <a:pt x="8396172" y="536833"/>
                  </a:lnTo>
                  <a:lnTo>
                    <a:pt x="8463765" y="532806"/>
                  </a:lnTo>
                  <a:lnTo>
                    <a:pt x="8534402" y="528598"/>
                  </a:lnTo>
                  <a:lnTo>
                    <a:pt x="8608005" y="524215"/>
                  </a:lnTo>
                  <a:lnTo>
                    <a:pt x="8684496" y="519661"/>
                  </a:lnTo>
                  <a:lnTo>
                    <a:pt x="8723800" y="517322"/>
                  </a:lnTo>
                  <a:lnTo>
                    <a:pt x="8763797" y="514941"/>
                  </a:lnTo>
                  <a:lnTo>
                    <a:pt x="8804477" y="512521"/>
                  </a:lnTo>
                  <a:lnTo>
                    <a:pt x="8845830" y="510060"/>
                  </a:lnTo>
                  <a:lnTo>
                    <a:pt x="8887846" y="507560"/>
                  </a:lnTo>
                  <a:lnTo>
                    <a:pt x="8930516" y="505021"/>
                  </a:lnTo>
                  <a:lnTo>
                    <a:pt x="8973830" y="502445"/>
                  </a:lnTo>
                  <a:lnTo>
                    <a:pt x="9017778" y="499831"/>
                  </a:lnTo>
                  <a:lnTo>
                    <a:pt x="9062350" y="497179"/>
                  </a:lnTo>
                  <a:lnTo>
                    <a:pt x="9107537" y="494492"/>
                  </a:lnTo>
                  <a:lnTo>
                    <a:pt x="9153329" y="491769"/>
                  </a:lnTo>
                  <a:lnTo>
                    <a:pt x="9199716" y="489010"/>
                  </a:lnTo>
                  <a:lnTo>
                    <a:pt x="9246689" y="486217"/>
                  </a:lnTo>
                  <a:lnTo>
                    <a:pt x="9294237" y="483390"/>
                  </a:lnTo>
                  <a:lnTo>
                    <a:pt x="9342351" y="480530"/>
                  </a:lnTo>
                  <a:lnTo>
                    <a:pt x="9391021" y="477636"/>
                  </a:lnTo>
                  <a:lnTo>
                    <a:pt x="9440237" y="474711"/>
                  </a:lnTo>
                  <a:lnTo>
                    <a:pt x="9489990" y="471753"/>
                  </a:lnTo>
                  <a:lnTo>
                    <a:pt x="9540270" y="468764"/>
                  </a:lnTo>
                  <a:lnTo>
                    <a:pt x="9591067" y="465745"/>
                  </a:lnTo>
                  <a:lnTo>
                    <a:pt x="9642372" y="462696"/>
                  </a:lnTo>
                  <a:lnTo>
                    <a:pt x="9694173" y="459617"/>
                  </a:lnTo>
                  <a:lnTo>
                    <a:pt x="9746463" y="456510"/>
                  </a:lnTo>
                  <a:lnTo>
                    <a:pt x="9799231" y="453374"/>
                  </a:lnTo>
                  <a:lnTo>
                    <a:pt x="9852467" y="450211"/>
                  </a:lnTo>
                  <a:lnTo>
                    <a:pt x="9906162" y="447020"/>
                  </a:lnTo>
                  <a:lnTo>
                    <a:pt x="9960305" y="443803"/>
                  </a:lnTo>
                  <a:lnTo>
                    <a:pt x="10014887" y="440560"/>
                  </a:lnTo>
                  <a:lnTo>
                    <a:pt x="10069899" y="437291"/>
                  </a:lnTo>
                  <a:lnTo>
                    <a:pt x="10125330" y="433998"/>
                  </a:lnTo>
                  <a:lnTo>
                    <a:pt x="10181171" y="430680"/>
                  </a:lnTo>
                  <a:lnTo>
                    <a:pt x="10237412" y="427339"/>
                  </a:lnTo>
                  <a:lnTo>
                    <a:pt x="10294044" y="423975"/>
                  </a:lnTo>
                  <a:lnTo>
                    <a:pt x="10351055" y="420588"/>
                  </a:lnTo>
                  <a:lnTo>
                    <a:pt x="10408438" y="417179"/>
                  </a:lnTo>
                  <a:lnTo>
                    <a:pt x="10466181" y="413749"/>
                  </a:lnTo>
                  <a:lnTo>
                    <a:pt x="10524276" y="410299"/>
                  </a:lnTo>
                  <a:lnTo>
                    <a:pt x="10582712" y="406827"/>
                  </a:lnTo>
                  <a:lnTo>
                    <a:pt x="10641480" y="403337"/>
                  </a:lnTo>
                  <a:lnTo>
                    <a:pt x="10700570" y="399827"/>
                  </a:lnTo>
                  <a:lnTo>
                    <a:pt x="10759972" y="396299"/>
                  </a:lnTo>
                  <a:lnTo>
                    <a:pt x="10819677" y="392753"/>
                  </a:lnTo>
                  <a:lnTo>
                    <a:pt x="10879674" y="389190"/>
                  </a:lnTo>
                  <a:lnTo>
                    <a:pt x="10939954" y="385610"/>
                  </a:lnTo>
                  <a:lnTo>
                    <a:pt x="11000507" y="382013"/>
                  </a:lnTo>
                  <a:lnTo>
                    <a:pt x="11061324" y="378402"/>
                  </a:lnTo>
                  <a:lnTo>
                    <a:pt x="11122395" y="374775"/>
                  </a:lnTo>
                  <a:lnTo>
                    <a:pt x="11183709" y="371134"/>
                  </a:lnTo>
                  <a:lnTo>
                    <a:pt x="11245257" y="367478"/>
                  </a:lnTo>
                  <a:lnTo>
                    <a:pt x="11307030" y="363810"/>
                  </a:lnTo>
                  <a:lnTo>
                    <a:pt x="11369018" y="360129"/>
                  </a:lnTo>
                  <a:lnTo>
                    <a:pt x="11431210" y="356436"/>
                  </a:lnTo>
                  <a:lnTo>
                    <a:pt x="11493598" y="352731"/>
                  </a:lnTo>
                  <a:lnTo>
                    <a:pt x="11556171" y="349016"/>
                  </a:lnTo>
                  <a:lnTo>
                    <a:pt x="11618919" y="345289"/>
                  </a:lnTo>
                  <a:lnTo>
                    <a:pt x="11681833" y="341554"/>
                  </a:lnTo>
                  <a:lnTo>
                    <a:pt x="11744904" y="337809"/>
                  </a:lnTo>
                  <a:lnTo>
                    <a:pt x="11808121" y="334055"/>
                  </a:lnTo>
                  <a:lnTo>
                    <a:pt x="11871474" y="330293"/>
                  </a:lnTo>
                  <a:lnTo>
                    <a:pt x="11934954" y="326524"/>
                  </a:lnTo>
                  <a:lnTo>
                    <a:pt x="11998552" y="322747"/>
                  </a:lnTo>
                  <a:lnTo>
                    <a:pt x="12062256" y="318965"/>
                  </a:lnTo>
                  <a:lnTo>
                    <a:pt x="12126059" y="315177"/>
                  </a:lnTo>
                  <a:lnTo>
                    <a:pt x="12189949" y="311383"/>
                  </a:lnTo>
                  <a:lnTo>
                    <a:pt x="12253917" y="307585"/>
                  </a:lnTo>
                  <a:lnTo>
                    <a:pt x="12317953" y="303783"/>
                  </a:lnTo>
                  <a:lnTo>
                    <a:pt x="12382048" y="299977"/>
                  </a:lnTo>
                  <a:lnTo>
                    <a:pt x="12446191" y="296168"/>
                  </a:lnTo>
                  <a:lnTo>
                    <a:pt x="12510374" y="292358"/>
                  </a:lnTo>
                  <a:lnTo>
                    <a:pt x="12574586" y="288545"/>
                  </a:lnTo>
                  <a:lnTo>
                    <a:pt x="12638818" y="284731"/>
                  </a:lnTo>
                  <a:lnTo>
                    <a:pt x="12703059" y="280917"/>
                  </a:lnTo>
                  <a:lnTo>
                    <a:pt x="12767300" y="277103"/>
                  </a:lnTo>
                  <a:lnTo>
                    <a:pt x="12831531" y="273289"/>
                  </a:lnTo>
                  <a:lnTo>
                    <a:pt x="12895743" y="269476"/>
                  </a:lnTo>
                  <a:lnTo>
                    <a:pt x="12959926" y="265666"/>
                  </a:lnTo>
                  <a:lnTo>
                    <a:pt x="13024070" y="261857"/>
                  </a:lnTo>
                  <a:lnTo>
                    <a:pt x="13088165" y="258051"/>
                  </a:lnTo>
                  <a:lnTo>
                    <a:pt x="13152201" y="254249"/>
                  </a:lnTo>
                  <a:lnTo>
                    <a:pt x="13216169" y="250451"/>
                  </a:lnTo>
                  <a:lnTo>
                    <a:pt x="13280059" y="246658"/>
                  </a:lnTo>
                  <a:lnTo>
                    <a:pt x="13343861" y="242869"/>
                  </a:lnTo>
                  <a:lnTo>
                    <a:pt x="13407566" y="239087"/>
                  </a:lnTo>
                  <a:lnTo>
                    <a:pt x="13471163" y="235311"/>
                  </a:lnTo>
                  <a:lnTo>
                    <a:pt x="13534643" y="231541"/>
                  </a:lnTo>
                  <a:lnTo>
                    <a:pt x="13597997" y="227780"/>
                  </a:lnTo>
                  <a:lnTo>
                    <a:pt x="13661214" y="224026"/>
                  </a:lnTo>
                  <a:lnTo>
                    <a:pt x="13724284" y="220281"/>
                  </a:lnTo>
                  <a:lnTo>
                    <a:pt x="13787198" y="216545"/>
                  </a:lnTo>
                  <a:lnTo>
                    <a:pt x="13849947" y="212819"/>
                  </a:lnTo>
                  <a:lnTo>
                    <a:pt x="13912520" y="209104"/>
                  </a:lnTo>
                  <a:lnTo>
                    <a:pt x="13974907" y="205399"/>
                  </a:lnTo>
                  <a:lnTo>
                    <a:pt x="14037100" y="201706"/>
                  </a:lnTo>
                  <a:lnTo>
                    <a:pt x="14099087" y="198025"/>
                  </a:lnTo>
                  <a:lnTo>
                    <a:pt x="14160860" y="194357"/>
                  </a:lnTo>
                  <a:lnTo>
                    <a:pt x="14222409" y="190702"/>
                  </a:lnTo>
                  <a:lnTo>
                    <a:pt x="14283723" y="187060"/>
                  </a:lnTo>
                  <a:lnTo>
                    <a:pt x="14344793" y="183434"/>
                  </a:lnTo>
                  <a:lnTo>
                    <a:pt x="14405610" y="179822"/>
                  </a:lnTo>
                  <a:lnTo>
                    <a:pt x="14466163" y="176226"/>
                  </a:lnTo>
                  <a:lnTo>
                    <a:pt x="14526444" y="172646"/>
                  </a:lnTo>
                  <a:lnTo>
                    <a:pt x="14586441" y="169083"/>
                  </a:lnTo>
                  <a:lnTo>
                    <a:pt x="14646145" y="165537"/>
                  </a:lnTo>
                  <a:lnTo>
                    <a:pt x="14705547" y="162009"/>
                  </a:lnTo>
                  <a:lnTo>
                    <a:pt x="14764637" y="158499"/>
                  </a:lnTo>
                  <a:lnTo>
                    <a:pt x="14823405" y="155009"/>
                  </a:lnTo>
                  <a:lnTo>
                    <a:pt x="14881841" y="151538"/>
                  </a:lnTo>
                  <a:lnTo>
                    <a:pt x="14939936" y="148087"/>
                  </a:lnTo>
                  <a:lnTo>
                    <a:pt x="14997680" y="144657"/>
                  </a:lnTo>
                  <a:lnTo>
                    <a:pt x="15055062" y="141249"/>
                  </a:lnTo>
                  <a:lnTo>
                    <a:pt x="15112074" y="137862"/>
                  </a:lnTo>
                  <a:lnTo>
                    <a:pt x="15168705" y="134498"/>
                  </a:lnTo>
                  <a:lnTo>
                    <a:pt x="15224946" y="131157"/>
                  </a:lnTo>
                  <a:lnTo>
                    <a:pt x="15280787" y="127840"/>
                  </a:lnTo>
                  <a:lnTo>
                    <a:pt x="15336218" y="124546"/>
                  </a:lnTo>
                  <a:lnTo>
                    <a:pt x="15391230" y="121278"/>
                  </a:lnTo>
                  <a:lnTo>
                    <a:pt x="15445813" y="118035"/>
                  </a:lnTo>
                  <a:lnTo>
                    <a:pt x="15499956" y="114818"/>
                  </a:lnTo>
                  <a:lnTo>
                    <a:pt x="15553651" y="111628"/>
                  </a:lnTo>
                  <a:lnTo>
                    <a:pt x="15606887" y="108464"/>
                  </a:lnTo>
                  <a:lnTo>
                    <a:pt x="15659654" y="105329"/>
                  </a:lnTo>
                  <a:lnTo>
                    <a:pt x="15711944" y="102222"/>
                  </a:lnTo>
                  <a:lnTo>
                    <a:pt x="15763746" y="99143"/>
                  </a:lnTo>
                  <a:lnTo>
                    <a:pt x="15815050" y="96094"/>
                  </a:lnTo>
                  <a:lnTo>
                    <a:pt x="15865847" y="93075"/>
                  </a:lnTo>
                  <a:lnTo>
                    <a:pt x="15916127" y="90087"/>
                  </a:lnTo>
                  <a:lnTo>
                    <a:pt x="15965880" y="87129"/>
                  </a:lnTo>
                  <a:lnTo>
                    <a:pt x="16015097" y="84204"/>
                  </a:lnTo>
                  <a:lnTo>
                    <a:pt x="16063767" y="81310"/>
                  </a:lnTo>
                  <a:lnTo>
                    <a:pt x="16111881" y="78450"/>
                  </a:lnTo>
                  <a:lnTo>
                    <a:pt x="16159429" y="75623"/>
                  </a:lnTo>
                  <a:lnTo>
                    <a:pt x="16206401" y="72830"/>
                  </a:lnTo>
                  <a:lnTo>
                    <a:pt x="16252788" y="70072"/>
                  </a:lnTo>
                  <a:lnTo>
                    <a:pt x="16298580" y="67349"/>
                  </a:lnTo>
                  <a:lnTo>
                    <a:pt x="16343768" y="64662"/>
                  </a:lnTo>
                  <a:lnTo>
                    <a:pt x="16388340" y="62011"/>
                  </a:lnTo>
                  <a:lnTo>
                    <a:pt x="16432288" y="59397"/>
                  </a:lnTo>
                  <a:lnTo>
                    <a:pt x="16475602" y="56821"/>
                  </a:lnTo>
                  <a:lnTo>
                    <a:pt x="16518272" y="54283"/>
                  </a:lnTo>
                  <a:lnTo>
                    <a:pt x="16560288" y="51783"/>
                  </a:lnTo>
                  <a:lnTo>
                    <a:pt x="16601641" y="49323"/>
                  </a:lnTo>
                  <a:lnTo>
                    <a:pt x="16642321" y="46902"/>
                  </a:lnTo>
                  <a:lnTo>
                    <a:pt x="16682317" y="44522"/>
                  </a:lnTo>
                  <a:lnTo>
                    <a:pt x="16721621" y="42182"/>
                  </a:lnTo>
                  <a:lnTo>
                    <a:pt x="16760223" y="39885"/>
                  </a:lnTo>
                  <a:lnTo>
                    <a:pt x="16835279" y="35416"/>
                  </a:lnTo>
                  <a:lnTo>
                    <a:pt x="16907409" y="31121"/>
                  </a:lnTo>
                  <a:lnTo>
                    <a:pt x="16976534" y="27004"/>
                  </a:lnTo>
                  <a:lnTo>
                    <a:pt x="17042576" y="23068"/>
                  </a:lnTo>
                  <a:lnTo>
                    <a:pt x="17105457" y="19320"/>
                  </a:lnTo>
                  <a:lnTo>
                    <a:pt x="17165098" y="15763"/>
                  </a:lnTo>
                  <a:lnTo>
                    <a:pt x="17221423" y="12403"/>
                  </a:lnTo>
                  <a:lnTo>
                    <a:pt x="17274352" y="9243"/>
                  </a:lnTo>
                  <a:lnTo>
                    <a:pt x="17323808" y="6289"/>
                  </a:lnTo>
                  <a:lnTo>
                    <a:pt x="17377288" y="2812"/>
                  </a:lnTo>
                  <a:lnTo>
                    <a:pt x="17404037" y="1293"/>
                  </a:lnTo>
                  <a:lnTo>
                    <a:pt x="17430800" y="300"/>
                  </a:lnTo>
                  <a:lnTo>
                    <a:pt x="17480977" y="0"/>
                  </a:lnTo>
                  <a:lnTo>
                    <a:pt x="17527874" y="1678"/>
                  </a:lnTo>
                  <a:lnTo>
                    <a:pt x="17571600" y="5499"/>
                  </a:lnTo>
                  <a:lnTo>
                    <a:pt x="17612267" y="11624"/>
                  </a:lnTo>
                  <a:lnTo>
                    <a:pt x="17649985" y="20218"/>
                  </a:lnTo>
                  <a:lnTo>
                    <a:pt x="17717019" y="45460"/>
                  </a:lnTo>
                  <a:lnTo>
                    <a:pt x="17773585" y="82531"/>
                  </a:lnTo>
                  <a:lnTo>
                    <a:pt x="17820571" y="132735"/>
                  </a:lnTo>
                  <a:lnTo>
                    <a:pt x="17858861" y="197374"/>
                  </a:lnTo>
                  <a:lnTo>
                    <a:pt x="17875023" y="235515"/>
                  </a:lnTo>
                  <a:lnTo>
                    <a:pt x="17889342" y="277754"/>
                  </a:lnTo>
                  <a:lnTo>
                    <a:pt x="17901931" y="324254"/>
                  </a:lnTo>
                  <a:lnTo>
                    <a:pt x="17912899" y="375178"/>
                  </a:lnTo>
                  <a:lnTo>
                    <a:pt x="17922358" y="430689"/>
                  </a:lnTo>
                  <a:lnTo>
                    <a:pt x="17930418" y="490950"/>
                  </a:lnTo>
                  <a:lnTo>
                    <a:pt x="17937190" y="556125"/>
                  </a:lnTo>
                  <a:lnTo>
                    <a:pt x="17942784" y="626375"/>
                  </a:lnTo>
                  <a:lnTo>
                    <a:pt x="17989474" y="1210797"/>
                  </a:lnTo>
                </a:path>
              </a:pathLst>
            </a:custGeom>
            <a:ln w="31412">
              <a:solidFill>
                <a:srgbClr val="34B9A0"/>
              </a:solidFill>
            </a:ln>
          </p:spPr>
          <p:txBody>
            <a:bodyPr wrap="square" lIns="0" tIns="0" rIns="0" bIns="0" rtlCol="0"/>
            <a:lstStyle/>
            <a:p>
              <a:pPr defTabSz="554492"/>
              <a:endParaRPr sz="1092" kern="0">
                <a:solidFill>
                  <a:sysClr val="windowText" lastClr="000000"/>
                </a:solidFill>
              </a:endParaRPr>
            </a:p>
          </p:txBody>
        </p:sp>
      </p:grpSp>
      <p:sp>
        <p:nvSpPr>
          <p:cNvPr id="3" name="object 3">
            <a:extLst>
              <a:ext uri="{FF2B5EF4-FFF2-40B4-BE49-F238E27FC236}">
                <a16:creationId xmlns:a16="http://schemas.microsoft.com/office/drawing/2014/main" id="{E46E6327-45E2-4050-171B-BDD1A326B5AB}"/>
              </a:ext>
            </a:extLst>
          </p:cNvPr>
          <p:cNvSpPr/>
          <p:nvPr/>
        </p:nvSpPr>
        <p:spPr>
          <a:xfrm>
            <a:off x="11608293" y="317796"/>
            <a:ext cx="583373" cy="6539937"/>
          </a:xfrm>
          <a:custGeom>
            <a:avLst/>
            <a:gdLst/>
            <a:ahLst/>
            <a:cxnLst/>
            <a:rect l="l" t="t" r="r" b="b"/>
            <a:pathLst>
              <a:path w="962025" h="10784840">
                <a:moveTo>
                  <a:pt x="961863" y="0"/>
                </a:moveTo>
                <a:lnTo>
                  <a:pt x="648833" y="18513"/>
                </a:lnTo>
                <a:lnTo>
                  <a:pt x="601798" y="22889"/>
                </a:lnTo>
                <a:lnTo>
                  <a:pt x="555800" y="30321"/>
                </a:lnTo>
                <a:lnTo>
                  <a:pt x="510934" y="40702"/>
                </a:lnTo>
                <a:lnTo>
                  <a:pt x="467297" y="53924"/>
                </a:lnTo>
                <a:lnTo>
                  <a:pt x="424985" y="69877"/>
                </a:lnTo>
                <a:lnTo>
                  <a:pt x="384096" y="88453"/>
                </a:lnTo>
                <a:lnTo>
                  <a:pt x="344725" y="109544"/>
                </a:lnTo>
                <a:lnTo>
                  <a:pt x="306969" y="133041"/>
                </a:lnTo>
                <a:lnTo>
                  <a:pt x="270925" y="158835"/>
                </a:lnTo>
                <a:lnTo>
                  <a:pt x="236688" y="186818"/>
                </a:lnTo>
                <a:lnTo>
                  <a:pt x="204355" y="216880"/>
                </a:lnTo>
                <a:lnTo>
                  <a:pt x="174023" y="248915"/>
                </a:lnTo>
                <a:lnTo>
                  <a:pt x="145788" y="282812"/>
                </a:lnTo>
                <a:lnTo>
                  <a:pt x="119747" y="318464"/>
                </a:lnTo>
                <a:lnTo>
                  <a:pt x="95996" y="355761"/>
                </a:lnTo>
                <a:lnTo>
                  <a:pt x="74631" y="394596"/>
                </a:lnTo>
                <a:lnTo>
                  <a:pt x="55749" y="434859"/>
                </a:lnTo>
                <a:lnTo>
                  <a:pt x="39446" y="476442"/>
                </a:lnTo>
                <a:lnTo>
                  <a:pt x="25820" y="519237"/>
                </a:lnTo>
                <a:lnTo>
                  <a:pt x="14965" y="563134"/>
                </a:lnTo>
                <a:lnTo>
                  <a:pt x="6979" y="608026"/>
                </a:lnTo>
                <a:lnTo>
                  <a:pt x="1959" y="653803"/>
                </a:lnTo>
                <a:lnTo>
                  <a:pt x="0" y="700358"/>
                </a:lnTo>
                <a:lnTo>
                  <a:pt x="1198" y="747580"/>
                </a:lnTo>
                <a:lnTo>
                  <a:pt x="594831" y="10784488"/>
                </a:lnTo>
                <a:lnTo>
                  <a:pt x="961863" y="10784488"/>
                </a:lnTo>
                <a:lnTo>
                  <a:pt x="961863" y="0"/>
                </a:lnTo>
                <a:close/>
              </a:path>
            </a:pathLst>
          </a:custGeom>
          <a:solidFill>
            <a:srgbClr val="33B9A0"/>
          </a:solidFill>
        </p:spPr>
        <p:txBody>
          <a:bodyPr wrap="square" lIns="0" tIns="0" rIns="0" bIns="0" rtlCol="0"/>
          <a:lstStyle/>
          <a:p>
            <a:pPr defTabSz="554492"/>
            <a:endParaRPr sz="1092" kern="0">
              <a:solidFill>
                <a:sysClr val="windowText" lastClr="000000"/>
              </a:solidFill>
            </a:endParaRPr>
          </a:p>
        </p:txBody>
      </p:sp>
      <p:grpSp>
        <p:nvGrpSpPr>
          <p:cNvPr id="75" name="Group 74">
            <a:extLst>
              <a:ext uri="{FF2B5EF4-FFF2-40B4-BE49-F238E27FC236}">
                <a16:creationId xmlns:a16="http://schemas.microsoft.com/office/drawing/2014/main" id="{D2669DA9-D5C8-A3C7-573D-73B283126887}"/>
              </a:ext>
            </a:extLst>
          </p:cNvPr>
          <p:cNvGrpSpPr/>
          <p:nvPr/>
        </p:nvGrpSpPr>
        <p:grpSpPr>
          <a:xfrm>
            <a:off x="1193957" y="814558"/>
            <a:ext cx="9106949" cy="5664154"/>
            <a:chOff x="1663417" y="1325350"/>
            <a:chExt cx="15018033" cy="9340609"/>
          </a:xfrm>
        </p:grpSpPr>
        <p:grpSp>
          <p:nvGrpSpPr>
            <p:cNvPr id="15" name="Group 14">
              <a:extLst>
                <a:ext uri="{FF2B5EF4-FFF2-40B4-BE49-F238E27FC236}">
                  <a16:creationId xmlns:a16="http://schemas.microsoft.com/office/drawing/2014/main" id="{E438A9F6-37C3-3A83-55F7-BB1782E4724D}"/>
                </a:ext>
              </a:extLst>
            </p:cNvPr>
            <p:cNvGrpSpPr/>
            <p:nvPr/>
          </p:nvGrpSpPr>
          <p:grpSpPr>
            <a:xfrm>
              <a:off x="1663417" y="4792529"/>
              <a:ext cx="15018033" cy="5873430"/>
              <a:chOff x="563093" y="1323975"/>
              <a:chExt cx="11065814" cy="4343400"/>
            </a:xfrm>
            <a:solidFill>
              <a:schemeClr val="bg1">
                <a:lumMod val="75000"/>
              </a:schemeClr>
            </a:solidFill>
          </p:grpSpPr>
          <p:sp>
            <p:nvSpPr>
              <p:cNvPr id="16" name="Shape 6">
                <a:extLst>
                  <a:ext uri="{FF2B5EF4-FFF2-40B4-BE49-F238E27FC236}">
                    <a16:creationId xmlns:a16="http://schemas.microsoft.com/office/drawing/2014/main" id="{14ED9F5D-B1BC-970E-AC4E-CD9E33D194AA}"/>
                  </a:ext>
                </a:extLst>
              </p:cNvPr>
              <p:cNvSpPr/>
              <p:nvPr/>
            </p:nvSpPr>
            <p:spPr>
              <a:xfrm>
                <a:off x="563093" y="1323975"/>
                <a:ext cx="4538841" cy="1813066"/>
              </a:xfrm>
              <a:custGeom>
                <a:avLst/>
                <a:gdLst/>
                <a:ahLst/>
                <a:cxnLst>
                  <a:cxn ang="0">
                    <a:pos x="wd2" y="hd2"/>
                  </a:cxn>
                  <a:cxn ang="5400000">
                    <a:pos x="wd2" y="hd2"/>
                  </a:cxn>
                  <a:cxn ang="10800000">
                    <a:pos x="wd2" y="hd2"/>
                  </a:cxn>
                  <a:cxn ang="16200000">
                    <a:pos x="wd2" y="hd2"/>
                  </a:cxn>
                </a:cxnLst>
                <a:rect l="0" t="0" r="r" b="b"/>
                <a:pathLst>
                  <a:path w="21551" h="21600" extrusionOk="0">
                    <a:moveTo>
                      <a:pt x="18159" y="0"/>
                    </a:moveTo>
                    <a:cubicBezTo>
                      <a:pt x="18031" y="0"/>
                      <a:pt x="17913" y="147"/>
                      <a:pt x="17895" y="329"/>
                    </a:cubicBezTo>
                    <a:cubicBezTo>
                      <a:pt x="17878" y="512"/>
                      <a:pt x="17968" y="662"/>
                      <a:pt x="18097" y="662"/>
                    </a:cubicBezTo>
                    <a:cubicBezTo>
                      <a:pt x="18226" y="662"/>
                      <a:pt x="18344" y="512"/>
                      <a:pt x="18361" y="329"/>
                    </a:cubicBezTo>
                    <a:cubicBezTo>
                      <a:pt x="18377" y="147"/>
                      <a:pt x="18287" y="0"/>
                      <a:pt x="18159" y="0"/>
                    </a:cubicBezTo>
                    <a:close/>
                    <a:moveTo>
                      <a:pt x="18721" y="0"/>
                    </a:moveTo>
                    <a:cubicBezTo>
                      <a:pt x="18593" y="0"/>
                      <a:pt x="18476" y="147"/>
                      <a:pt x="18460" y="329"/>
                    </a:cubicBezTo>
                    <a:cubicBezTo>
                      <a:pt x="18444" y="512"/>
                      <a:pt x="18535" y="662"/>
                      <a:pt x="18664" y="662"/>
                    </a:cubicBezTo>
                    <a:cubicBezTo>
                      <a:pt x="18793" y="662"/>
                      <a:pt x="18910" y="512"/>
                      <a:pt x="18925" y="329"/>
                    </a:cubicBezTo>
                    <a:cubicBezTo>
                      <a:pt x="18940" y="147"/>
                      <a:pt x="18849" y="0"/>
                      <a:pt x="18721" y="0"/>
                    </a:cubicBezTo>
                    <a:close/>
                    <a:moveTo>
                      <a:pt x="19293" y="0"/>
                    </a:moveTo>
                    <a:cubicBezTo>
                      <a:pt x="19166" y="0"/>
                      <a:pt x="19050" y="147"/>
                      <a:pt x="19035" y="329"/>
                    </a:cubicBezTo>
                    <a:cubicBezTo>
                      <a:pt x="19020" y="512"/>
                      <a:pt x="19113" y="662"/>
                      <a:pt x="19242" y="662"/>
                    </a:cubicBezTo>
                    <a:cubicBezTo>
                      <a:pt x="19371" y="662"/>
                      <a:pt x="19487" y="512"/>
                      <a:pt x="19500" y="329"/>
                    </a:cubicBezTo>
                    <a:cubicBezTo>
                      <a:pt x="19514" y="147"/>
                      <a:pt x="19421" y="0"/>
                      <a:pt x="19293" y="0"/>
                    </a:cubicBezTo>
                    <a:close/>
                    <a:moveTo>
                      <a:pt x="19856" y="0"/>
                    </a:moveTo>
                    <a:cubicBezTo>
                      <a:pt x="19728" y="0"/>
                      <a:pt x="19613" y="147"/>
                      <a:pt x="19600" y="329"/>
                    </a:cubicBezTo>
                    <a:cubicBezTo>
                      <a:pt x="19586" y="512"/>
                      <a:pt x="19680" y="662"/>
                      <a:pt x="19809" y="662"/>
                    </a:cubicBezTo>
                    <a:cubicBezTo>
                      <a:pt x="19938" y="662"/>
                      <a:pt x="20053" y="512"/>
                      <a:pt x="20065" y="329"/>
                    </a:cubicBezTo>
                    <a:cubicBezTo>
                      <a:pt x="20077" y="147"/>
                      <a:pt x="19984" y="0"/>
                      <a:pt x="19856" y="0"/>
                    </a:cubicBezTo>
                    <a:close/>
                    <a:moveTo>
                      <a:pt x="16937" y="810"/>
                    </a:moveTo>
                    <a:cubicBezTo>
                      <a:pt x="16808" y="810"/>
                      <a:pt x="16686" y="961"/>
                      <a:pt x="16665" y="1147"/>
                    </a:cubicBezTo>
                    <a:cubicBezTo>
                      <a:pt x="16644" y="1335"/>
                      <a:pt x="16733" y="1487"/>
                      <a:pt x="16863" y="1487"/>
                    </a:cubicBezTo>
                    <a:cubicBezTo>
                      <a:pt x="16994" y="1487"/>
                      <a:pt x="17115" y="1335"/>
                      <a:pt x="17135" y="1147"/>
                    </a:cubicBezTo>
                    <a:cubicBezTo>
                      <a:pt x="17155" y="961"/>
                      <a:pt x="17066" y="810"/>
                      <a:pt x="16937" y="810"/>
                    </a:cubicBezTo>
                    <a:close/>
                    <a:moveTo>
                      <a:pt x="17509" y="810"/>
                    </a:moveTo>
                    <a:cubicBezTo>
                      <a:pt x="17380" y="810"/>
                      <a:pt x="17260" y="961"/>
                      <a:pt x="17240" y="1147"/>
                    </a:cubicBezTo>
                    <a:cubicBezTo>
                      <a:pt x="17220" y="1335"/>
                      <a:pt x="17310" y="1487"/>
                      <a:pt x="17441" y="1487"/>
                    </a:cubicBezTo>
                    <a:cubicBezTo>
                      <a:pt x="17571" y="1487"/>
                      <a:pt x="17692" y="1335"/>
                      <a:pt x="17711" y="1147"/>
                    </a:cubicBezTo>
                    <a:cubicBezTo>
                      <a:pt x="17729" y="961"/>
                      <a:pt x="17639" y="810"/>
                      <a:pt x="17509" y="810"/>
                    </a:cubicBezTo>
                    <a:close/>
                    <a:moveTo>
                      <a:pt x="18081" y="810"/>
                    </a:moveTo>
                    <a:cubicBezTo>
                      <a:pt x="17952" y="810"/>
                      <a:pt x="17833" y="961"/>
                      <a:pt x="17815" y="1147"/>
                    </a:cubicBezTo>
                    <a:cubicBezTo>
                      <a:pt x="17796" y="1335"/>
                      <a:pt x="17888" y="1487"/>
                      <a:pt x="18018" y="1487"/>
                    </a:cubicBezTo>
                    <a:cubicBezTo>
                      <a:pt x="18149" y="1487"/>
                      <a:pt x="18268" y="1335"/>
                      <a:pt x="18285" y="1147"/>
                    </a:cubicBezTo>
                    <a:cubicBezTo>
                      <a:pt x="18302" y="961"/>
                      <a:pt x="18211" y="810"/>
                      <a:pt x="18081" y="810"/>
                    </a:cubicBezTo>
                    <a:close/>
                    <a:moveTo>
                      <a:pt x="18654" y="810"/>
                    </a:moveTo>
                    <a:cubicBezTo>
                      <a:pt x="18524" y="810"/>
                      <a:pt x="18406" y="961"/>
                      <a:pt x="18390" y="1147"/>
                    </a:cubicBezTo>
                    <a:cubicBezTo>
                      <a:pt x="18373" y="1335"/>
                      <a:pt x="18465" y="1487"/>
                      <a:pt x="18595" y="1487"/>
                    </a:cubicBezTo>
                    <a:cubicBezTo>
                      <a:pt x="18726" y="1487"/>
                      <a:pt x="18845" y="1335"/>
                      <a:pt x="18860" y="1147"/>
                    </a:cubicBezTo>
                    <a:cubicBezTo>
                      <a:pt x="18876" y="961"/>
                      <a:pt x="18783" y="810"/>
                      <a:pt x="18654" y="810"/>
                    </a:cubicBezTo>
                    <a:close/>
                    <a:moveTo>
                      <a:pt x="19226" y="810"/>
                    </a:moveTo>
                    <a:cubicBezTo>
                      <a:pt x="19097" y="810"/>
                      <a:pt x="18980" y="961"/>
                      <a:pt x="18964" y="1147"/>
                    </a:cubicBezTo>
                    <a:cubicBezTo>
                      <a:pt x="18949" y="1335"/>
                      <a:pt x="19043" y="1487"/>
                      <a:pt x="19173" y="1487"/>
                    </a:cubicBezTo>
                    <a:cubicBezTo>
                      <a:pt x="19304" y="1487"/>
                      <a:pt x="19421" y="1335"/>
                      <a:pt x="19435" y="1147"/>
                    </a:cubicBezTo>
                    <a:cubicBezTo>
                      <a:pt x="19449" y="961"/>
                      <a:pt x="19355" y="810"/>
                      <a:pt x="19226" y="810"/>
                    </a:cubicBezTo>
                    <a:close/>
                    <a:moveTo>
                      <a:pt x="19799" y="810"/>
                    </a:moveTo>
                    <a:cubicBezTo>
                      <a:pt x="19669" y="810"/>
                      <a:pt x="19553" y="961"/>
                      <a:pt x="19539" y="1147"/>
                    </a:cubicBezTo>
                    <a:cubicBezTo>
                      <a:pt x="19526" y="1335"/>
                      <a:pt x="19620" y="1487"/>
                      <a:pt x="19751" y="1487"/>
                    </a:cubicBezTo>
                    <a:cubicBezTo>
                      <a:pt x="19881" y="1487"/>
                      <a:pt x="19997" y="1335"/>
                      <a:pt x="20010" y="1147"/>
                    </a:cubicBezTo>
                    <a:cubicBezTo>
                      <a:pt x="20022" y="961"/>
                      <a:pt x="19928" y="810"/>
                      <a:pt x="19799" y="810"/>
                    </a:cubicBezTo>
                    <a:close/>
                    <a:moveTo>
                      <a:pt x="15686" y="1646"/>
                    </a:moveTo>
                    <a:cubicBezTo>
                      <a:pt x="15555" y="1646"/>
                      <a:pt x="15429" y="1800"/>
                      <a:pt x="15405" y="1990"/>
                    </a:cubicBezTo>
                    <a:cubicBezTo>
                      <a:pt x="15380" y="2182"/>
                      <a:pt x="15467" y="2337"/>
                      <a:pt x="15599" y="2337"/>
                    </a:cubicBezTo>
                    <a:cubicBezTo>
                      <a:pt x="15731" y="2337"/>
                      <a:pt x="15857" y="2182"/>
                      <a:pt x="15880" y="1990"/>
                    </a:cubicBezTo>
                    <a:cubicBezTo>
                      <a:pt x="15903" y="1800"/>
                      <a:pt x="15816" y="1646"/>
                      <a:pt x="15686" y="1646"/>
                    </a:cubicBezTo>
                    <a:close/>
                    <a:moveTo>
                      <a:pt x="16258" y="1646"/>
                    </a:moveTo>
                    <a:cubicBezTo>
                      <a:pt x="16127" y="1646"/>
                      <a:pt x="16002" y="1800"/>
                      <a:pt x="15979" y="1990"/>
                    </a:cubicBezTo>
                    <a:cubicBezTo>
                      <a:pt x="15956" y="2182"/>
                      <a:pt x="16045" y="2337"/>
                      <a:pt x="16177" y="2337"/>
                    </a:cubicBezTo>
                    <a:cubicBezTo>
                      <a:pt x="16308" y="2337"/>
                      <a:pt x="16433" y="2182"/>
                      <a:pt x="16455" y="1990"/>
                    </a:cubicBezTo>
                    <a:cubicBezTo>
                      <a:pt x="16477" y="1800"/>
                      <a:pt x="16388" y="1646"/>
                      <a:pt x="16258" y="1646"/>
                    </a:cubicBezTo>
                    <a:close/>
                    <a:moveTo>
                      <a:pt x="16840" y="1646"/>
                    </a:moveTo>
                    <a:cubicBezTo>
                      <a:pt x="16709" y="1646"/>
                      <a:pt x="16586" y="1800"/>
                      <a:pt x="16564" y="1990"/>
                    </a:cubicBezTo>
                    <a:cubicBezTo>
                      <a:pt x="16543" y="2182"/>
                      <a:pt x="16632" y="2337"/>
                      <a:pt x="16764" y="2337"/>
                    </a:cubicBezTo>
                    <a:cubicBezTo>
                      <a:pt x="16896" y="2337"/>
                      <a:pt x="17019" y="2182"/>
                      <a:pt x="17040" y="1990"/>
                    </a:cubicBezTo>
                    <a:cubicBezTo>
                      <a:pt x="17060" y="1800"/>
                      <a:pt x="16970" y="1646"/>
                      <a:pt x="16840" y="1646"/>
                    </a:cubicBezTo>
                    <a:close/>
                    <a:moveTo>
                      <a:pt x="17422" y="1646"/>
                    </a:moveTo>
                    <a:cubicBezTo>
                      <a:pt x="17291" y="1646"/>
                      <a:pt x="17169" y="1800"/>
                      <a:pt x="17149" y="1990"/>
                    </a:cubicBezTo>
                    <a:cubicBezTo>
                      <a:pt x="17129" y="2182"/>
                      <a:pt x="17220" y="2337"/>
                      <a:pt x="17352" y="2337"/>
                    </a:cubicBezTo>
                    <a:cubicBezTo>
                      <a:pt x="17484" y="2337"/>
                      <a:pt x="17606" y="2182"/>
                      <a:pt x="17625" y="1990"/>
                    </a:cubicBezTo>
                    <a:cubicBezTo>
                      <a:pt x="17644" y="1800"/>
                      <a:pt x="17553" y="1646"/>
                      <a:pt x="17422" y="1646"/>
                    </a:cubicBezTo>
                    <a:close/>
                    <a:moveTo>
                      <a:pt x="18004" y="1646"/>
                    </a:moveTo>
                    <a:cubicBezTo>
                      <a:pt x="17874" y="1646"/>
                      <a:pt x="17753" y="1800"/>
                      <a:pt x="17734" y="1990"/>
                    </a:cubicBezTo>
                    <a:cubicBezTo>
                      <a:pt x="17716" y="2182"/>
                      <a:pt x="17808" y="2337"/>
                      <a:pt x="17940" y="2337"/>
                    </a:cubicBezTo>
                    <a:cubicBezTo>
                      <a:pt x="18071" y="2337"/>
                      <a:pt x="18192" y="2182"/>
                      <a:pt x="18210" y="1990"/>
                    </a:cubicBezTo>
                    <a:cubicBezTo>
                      <a:pt x="18227" y="1800"/>
                      <a:pt x="18135" y="1646"/>
                      <a:pt x="18004" y="1646"/>
                    </a:cubicBezTo>
                    <a:close/>
                    <a:moveTo>
                      <a:pt x="18587" y="1646"/>
                    </a:moveTo>
                    <a:cubicBezTo>
                      <a:pt x="18456" y="1646"/>
                      <a:pt x="18336" y="1800"/>
                      <a:pt x="18319" y="1990"/>
                    </a:cubicBezTo>
                    <a:cubicBezTo>
                      <a:pt x="18302" y="2182"/>
                      <a:pt x="18395" y="2337"/>
                      <a:pt x="18527" y="2337"/>
                    </a:cubicBezTo>
                    <a:cubicBezTo>
                      <a:pt x="18659" y="2337"/>
                      <a:pt x="18779" y="2182"/>
                      <a:pt x="18795" y="1990"/>
                    </a:cubicBezTo>
                    <a:cubicBezTo>
                      <a:pt x="18811" y="1800"/>
                      <a:pt x="18717" y="1646"/>
                      <a:pt x="18587" y="1646"/>
                    </a:cubicBezTo>
                    <a:close/>
                    <a:moveTo>
                      <a:pt x="19159" y="1646"/>
                    </a:moveTo>
                    <a:cubicBezTo>
                      <a:pt x="19028" y="1646"/>
                      <a:pt x="18909" y="1800"/>
                      <a:pt x="18894" y="1990"/>
                    </a:cubicBezTo>
                    <a:cubicBezTo>
                      <a:pt x="18878" y="2182"/>
                      <a:pt x="18972" y="2337"/>
                      <a:pt x="19104" y="2337"/>
                    </a:cubicBezTo>
                    <a:cubicBezTo>
                      <a:pt x="19236" y="2337"/>
                      <a:pt x="19355" y="2182"/>
                      <a:pt x="19369" y="1990"/>
                    </a:cubicBezTo>
                    <a:cubicBezTo>
                      <a:pt x="19384" y="1800"/>
                      <a:pt x="19289" y="1646"/>
                      <a:pt x="19159" y="1646"/>
                    </a:cubicBezTo>
                    <a:close/>
                    <a:moveTo>
                      <a:pt x="19741" y="1646"/>
                    </a:moveTo>
                    <a:cubicBezTo>
                      <a:pt x="19610" y="1646"/>
                      <a:pt x="19493" y="1800"/>
                      <a:pt x="19479" y="1990"/>
                    </a:cubicBezTo>
                    <a:cubicBezTo>
                      <a:pt x="19465" y="2182"/>
                      <a:pt x="19560" y="2337"/>
                      <a:pt x="19692" y="2337"/>
                    </a:cubicBezTo>
                    <a:cubicBezTo>
                      <a:pt x="19824" y="2337"/>
                      <a:pt x="19942" y="2182"/>
                      <a:pt x="19955" y="1990"/>
                    </a:cubicBezTo>
                    <a:cubicBezTo>
                      <a:pt x="19968" y="1800"/>
                      <a:pt x="19872" y="1646"/>
                      <a:pt x="19741" y="1646"/>
                    </a:cubicBezTo>
                    <a:close/>
                    <a:moveTo>
                      <a:pt x="20323" y="1646"/>
                    </a:moveTo>
                    <a:cubicBezTo>
                      <a:pt x="20193" y="1646"/>
                      <a:pt x="20077" y="1800"/>
                      <a:pt x="20064" y="1990"/>
                    </a:cubicBezTo>
                    <a:cubicBezTo>
                      <a:pt x="20052" y="2182"/>
                      <a:pt x="20148" y="2337"/>
                      <a:pt x="20280" y="2337"/>
                    </a:cubicBezTo>
                    <a:cubicBezTo>
                      <a:pt x="20412" y="2337"/>
                      <a:pt x="20528" y="2182"/>
                      <a:pt x="20540" y="1990"/>
                    </a:cubicBezTo>
                    <a:cubicBezTo>
                      <a:pt x="20551" y="1800"/>
                      <a:pt x="20454" y="1646"/>
                      <a:pt x="20323" y="1646"/>
                    </a:cubicBezTo>
                    <a:close/>
                    <a:moveTo>
                      <a:pt x="20906" y="1646"/>
                    </a:moveTo>
                    <a:cubicBezTo>
                      <a:pt x="20775" y="1646"/>
                      <a:pt x="20660" y="1800"/>
                      <a:pt x="20649" y="1990"/>
                    </a:cubicBezTo>
                    <a:cubicBezTo>
                      <a:pt x="20638" y="2182"/>
                      <a:pt x="20736" y="2337"/>
                      <a:pt x="20868" y="2337"/>
                    </a:cubicBezTo>
                    <a:cubicBezTo>
                      <a:pt x="21000" y="2337"/>
                      <a:pt x="21114" y="2182"/>
                      <a:pt x="21124" y="1990"/>
                    </a:cubicBezTo>
                    <a:cubicBezTo>
                      <a:pt x="21134" y="1800"/>
                      <a:pt x="21036" y="1646"/>
                      <a:pt x="20906" y="1646"/>
                    </a:cubicBezTo>
                    <a:close/>
                    <a:moveTo>
                      <a:pt x="8535" y="2482"/>
                    </a:moveTo>
                    <a:cubicBezTo>
                      <a:pt x="8403" y="2482"/>
                      <a:pt x="8261" y="2639"/>
                      <a:pt x="8218" y="2834"/>
                    </a:cubicBezTo>
                    <a:cubicBezTo>
                      <a:pt x="8174" y="3029"/>
                      <a:pt x="8247" y="3189"/>
                      <a:pt x="8380" y="3189"/>
                    </a:cubicBezTo>
                    <a:cubicBezTo>
                      <a:pt x="8514" y="3189"/>
                      <a:pt x="8657" y="3029"/>
                      <a:pt x="8699" y="2834"/>
                    </a:cubicBezTo>
                    <a:cubicBezTo>
                      <a:pt x="8741" y="2639"/>
                      <a:pt x="8667" y="2482"/>
                      <a:pt x="8535" y="2482"/>
                    </a:cubicBezTo>
                    <a:close/>
                    <a:moveTo>
                      <a:pt x="9127" y="2482"/>
                    </a:moveTo>
                    <a:cubicBezTo>
                      <a:pt x="8995" y="2482"/>
                      <a:pt x="8854" y="2639"/>
                      <a:pt x="8812" y="2834"/>
                    </a:cubicBezTo>
                    <a:cubicBezTo>
                      <a:pt x="8770" y="3029"/>
                      <a:pt x="8844" y="3189"/>
                      <a:pt x="8978" y="3189"/>
                    </a:cubicBezTo>
                    <a:cubicBezTo>
                      <a:pt x="9111" y="3189"/>
                      <a:pt x="9253" y="3029"/>
                      <a:pt x="9293" y="2834"/>
                    </a:cubicBezTo>
                    <a:cubicBezTo>
                      <a:pt x="9334" y="2639"/>
                      <a:pt x="9259" y="2482"/>
                      <a:pt x="9127" y="2482"/>
                    </a:cubicBezTo>
                    <a:close/>
                    <a:moveTo>
                      <a:pt x="9709" y="2482"/>
                    </a:moveTo>
                    <a:cubicBezTo>
                      <a:pt x="9576" y="2482"/>
                      <a:pt x="9437" y="2639"/>
                      <a:pt x="9397" y="2834"/>
                    </a:cubicBezTo>
                    <a:cubicBezTo>
                      <a:pt x="9356" y="3029"/>
                      <a:pt x="9431" y="3189"/>
                      <a:pt x="9565" y="3189"/>
                    </a:cubicBezTo>
                    <a:cubicBezTo>
                      <a:pt x="9698" y="3189"/>
                      <a:pt x="9839" y="3029"/>
                      <a:pt x="9878" y="2834"/>
                    </a:cubicBezTo>
                    <a:cubicBezTo>
                      <a:pt x="9917" y="2639"/>
                      <a:pt x="9841" y="2482"/>
                      <a:pt x="9709" y="2482"/>
                    </a:cubicBezTo>
                    <a:close/>
                    <a:moveTo>
                      <a:pt x="10301" y="2482"/>
                    </a:moveTo>
                    <a:cubicBezTo>
                      <a:pt x="10168" y="2482"/>
                      <a:pt x="10030" y="2639"/>
                      <a:pt x="9991" y="2834"/>
                    </a:cubicBezTo>
                    <a:cubicBezTo>
                      <a:pt x="9953" y="3029"/>
                      <a:pt x="10029" y="3189"/>
                      <a:pt x="10162" y="3189"/>
                    </a:cubicBezTo>
                    <a:cubicBezTo>
                      <a:pt x="10296" y="3189"/>
                      <a:pt x="10435" y="3029"/>
                      <a:pt x="10472" y="2834"/>
                    </a:cubicBezTo>
                    <a:cubicBezTo>
                      <a:pt x="10510" y="2639"/>
                      <a:pt x="10433" y="2482"/>
                      <a:pt x="10301" y="2482"/>
                    </a:cubicBezTo>
                    <a:close/>
                    <a:moveTo>
                      <a:pt x="10882" y="2482"/>
                    </a:moveTo>
                    <a:cubicBezTo>
                      <a:pt x="10750" y="2482"/>
                      <a:pt x="10613" y="2639"/>
                      <a:pt x="10576" y="2834"/>
                    </a:cubicBezTo>
                    <a:cubicBezTo>
                      <a:pt x="10538" y="3029"/>
                      <a:pt x="10617" y="3189"/>
                      <a:pt x="10750" y="3189"/>
                    </a:cubicBezTo>
                    <a:cubicBezTo>
                      <a:pt x="10883" y="3189"/>
                      <a:pt x="11021" y="3029"/>
                      <a:pt x="11057" y="2834"/>
                    </a:cubicBezTo>
                    <a:cubicBezTo>
                      <a:pt x="11093" y="2639"/>
                      <a:pt x="11015" y="2482"/>
                      <a:pt x="10882" y="2482"/>
                    </a:cubicBezTo>
                    <a:close/>
                    <a:moveTo>
                      <a:pt x="11474" y="2482"/>
                    </a:moveTo>
                    <a:cubicBezTo>
                      <a:pt x="11342" y="2482"/>
                      <a:pt x="11206" y="2639"/>
                      <a:pt x="11170" y="2834"/>
                    </a:cubicBezTo>
                    <a:cubicBezTo>
                      <a:pt x="11135" y="3029"/>
                      <a:pt x="11214" y="3189"/>
                      <a:pt x="11347" y="3189"/>
                    </a:cubicBezTo>
                    <a:cubicBezTo>
                      <a:pt x="11481" y="3189"/>
                      <a:pt x="11617" y="3029"/>
                      <a:pt x="11651" y="2834"/>
                    </a:cubicBezTo>
                    <a:cubicBezTo>
                      <a:pt x="11686" y="2639"/>
                      <a:pt x="11606" y="2482"/>
                      <a:pt x="11474" y="2482"/>
                    </a:cubicBezTo>
                    <a:close/>
                    <a:moveTo>
                      <a:pt x="14986" y="2482"/>
                    </a:moveTo>
                    <a:cubicBezTo>
                      <a:pt x="14854" y="2482"/>
                      <a:pt x="14725" y="2639"/>
                      <a:pt x="14699" y="2834"/>
                    </a:cubicBezTo>
                    <a:cubicBezTo>
                      <a:pt x="14672" y="3029"/>
                      <a:pt x="14759" y="3189"/>
                      <a:pt x="14892" y="3189"/>
                    </a:cubicBezTo>
                    <a:cubicBezTo>
                      <a:pt x="15026" y="3189"/>
                      <a:pt x="15155" y="3029"/>
                      <a:pt x="15180" y="2834"/>
                    </a:cubicBezTo>
                    <a:cubicBezTo>
                      <a:pt x="15205" y="2639"/>
                      <a:pt x="15118" y="2482"/>
                      <a:pt x="14986" y="2482"/>
                    </a:cubicBezTo>
                    <a:close/>
                    <a:moveTo>
                      <a:pt x="15578" y="2482"/>
                    </a:moveTo>
                    <a:cubicBezTo>
                      <a:pt x="15446" y="2482"/>
                      <a:pt x="15319" y="2639"/>
                      <a:pt x="15294" y="2834"/>
                    </a:cubicBezTo>
                    <a:cubicBezTo>
                      <a:pt x="15269" y="3029"/>
                      <a:pt x="15356" y="3189"/>
                      <a:pt x="15490" y="3189"/>
                    </a:cubicBezTo>
                    <a:cubicBezTo>
                      <a:pt x="15623" y="3189"/>
                      <a:pt x="15751" y="3029"/>
                      <a:pt x="15775" y="2834"/>
                    </a:cubicBezTo>
                    <a:cubicBezTo>
                      <a:pt x="15799" y="2639"/>
                      <a:pt x="15711" y="2482"/>
                      <a:pt x="15578" y="2482"/>
                    </a:cubicBezTo>
                    <a:close/>
                    <a:moveTo>
                      <a:pt x="16161" y="2482"/>
                    </a:moveTo>
                    <a:cubicBezTo>
                      <a:pt x="16028" y="2482"/>
                      <a:pt x="15902" y="2639"/>
                      <a:pt x="15879" y="2834"/>
                    </a:cubicBezTo>
                    <a:cubicBezTo>
                      <a:pt x="15855" y="3029"/>
                      <a:pt x="15944" y="3189"/>
                      <a:pt x="16078" y="3189"/>
                    </a:cubicBezTo>
                    <a:cubicBezTo>
                      <a:pt x="16211" y="3189"/>
                      <a:pt x="16337" y="3029"/>
                      <a:pt x="16360" y="2834"/>
                    </a:cubicBezTo>
                    <a:cubicBezTo>
                      <a:pt x="16382" y="2639"/>
                      <a:pt x="16293" y="2482"/>
                      <a:pt x="16161" y="2482"/>
                    </a:cubicBezTo>
                    <a:close/>
                    <a:moveTo>
                      <a:pt x="16752" y="2482"/>
                    </a:moveTo>
                    <a:cubicBezTo>
                      <a:pt x="16620" y="2482"/>
                      <a:pt x="16496" y="2639"/>
                      <a:pt x="16474" y="2834"/>
                    </a:cubicBezTo>
                    <a:cubicBezTo>
                      <a:pt x="16452" y="3029"/>
                      <a:pt x="16542" y="3189"/>
                      <a:pt x="16675" y="3189"/>
                    </a:cubicBezTo>
                    <a:cubicBezTo>
                      <a:pt x="16809" y="3189"/>
                      <a:pt x="16934" y="3029"/>
                      <a:pt x="16955" y="2834"/>
                    </a:cubicBezTo>
                    <a:cubicBezTo>
                      <a:pt x="16975" y="2639"/>
                      <a:pt x="16885" y="2482"/>
                      <a:pt x="16752" y="2482"/>
                    </a:cubicBezTo>
                    <a:close/>
                    <a:moveTo>
                      <a:pt x="17335" y="2482"/>
                    </a:moveTo>
                    <a:cubicBezTo>
                      <a:pt x="17203" y="2482"/>
                      <a:pt x="17079" y="2639"/>
                      <a:pt x="17058" y="2834"/>
                    </a:cubicBezTo>
                    <a:cubicBezTo>
                      <a:pt x="17038" y="3029"/>
                      <a:pt x="17130" y="3189"/>
                      <a:pt x="17263" y="3189"/>
                    </a:cubicBezTo>
                    <a:cubicBezTo>
                      <a:pt x="17396" y="3189"/>
                      <a:pt x="17520" y="3029"/>
                      <a:pt x="17540" y="2834"/>
                    </a:cubicBezTo>
                    <a:cubicBezTo>
                      <a:pt x="17559" y="2639"/>
                      <a:pt x="17467" y="2482"/>
                      <a:pt x="17335" y="2482"/>
                    </a:cubicBezTo>
                    <a:close/>
                    <a:moveTo>
                      <a:pt x="17927" y="2482"/>
                    </a:moveTo>
                    <a:cubicBezTo>
                      <a:pt x="17795" y="2482"/>
                      <a:pt x="17672" y="2639"/>
                      <a:pt x="17653" y="2834"/>
                    </a:cubicBezTo>
                    <a:cubicBezTo>
                      <a:pt x="17634" y="3029"/>
                      <a:pt x="17727" y="3189"/>
                      <a:pt x="17861" y="3189"/>
                    </a:cubicBezTo>
                    <a:cubicBezTo>
                      <a:pt x="17994" y="3189"/>
                      <a:pt x="18117" y="3029"/>
                      <a:pt x="18135" y="2834"/>
                    </a:cubicBezTo>
                    <a:cubicBezTo>
                      <a:pt x="18152" y="2639"/>
                      <a:pt x="18059" y="2482"/>
                      <a:pt x="17927" y="2482"/>
                    </a:cubicBezTo>
                    <a:close/>
                    <a:moveTo>
                      <a:pt x="18509" y="2482"/>
                    </a:moveTo>
                    <a:cubicBezTo>
                      <a:pt x="18377" y="2482"/>
                      <a:pt x="18256" y="2639"/>
                      <a:pt x="18238" y="2834"/>
                    </a:cubicBezTo>
                    <a:cubicBezTo>
                      <a:pt x="18221" y="3029"/>
                      <a:pt x="18315" y="3189"/>
                      <a:pt x="18448" y="3189"/>
                    </a:cubicBezTo>
                    <a:cubicBezTo>
                      <a:pt x="18582" y="3189"/>
                      <a:pt x="18703" y="3029"/>
                      <a:pt x="18719" y="2834"/>
                    </a:cubicBezTo>
                    <a:cubicBezTo>
                      <a:pt x="18736" y="2639"/>
                      <a:pt x="18642" y="2482"/>
                      <a:pt x="18509" y="2482"/>
                    </a:cubicBezTo>
                    <a:close/>
                    <a:moveTo>
                      <a:pt x="19102" y="2482"/>
                    </a:moveTo>
                    <a:cubicBezTo>
                      <a:pt x="18969" y="2482"/>
                      <a:pt x="18849" y="2639"/>
                      <a:pt x="18834" y="2834"/>
                    </a:cubicBezTo>
                    <a:cubicBezTo>
                      <a:pt x="18818" y="3029"/>
                      <a:pt x="18913" y="3189"/>
                      <a:pt x="19046" y="3189"/>
                    </a:cubicBezTo>
                    <a:cubicBezTo>
                      <a:pt x="19180" y="3189"/>
                      <a:pt x="19300" y="3029"/>
                      <a:pt x="19315" y="2834"/>
                    </a:cubicBezTo>
                    <a:cubicBezTo>
                      <a:pt x="19329" y="2639"/>
                      <a:pt x="19234" y="2482"/>
                      <a:pt x="19102" y="2482"/>
                    </a:cubicBezTo>
                    <a:close/>
                    <a:moveTo>
                      <a:pt x="19684" y="2482"/>
                    </a:moveTo>
                    <a:cubicBezTo>
                      <a:pt x="19551" y="2482"/>
                      <a:pt x="19433" y="2639"/>
                      <a:pt x="19419" y="2834"/>
                    </a:cubicBezTo>
                    <a:cubicBezTo>
                      <a:pt x="19404" y="3029"/>
                      <a:pt x="19500" y="3189"/>
                      <a:pt x="19634" y="3189"/>
                    </a:cubicBezTo>
                    <a:cubicBezTo>
                      <a:pt x="19767" y="3189"/>
                      <a:pt x="19886" y="3029"/>
                      <a:pt x="19900" y="2834"/>
                    </a:cubicBezTo>
                    <a:cubicBezTo>
                      <a:pt x="19913" y="2639"/>
                      <a:pt x="19816" y="2482"/>
                      <a:pt x="19684" y="2482"/>
                    </a:cubicBezTo>
                    <a:close/>
                    <a:moveTo>
                      <a:pt x="20266" y="2482"/>
                    </a:moveTo>
                    <a:cubicBezTo>
                      <a:pt x="20134" y="2482"/>
                      <a:pt x="20016" y="2639"/>
                      <a:pt x="20004" y="2834"/>
                    </a:cubicBezTo>
                    <a:cubicBezTo>
                      <a:pt x="19991" y="3029"/>
                      <a:pt x="20088" y="3189"/>
                      <a:pt x="20222" y="3189"/>
                    </a:cubicBezTo>
                    <a:cubicBezTo>
                      <a:pt x="20355" y="3189"/>
                      <a:pt x="20473" y="3029"/>
                      <a:pt x="20485" y="2834"/>
                    </a:cubicBezTo>
                    <a:cubicBezTo>
                      <a:pt x="20496" y="2639"/>
                      <a:pt x="20398" y="2482"/>
                      <a:pt x="20266" y="2482"/>
                    </a:cubicBezTo>
                    <a:close/>
                    <a:moveTo>
                      <a:pt x="7757" y="3368"/>
                    </a:moveTo>
                    <a:cubicBezTo>
                      <a:pt x="7623" y="3368"/>
                      <a:pt x="7477" y="3529"/>
                      <a:pt x="7432" y="3728"/>
                    </a:cubicBezTo>
                    <a:cubicBezTo>
                      <a:pt x="7386" y="3928"/>
                      <a:pt x="7458" y="4091"/>
                      <a:pt x="7593" y="4091"/>
                    </a:cubicBezTo>
                    <a:cubicBezTo>
                      <a:pt x="7728" y="4091"/>
                      <a:pt x="7874" y="3928"/>
                      <a:pt x="7918" y="3728"/>
                    </a:cubicBezTo>
                    <a:cubicBezTo>
                      <a:pt x="7963" y="3529"/>
                      <a:pt x="7890" y="3368"/>
                      <a:pt x="7757" y="3368"/>
                    </a:cubicBezTo>
                    <a:close/>
                    <a:moveTo>
                      <a:pt x="8348" y="3368"/>
                    </a:moveTo>
                    <a:cubicBezTo>
                      <a:pt x="8214" y="3368"/>
                      <a:pt x="8070" y="3529"/>
                      <a:pt x="8026" y="3728"/>
                    </a:cubicBezTo>
                    <a:cubicBezTo>
                      <a:pt x="7982" y="3928"/>
                      <a:pt x="8055" y="4091"/>
                      <a:pt x="8190" y="4091"/>
                    </a:cubicBezTo>
                    <a:cubicBezTo>
                      <a:pt x="8325" y="4091"/>
                      <a:pt x="8470" y="3928"/>
                      <a:pt x="8513" y="3728"/>
                    </a:cubicBezTo>
                    <a:cubicBezTo>
                      <a:pt x="8556" y="3529"/>
                      <a:pt x="8482" y="3368"/>
                      <a:pt x="8348" y="3368"/>
                    </a:cubicBezTo>
                    <a:close/>
                    <a:moveTo>
                      <a:pt x="8940" y="3368"/>
                    </a:moveTo>
                    <a:cubicBezTo>
                      <a:pt x="8806" y="3368"/>
                      <a:pt x="8663" y="3529"/>
                      <a:pt x="8621" y="3728"/>
                    </a:cubicBezTo>
                    <a:cubicBezTo>
                      <a:pt x="8578" y="3928"/>
                      <a:pt x="8653" y="4091"/>
                      <a:pt x="8787" y="4091"/>
                    </a:cubicBezTo>
                    <a:cubicBezTo>
                      <a:pt x="8923" y="4091"/>
                      <a:pt x="9066" y="3928"/>
                      <a:pt x="9108" y="3728"/>
                    </a:cubicBezTo>
                    <a:cubicBezTo>
                      <a:pt x="9149" y="3529"/>
                      <a:pt x="9074" y="3368"/>
                      <a:pt x="8940" y="3368"/>
                    </a:cubicBezTo>
                    <a:close/>
                    <a:moveTo>
                      <a:pt x="9532" y="3368"/>
                    </a:moveTo>
                    <a:cubicBezTo>
                      <a:pt x="9398" y="3368"/>
                      <a:pt x="9256" y="3529"/>
                      <a:pt x="9215" y="3728"/>
                    </a:cubicBezTo>
                    <a:cubicBezTo>
                      <a:pt x="9174" y="3928"/>
                      <a:pt x="9250" y="4091"/>
                      <a:pt x="9385" y="4091"/>
                    </a:cubicBezTo>
                    <a:cubicBezTo>
                      <a:pt x="9520" y="4091"/>
                      <a:pt x="9662" y="3928"/>
                      <a:pt x="9702" y="3728"/>
                    </a:cubicBezTo>
                    <a:cubicBezTo>
                      <a:pt x="9742" y="3529"/>
                      <a:pt x="9665" y="3368"/>
                      <a:pt x="9532" y="3368"/>
                    </a:cubicBezTo>
                    <a:close/>
                    <a:moveTo>
                      <a:pt x="10124" y="3368"/>
                    </a:moveTo>
                    <a:cubicBezTo>
                      <a:pt x="9990" y="3368"/>
                      <a:pt x="9849" y="3529"/>
                      <a:pt x="9810" y="3728"/>
                    </a:cubicBezTo>
                    <a:cubicBezTo>
                      <a:pt x="9770" y="3928"/>
                      <a:pt x="9847" y="4091"/>
                      <a:pt x="9982" y="4091"/>
                    </a:cubicBezTo>
                    <a:cubicBezTo>
                      <a:pt x="10117" y="4091"/>
                      <a:pt x="10258" y="3928"/>
                      <a:pt x="10297" y="3728"/>
                    </a:cubicBezTo>
                    <a:cubicBezTo>
                      <a:pt x="10335" y="3529"/>
                      <a:pt x="10257" y="3368"/>
                      <a:pt x="10124" y="3368"/>
                    </a:cubicBezTo>
                    <a:close/>
                    <a:moveTo>
                      <a:pt x="10716" y="3368"/>
                    </a:moveTo>
                    <a:cubicBezTo>
                      <a:pt x="10582" y="3368"/>
                      <a:pt x="10443" y="3529"/>
                      <a:pt x="10405" y="3728"/>
                    </a:cubicBezTo>
                    <a:cubicBezTo>
                      <a:pt x="10366" y="3928"/>
                      <a:pt x="10445" y="4091"/>
                      <a:pt x="10580" y="4091"/>
                    </a:cubicBezTo>
                    <a:cubicBezTo>
                      <a:pt x="10715" y="4091"/>
                      <a:pt x="10854" y="3928"/>
                      <a:pt x="10891" y="3728"/>
                    </a:cubicBezTo>
                    <a:cubicBezTo>
                      <a:pt x="10928" y="3529"/>
                      <a:pt x="10849" y="3368"/>
                      <a:pt x="10716" y="3368"/>
                    </a:cubicBezTo>
                    <a:close/>
                    <a:moveTo>
                      <a:pt x="11317" y="3368"/>
                    </a:moveTo>
                    <a:cubicBezTo>
                      <a:pt x="11183" y="3368"/>
                      <a:pt x="11046" y="3529"/>
                      <a:pt x="11009" y="3728"/>
                    </a:cubicBezTo>
                    <a:cubicBezTo>
                      <a:pt x="10973" y="3928"/>
                      <a:pt x="11052" y="4091"/>
                      <a:pt x="11187" y="4091"/>
                    </a:cubicBezTo>
                    <a:cubicBezTo>
                      <a:pt x="11322" y="4091"/>
                      <a:pt x="11460" y="3928"/>
                      <a:pt x="11496" y="3728"/>
                    </a:cubicBezTo>
                    <a:cubicBezTo>
                      <a:pt x="11531" y="3529"/>
                      <a:pt x="11451" y="3368"/>
                      <a:pt x="11317" y="3368"/>
                    </a:cubicBezTo>
                    <a:close/>
                    <a:moveTo>
                      <a:pt x="11909" y="3368"/>
                    </a:moveTo>
                    <a:cubicBezTo>
                      <a:pt x="11775" y="3368"/>
                      <a:pt x="11639" y="3529"/>
                      <a:pt x="11604" y="3728"/>
                    </a:cubicBezTo>
                    <a:cubicBezTo>
                      <a:pt x="11569" y="3928"/>
                      <a:pt x="11650" y="4091"/>
                      <a:pt x="11785" y="4091"/>
                    </a:cubicBezTo>
                    <a:cubicBezTo>
                      <a:pt x="11920" y="4091"/>
                      <a:pt x="12057" y="3928"/>
                      <a:pt x="12091" y="3728"/>
                    </a:cubicBezTo>
                    <a:cubicBezTo>
                      <a:pt x="12124" y="3529"/>
                      <a:pt x="12043" y="3368"/>
                      <a:pt x="11909" y="3368"/>
                    </a:cubicBezTo>
                    <a:close/>
                    <a:moveTo>
                      <a:pt x="12501" y="3368"/>
                    </a:moveTo>
                    <a:cubicBezTo>
                      <a:pt x="12368" y="3368"/>
                      <a:pt x="12232" y="3529"/>
                      <a:pt x="12199" y="3728"/>
                    </a:cubicBezTo>
                    <a:cubicBezTo>
                      <a:pt x="12165" y="3928"/>
                      <a:pt x="12248" y="4091"/>
                      <a:pt x="12383" y="4091"/>
                    </a:cubicBezTo>
                    <a:cubicBezTo>
                      <a:pt x="12518" y="4091"/>
                      <a:pt x="12653" y="3928"/>
                      <a:pt x="12685" y="3728"/>
                    </a:cubicBezTo>
                    <a:cubicBezTo>
                      <a:pt x="12718" y="3529"/>
                      <a:pt x="12635" y="3368"/>
                      <a:pt x="12501" y="3368"/>
                    </a:cubicBezTo>
                    <a:close/>
                    <a:moveTo>
                      <a:pt x="13093" y="3368"/>
                    </a:moveTo>
                    <a:cubicBezTo>
                      <a:pt x="12959" y="3368"/>
                      <a:pt x="12825" y="3529"/>
                      <a:pt x="12794" y="3728"/>
                    </a:cubicBezTo>
                    <a:cubicBezTo>
                      <a:pt x="12762" y="3928"/>
                      <a:pt x="12845" y="4091"/>
                      <a:pt x="12980" y="4091"/>
                    </a:cubicBezTo>
                    <a:cubicBezTo>
                      <a:pt x="13115" y="4091"/>
                      <a:pt x="13250" y="3928"/>
                      <a:pt x="13280" y="3728"/>
                    </a:cubicBezTo>
                    <a:cubicBezTo>
                      <a:pt x="13311" y="3529"/>
                      <a:pt x="13227" y="3368"/>
                      <a:pt x="13093" y="3368"/>
                    </a:cubicBezTo>
                    <a:close/>
                    <a:moveTo>
                      <a:pt x="13685" y="3368"/>
                    </a:moveTo>
                    <a:cubicBezTo>
                      <a:pt x="13551" y="3368"/>
                      <a:pt x="13419" y="3529"/>
                      <a:pt x="13388" y="3728"/>
                    </a:cubicBezTo>
                    <a:cubicBezTo>
                      <a:pt x="13358" y="3928"/>
                      <a:pt x="13443" y="4091"/>
                      <a:pt x="13578" y="4091"/>
                    </a:cubicBezTo>
                    <a:cubicBezTo>
                      <a:pt x="13713" y="4091"/>
                      <a:pt x="13846" y="3928"/>
                      <a:pt x="13875" y="3728"/>
                    </a:cubicBezTo>
                    <a:cubicBezTo>
                      <a:pt x="13904" y="3529"/>
                      <a:pt x="13819" y="3368"/>
                      <a:pt x="13685" y="3368"/>
                    </a:cubicBezTo>
                    <a:close/>
                    <a:moveTo>
                      <a:pt x="16063" y="3368"/>
                    </a:moveTo>
                    <a:cubicBezTo>
                      <a:pt x="15930" y="3368"/>
                      <a:pt x="15802" y="3529"/>
                      <a:pt x="15778" y="3728"/>
                    </a:cubicBezTo>
                    <a:cubicBezTo>
                      <a:pt x="15754" y="3928"/>
                      <a:pt x="15844" y="4091"/>
                      <a:pt x="15979" y="4091"/>
                    </a:cubicBezTo>
                    <a:cubicBezTo>
                      <a:pt x="16113" y="4091"/>
                      <a:pt x="16242" y="3928"/>
                      <a:pt x="16265" y="3728"/>
                    </a:cubicBezTo>
                    <a:cubicBezTo>
                      <a:pt x="16287" y="3529"/>
                      <a:pt x="16197" y="3368"/>
                      <a:pt x="16063" y="3368"/>
                    </a:cubicBezTo>
                    <a:close/>
                    <a:moveTo>
                      <a:pt x="16655" y="3368"/>
                    </a:moveTo>
                    <a:cubicBezTo>
                      <a:pt x="16521" y="3368"/>
                      <a:pt x="16395" y="3529"/>
                      <a:pt x="16373" y="3728"/>
                    </a:cubicBezTo>
                    <a:cubicBezTo>
                      <a:pt x="16350" y="3928"/>
                      <a:pt x="16441" y="4091"/>
                      <a:pt x="16576" y="4091"/>
                    </a:cubicBezTo>
                    <a:cubicBezTo>
                      <a:pt x="16711" y="4091"/>
                      <a:pt x="16838" y="3928"/>
                      <a:pt x="16859" y="3728"/>
                    </a:cubicBezTo>
                    <a:cubicBezTo>
                      <a:pt x="16881" y="3529"/>
                      <a:pt x="16789" y="3368"/>
                      <a:pt x="16655" y="3368"/>
                    </a:cubicBezTo>
                    <a:close/>
                    <a:moveTo>
                      <a:pt x="17248" y="3368"/>
                    </a:moveTo>
                    <a:cubicBezTo>
                      <a:pt x="17114" y="3368"/>
                      <a:pt x="16988" y="3529"/>
                      <a:pt x="16968" y="3728"/>
                    </a:cubicBezTo>
                    <a:cubicBezTo>
                      <a:pt x="16947" y="3928"/>
                      <a:pt x="17039" y="4091"/>
                      <a:pt x="17174" y="4091"/>
                    </a:cubicBezTo>
                    <a:cubicBezTo>
                      <a:pt x="17309" y="4091"/>
                      <a:pt x="17435" y="3928"/>
                      <a:pt x="17454" y="3728"/>
                    </a:cubicBezTo>
                    <a:cubicBezTo>
                      <a:pt x="17474" y="3529"/>
                      <a:pt x="17381" y="3368"/>
                      <a:pt x="17248" y="3368"/>
                    </a:cubicBezTo>
                    <a:close/>
                    <a:moveTo>
                      <a:pt x="17840" y="3368"/>
                    </a:moveTo>
                    <a:cubicBezTo>
                      <a:pt x="17706" y="3368"/>
                      <a:pt x="17582" y="3529"/>
                      <a:pt x="17563" y="3728"/>
                    </a:cubicBezTo>
                    <a:cubicBezTo>
                      <a:pt x="17543" y="3928"/>
                      <a:pt x="17637" y="4091"/>
                      <a:pt x="17772" y="4091"/>
                    </a:cubicBezTo>
                    <a:cubicBezTo>
                      <a:pt x="17907" y="4091"/>
                      <a:pt x="18031" y="3928"/>
                      <a:pt x="18049" y="3728"/>
                    </a:cubicBezTo>
                    <a:cubicBezTo>
                      <a:pt x="18067" y="3529"/>
                      <a:pt x="17974" y="3368"/>
                      <a:pt x="17840" y="3368"/>
                    </a:cubicBezTo>
                    <a:close/>
                    <a:moveTo>
                      <a:pt x="18432" y="3368"/>
                    </a:moveTo>
                    <a:cubicBezTo>
                      <a:pt x="18298" y="3368"/>
                      <a:pt x="18176" y="3529"/>
                      <a:pt x="18158" y="3728"/>
                    </a:cubicBezTo>
                    <a:cubicBezTo>
                      <a:pt x="18140" y="3928"/>
                      <a:pt x="18234" y="4091"/>
                      <a:pt x="18370" y="4091"/>
                    </a:cubicBezTo>
                    <a:cubicBezTo>
                      <a:pt x="18505" y="4091"/>
                      <a:pt x="18628" y="3928"/>
                      <a:pt x="18644" y="3728"/>
                    </a:cubicBezTo>
                    <a:cubicBezTo>
                      <a:pt x="18661" y="3529"/>
                      <a:pt x="18566" y="3368"/>
                      <a:pt x="18432" y="3368"/>
                    </a:cubicBezTo>
                    <a:close/>
                    <a:moveTo>
                      <a:pt x="19024" y="3368"/>
                    </a:moveTo>
                    <a:cubicBezTo>
                      <a:pt x="18891" y="3368"/>
                      <a:pt x="18769" y="3529"/>
                      <a:pt x="18753" y="3728"/>
                    </a:cubicBezTo>
                    <a:cubicBezTo>
                      <a:pt x="18736" y="3928"/>
                      <a:pt x="18833" y="4091"/>
                      <a:pt x="18968" y="4091"/>
                    </a:cubicBezTo>
                    <a:cubicBezTo>
                      <a:pt x="19103" y="4091"/>
                      <a:pt x="19224" y="3928"/>
                      <a:pt x="19239" y="3728"/>
                    </a:cubicBezTo>
                    <a:cubicBezTo>
                      <a:pt x="19254" y="3529"/>
                      <a:pt x="19158" y="3368"/>
                      <a:pt x="19024" y="3368"/>
                    </a:cubicBezTo>
                    <a:close/>
                    <a:moveTo>
                      <a:pt x="19627" y="3368"/>
                    </a:moveTo>
                    <a:cubicBezTo>
                      <a:pt x="19493" y="3368"/>
                      <a:pt x="19373" y="3529"/>
                      <a:pt x="19358" y="3728"/>
                    </a:cubicBezTo>
                    <a:cubicBezTo>
                      <a:pt x="19343" y="3928"/>
                      <a:pt x="19441" y="4091"/>
                      <a:pt x="19576" y="4091"/>
                    </a:cubicBezTo>
                    <a:cubicBezTo>
                      <a:pt x="19711" y="4091"/>
                      <a:pt x="19831" y="3928"/>
                      <a:pt x="19845" y="3728"/>
                    </a:cubicBezTo>
                    <a:cubicBezTo>
                      <a:pt x="19858" y="3529"/>
                      <a:pt x="19760" y="3368"/>
                      <a:pt x="19627" y="3368"/>
                    </a:cubicBezTo>
                    <a:close/>
                    <a:moveTo>
                      <a:pt x="20219" y="3368"/>
                    </a:moveTo>
                    <a:cubicBezTo>
                      <a:pt x="20085" y="3368"/>
                      <a:pt x="19966" y="3529"/>
                      <a:pt x="19953" y="3728"/>
                    </a:cubicBezTo>
                    <a:cubicBezTo>
                      <a:pt x="19940" y="3928"/>
                      <a:pt x="20039" y="4091"/>
                      <a:pt x="20174" y="4091"/>
                    </a:cubicBezTo>
                    <a:cubicBezTo>
                      <a:pt x="20309" y="4091"/>
                      <a:pt x="20428" y="3928"/>
                      <a:pt x="20440" y="3728"/>
                    </a:cubicBezTo>
                    <a:cubicBezTo>
                      <a:pt x="20452" y="3529"/>
                      <a:pt x="20352" y="3368"/>
                      <a:pt x="20219" y="3368"/>
                    </a:cubicBezTo>
                    <a:close/>
                    <a:moveTo>
                      <a:pt x="2146" y="4254"/>
                    </a:moveTo>
                    <a:cubicBezTo>
                      <a:pt x="2010" y="4254"/>
                      <a:pt x="1851" y="4419"/>
                      <a:pt x="1790" y="4623"/>
                    </a:cubicBezTo>
                    <a:cubicBezTo>
                      <a:pt x="1729" y="4828"/>
                      <a:pt x="1790" y="4995"/>
                      <a:pt x="1926" y="4995"/>
                    </a:cubicBezTo>
                    <a:cubicBezTo>
                      <a:pt x="2063" y="4995"/>
                      <a:pt x="2223" y="4828"/>
                      <a:pt x="2283" y="4623"/>
                    </a:cubicBezTo>
                    <a:cubicBezTo>
                      <a:pt x="2342" y="4419"/>
                      <a:pt x="2281" y="4254"/>
                      <a:pt x="2146" y="4254"/>
                    </a:cubicBezTo>
                    <a:close/>
                    <a:moveTo>
                      <a:pt x="2747" y="4254"/>
                    </a:moveTo>
                    <a:cubicBezTo>
                      <a:pt x="2612" y="4254"/>
                      <a:pt x="2454" y="4419"/>
                      <a:pt x="2395" y="4623"/>
                    </a:cubicBezTo>
                    <a:cubicBezTo>
                      <a:pt x="2335" y="4828"/>
                      <a:pt x="2397" y="4995"/>
                      <a:pt x="2533" y="4995"/>
                    </a:cubicBezTo>
                    <a:cubicBezTo>
                      <a:pt x="2670" y="4995"/>
                      <a:pt x="2829" y="4828"/>
                      <a:pt x="2887" y="4623"/>
                    </a:cubicBezTo>
                    <a:cubicBezTo>
                      <a:pt x="2945" y="4419"/>
                      <a:pt x="2883" y="4254"/>
                      <a:pt x="2747" y="4254"/>
                    </a:cubicBezTo>
                    <a:close/>
                    <a:moveTo>
                      <a:pt x="3349" y="4254"/>
                    </a:moveTo>
                    <a:cubicBezTo>
                      <a:pt x="3213" y="4254"/>
                      <a:pt x="3057" y="4419"/>
                      <a:pt x="2999" y="4623"/>
                    </a:cubicBezTo>
                    <a:cubicBezTo>
                      <a:pt x="2941" y="4828"/>
                      <a:pt x="3004" y="4995"/>
                      <a:pt x="3141" y="4995"/>
                    </a:cubicBezTo>
                    <a:cubicBezTo>
                      <a:pt x="3277" y="4995"/>
                      <a:pt x="3435" y="4828"/>
                      <a:pt x="3491" y="4623"/>
                    </a:cubicBezTo>
                    <a:cubicBezTo>
                      <a:pt x="3548" y="4419"/>
                      <a:pt x="3484" y="4254"/>
                      <a:pt x="3349" y="4254"/>
                    </a:cubicBezTo>
                    <a:close/>
                    <a:moveTo>
                      <a:pt x="3950" y="4254"/>
                    </a:moveTo>
                    <a:cubicBezTo>
                      <a:pt x="3815" y="4254"/>
                      <a:pt x="3660" y="4419"/>
                      <a:pt x="3603" y="4623"/>
                    </a:cubicBezTo>
                    <a:cubicBezTo>
                      <a:pt x="3547" y="4828"/>
                      <a:pt x="3611" y="4995"/>
                      <a:pt x="3748" y="4995"/>
                    </a:cubicBezTo>
                    <a:cubicBezTo>
                      <a:pt x="3884" y="4995"/>
                      <a:pt x="4040" y="4828"/>
                      <a:pt x="4096" y="4623"/>
                    </a:cubicBezTo>
                    <a:cubicBezTo>
                      <a:pt x="4151" y="4419"/>
                      <a:pt x="4086" y="4254"/>
                      <a:pt x="3950" y="4254"/>
                    </a:cubicBezTo>
                    <a:close/>
                    <a:moveTo>
                      <a:pt x="4552" y="4254"/>
                    </a:moveTo>
                    <a:cubicBezTo>
                      <a:pt x="4417" y="4254"/>
                      <a:pt x="4263" y="4419"/>
                      <a:pt x="4208" y="4623"/>
                    </a:cubicBezTo>
                    <a:cubicBezTo>
                      <a:pt x="4153" y="4828"/>
                      <a:pt x="4219" y="4995"/>
                      <a:pt x="4355" y="4995"/>
                    </a:cubicBezTo>
                    <a:cubicBezTo>
                      <a:pt x="4492" y="4995"/>
                      <a:pt x="4647" y="4828"/>
                      <a:pt x="4700" y="4623"/>
                    </a:cubicBezTo>
                    <a:cubicBezTo>
                      <a:pt x="4754" y="4419"/>
                      <a:pt x="4687" y="4254"/>
                      <a:pt x="4552" y="4254"/>
                    </a:cubicBezTo>
                    <a:close/>
                    <a:moveTo>
                      <a:pt x="5153" y="4254"/>
                    </a:moveTo>
                    <a:cubicBezTo>
                      <a:pt x="5018" y="4254"/>
                      <a:pt x="4865" y="4419"/>
                      <a:pt x="4812" y="4623"/>
                    </a:cubicBezTo>
                    <a:cubicBezTo>
                      <a:pt x="4759" y="4828"/>
                      <a:pt x="4826" y="4995"/>
                      <a:pt x="4963" y="4995"/>
                    </a:cubicBezTo>
                    <a:cubicBezTo>
                      <a:pt x="5099" y="4995"/>
                      <a:pt x="5252" y="4828"/>
                      <a:pt x="5305" y="4623"/>
                    </a:cubicBezTo>
                    <a:cubicBezTo>
                      <a:pt x="5356" y="4419"/>
                      <a:pt x="5288" y="4254"/>
                      <a:pt x="5153" y="4254"/>
                    </a:cubicBezTo>
                    <a:close/>
                    <a:moveTo>
                      <a:pt x="5755" y="4254"/>
                    </a:moveTo>
                    <a:cubicBezTo>
                      <a:pt x="5619" y="4254"/>
                      <a:pt x="5468" y="4419"/>
                      <a:pt x="5417" y="4623"/>
                    </a:cubicBezTo>
                    <a:cubicBezTo>
                      <a:pt x="5365" y="4828"/>
                      <a:pt x="5433" y="4995"/>
                      <a:pt x="5570" y="4995"/>
                    </a:cubicBezTo>
                    <a:cubicBezTo>
                      <a:pt x="5707" y="4995"/>
                      <a:pt x="5859" y="4828"/>
                      <a:pt x="5909" y="4623"/>
                    </a:cubicBezTo>
                    <a:cubicBezTo>
                      <a:pt x="5959" y="4419"/>
                      <a:pt x="5890" y="4254"/>
                      <a:pt x="5755" y="4254"/>
                    </a:cubicBezTo>
                    <a:close/>
                    <a:moveTo>
                      <a:pt x="6357" y="4254"/>
                    </a:moveTo>
                    <a:cubicBezTo>
                      <a:pt x="6221" y="4254"/>
                      <a:pt x="6071" y="4419"/>
                      <a:pt x="6021" y="4623"/>
                    </a:cubicBezTo>
                    <a:cubicBezTo>
                      <a:pt x="5971" y="4828"/>
                      <a:pt x="6041" y="4995"/>
                      <a:pt x="6177" y="4995"/>
                    </a:cubicBezTo>
                    <a:cubicBezTo>
                      <a:pt x="6314" y="4995"/>
                      <a:pt x="6465" y="4828"/>
                      <a:pt x="6514" y="4623"/>
                    </a:cubicBezTo>
                    <a:cubicBezTo>
                      <a:pt x="6562" y="4419"/>
                      <a:pt x="6492" y="4254"/>
                      <a:pt x="6357" y="4254"/>
                    </a:cubicBezTo>
                    <a:close/>
                    <a:moveTo>
                      <a:pt x="6948" y="4254"/>
                    </a:moveTo>
                    <a:cubicBezTo>
                      <a:pt x="6813" y="4254"/>
                      <a:pt x="6664" y="4419"/>
                      <a:pt x="6616" y="4623"/>
                    </a:cubicBezTo>
                    <a:cubicBezTo>
                      <a:pt x="6567" y="4828"/>
                      <a:pt x="6638" y="4995"/>
                      <a:pt x="6775" y="4995"/>
                    </a:cubicBezTo>
                    <a:cubicBezTo>
                      <a:pt x="6911" y="4995"/>
                      <a:pt x="7061" y="4828"/>
                      <a:pt x="7108" y="4623"/>
                    </a:cubicBezTo>
                    <a:cubicBezTo>
                      <a:pt x="7155" y="4419"/>
                      <a:pt x="7084" y="4254"/>
                      <a:pt x="6948" y="4254"/>
                    </a:cubicBezTo>
                    <a:close/>
                    <a:moveTo>
                      <a:pt x="7550" y="4254"/>
                    </a:moveTo>
                    <a:cubicBezTo>
                      <a:pt x="7414" y="4254"/>
                      <a:pt x="7267" y="4419"/>
                      <a:pt x="7220" y="4623"/>
                    </a:cubicBezTo>
                    <a:cubicBezTo>
                      <a:pt x="7173" y="4828"/>
                      <a:pt x="7246" y="4995"/>
                      <a:pt x="7382" y="4995"/>
                    </a:cubicBezTo>
                    <a:cubicBezTo>
                      <a:pt x="7519" y="4995"/>
                      <a:pt x="7667" y="4828"/>
                      <a:pt x="7713" y="4623"/>
                    </a:cubicBezTo>
                    <a:cubicBezTo>
                      <a:pt x="7758" y="4419"/>
                      <a:pt x="7685" y="4254"/>
                      <a:pt x="7550" y="4254"/>
                    </a:cubicBezTo>
                    <a:close/>
                    <a:moveTo>
                      <a:pt x="8152" y="4254"/>
                    </a:moveTo>
                    <a:cubicBezTo>
                      <a:pt x="8016" y="4254"/>
                      <a:pt x="7870" y="4419"/>
                      <a:pt x="7825" y="4623"/>
                    </a:cubicBezTo>
                    <a:cubicBezTo>
                      <a:pt x="7779" y="4828"/>
                      <a:pt x="7853" y="4995"/>
                      <a:pt x="7990" y="4995"/>
                    </a:cubicBezTo>
                    <a:cubicBezTo>
                      <a:pt x="8127" y="4995"/>
                      <a:pt x="8273" y="4828"/>
                      <a:pt x="8317" y="4623"/>
                    </a:cubicBezTo>
                    <a:cubicBezTo>
                      <a:pt x="8361" y="4419"/>
                      <a:pt x="8287" y="4254"/>
                      <a:pt x="8152" y="4254"/>
                    </a:cubicBezTo>
                    <a:close/>
                    <a:moveTo>
                      <a:pt x="8753" y="4254"/>
                    </a:moveTo>
                    <a:cubicBezTo>
                      <a:pt x="8618" y="4254"/>
                      <a:pt x="8473" y="4419"/>
                      <a:pt x="8430" y="4623"/>
                    </a:cubicBezTo>
                    <a:cubicBezTo>
                      <a:pt x="8386" y="4828"/>
                      <a:pt x="8460" y="4995"/>
                      <a:pt x="8597" y="4995"/>
                    </a:cubicBezTo>
                    <a:cubicBezTo>
                      <a:pt x="8734" y="4995"/>
                      <a:pt x="8879" y="4828"/>
                      <a:pt x="8922" y="4623"/>
                    </a:cubicBezTo>
                    <a:cubicBezTo>
                      <a:pt x="8964" y="4419"/>
                      <a:pt x="8888" y="4254"/>
                      <a:pt x="8753" y="4254"/>
                    </a:cubicBezTo>
                    <a:close/>
                    <a:moveTo>
                      <a:pt x="9355" y="4254"/>
                    </a:moveTo>
                    <a:cubicBezTo>
                      <a:pt x="9220" y="4254"/>
                      <a:pt x="9076" y="4419"/>
                      <a:pt x="9034" y="4623"/>
                    </a:cubicBezTo>
                    <a:cubicBezTo>
                      <a:pt x="8992" y="4828"/>
                      <a:pt x="9068" y="4995"/>
                      <a:pt x="9205" y="4995"/>
                    </a:cubicBezTo>
                    <a:cubicBezTo>
                      <a:pt x="9341" y="4995"/>
                      <a:pt x="9485" y="4828"/>
                      <a:pt x="9526" y="4623"/>
                    </a:cubicBezTo>
                    <a:cubicBezTo>
                      <a:pt x="9567" y="4419"/>
                      <a:pt x="9490" y="4254"/>
                      <a:pt x="9355" y="4254"/>
                    </a:cubicBezTo>
                    <a:close/>
                    <a:moveTo>
                      <a:pt x="9957" y="4254"/>
                    </a:moveTo>
                    <a:cubicBezTo>
                      <a:pt x="9821" y="4254"/>
                      <a:pt x="9679" y="4419"/>
                      <a:pt x="9639" y="4623"/>
                    </a:cubicBezTo>
                    <a:cubicBezTo>
                      <a:pt x="9598" y="4828"/>
                      <a:pt x="9676" y="4995"/>
                      <a:pt x="9812" y="4995"/>
                    </a:cubicBezTo>
                    <a:cubicBezTo>
                      <a:pt x="9949" y="4995"/>
                      <a:pt x="10092" y="4828"/>
                      <a:pt x="10131" y="4623"/>
                    </a:cubicBezTo>
                    <a:cubicBezTo>
                      <a:pt x="10170" y="4419"/>
                      <a:pt x="10092" y="4254"/>
                      <a:pt x="9957" y="4254"/>
                    </a:cubicBezTo>
                    <a:close/>
                    <a:moveTo>
                      <a:pt x="10559" y="4254"/>
                    </a:moveTo>
                    <a:cubicBezTo>
                      <a:pt x="10424" y="4254"/>
                      <a:pt x="10282" y="4419"/>
                      <a:pt x="10244" y="4623"/>
                    </a:cubicBezTo>
                    <a:cubicBezTo>
                      <a:pt x="10204" y="4828"/>
                      <a:pt x="10284" y="4995"/>
                      <a:pt x="10420" y="4995"/>
                    </a:cubicBezTo>
                    <a:cubicBezTo>
                      <a:pt x="10557" y="4995"/>
                      <a:pt x="10698" y="4828"/>
                      <a:pt x="10736" y="4623"/>
                    </a:cubicBezTo>
                    <a:cubicBezTo>
                      <a:pt x="10773" y="4419"/>
                      <a:pt x="10694" y="4254"/>
                      <a:pt x="10559" y="4254"/>
                    </a:cubicBezTo>
                    <a:close/>
                    <a:moveTo>
                      <a:pt x="11752" y="4254"/>
                    </a:moveTo>
                    <a:cubicBezTo>
                      <a:pt x="11617" y="4254"/>
                      <a:pt x="11479" y="4419"/>
                      <a:pt x="11443" y="4623"/>
                    </a:cubicBezTo>
                    <a:cubicBezTo>
                      <a:pt x="11407" y="4828"/>
                      <a:pt x="11489" y="4995"/>
                      <a:pt x="11625" y="4995"/>
                    </a:cubicBezTo>
                    <a:cubicBezTo>
                      <a:pt x="11762" y="4995"/>
                      <a:pt x="11901" y="4828"/>
                      <a:pt x="11935" y="4623"/>
                    </a:cubicBezTo>
                    <a:cubicBezTo>
                      <a:pt x="11970" y="4419"/>
                      <a:pt x="11888" y="4254"/>
                      <a:pt x="11752" y="4254"/>
                    </a:cubicBezTo>
                    <a:close/>
                    <a:moveTo>
                      <a:pt x="12354" y="4254"/>
                    </a:moveTo>
                    <a:cubicBezTo>
                      <a:pt x="12219" y="4254"/>
                      <a:pt x="12082" y="4419"/>
                      <a:pt x="12048" y="4623"/>
                    </a:cubicBezTo>
                    <a:cubicBezTo>
                      <a:pt x="12013" y="4828"/>
                      <a:pt x="12096" y="4995"/>
                      <a:pt x="12233" y="4995"/>
                    </a:cubicBezTo>
                    <a:cubicBezTo>
                      <a:pt x="12369" y="4995"/>
                      <a:pt x="12507" y="4828"/>
                      <a:pt x="12540" y="4623"/>
                    </a:cubicBezTo>
                    <a:cubicBezTo>
                      <a:pt x="12573" y="4419"/>
                      <a:pt x="12489" y="4254"/>
                      <a:pt x="12354" y="4254"/>
                    </a:cubicBezTo>
                    <a:close/>
                    <a:moveTo>
                      <a:pt x="12956" y="4254"/>
                    </a:moveTo>
                    <a:cubicBezTo>
                      <a:pt x="12821" y="4254"/>
                      <a:pt x="12685" y="4419"/>
                      <a:pt x="12652" y="4623"/>
                    </a:cubicBezTo>
                    <a:cubicBezTo>
                      <a:pt x="12620" y="4828"/>
                      <a:pt x="12704" y="4995"/>
                      <a:pt x="12841" y="4995"/>
                    </a:cubicBezTo>
                    <a:cubicBezTo>
                      <a:pt x="12977" y="4995"/>
                      <a:pt x="13114" y="4828"/>
                      <a:pt x="13145" y="4623"/>
                    </a:cubicBezTo>
                    <a:cubicBezTo>
                      <a:pt x="13176" y="4419"/>
                      <a:pt x="13092" y="4254"/>
                      <a:pt x="12956" y="4254"/>
                    </a:cubicBezTo>
                    <a:close/>
                    <a:moveTo>
                      <a:pt x="13558" y="4254"/>
                    </a:moveTo>
                    <a:cubicBezTo>
                      <a:pt x="13423" y="4254"/>
                      <a:pt x="13288" y="4419"/>
                      <a:pt x="13257" y="4623"/>
                    </a:cubicBezTo>
                    <a:cubicBezTo>
                      <a:pt x="13226" y="4828"/>
                      <a:pt x="13312" y="4995"/>
                      <a:pt x="13448" y="4995"/>
                    </a:cubicBezTo>
                    <a:cubicBezTo>
                      <a:pt x="13585" y="4995"/>
                      <a:pt x="13720" y="4828"/>
                      <a:pt x="13750" y="4623"/>
                    </a:cubicBezTo>
                    <a:cubicBezTo>
                      <a:pt x="13779" y="4419"/>
                      <a:pt x="13693" y="4254"/>
                      <a:pt x="13558" y="4254"/>
                    </a:cubicBezTo>
                    <a:close/>
                    <a:moveTo>
                      <a:pt x="14160" y="4254"/>
                    </a:moveTo>
                    <a:cubicBezTo>
                      <a:pt x="14025" y="4254"/>
                      <a:pt x="13891" y="4419"/>
                      <a:pt x="13862" y="4623"/>
                    </a:cubicBezTo>
                    <a:cubicBezTo>
                      <a:pt x="13833" y="4828"/>
                      <a:pt x="13920" y="4995"/>
                      <a:pt x="14056" y="4995"/>
                    </a:cubicBezTo>
                    <a:cubicBezTo>
                      <a:pt x="14193" y="4995"/>
                      <a:pt x="14326" y="4828"/>
                      <a:pt x="14354" y="4623"/>
                    </a:cubicBezTo>
                    <a:cubicBezTo>
                      <a:pt x="14382" y="4419"/>
                      <a:pt x="14295" y="4254"/>
                      <a:pt x="14160" y="4254"/>
                    </a:cubicBezTo>
                    <a:close/>
                    <a:moveTo>
                      <a:pt x="16558" y="4254"/>
                    </a:moveTo>
                    <a:cubicBezTo>
                      <a:pt x="16423" y="4254"/>
                      <a:pt x="16295" y="4419"/>
                      <a:pt x="16272" y="4623"/>
                    </a:cubicBezTo>
                    <a:cubicBezTo>
                      <a:pt x="16249" y="4828"/>
                      <a:pt x="16341" y="4995"/>
                      <a:pt x="16477" y="4995"/>
                    </a:cubicBezTo>
                    <a:cubicBezTo>
                      <a:pt x="16614" y="4995"/>
                      <a:pt x="16742" y="4828"/>
                      <a:pt x="16764" y="4623"/>
                    </a:cubicBezTo>
                    <a:cubicBezTo>
                      <a:pt x="16786" y="4419"/>
                      <a:pt x="16694" y="4254"/>
                      <a:pt x="16558" y="4254"/>
                    </a:cubicBezTo>
                    <a:close/>
                    <a:moveTo>
                      <a:pt x="17161" y="4254"/>
                    </a:moveTo>
                    <a:cubicBezTo>
                      <a:pt x="17025" y="4254"/>
                      <a:pt x="16898" y="4419"/>
                      <a:pt x="16877" y="4623"/>
                    </a:cubicBezTo>
                    <a:cubicBezTo>
                      <a:pt x="16855" y="4828"/>
                      <a:pt x="16949" y="4995"/>
                      <a:pt x="17085" y="4995"/>
                    </a:cubicBezTo>
                    <a:cubicBezTo>
                      <a:pt x="17222" y="4995"/>
                      <a:pt x="17349" y="4828"/>
                      <a:pt x="17369" y="4623"/>
                    </a:cubicBezTo>
                    <a:cubicBezTo>
                      <a:pt x="17389" y="4419"/>
                      <a:pt x="17296" y="4254"/>
                      <a:pt x="17161" y="4254"/>
                    </a:cubicBezTo>
                    <a:close/>
                    <a:moveTo>
                      <a:pt x="17763" y="4254"/>
                    </a:moveTo>
                    <a:cubicBezTo>
                      <a:pt x="17628" y="4254"/>
                      <a:pt x="17502" y="4419"/>
                      <a:pt x="17482" y="4623"/>
                    </a:cubicBezTo>
                    <a:cubicBezTo>
                      <a:pt x="17462" y="4828"/>
                      <a:pt x="17557" y="4995"/>
                      <a:pt x="17693" y="4995"/>
                    </a:cubicBezTo>
                    <a:cubicBezTo>
                      <a:pt x="17830" y="4995"/>
                      <a:pt x="17956" y="4828"/>
                      <a:pt x="17975" y="4623"/>
                    </a:cubicBezTo>
                    <a:cubicBezTo>
                      <a:pt x="17993" y="4419"/>
                      <a:pt x="17898" y="4254"/>
                      <a:pt x="17763" y="4254"/>
                    </a:cubicBezTo>
                    <a:close/>
                    <a:moveTo>
                      <a:pt x="18355" y="4254"/>
                    </a:moveTo>
                    <a:cubicBezTo>
                      <a:pt x="18219" y="4254"/>
                      <a:pt x="18095" y="4419"/>
                      <a:pt x="18077" y="4623"/>
                    </a:cubicBezTo>
                    <a:cubicBezTo>
                      <a:pt x="18059" y="4828"/>
                      <a:pt x="18154" y="4995"/>
                      <a:pt x="18291" y="4995"/>
                    </a:cubicBezTo>
                    <a:cubicBezTo>
                      <a:pt x="18428" y="4995"/>
                      <a:pt x="18552" y="4828"/>
                      <a:pt x="18569" y="4623"/>
                    </a:cubicBezTo>
                    <a:cubicBezTo>
                      <a:pt x="18586" y="4419"/>
                      <a:pt x="18490" y="4254"/>
                      <a:pt x="18355" y="4254"/>
                    </a:cubicBezTo>
                    <a:close/>
                    <a:moveTo>
                      <a:pt x="18957" y="4254"/>
                    </a:moveTo>
                    <a:cubicBezTo>
                      <a:pt x="18822" y="4254"/>
                      <a:pt x="18699" y="4419"/>
                      <a:pt x="18682" y="4623"/>
                    </a:cubicBezTo>
                    <a:cubicBezTo>
                      <a:pt x="18665" y="4828"/>
                      <a:pt x="18763" y="4995"/>
                      <a:pt x="18899" y="4995"/>
                    </a:cubicBezTo>
                    <a:cubicBezTo>
                      <a:pt x="19036" y="4995"/>
                      <a:pt x="19159" y="4828"/>
                      <a:pt x="19174" y="4623"/>
                    </a:cubicBezTo>
                    <a:cubicBezTo>
                      <a:pt x="19190" y="4419"/>
                      <a:pt x="19092" y="4254"/>
                      <a:pt x="18957" y="4254"/>
                    </a:cubicBezTo>
                    <a:close/>
                    <a:moveTo>
                      <a:pt x="19560" y="4254"/>
                    </a:moveTo>
                    <a:cubicBezTo>
                      <a:pt x="19424" y="4254"/>
                      <a:pt x="19302" y="4419"/>
                      <a:pt x="19287" y="4623"/>
                    </a:cubicBezTo>
                    <a:cubicBezTo>
                      <a:pt x="19272" y="4828"/>
                      <a:pt x="19371" y="4995"/>
                      <a:pt x="19508" y="4995"/>
                    </a:cubicBezTo>
                    <a:cubicBezTo>
                      <a:pt x="19644" y="4995"/>
                      <a:pt x="19766" y="4828"/>
                      <a:pt x="19780" y="4623"/>
                    </a:cubicBezTo>
                    <a:cubicBezTo>
                      <a:pt x="19793" y="4419"/>
                      <a:pt x="19695" y="4254"/>
                      <a:pt x="19560" y="4254"/>
                    </a:cubicBezTo>
                    <a:close/>
                    <a:moveTo>
                      <a:pt x="1278" y="5140"/>
                    </a:moveTo>
                    <a:cubicBezTo>
                      <a:pt x="1141" y="5140"/>
                      <a:pt x="979" y="5308"/>
                      <a:pt x="914" y="5518"/>
                    </a:cubicBezTo>
                    <a:cubicBezTo>
                      <a:pt x="850" y="5727"/>
                      <a:pt x="909" y="5898"/>
                      <a:pt x="1048" y="5898"/>
                    </a:cubicBezTo>
                    <a:cubicBezTo>
                      <a:pt x="1186" y="5898"/>
                      <a:pt x="1350" y="5727"/>
                      <a:pt x="1413" y="5518"/>
                    </a:cubicBezTo>
                    <a:cubicBezTo>
                      <a:pt x="1476" y="5308"/>
                      <a:pt x="1415" y="5140"/>
                      <a:pt x="1278" y="5140"/>
                    </a:cubicBezTo>
                    <a:close/>
                    <a:moveTo>
                      <a:pt x="1880" y="5140"/>
                    </a:moveTo>
                    <a:cubicBezTo>
                      <a:pt x="1743" y="5140"/>
                      <a:pt x="1581" y="5308"/>
                      <a:pt x="1519" y="5518"/>
                    </a:cubicBezTo>
                    <a:cubicBezTo>
                      <a:pt x="1456" y="5727"/>
                      <a:pt x="1517" y="5898"/>
                      <a:pt x="1655" y="5898"/>
                    </a:cubicBezTo>
                    <a:cubicBezTo>
                      <a:pt x="1793" y="5898"/>
                      <a:pt x="1955" y="5727"/>
                      <a:pt x="2017" y="5518"/>
                    </a:cubicBezTo>
                    <a:cubicBezTo>
                      <a:pt x="2078" y="5308"/>
                      <a:pt x="2016" y="5140"/>
                      <a:pt x="1880" y="5140"/>
                    </a:cubicBezTo>
                    <a:close/>
                    <a:moveTo>
                      <a:pt x="2491" y="5140"/>
                    </a:moveTo>
                    <a:cubicBezTo>
                      <a:pt x="2354" y="5140"/>
                      <a:pt x="2194" y="5308"/>
                      <a:pt x="2133" y="5518"/>
                    </a:cubicBezTo>
                    <a:cubicBezTo>
                      <a:pt x="2072" y="5727"/>
                      <a:pt x="2134" y="5898"/>
                      <a:pt x="2272" y="5898"/>
                    </a:cubicBezTo>
                    <a:cubicBezTo>
                      <a:pt x="2411" y="5898"/>
                      <a:pt x="2571" y="5727"/>
                      <a:pt x="2631" y="5518"/>
                    </a:cubicBezTo>
                    <a:cubicBezTo>
                      <a:pt x="2691" y="5308"/>
                      <a:pt x="2628" y="5140"/>
                      <a:pt x="2491" y="5140"/>
                    </a:cubicBezTo>
                    <a:close/>
                    <a:moveTo>
                      <a:pt x="3093" y="5140"/>
                    </a:moveTo>
                    <a:cubicBezTo>
                      <a:pt x="2956" y="5140"/>
                      <a:pt x="2797" y="5308"/>
                      <a:pt x="2737" y="5518"/>
                    </a:cubicBezTo>
                    <a:cubicBezTo>
                      <a:pt x="2678" y="5727"/>
                      <a:pt x="2741" y="5898"/>
                      <a:pt x="2880" y="5898"/>
                    </a:cubicBezTo>
                    <a:cubicBezTo>
                      <a:pt x="3018" y="5898"/>
                      <a:pt x="3177" y="5727"/>
                      <a:pt x="3235" y="5518"/>
                    </a:cubicBezTo>
                    <a:cubicBezTo>
                      <a:pt x="3293" y="5308"/>
                      <a:pt x="3229" y="5140"/>
                      <a:pt x="3093" y="5140"/>
                    </a:cubicBezTo>
                    <a:close/>
                    <a:moveTo>
                      <a:pt x="3704" y="5140"/>
                    </a:moveTo>
                    <a:cubicBezTo>
                      <a:pt x="3567" y="5140"/>
                      <a:pt x="3410" y="5308"/>
                      <a:pt x="3352" y="5518"/>
                    </a:cubicBezTo>
                    <a:cubicBezTo>
                      <a:pt x="3294" y="5727"/>
                      <a:pt x="3358" y="5898"/>
                      <a:pt x="3497" y="5898"/>
                    </a:cubicBezTo>
                    <a:cubicBezTo>
                      <a:pt x="3635" y="5898"/>
                      <a:pt x="3793" y="5727"/>
                      <a:pt x="3850" y="5518"/>
                    </a:cubicBezTo>
                    <a:cubicBezTo>
                      <a:pt x="3906" y="5308"/>
                      <a:pt x="3841" y="5140"/>
                      <a:pt x="3704" y="5140"/>
                    </a:cubicBezTo>
                    <a:close/>
                    <a:moveTo>
                      <a:pt x="4305" y="5140"/>
                    </a:moveTo>
                    <a:cubicBezTo>
                      <a:pt x="4169" y="5140"/>
                      <a:pt x="4012" y="5308"/>
                      <a:pt x="3956" y="5518"/>
                    </a:cubicBezTo>
                    <a:cubicBezTo>
                      <a:pt x="3900" y="5727"/>
                      <a:pt x="3966" y="5898"/>
                      <a:pt x="4104" y="5898"/>
                    </a:cubicBezTo>
                    <a:cubicBezTo>
                      <a:pt x="4243" y="5898"/>
                      <a:pt x="4399" y="5727"/>
                      <a:pt x="4454" y="5518"/>
                    </a:cubicBezTo>
                    <a:cubicBezTo>
                      <a:pt x="4509" y="5308"/>
                      <a:pt x="4442" y="5140"/>
                      <a:pt x="4305" y="5140"/>
                    </a:cubicBezTo>
                    <a:close/>
                    <a:moveTo>
                      <a:pt x="4917" y="5140"/>
                    </a:moveTo>
                    <a:cubicBezTo>
                      <a:pt x="4780" y="5140"/>
                      <a:pt x="4625" y="5308"/>
                      <a:pt x="4571" y="5518"/>
                    </a:cubicBezTo>
                    <a:cubicBezTo>
                      <a:pt x="4516" y="5727"/>
                      <a:pt x="4584" y="5898"/>
                      <a:pt x="4722" y="5898"/>
                    </a:cubicBezTo>
                    <a:cubicBezTo>
                      <a:pt x="4860" y="5898"/>
                      <a:pt x="5015" y="5727"/>
                      <a:pt x="5069" y="5518"/>
                    </a:cubicBezTo>
                    <a:cubicBezTo>
                      <a:pt x="5122" y="5308"/>
                      <a:pt x="5054" y="5140"/>
                      <a:pt x="4917" y="5140"/>
                    </a:cubicBezTo>
                    <a:close/>
                    <a:moveTo>
                      <a:pt x="5528" y="5140"/>
                    </a:moveTo>
                    <a:cubicBezTo>
                      <a:pt x="5391" y="5140"/>
                      <a:pt x="5238" y="5308"/>
                      <a:pt x="5185" y="5518"/>
                    </a:cubicBezTo>
                    <a:cubicBezTo>
                      <a:pt x="5132" y="5727"/>
                      <a:pt x="5201" y="5898"/>
                      <a:pt x="5339" y="5898"/>
                    </a:cubicBezTo>
                    <a:cubicBezTo>
                      <a:pt x="5477" y="5898"/>
                      <a:pt x="5632" y="5727"/>
                      <a:pt x="5683" y="5518"/>
                    </a:cubicBezTo>
                    <a:cubicBezTo>
                      <a:pt x="5735" y="5308"/>
                      <a:pt x="5665" y="5140"/>
                      <a:pt x="5528" y="5140"/>
                    </a:cubicBezTo>
                    <a:close/>
                    <a:moveTo>
                      <a:pt x="6130" y="5140"/>
                    </a:moveTo>
                    <a:cubicBezTo>
                      <a:pt x="5993" y="5140"/>
                      <a:pt x="5841" y="5308"/>
                      <a:pt x="5790" y="5518"/>
                    </a:cubicBezTo>
                    <a:cubicBezTo>
                      <a:pt x="5738" y="5727"/>
                      <a:pt x="5808" y="5898"/>
                      <a:pt x="5947" y="5898"/>
                    </a:cubicBezTo>
                    <a:cubicBezTo>
                      <a:pt x="6085" y="5898"/>
                      <a:pt x="6238" y="5727"/>
                      <a:pt x="6288" y="5518"/>
                    </a:cubicBezTo>
                    <a:cubicBezTo>
                      <a:pt x="6338" y="5308"/>
                      <a:pt x="6267" y="5140"/>
                      <a:pt x="6130" y="5140"/>
                    </a:cubicBezTo>
                    <a:close/>
                    <a:moveTo>
                      <a:pt x="6742" y="5140"/>
                    </a:moveTo>
                    <a:cubicBezTo>
                      <a:pt x="6605" y="5140"/>
                      <a:pt x="6454" y="5308"/>
                      <a:pt x="6404" y="5518"/>
                    </a:cubicBezTo>
                    <a:cubicBezTo>
                      <a:pt x="6355" y="5727"/>
                      <a:pt x="6426" y="5898"/>
                      <a:pt x="6564" y="5898"/>
                    </a:cubicBezTo>
                    <a:cubicBezTo>
                      <a:pt x="6702" y="5898"/>
                      <a:pt x="6854" y="5727"/>
                      <a:pt x="6903" y="5518"/>
                    </a:cubicBezTo>
                    <a:cubicBezTo>
                      <a:pt x="6951" y="5308"/>
                      <a:pt x="6879" y="5140"/>
                      <a:pt x="6742" y="5140"/>
                    </a:cubicBezTo>
                    <a:close/>
                    <a:moveTo>
                      <a:pt x="7343" y="5140"/>
                    </a:moveTo>
                    <a:cubicBezTo>
                      <a:pt x="7206" y="5140"/>
                      <a:pt x="7057" y="5308"/>
                      <a:pt x="7009" y="5518"/>
                    </a:cubicBezTo>
                    <a:cubicBezTo>
                      <a:pt x="6961" y="5727"/>
                      <a:pt x="7034" y="5898"/>
                      <a:pt x="7172" y="5898"/>
                    </a:cubicBezTo>
                    <a:cubicBezTo>
                      <a:pt x="7310" y="5898"/>
                      <a:pt x="7460" y="5727"/>
                      <a:pt x="7507" y="5518"/>
                    </a:cubicBezTo>
                    <a:cubicBezTo>
                      <a:pt x="7553" y="5308"/>
                      <a:pt x="7480" y="5140"/>
                      <a:pt x="7343" y="5140"/>
                    </a:cubicBezTo>
                    <a:close/>
                    <a:moveTo>
                      <a:pt x="7955" y="5140"/>
                    </a:moveTo>
                    <a:cubicBezTo>
                      <a:pt x="7818" y="5140"/>
                      <a:pt x="7670" y="5308"/>
                      <a:pt x="7623" y="5518"/>
                    </a:cubicBezTo>
                    <a:cubicBezTo>
                      <a:pt x="7577" y="5727"/>
                      <a:pt x="7651" y="5898"/>
                      <a:pt x="7789" y="5898"/>
                    </a:cubicBezTo>
                    <a:cubicBezTo>
                      <a:pt x="7928" y="5898"/>
                      <a:pt x="8077" y="5727"/>
                      <a:pt x="8122" y="5518"/>
                    </a:cubicBezTo>
                    <a:cubicBezTo>
                      <a:pt x="8167" y="5308"/>
                      <a:pt x="8092" y="5140"/>
                      <a:pt x="7955" y="5140"/>
                    </a:cubicBezTo>
                    <a:close/>
                    <a:moveTo>
                      <a:pt x="8567" y="5140"/>
                    </a:moveTo>
                    <a:cubicBezTo>
                      <a:pt x="8430" y="5140"/>
                      <a:pt x="8283" y="5308"/>
                      <a:pt x="8238" y="5518"/>
                    </a:cubicBezTo>
                    <a:cubicBezTo>
                      <a:pt x="8193" y="5727"/>
                      <a:pt x="8269" y="5898"/>
                      <a:pt x="8407" y="5898"/>
                    </a:cubicBezTo>
                    <a:cubicBezTo>
                      <a:pt x="8545" y="5898"/>
                      <a:pt x="8693" y="5727"/>
                      <a:pt x="8736" y="5518"/>
                    </a:cubicBezTo>
                    <a:cubicBezTo>
                      <a:pt x="8780" y="5308"/>
                      <a:pt x="8704" y="5140"/>
                      <a:pt x="8567" y="5140"/>
                    </a:cubicBezTo>
                    <a:close/>
                    <a:moveTo>
                      <a:pt x="9168" y="5140"/>
                    </a:moveTo>
                    <a:cubicBezTo>
                      <a:pt x="9032" y="5140"/>
                      <a:pt x="8886" y="5308"/>
                      <a:pt x="8843" y="5518"/>
                    </a:cubicBezTo>
                    <a:cubicBezTo>
                      <a:pt x="8799" y="5727"/>
                      <a:pt x="8876" y="5898"/>
                      <a:pt x="9015" y="5898"/>
                    </a:cubicBezTo>
                    <a:cubicBezTo>
                      <a:pt x="9153" y="5898"/>
                      <a:pt x="9299" y="5727"/>
                      <a:pt x="9341" y="5518"/>
                    </a:cubicBezTo>
                    <a:cubicBezTo>
                      <a:pt x="9383" y="5308"/>
                      <a:pt x="9305" y="5140"/>
                      <a:pt x="9168" y="5140"/>
                    </a:cubicBezTo>
                    <a:close/>
                    <a:moveTo>
                      <a:pt x="9780" y="5140"/>
                    </a:moveTo>
                    <a:cubicBezTo>
                      <a:pt x="9643" y="5140"/>
                      <a:pt x="9499" y="5308"/>
                      <a:pt x="9457" y="5518"/>
                    </a:cubicBezTo>
                    <a:cubicBezTo>
                      <a:pt x="9416" y="5727"/>
                      <a:pt x="9494" y="5898"/>
                      <a:pt x="9632" y="5898"/>
                    </a:cubicBezTo>
                    <a:cubicBezTo>
                      <a:pt x="9771" y="5898"/>
                      <a:pt x="9915" y="5727"/>
                      <a:pt x="9956" y="5518"/>
                    </a:cubicBezTo>
                    <a:cubicBezTo>
                      <a:pt x="9996" y="5308"/>
                      <a:pt x="9917" y="5140"/>
                      <a:pt x="9780" y="5140"/>
                    </a:cubicBezTo>
                    <a:close/>
                    <a:moveTo>
                      <a:pt x="10382" y="5140"/>
                    </a:moveTo>
                    <a:cubicBezTo>
                      <a:pt x="10245" y="5140"/>
                      <a:pt x="10102" y="5308"/>
                      <a:pt x="10062" y="5518"/>
                    </a:cubicBezTo>
                    <a:cubicBezTo>
                      <a:pt x="10022" y="5727"/>
                      <a:pt x="10102" y="5898"/>
                      <a:pt x="10240" y="5898"/>
                    </a:cubicBezTo>
                    <a:cubicBezTo>
                      <a:pt x="10378" y="5898"/>
                      <a:pt x="10522" y="5727"/>
                      <a:pt x="10560" y="5518"/>
                    </a:cubicBezTo>
                    <a:cubicBezTo>
                      <a:pt x="10599" y="5308"/>
                      <a:pt x="10519" y="5140"/>
                      <a:pt x="10382" y="5140"/>
                    </a:cubicBezTo>
                    <a:close/>
                    <a:moveTo>
                      <a:pt x="10993" y="5140"/>
                    </a:moveTo>
                    <a:cubicBezTo>
                      <a:pt x="10857" y="5140"/>
                      <a:pt x="10715" y="5308"/>
                      <a:pt x="10677" y="5518"/>
                    </a:cubicBezTo>
                    <a:cubicBezTo>
                      <a:pt x="10639" y="5727"/>
                      <a:pt x="10719" y="5898"/>
                      <a:pt x="10858" y="5898"/>
                    </a:cubicBezTo>
                    <a:cubicBezTo>
                      <a:pt x="10996" y="5898"/>
                      <a:pt x="11138" y="5727"/>
                      <a:pt x="11175" y="5518"/>
                    </a:cubicBezTo>
                    <a:cubicBezTo>
                      <a:pt x="11212" y="5308"/>
                      <a:pt x="11130" y="5140"/>
                      <a:pt x="10993" y="5140"/>
                    </a:cubicBezTo>
                    <a:close/>
                    <a:moveTo>
                      <a:pt x="11596" y="5140"/>
                    </a:moveTo>
                    <a:cubicBezTo>
                      <a:pt x="11459" y="5140"/>
                      <a:pt x="11318" y="5308"/>
                      <a:pt x="11282" y="5518"/>
                    </a:cubicBezTo>
                    <a:cubicBezTo>
                      <a:pt x="11245" y="5727"/>
                      <a:pt x="11327" y="5898"/>
                      <a:pt x="11465" y="5898"/>
                    </a:cubicBezTo>
                    <a:cubicBezTo>
                      <a:pt x="11604" y="5898"/>
                      <a:pt x="11745" y="5727"/>
                      <a:pt x="11780" y="5518"/>
                    </a:cubicBezTo>
                    <a:cubicBezTo>
                      <a:pt x="11815" y="5308"/>
                      <a:pt x="11732" y="5140"/>
                      <a:pt x="11596" y="5140"/>
                    </a:cubicBezTo>
                    <a:close/>
                    <a:moveTo>
                      <a:pt x="12208" y="5140"/>
                    </a:moveTo>
                    <a:cubicBezTo>
                      <a:pt x="12071" y="5140"/>
                      <a:pt x="11931" y="5308"/>
                      <a:pt x="11896" y="5518"/>
                    </a:cubicBezTo>
                    <a:cubicBezTo>
                      <a:pt x="11861" y="5727"/>
                      <a:pt x="11945" y="5898"/>
                      <a:pt x="12083" y="5898"/>
                    </a:cubicBezTo>
                    <a:cubicBezTo>
                      <a:pt x="12222" y="5898"/>
                      <a:pt x="12361" y="5727"/>
                      <a:pt x="12395" y="5518"/>
                    </a:cubicBezTo>
                    <a:cubicBezTo>
                      <a:pt x="12429" y="5308"/>
                      <a:pt x="12344" y="5140"/>
                      <a:pt x="12208" y="5140"/>
                    </a:cubicBezTo>
                    <a:close/>
                    <a:moveTo>
                      <a:pt x="12819" y="5140"/>
                    </a:moveTo>
                    <a:cubicBezTo>
                      <a:pt x="12683" y="5140"/>
                      <a:pt x="12545" y="5308"/>
                      <a:pt x="12511" y="5518"/>
                    </a:cubicBezTo>
                    <a:cubicBezTo>
                      <a:pt x="12478" y="5727"/>
                      <a:pt x="12563" y="5898"/>
                      <a:pt x="12701" y="5898"/>
                    </a:cubicBezTo>
                    <a:cubicBezTo>
                      <a:pt x="12839" y="5898"/>
                      <a:pt x="12978" y="5727"/>
                      <a:pt x="13010" y="5518"/>
                    </a:cubicBezTo>
                    <a:cubicBezTo>
                      <a:pt x="13042" y="5308"/>
                      <a:pt x="12956" y="5140"/>
                      <a:pt x="12819" y="5140"/>
                    </a:cubicBezTo>
                    <a:close/>
                    <a:moveTo>
                      <a:pt x="13421" y="5140"/>
                    </a:moveTo>
                    <a:cubicBezTo>
                      <a:pt x="13284" y="5140"/>
                      <a:pt x="13148" y="5308"/>
                      <a:pt x="13116" y="5518"/>
                    </a:cubicBezTo>
                    <a:cubicBezTo>
                      <a:pt x="13085" y="5727"/>
                      <a:pt x="13170" y="5898"/>
                      <a:pt x="13309" y="5898"/>
                    </a:cubicBezTo>
                    <a:cubicBezTo>
                      <a:pt x="13447" y="5898"/>
                      <a:pt x="13584" y="5727"/>
                      <a:pt x="13615" y="5518"/>
                    </a:cubicBezTo>
                    <a:cubicBezTo>
                      <a:pt x="13645" y="5308"/>
                      <a:pt x="13558" y="5140"/>
                      <a:pt x="13421" y="5140"/>
                    </a:cubicBezTo>
                    <a:close/>
                    <a:moveTo>
                      <a:pt x="14033" y="5140"/>
                    </a:moveTo>
                    <a:cubicBezTo>
                      <a:pt x="13896" y="5140"/>
                      <a:pt x="13761" y="5308"/>
                      <a:pt x="13731" y="5518"/>
                    </a:cubicBezTo>
                    <a:cubicBezTo>
                      <a:pt x="13701" y="5727"/>
                      <a:pt x="13788" y="5898"/>
                      <a:pt x="13926" y="5898"/>
                    </a:cubicBezTo>
                    <a:cubicBezTo>
                      <a:pt x="14065" y="5898"/>
                      <a:pt x="14200" y="5727"/>
                      <a:pt x="14229" y="5518"/>
                    </a:cubicBezTo>
                    <a:cubicBezTo>
                      <a:pt x="14258" y="5308"/>
                      <a:pt x="14170" y="5140"/>
                      <a:pt x="14033" y="5140"/>
                    </a:cubicBezTo>
                    <a:close/>
                    <a:moveTo>
                      <a:pt x="14635" y="5140"/>
                    </a:moveTo>
                    <a:cubicBezTo>
                      <a:pt x="14498" y="5140"/>
                      <a:pt x="14365" y="5308"/>
                      <a:pt x="14336" y="5518"/>
                    </a:cubicBezTo>
                    <a:cubicBezTo>
                      <a:pt x="14308" y="5727"/>
                      <a:pt x="14396" y="5898"/>
                      <a:pt x="14534" y="5898"/>
                    </a:cubicBezTo>
                    <a:cubicBezTo>
                      <a:pt x="14673" y="5898"/>
                      <a:pt x="14807" y="5727"/>
                      <a:pt x="14834" y="5518"/>
                    </a:cubicBezTo>
                    <a:cubicBezTo>
                      <a:pt x="14862" y="5308"/>
                      <a:pt x="14772" y="5140"/>
                      <a:pt x="14635" y="5140"/>
                    </a:cubicBezTo>
                    <a:close/>
                    <a:moveTo>
                      <a:pt x="15247" y="5140"/>
                    </a:moveTo>
                    <a:cubicBezTo>
                      <a:pt x="15110" y="5140"/>
                      <a:pt x="14978" y="5308"/>
                      <a:pt x="14951" y="5518"/>
                    </a:cubicBezTo>
                    <a:cubicBezTo>
                      <a:pt x="14924" y="5727"/>
                      <a:pt x="15014" y="5898"/>
                      <a:pt x="15152" y="5898"/>
                    </a:cubicBezTo>
                    <a:cubicBezTo>
                      <a:pt x="15291" y="5898"/>
                      <a:pt x="15423" y="5727"/>
                      <a:pt x="15449" y="5518"/>
                    </a:cubicBezTo>
                    <a:cubicBezTo>
                      <a:pt x="15475" y="5308"/>
                      <a:pt x="15384" y="5140"/>
                      <a:pt x="15247" y="5140"/>
                    </a:cubicBezTo>
                    <a:close/>
                    <a:moveTo>
                      <a:pt x="16461" y="5140"/>
                    </a:moveTo>
                    <a:cubicBezTo>
                      <a:pt x="16324" y="5140"/>
                      <a:pt x="16195" y="5308"/>
                      <a:pt x="16171" y="5518"/>
                    </a:cubicBezTo>
                    <a:cubicBezTo>
                      <a:pt x="16148" y="5727"/>
                      <a:pt x="16240" y="5898"/>
                      <a:pt x="16378" y="5898"/>
                    </a:cubicBezTo>
                    <a:cubicBezTo>
                      <a:pt x="16517" y="5898"/>
                      <a:pt x="16647" y="5727"/>
                      <a:pt x="16669" y="5518"/>
                    </a:cubicBezTo>
                    <a:cubicBezTo>
                      <a:pt x="16691" y="5308"/>
                      <a:pt x="16598" y="5140"/>
                      <a:pt x="16461" y="5140"/>
                    </a:cubicBezTo>
                    <a:close/>
                    <a:moveTo>
                      <a:pt x="17064" y="5140"/>
                    </a:moveTo>
                    <a:cubicBezTo>
                      <a:pt x="16927" y="5140"/>
                      <a:pt x="16798" y="5308"/>
                      <a:pt x="16776" y="5518"/>
                    </a:cubicBezTo>
                    <a:cubicBezTo>
                      <a:pt x="16754" y="5727"/>
                      <a:pt x="16848" y="5898"/>
                      <a:pt x="16986" y="5898"/>
                    </a:cubicBezTo>
                    <a:cubicBezTo>
                      <a:pt x="17125" y="5898"/>
                      <a:pt x="17254" y="5727"/>
                      <a:pt x="17274" y="5518"/>
                    </a:cubicBezTo>
                    <a:cubicBezTo>
                      <a:pt x="17295" y="5308"/>
                      <a:pt x="17200" y="5140"/>
                      <a:pt x="17064" y="5140"/>
                    </a:cubicBezTo>
                    <a:close/>
                    <a:moveTo>
                      <a:pt x="17676" y="5140"/>
                    </a:moveTo>
                    <a:cubicBezTo>
                      <a:pt x="17539" y="5140"/>
                      <a:pt x="17412" y="5308"/>
                      <a:pt x="17391" y="5518"/>
                    </a:cubicBezTo>
                    <a:cubicBezTo>
                      <a:pt x="17371" y="5727"/>
                      <a:pt x="17466" y="5898"/>
                      <a:pt x="17605" y="5898"/>
                    </a:cubicBezTo>
                    <a:cubicBezTo>
                      <a:pt x="17743" y="5898"/>
                      <a:pt x="17871" y="5727"/>
                      <a:pt x="17890" y="5518"/>
                    </a:cubicBezTo>
                    <a:cubicBezTo>
                      <a:pt x="17909" y="5308"/>
                      <a:pt x="17813" y="5140"/>
                      <a:pt x="17676" y="5140"/>
                    </a:cubicBezTo>
                    <a:close/>
                    <a:moveTo>
                      <a:pt x="20707" y="5140"/>
                    </a:moveTo>
                    <a:cubicBezTo>
                      <a:pt x="20570" y="5140"/>
                      <a:pt x="20449" y="5308"/>
                      <a:pt x="20437" y="5518"/>
                    </a:cubicBezTo>
                    <a:cubicBezTo>
                      <a:pt x="20425" y="5727"/>
                      <a:pt x="20527" y="5898"/>
                      <a:pt x="20665" y="5898"/>
                    </a:cubicBezTo>
                    <a:cubicBezTo>
                      <a:pt x="20804" y="5898"/>
                      <a:pt x="20924" y="5727"/>
                      <a:pt x="20935" y="5518"/>
                    </a:cubicBezTo>
                    <a:cubicBezTo>
                      <a:pt x="20946" y="5308"/>
                      <a:pt x="20844" y="5140"/>
                      <a:pt x="20707" y="5140"/>
                    </a:cubicBezTo>
                    <a:close/>
                    <a:moveTo>
                      <a:pt x="21320" y="5140"/>
                    </a:moveTo>
                    <a:cubicBezTo>
                      <a:pt x="21183" y="5140"/>
                      <a:pt x="21063" y="5308"/>
                      <a:pt x="21053" y="5518"/>
                    </a:cubicBezTo>
                    <a:cubicBezTo>
                      <a:pt x="21042" y="5727"/>
                      <a:pt x="21146" y="5898"/>
                      <a:pt x="21284" y="5898"/>
                    </a:cubicBezTo>
                    <a:cubicBezTo>
                      <a:pt x="21422" y="5898"/>
                      <a:pt x="21542" y="5727"/>
                      <a:pt x="21551" y="5518"/>
                    </a:cubicBezTo>
                    <a:cubicBezTo>
                      <a:pt x="21560" y="5308"/>
                      <a:pt x="21456" y="5140"/>
                      <a:pt x="21320" y="5140"/>
                    </a:cubicBezTo>
                    <a:close/>
                    <a:moveTo>
                      <a:pt x="1604" y="6077"/>
                    </a:moveTo>
                    <a:cubicBezTo>
                      <a:pt x="1465" y="6077"/>
                      <a:pt x="1301" y="6250"/>
                      <a:pt x="1237" y="6464"/>
                    </a:cubicBezTo>
                    <a:cubicBezTo>
                      <a:pt x="1173" y="6679"/>
                      <a:pt x="1233" y="6854"/>
                      <a:pt x="1373" y="6854"/>
                    </a:cubicBezTo>
                    <a:cubicBezTo>
                      <a:pt x="1513" y="6854"/>
                      <a:pt x="1678" y="6679"/>
                      <a:pt x="1741" y="6464"/>
                    </a:cubicBezTo>
                    <a:cubicBezTo>
                      <a:pt x="1804" y="6250"/>
                      <a:pt x="1742" y="6077"/>
                      <a:pt x="1604" y="6077"/>
                    </a:cubicBezTo>
                    <a:close/>
                    <a:moveTo>
                      <a:pt x="2225" y="6077"/>
                    </a:moveTo>
                    <a:cubicBezTo>
                      <a:pt x="2087" y="6077"/>
                      <a:pt x="1924" y="6250"/>
                      <a:pt x="1861" y="6464"/>
                    </a:cubicBezTo>
                    <a:cubicBezTo>
                      <a:pt x="1799" y="6679"/>
                      <a:pt x="1861" y="6854"/>
                      <a:pt x="2001" y="6854"/>
                    </a:cubicBezTo>
                    <a:cubicBezTo>
                      <a:pt x="2141" y="6854"/>
                      <a:pt x="2304" y="6679"/>
                      <a:pt x="2366" y="6464"/>
                    </a:cubicBezTo>
                    <a:cubicBezTo>
                      <a:pt x="2427" y="6250"/>
                      <a:pt x="2364" y="6077"/>
                      <a:pt x="2225" y="6077"/>
                    </a:cubicBezTo>
                    <a:close/>
                    <a:moveTo>
                      <a:pt x="2836" y="6077"/>
                    </a:moveTo>
                    <a:cubicBezTo>
                      <a:pt x="2698" y="6077"/>
                      <a:pt x="2537" y="6250"/>
                      <a:pt x="2476" y="6464"/>
                    </a:cubicBezTo>
                    <a:cubicBezTo>
                      <a:pt x="2415" y="6679"/>
                      <a:pt x="2478" y="6854"/>
                      <a:pt x="2618" y="6854"/>
                    </a:cubicBezTo>
                    <a:cubicBezTo>
                      <a:pt x="2758" y="6854"/>
                      <a:pt x="2920" y="6679"/>
                      <a:pt x="2980" y="6464"/>
                    </a:cubicBezTo>
                    <a:cubicBezTo>
                      <a:pt x="3039" y="6250"/>
                      <a:pt x="2975" y="6077"/>
                      <a:pt x="2836" y="6077"/>
                    </a:cubicBezTo>
                    <a:close/>
                    <a:moveTo>
                      <a:pt x="3448" y="6077"/>
                    </a:moveTo>
                    <a:cubicBezTo>
                      <a:pt x="3309" y="6077"/>
                      <a:pt x="3149" y="6250"/>
                      <a:pt x="3090" y="6464"/>
                    </a:cubicBezTo>
                    <a:cubicBezTo>
                      <a:pt x="3031" y="6679"/>
                      <a:pt x="3096" y="6854"/>
                      <a:pt x="3236" y="6854"/>
                    </a:cubicBezTo>
                    <a:cubicBezTo>
                      <a:pt x="3375" y="6854"/>
                      <a:pt x="3536" y="6679"/>
                      <a:pt x="3594" y="6464"/>
                    </a:cubicBezTo>
                    <a:cubicBezTo>
                      <a:pt x="3652" y="6250"/>
                      <a:pt x="3586" y="6077"/>
                      <a:pt x="3448" y="6077"/>
                    </a:cubicBezTo>
                    <a:close/>
                    <a:moveTo>
                      <a:pt x="4069" y="6077"/>
                    </a:moveTo>
                    <a:cubicBezTo>
                      <a:pt x="3931" y="6077"/>
                      <a:pt x="3772" y="6250"/>
                      <a:pt x="3715" y="6464"/>
                    </a:cubicBezTo>
                    <a:cubicBezTo>
                      <a:pt x="3657" y="6679"/>
                      <a:pt x="3724" y="6854"/>
                      <a:pt x="3863" y="6854"/>
                    </a:cubicBezTo>
                    <a:cubicBezTo>
                      <a:pt x="4003" y="6854"/>
                      <a:pt x="4162" y="6679"/>
                      <a:pt x="4219" y="6464"/>
                    </a:cubicBezTo>
                    <a:cubicBezTo>
                      <a:pt x="4275" y="6250"/>
                      <a:pt x="4208" y="6077"/>
                      <a:pt x="4069" y="6077"/>
                    </a:cubicBezTo>
                    <a:close/>
                    <a:moveTo>
                      <a:pt x="4681" y="6077"/>
                    </a:moveTo>
                    <a:cubicBezTo>
                      <a:pt x="4542" y="6077"/>
                      <a:pt x="4385" y="6250"/>
                      <a:pt x="4329" y="6464"/>
                    </a:cubicBezTo>
                    <a:cubicBezTo>
                      <a:pt x="4273" y="6679"/>
                      <a:pt x="4341" y="6854"/>
                      <a:pt x="4481" y="6854"/>
                    </a:cubicBezTo>
                    <a:cubicBezTo>
                      <a:pt x="4621" y="6854"/>
                      <a:pt x="4779" y="6679"/>
                      <a:pt x="4833" y="6464"/>
                    </a:cubicBezTo>
                    <a:cubicBezTo>
                      <a:pt x="4888" y="6250"/>
                      <a:pt x="4819" y="6077"/>
                      <a:pt x="4681" y="6077"/>
                    </a:cubicBezTo>
                    <a:close/>
                    <a:moveTo>
                      <a:pt x="5292" y="6077"/>
                    </a:moveTo>
                    <a:cubicBezTo>
                      <a:pt x="5154" y="6077"/>
                      <a:pt x="4998" y="6250"/>
                      <a:pt x="4944" y="6464"/>
                    </a:cubicBezTo>
                    <a:cubicBezTo>
                      <a:pt x="4889" y="6679"/>
                      <a:pt x="4958" y="6854"/>
                      <a:pt x="5098" y="6854"/>
                    </a:cubicBezTo>
                    <a:cubicBezTo>
                      <a:pt x="5238" y="6854"/>
                      <a:pt x="5395" y="6679"/>
                      <a:pt x="5448" y="6464"/>
                    </a:cubicBezTo>
                    <a:cubicBezTo>
                      <a:pt x="5500" y="6250"/>
                      <a:pt x="5431" y="6077"/>
                      <a:pt x="5292" y="6077"/>
                    </a:cubicBezTo>
                    <a:close/>
                    <a:moveTo>
                      <a:pt x="5904" y="6077"/>
                    </a:moveTo>
                    <a:cubicBezTo>
                      <a:pt x="5765" y="6077"/>
                      <a:pt x="5611" y="6250"/>
                      <a:pt x="5558" y="6464"/>
                    </a:cubicBezTo>
                    <a:cubicBezTo>
                      <a:pt x="5505" y="6679"/>
                      <a:pt x="5576" y="6854"/>
                      <a:pt x="5716" y="6854"/>
                    </a:cubicBezTo>
                    <a:cubicBezTo>
                      <a:pt x="5856" y="6854"/>
                      <a:pt x="6011" y="6679"/>
                      <a:pt x="6062" y="6464"/>
                    </a:cubicBezTo>
                    <a:cubicBezTo>
                      <a:pt x="6113" y="6250"/>
                      <a:pt x="6042" y="6077"/>
                      <a:pt x="5904" y="6077"/>
                    </a:cubicBezTo>
                    <a:close/>
                    <a:moveTo>
                      <a:pt x="6525" y="6077"/>
                    </a:moveTo>
                    <a:cubicBezTo>
                      <a:pt x="6387" y="6077"/>
                      <a:pt x="6234" y="6250"/>
                      <a:pt x="6183" y="6464"/>
                    </a:cubicBezTo>
                    <a:cubicBezTo>
                      <a:pt x="6132" y="6679"/>
                      <a:pt x="6204" y="6854"/>
                      <a:pt x="6344" y="6854"/>
                    </a:cubicBezTo>
                    <a:cubicBezTo>
                      <a:pt x="6483" y="6854"/>
                      <a:pt x="6637" y="6679"/>
                      <a:pt x="6687" y="6464"/>
                    </a:cubicBezTo>
                    <a:cubicBezTo>
                      <a:pt x="6736" y="6250"/>
                      <a:pt x="6664" y="6077"/>
                      <a:pt x="6525" y="6077"/>
                    </a:cubicBezTo>
                    <a:close/>
                    <a:moveTo>
                      <a:pt x="7137" y="6077"/>
                    </a:moveTo>
                    <a:cubicBezTo>
                      <a:pt x="6998" y="6077"/>
                      <a:pt x="6847" y="6250"/>
                      <a:pt x="6798" y="6464"/>
                    </a:cubicBezTo>
                    <a:cubicBezTo>
                      <a:pt x="6748" y="6679"/>
                      <a:pt x="6821" y="6854"/>
                      <a:pt x="6961" y="6854"/>
                    </a:cubicBezTo>
                    <a:cubicBezTo>
                      <a:pt x="7101" y="6854"/>
                      <a:pt x="7253" y="6679"/>
                      <a:pt x="7301" y="6464"/>
                    </a:cubicBezTo>
                    <a:cubicBezTo>
                      <a:pt x="7349" y="6250"/>
                      <a:pt x="7275" y="6077"/>
                      <a:pt x="7137" y="6077"/>
                    </a:cubicBezTo>
                    <a:close/>
                    <a:moveTo>
                      <a:pt x="7749" y="6077"/>
                    </a:moveTo>
                    <a:cubicBezTo>
                      <a:pt x="7610" y="6077"/>
                      <a:pt x="7460" y="6250"/>
                      <a:pt x="7412" y="6464"/>
                    </a:cubicBezTo>
                    <a:cubicBezTo>
                      <a:pt x="7365" y="6679"/>
                      <a:pt x="7439" y="6854"/>
                      <a:pt x="7579" y="6854"/>
                    </a:cubicBezTo>
                    <a:cubicBezTo>
                      <a:pt x="7719" y="6854"/>
                      <a:pt x="7870" y="6679"/>
                      <a:pt x="7916" y="6464"/>
                    </a:cubicBezTo>
                    <a:cubicBezTo>
                      <a:pt x="7962" y="6250"/>
                      <a:pt x="7887" y="6077"/>
                      <a:pt x="7749" y="6077"/>
                    </a:cubicBezTo>
                    <a:close/>
                    <a:moveTo>
                      <a:pt x="8370" y="6077"/>
                    </a:moveTo>
                    <a:cubicBezTo>
                      <a:pt x="8232" y="6077"/>
                      <a:pt x="8083" y="6250"/>
                      <a:pt x="8037" y="6464"/>
                    </a:cubicBezTo>
                    <a:cubicBezTo>
                      <a:pt x="7991" y="6679"/>
                      <a:pt x="8067" y="6854"/>
                      <a:pt x="8207" y="6854"/>
                    </a:cubicBezTo>
                    <a:cubicBezTo>
                      <a:pt x="8346" y="6854"/>
                      <a:pt x="8496" y="6679"/>
                      <a:pt x="8541" y="6464"/>
                    </a:cubicBezTo>
                    <a:cubicBezTo>
                      <a:pt x="8585" y="6250"/>
                      <a:pt x="8509" y="6077"/>
                      <a:pt x="8370" y="6077"/>
                    </a:cubicBezTo>
                    <a:close/>
                    <a:moveTo>
                      <a:pt x="8982" y="6077"/>
                    </a:moveTo>
                    <a:cubicBezTo>
                      <a:pt x="8844" y="6077"/>
                      <a:pt x="8696" y="6250"/>
                      <a:pt x="8652" y="6464"/>
                    </a:cubicBezTo>
                    <a:cubicBezTo>
                      <a:pt x="8607" y="6679"/>
                      <a:pt x="8685" y="6854"/>
                      <a:pt x="8824" y="6854"/>
                    </a:cubicBezTo>
                    <a:cubicBezTo>
                      <a:pt x="8964" y="6854"/>
                      <a:pt x="9113" y="6679"/>
                      <a:pt x="9156" y="6464"/>
                    </a:cubicBezTo>
                    <a:cubicBezTo>
                      <a:pt x="9198" y="6250"/>
                      <a:pt x="9120" y="6077"/>
                      <a:pt x="8982" y="6077"/>
                    </a:cubicBezTo>
                    <a:close/>
                    <a:moveTo>
                      <a:pt x="9594" y="6077"/>
                    </a:moveTo>
                    <a:cubicBezTo>
                      <a:pt x="9455" y="6077"/>
                      <a:pt x="9309" y="6250"/>
                      <a:pt x="9266" y="6464"/>
                    </a:cubicBezTo>
                    <a:cubicBezTo>
                      <a:pt x="9224" y="6679"/>
                      <a:pt x="9302" y="6854"/>
                      <a:pt x="9442" y="6854"/>
                    </a:cubicBezTo>
                    <a:cubicBezTo>
                      <a:pt x="9582" y="6854"/>
                      <a:pt x="9729" y="6679"/>
                      <a:pt x="9770" y="6464"/>
                    </a:cubicBezTo>
                    <a:cubicBezTo>
                      <a:pt x="9811" y="6250"/>
                      <a:pt x="9732" y="6077"/>
                      <a:pt x="9594" y="6077"/>
                    </a:cubicBezTo>
                    <a:close/>
                    <a:moveTo>
                      <a:pt x="10216" y="6077"/>
                    </a:moveTo>
                    <a:cubicBezTo>
                      <a:pt x="10077" y="6077"/>
                      <a:pt x="9932" y="6250"/>
                      <a:pt x="9891" y="6464"/>
                    </a:cubicBezTo>
                    <a:cubicBezTo>
                      <a:pt x="9850" y="6679"/>
                      <a:pt x="9930" y="6854"/>
                      <a:pt x="10070" y="6854"/>
                    </a:cubicBezTo>
                    <a:cubicBezTo>
                      <a:pt x="10210" y="6854"/>
                      <a:pt x="10356" y="6679"/>
                      <a:pt x="10395" y="6464"/>
                    </a:cubicBezTo>
                    <a:cubicBezTo>
                      <a:pt x="10435" y="6250"/>
                      <a:pt x="10354" y="6077"/>
                      <a:pt x="10216" y="6077"/>
                    </a:cubicBezTo>
                    <a:close/>
                    <a:moveTo>
                      <a:pt x="10827" y="6077"/>
                    </a:moveTo>
                    <a:cubicBezTo>
                      <a:pt x="10688" y="6077"/>
                      <a:pt x="10545" y="6250"/>
                      <a:pt x="10506" y="6464"/>
                    </a:cubicBezTo>
                    <a:cubicBezTo>
                      <a:pt x="10466" y="6679"/>
                      <a:pt x="10548" y="6854"/>
                      <a:pt x="10688" y="6854"/>
                    </a:cubicBezTo>
                    <a:cubicBezTo>
                      <a:pt x="10827" y="6854"/>
                      <a:pt x="10972" y="6679"/>
                      <a:pt x="11010" y="6464"/>
                    </a:cubicBezTo>
                    <a:cubicBezTo>
                      <a:pt x="11047" y="6250"/>
                      <a:pt x="10965" y="6077"/>
                      <a:pt x="10827" y="6077"/>
                    </a:cubicBezTo>
                    <a:close/>
                    <a:moveTo>
                      <a:pt x="13284" y="6077"/>
                    </a:moveTo>
                    <a:cubicBezTo>
                      <a:pt x="13146" y="6077"/>
                      <a:pt x="13008" y="6250"/>
                      <a:pt x="12975" y="6464"/>
                    </a:cubicBezTo>
                    <a:cubicBezTo>
                      <a:pt x="12943" y="6679"/>
                      <a:pt x="13029" y="6854"/>
                      <a:pt x="13169" y="6854"/>
                    </a:cubicBezTo>
                    <a:cubicBezTo>
                      <a:pt x="13309" y="6854"/>
                      <a:pt x="13448" y="6679"/>
                      <a:pt x="13480" y="6464"/>
                    </a:cubicBezTo>
                    <a:cubicBezTo>
                      <a:pt x="13511" y="6250"/>
                      <a:pt x="13423" y="6077"/>
                      <a:pt x="13284" y="6077"/>
                    </a:cubicBezTo>
                    <a:close/>
                    <a:moveTo>
                      <a:pt x="13896" y="6077"/>
                    </a:moveTo>
                    <a:cubicBezTo>
                      <a:pt x="13758" y="6077"/>
                      <a:pt x="13621" y="6250"/>
                      <a:pt x="13590" y="6464"/>
                    </a:cubicBezTo>
                    <a:cubicBezTo>
                      <a:pt x="13559" y="6679"/>
                      <a:pt x="13648" y="6854"/>
                      <a:pt x="13787" y="6854"/>
                    </a:cubicBezTo>
                    <a:cubicBezTo>
                      <a:pt x="13927" y="6854"/>
                      <a:pt x="14064" y="6679"/>
                      <a:pt x="14094" y="6464"/>
                    </a:cubicBezTo>
                    <a:cubicBezTo>
                      <a:pt x="14123" y="6250"/>
                      <a:pt x="14035" y="6077"/>
                      <a:pt x="13896" y="6077"/>
                    </a:cubicBezTo>
                    <a:close/>
                    <a:moveTo>
                      <a:pt x="16977" y="6077"/>
                    </a:moveTo>
                    <a:cubicBezTo>
                      <a:pt x="16838" y="6077"/>
                      <a:pt x="16708" y="6250"/>
                      <a:pt x="16685" y="6464"/>
                    </a:cubicBezTo>
                    <a:cubicBezTo>
                      <a:pt x="16663" y="6679"/>
                      <a:pt x="16758" y="6854"/>
                      <a:pt x="16898" y="6854"/>
                    </a:cubicBezTo>
                    <a:cubicBezTo>
                      <a:pt x="17038" y="6854"/>
                      <a:pt x="17169" y="6679"/>
                      <a:pt x="17190" y="6464"/>
                    </a:cubicBezTo>
                    <a:cubicBezTo>
                      <a:pt x="17211" y="6250"/>
                      <a:pt x="17115" y="6077"/>
                      <a:pt x="16977" y="6077"/>
                    </a:cubicBezTo>
                    <a:close/>
                    <a:moveTo>
                      <a:pt x="1949" y="7014"/>
                    </a:moveTo>
                    <a:cubicBezTo>
                      <a:pt x="1809" y="7014"/>
                      <a:pt x="1644" y="7191"/>
                      <a:pt x="1580" y="7410"/>
                    </a:cubicBezTo>
                    <a:cubicBezTo>
                      <a:pt x="1516" y="7630"/>
                      <a:pt x="1578" y="7810"/>
                      <a:pt x="1719" y="7810"/>
                    </a:cubicBezTo>
                    <a:cubicBezTo>
                      <a:pt x="1861" y="7810"/>
                      <a:pt x="2027" y="7630"/>
                      <a:pt x="2090" y="7410"/>
                    </a:cubicBezTo>
                    <a:cubicBezTo>
                      <a:pt x="2153" y="7191"/>
                      <a:pt x="2089" y="7014"/>
                      <a:pt x="1949" y="7014"/>
                    </a:cubicBezTo>
                    <a:close/>
                    <a:moveTo>
                      <a:pt x="2570" y="7014"/>
                    </a:moveTo>
                    <a:cubicBezTo>
                      <a:pt x="2430" y="7014"/>
                      <a:pt x="2266" y="7191"/>
                      <a:pt x="2204" y="7410"/>
                    </a:cubicBezTo>
                    <a:cubicBezTo>
                      <a:pt x="2142" y="7630"/>
                      <a:pt x="2205" y="7810"/>
                      <a:pt x="2347" y="7810"/>
                    </a:cubicBezTo>
                    <a:cubicBezTo>
                      <a:pt x="2489" y="7810"/>
                      <a:pt x="2653" y="7630"/>
                      <a:pt x="2714" y="7410"/>
                    </a:cubicBezTo>
                    <a:cubicBezTo>
                      <a:pt x="2775" y="7191"/>
                      <a:pt x="2710" y="7014"/>
                      <a:pt x="2570" y="7014"/>
                    </a:cubicBezTo>
                    <a:close/>
                    <a:moveTo>
                      <a:pt x="5056" y="7014"/>
                    </a:moveTo>
                    <a:cubicBezTo>
                      <a:pt x="4916" y="7014"/>
                      <a:pt x="4757" y="7191"/>
                      <a:pt x="4702" y="7410"/>
                    </a:cubicBezTo>
                    <a:cubicBezTo>
                      <a:pt x="4647" y="7630"/>
                      <a:pt x="4716" y="7810"/>
                      <a:pt x="4857" y="7810"/>
                    </a:cubicBezTo>
                    <a:cubicBezTo>
                      <a:pt x="4999" y="7810"/>
                      <a:pt x="5158" y="7630"/>
                      <a:pt x="5212" y="7410"/>
                    </a:cubicBezTo>
                    <a:cubicBezTo>
                      <a:pt x="5266" y="7191"/>
                      <a:pt x="5196" y="7014"/>
                      <a:pt x="5056" y="7014"/>
                    </a:cubicBezTo>
                    <a:close/>
                    <a:moveTo>
                      <a:pt x="5678" y="7014"/>
                    </a:moveTo>
                    <a:cubicBezTo>
                      <a:pt x="5537" y="7014"/>
                      <a:pt x="5380" y="7191"/>
                      <a:pt x="5327" y="7410"/>
                    </a:cubicBezTo>
                    <a:cubicBezTo>
                      <a:pt x="5273" y="7630"/>
                      <a:pt x="5343" y="7810"/>
                      <a:pt x="5485" y="7810"/>
                    </a:cubicBezTo>
                    <a:cubicBezTo>
                      <a:pt x="5627" y="7810"/>
                      <a:pt x="5784" y="7630"/>
                      <a:pt x="5837" y="7410"/>
                    </a:cubicBezTo>
                    <a:cubicBezTo>
                      <a:pt x="5889" y="7191"/>
                      <a:pt x="5818" y="7014"/>
                      <a:pt x="5678" y="7014"/>
                    </a:cubicBezTo>
                    <a:close/>
                    <a:moveTo>
                      <a:pt x="6299" y="7014"/>
                    </a:moveTo>
                    <a:cubicBezTo>
                      <a:pt x="6159" y="7014"/>
                      <a:pt x="6003" y="7191"/>
                      <a:pt x="5951" y="7410"/>
                    </a:cubicBezTo>
                    <a:cubicBezTo>
                      <a:pt x="5899" y="7630"/>
                      <a:pt x="5971" y="7810"/>
                      <a:pt x="6113" y="7810"/>
                    </a:cubicBezTo>
                    <a:cubicBezTo>
                      <a:pt x="6254" y="7810"/>
                      <a:pt x="6411" y="7630"/>
                      <a:pt x="6462" y="7410"/>
                    </a:cubicBezTo>
                    <a:cubicBezTo>
                      <a:pt x="6512" y="7191"/>
                      <a:pt x="6439" y="7014"/>
                      <a:pt x="6299" y="7014"/>
                    </a:cubicBezTo>
                    <a:close/>
                    <a:moveTo>
                      <a:pt x="6921" y="7014"/>
                    </a:moveTo>
                    <a:cubicBezTo>
                      <a:pt x="6780" y="7014"/>
                      <a:pt x="6626" y="7191"/>
                      <a:pt x="6576" y="7410"/>
                    </a:cubicBezTo>
                    <a:cubicBezTo>
                      <a:pt x="6526" y="7630"/>
                      <a:pt x="6599" y="7810"/>
                      <a:pt x="6740" y="7810"/>
                    </a:cubicBezTo>
                    <a:cubicBezTo>
                      <a:pt x="6882" y="7810"/>
                      <a:pt x="7037" y="7630"/>
                      <a:pt x="7086" y="7410"/>
                    </a:cubicBezTo>
                    <a:cubicBezTo>
                      <a:pt x="7135" y="7191"/>
                      <a:pt x="7061" y="7014"/>
                      <a:pt x="6921" y="7014"/>
                    </a:cubicBezTo>
                    <a:close/>
                    <a:moveTo>
                      <a:pt x="7542" y="7014"/>
                    </a:moveTo>
                    <a:cubicBezTo>
                      <a:pt x="7402" y="7014"/>
                      <a:pt x="7249" y="7191"/>
                      <a:pt x="7201" y="7410"/>
                    </a:cubicBezTo>
                    <a:cubicBezTo>
                      <a:pt x="7152" y="7630"/>
                      <a:pt x="7227" y="7810"/>
                      <a:pt x="7368" y="7810"/>
                    </a:cubicBezTo>
                    <a:cubicBezTo>
                      <a:pt x="7510" y="7810"/>
                      <a:pt x="7663" y="7630"/>
                      <a:pt x="7711" y="7410"/>
                    </a:cubicBezTo>
                    <a:cubicBezTo>
                      <a:pt x="7758" y="7191"/>
                      <a:pt x="7683" y="7014"/>
                      <a:pt x="7542" y="7014"/>
                    </a:cubicBezTo>
                    <a:close/>
                    <a:moveTo>
                      <a:pt x="8164" y="7014"/>
                    </a:moveTo>
                    <a:cubicBezTo>
                      <a:pt x="8024" y="7014"/>
                      <a:pt x="7872" y="7191"/>
                      <a:pt x="7825" y="7410"/>
                    </a:cubicBezTo>
                    <a:cubicBezTo>
                      <a:pt x="7778" y="7630"/>
                      <a:pt x="7855" y="7810"/>
                      <a:pt x="7996" y="7810"/>
                    </a:cubicBezTo>
                    <a:cubicBezTo>
                      <a:pt x="8138" y="7810"/>
                      <a:pt x="8290" y="7630"/>
                      <a:pt x="8336" y="7410"/>
                    </a:cubicBezTo>
                    <a:cubicBezTo>
                      <a:pt x="8381" y="7191"/>
                      <a:pt x="8304" y="7014"/>
                      <a:pt x="8164" y="7014"/>
                    </a:cubicBezTo>
                    <a:close/>
                    <a:moveTo>
                      <a:pt x="8786" y="7014"/>
                    </a:moveTo>
                    <a:cubicBezTo>
                      <a:pt x="8645" y="7014"/>
                      <a:pt x="8495" y="7191"/>
                      <a:pt x="8450" y="7410"/>
                    </a:cubicBezTo>
                    <a:cubicBezTo>
                      <a:pt x="8405" y="7630"/>
                      <a:pt x="8483" y="7810"/>
                      <a:pt x="8624" y="7810"/>
                    </a:cubicBezTo>
                    <a:cubicBezTo>
                      <a:pt x="8766" y="7810"/>
                      <a:pt x="8916" y="7630"/>
                      <a:pt x="8960" y="7410"/>
                    </a:cubicBezTo>
                    <a:cubicBezTo>
                      <a:pt x="9004" y="7191"/>
                      <a:pt x="8926" y="7014"/>
                      <a:pt x="8786" y="7014"/>
                    </a:cubicBezTo>
                    <a:close/>
                    <a:moveTo>
                      <a:pt x="9407" y="7014"/>
                    </a:moveTo>
                    <a:cubicBezTo>
                      <a:pt x="9267" y="7014"/>
                      <a:pt x="9118" y="7191"/>
                      <a:pt x="9075" y="7410"/>
                    </a:cubicBezTo>
                    <a:cubicBezTo>
                      <a:pt x="9031" y="7630"/>
                      <a:pt x="9110" y="7810"/>
                      <a:pt x="9252" y="7810"/>
                    </a:cubicBezTo>
                    <a:cubicBezTo>
                      <a:pt x="9394" y="7810"/>
                      <a:pt x="9543" y="7630"/>
                      <a:pt x="9585" y="7410"/>
                    </a:cubicBezTo>
                    <a:cubicBezTo>
                      <a:pt x="9627" y="7191"/>
                      <a:pt x="9547" y="7014"/>
                      <a:pt x="9407" y="7014"/>
                    </a:cubicBezTo>
                    <a:close/>
                    <a:moveTo>
                      <a:pt x="10029" y="7014"/>
                    </a:moveTo>
                    <a:cubicBezTo>
                      <a:pt x="9889" y="7014"/>
                      <a:pt x="9741" y="7191"/>
                      <a:pt x="9700" y="7410"/>
                    </a:cubicBezTo>
                    <a:cubicBezTo>
                      <a:pt x="9658" y="7630"/>
                      <a:pt x="9738" y="7810"/>
                      <a:pt x="9880" y="7810"/>
                    </a:cubicBezTo>
                    <a:cubicBezTo>
                      <a:pt x="10021" y="7810"/>
                      <a:pt x="10169" y="7630"/>
                      <a:pt x="10210" y="7410"/>
                    </a:cubicBezTo>
                    <a:cubicBezTo>
                      <a:pt x="10250" y="7191"/>
                      <a:pt x="10169" y="7014"/>
                      <a:pt x="10029" y="7014"/>
                    </a:cubicBezTo>
                    <a:close/>
                    <a:moveTo>
                      <a:pt x="10650" y="7014"/>
                    </a:moveTo>
                    <a:cubicBezTo>
                      <a:pt x="10510" y="7014"/>
                      <a:pt x="10364" y="7191"/>
                      <a:pt x="10324" y="7410"/>
                    </a:cubicBezTo>
                    <a:cubicBezTo>
                      <a:pt x="10284" y="7630"/>
                      <a:pt x="10366" y="7810"/>
                      <a:pt x="10508" y="7810"/>
                    </a:cubicBezTo>
                    <a:cubicBezTo>
                      <a:pt x="10649" y="7810"/>
                      <a:pt x="10796" y="7630"/>
                      <a:pt x="10835" y="7410"/>
                    </a:cubicBezTo>
                    <a:cubicBezTo>
                      <a:pt x="10873" y="7191"/>
                      <a:pt x="10791" y="7014"/>
                      <a:pt x="10650" y="7014"/>
                    </a:cubicBezTo>
                    <a:close/>
                    <a:moveTo>
                      <a:pt x="13148" y="7014"/>
                    </a:moveTo>
                    <a:cubicBezTo>
                      <a:pt x="13008" y="7014"/>
                      <a:pt x="12867" y="7191"/>
                      <a:pt x="12834" y="7410"/>
                    </a:cubicBezTo>
                    <a:cubicBezTo>
                      <a:pt x="12801" y="7630"/>
                      <a:pt x="12888" y="7810"/>
                      <a:pt x="13030" y="7810"/>
                    </a:cubicBezTo>
                    <a:cubicBezTo>
                      <a:pt x="13172" y="7810"/>
                      <a:pt x="13313" y="7630"/>
                      <a:pt x="13345" y="7410"/>
                    </a:cubicBezTo>
                    <a:cubicBezTo>
                      <a:pt x="13376" y="7191"/>
                      <a:pt x="13288" y="7014"/>
                      <a:pt x="13148" y="7014"/>
                    </a:cubicBezTo>
                    <a:close/>
                    <a:moveTo>
                      <a:pt x="13770" y="7014"/>
                    </a:moveTo>
                    <a:cubicBezTo>
                      <a:pt x="13630" y="7014"/>
                      <a:pt x="13491" y="7191"/>
                      <a:pt x="13459" y="7410"/>
                    </a:cubicBezTo>
                    <a:cubicBezTo>
                      <a:pt x="13427" y="7630"/>
                      <a:pt x="13517" y="7810"/>
                      <a:pt x="13658" y="7810"/>
                    </a:cubicBezTo>
                    <a:cubicBezTo>
                      <a:pt x="13800" y="7810"/>
                      <a:pt x="13939" y="7630"/>
                      <a:pt x="13969" y="7410"/>
                    </a:cubicBezTo>
                    <a:cubicBezTo>
                      <a:pt x="13999" y="7191"/>
                      <a:pt x="13910" y="7014"/>
                      <a:pt x="13770" y="7014"/>
                    </a:cubicBezTo>
                    <a:close/>
                    <a:moveTo>
                      <a:pt x="14392" y="7014"/>
                    </a:moveTo>
                    <a:cubicBezTo>
                      <a:pt x="14252" y="7014"/>
                      <a:pt x="14114" y="7191"/>
                      <a:pt x="14084" y="7410"/>
                    </a:cubicBezTo>
                    <a:cubicBezTo>
                      <a:pt x="14054" y="7630"/>
                      <a:pt x="14145" y="7810"/>
                      <a:pt x="14286" y="7810"/>
                    </a:cubicBezTo>
                    <a:cubicBezTo>
                      <a:pt x="14428" y="7810"/>
                      <a:pt x="14566" y="7630"/>
                      <a:pt x="14594" y="7410"/>
                    </a:cubicBezTo>
                    <a:cubicBezTo>
                      <a:pt x="14623" y="7191"/>
                      <a:pt x="14532" y="7014"/>
                      <a:pt x="14392" y="7014"/>
                    </a:cubicBezTo>
                    <a:close/>
                    <a:moveTo>
                      <a:pt x="15014" y="7014"/>
                    </a:moveTo>
                    <a:cubicBezTo>
                      <a:pt x="14874" y="7014"/>
                      <a:pt x="14737" y="7191"/>
                      <a:pt x="14709" y="7410"/>
                    </a:cubicBezTo>
                    <a:cubicBezTo>
                      <a:pt x="14681" y="7630"/>
                      <a:pt x="14773" y="7810"/>
                      <a:pt x="14914" y="7810"/>
                    </a:cubicBezTo>
                    <a:cubicBezTo>
                      <a:pt x="15056" y="7810"/>
                      <a:pt x="15193" y="7630"/>
                      <a:pt x="15219" y="7410"/>
                    </a:cubicBezTo>
                    <a:cubicBezTo>
                      <a:pt x="15246" y="7191"/>
                      <a:pt x="15154" y="7014"/>
                      <a:pt x="15014" y="7014"/>
                    </a:cubicBezTo>
                    <a:close/>
                    <a:moveTo>
                      <a:pt x="411" y="8002"/>
                    </a:moveTo>
                    <a:cubicBezTo>
                      <a:pt x="269" y="8002"/>
                      <a:pt x="98" y="8182"/>
                      <a:pt x="29" y="8407"/>
                    </a:cubicBezTo>
                    <a:cubicBezTo>
                      <a:pt x="-40" y="8632"/>
                      <a:pt x="20" y="8817"/>
                      <a:pt x="163" y="8817"/>
                    </a:cubicBezTo>
                    <a:cubicBezTo>
                      <a:pt x="306" y="8817"/>
                      <a:pt x="478" y="8632"/>
                      <a:pt x="546" y="8407"/>
                    </a:cubicBezTo>
                    <a:cubicBezTo>
                      <a:pt x="613" y="8182"/>
                      <a:pt x="553" y="8002"/>
                      <a:pt x="411" y="8002"/>
                    </a:cubicBezTo>
                    <a:close/>
                    <a:moveTo>
                      <a:pt x="1032" y="8002"/>
                    </a:moveTo>
                    <a:cubicBezTo>
                      <a:pt x="890" y="8002"/>
                      <a:pt x="721" y="8182"/>
                      <a:pt x="653" y="8407"/>
                    </a:cubicBezTo>
                    <a:cubicBezTo>
                      <a:pt x="586" y="8632"/>
                      <a:pt x="647" y="8817"/>
                      <a:pt x="791" y="8817"/>
                    </a:cubicBezTo>
                    <a:cubicBezTo>
                      <a:pt x="934" y="8817"/>
                      <a:pt x="1104" y="8632"/>
                      <a:pt x="1170" y="8407"/>
                    </a:cubicBezTo>
                    <a:cubicBezTo>
                      <a:pt x="1236" y="8182"/>
                      <a:pt x="1174" y="8002"/>
                      <a:pt x="1032" y="8002"/>
                    </a:cubicBezTo>
                    <a:close/>
                    <a:moveTo>
                      <a:pt x="6073" y="8002"/>
                    </a:moveTo>
                    <a:cubicBezTo>
                      <a:pt x="5931" y="8002"/>
                      <a:pt x="5773" y="8182"/>
                      <a:pt x="5720" y="8407"/>
                    </a:cubicBezTo>
                    <a:cubicBezTo>
                      <a:pt x="5666" y="8632"/>
                      <a:pt x="5739" y="8817"/>
                      <a:pt x="5882" y="8817"/>
                    </a:cubicBezTo>
                    <a:cubicBezTo>
                      <a:pt x="6026" y="8817"/>
                      <a:pt x="6184" y="8632"/>
                      <a:pt x="6236" y="8407"/>
                    </a:cubicBezTo>
                    <a:cubicBezTo>
                      <a:pt x="6288" y="8182"/>
                      <a:pt x="6215" y="8002"/>
                      <a:pt x="6073" y="8002"/>
                    </a:cubicBezTo>
                    <a:close/>
                    <a:moveTo>
                      <a:pt x="6704" y="8002"/>
                    </a:moveTo>
                    <a:cubicBezTo>
                      <a:pt x="6563" y="8002"/>
                      <a:pt x="6406" y="8182"/>
                      <a:pt x="6354" y="8407"/>
                    </a:cubicBezTo>
                    <a:cubicBezTo>
                      <a:pt x="6303" y="8632"/>
                      <a:pt x="6377" y="8817"/>
                      <a:pt x="6520" y="8817"/>
                    </a:cubicBezTo>
                    <a:cubicBezTo>
                      <a:pt x="6663" y="8817"/>
                      <a:pt x="6821" y="8632"/>
                      <a:pt x="6871" y="8407"/>
                    </a:cubicBezTo>
                    <a:cubicBezTo>
                      <a:pt x="6921" y="8182"/>
                      <a:pt x="6846" y="8002"/>
                      <a:pt x="6704" y="8002"/>
                    </a:cubicBezTo>
                    <a:close/>
                    <a:moveTo>
                      <a:pt x="7336" y="8002"/>
                    </a:moveTo>
                    <a:cubicBezTo>
                      <a:pt x="7194" y="8002"/>
                      <a:pt x="7039" y="8182"/>
                      <a:pt x="6989" y="8407"/>
                    </a:cubicBezTo>
                    <a:cubicBezTo>
                      <a:pt x="6939" y="8632"/>
                      <a:pt x="7015" y="8817"/>
                      <a:pt x="7158" y="8817"/>
                    </a:cubicBezTo>
                    <a:cubicBezTo>
                      <a:pt x="7302" y="8817"/>
                      <a:pt x="7457" y="8632"/>
                      <a:pt x="7506" y="8407"/>
                    </a:cubicBezTo>
                    <a:cubicBezTo>
                      <a:pt x="7554" y="8182"/>
                      <a:pt x="7478" y="8002"/>
                      <a:pt x="7336" y="8002"/>
                    </a:cubicBezTo>
                    <a:close/>
                    <a:moveTo>
                      <a:pt x="7957" y="8002"/>
                    </a:moveTo>
                    <a:cubicBezTo>
                      <a:pt x="7816" y="8002"/>
                      <a:pt x="7662" y="8182"/>
                      <a:pt x="7614" y="8407"/>
                    </a:cubicBezTo>
                    <a:cubicBezTo>
                      <a:pt x="7566" y="8632"/>
                      <a:pt x="7643" y="8817"/>
                      <a:pt x="7786" y="8817"/>
                    </a:cubicBezTo>
                    <a:cubicBezTo>
                      <a:pt x="7929" y="8817"/>
                      <a:pt x="8083" y="8632"/>
                      <a:pt x="8130" y="8407"/>
                    </a:cubicBezTo>
                    <a:cubicBezTo>
                      <a:pt x="8177" y="8182"/>
                      <a:pt x="8099" y="8002"/>
                      <a:pt x="7957" y="8002"/>
                    </a:cubicBezTo>
                    <a:close/>
                    <a:moveTo>
                      <a:pt x="8589" y="8002"/>
                    </a:moveTo>
                    <a:cubicBezTo>
                      <a:pt x="8447" y="8002"/>
                      <a:pt x="8295" y="8182"/>
                      <a:pt x="8249" y="8407"/>
                    </a:cubicBezTo>
                    <a:cubicBezTo>
                      <a:pt x="8202" y="8632"/>
                      <a:pt x="8281" y="8817"/>
                      <a:pt x="8424" y="8817"/>
                    </a:cubicBezTo>
                    <a:cubicBezTo>
                      <a:pt x="8567" y="8817"/>
                      <a:pt x="8720" y="8632"/>
                      <a:pt x="8765" y="8407"/>
                    </a:cubicBezTo>
                    <a:cubicBezTo>
                      <a:pt x="8810" y="8182"/>
                      <a:pt x="8731" y="8002"/>
                      <a:pt x="8589" y="8002"/>
                    </a:cubicBezTo>
                    <a:close/>
                    <a:moveTo>
                      <a:pt x="9221" y="8002"/>
                    </a:moveTo>
                    <a:cubicBezTo>
                      <a:pt x="9079" y="8002"/>
                      <a:pt x="8928" y="8182"/>
                      <a:pt x="8883" y="8407"/>
                    </a:cubicBezTo>
                    <a:cubicBezTo>
                      <a:pt x="8839" y="8632"/>
                      <a:pt x="8919" y="8817"/>
                      <a:pt x="9062" y="8817"/>
                    </a:cubicBezTo>
                    <a:cubicBezTo>
                      <a:pt x="9205" y="8817"/>
                      <a:pt x="9357" y="8632"/>
                      <a:pt x="9400" y="8407"/>
                    </a:cubicBezTo>
                    <a:cubicBezTo>
                      <a:pt x="9443" y="8182"/>
                      <a:pt x="9363" y="8002"/>
                      <a:pt x="9221" y="8002"/>
                    </a:cubicBezTo>
                    <a:close/>
                    <a:moveTo>
                      <a:pt x="9853" y="8002"/>
                    </a:moveTo>
                    <a:cubicBezTo>
                      <a:pt x="9711" y="8002"/>
                      <a:pt x="9561" y="8182"/>
                      <a:pt x="9518" y="8407"/>
                    </a:cubicBezTo>
                    <a:cubicBezTo>
                      <a:pt x="9475" y="8632"/>
                      <a:pt x="9557" y="8817"/>
                      <a:pt x="9700" y="8817"/>
                    </a:cubicBezTo>
                    <a:cubicBezTo>
                      <a:pt x="9843" y="8817"/>
                      <a:pt x="9994" y="8632"/>
                      <a:pt x="10035" y="8407"/>
                    </a:cubicBezTo>
                    <a:cubicBezTo>
                      <a:pt x="10077" y="8182"/>
                      <a:pt x="9995" y="8002"/>
                      <a:pt x="9853" y="8002"/>
                    </a:cubicBezTo>
                    <a:close/>
                    <a:moveTo>
                      <a:pt x="10484" y="8002"/>
                    </a:moveTo>
                    <a:cubicBezTo>
                      <a:pt x="10342" y="8002"/>
                      <a:pt x="10194" y="8182"/>
                      <a:pt x="10153" y="8407"/>
                    </a:cubicBezTo>
                    <a:cubicBezTo>
                      <a:pt x="10112" y="8632"/>
                      <a:pt x="10194" y="8817"/>
                      <a:pt x="10338" y="8817"/>
                    </a:cubicBezTo>
                    <a:cubicBezTo>
                      <a:pt x="10481" y="8817"/>
                      <a:pt x="10630" y="8632"/>
                      <a:pt x="10670" y="8407"/>
                    </a:cubicBezTo>
                    <a:cubicBezTo>
                      <a:pt x="10709" y="8182"/>
                      <a:pt x="10626" y="8002"/>
                      <a:pt x="10484" y="8002"/>
                    </a:cubicBezTo>
                    <a:close/>
                    <a:moveTo>
                      <a:pt x="11106" y="8002"/>
                    </a:moveTo>
                    <a:cubicBezTo>
                      <a:pt x="10964" y="8002"/>
                      <a:pt x="10817" y="8182"/>
                      <a:pt x="10778" y="8407"/>
                    </a:cubicBezTo>
                    <a:cubicBezTo>
                      <a:pt x="10739" y="8632"/>
                      <a:pt x="10823" y="8817"/>
                      <a:pt x="10966" y="8817"/>
                    </a:cubicBezTo>
                    <a:cubicBezTo>
                      <a:pt x="11109" y="8817"/>
                      <a:pt x="11257" y="8632"/>
                      <a:pt x="11295" y="8407"/>
                    </a:cubicBezTo>
                    <a:cubicBezTo>
                      <a:pt x="11333" y="8182"/>
                      <a:pt x="11248" y="8002"/>
                      <a:pt x="11106" y="8002"/>
                    </a:cubicBezTo>
                    <a:close/>
                    <a:moveTo>
                      <a:pt x="11738" y="8002"/>
                    </a:moveTo>
                    <a:cubicBezTo>
                      <a:pt x="11596" y="8002"/>
                      <a:pt x="11450" y="8182"/>
                      <a:pt x="11413" y="8407"/>
                    </a:cubicBezTo>
                    <a:cubicBezTo>
                      <a:pt x="11375" y="8632"/>
                      <a:pt x="11461" y="8817"/>
                      <a:pt x="11604" y="8817"/>
                    </a:cubicBezTo>
                    <a:cubicBezTo>
                      <a:pt x="11748" y="8817"/>
                      <a:pt x="11893" y="8632"/>
                      <a:pt x="11930" y="8407"/>
                    </a:cubicBezTo>
                    <a:cubicBezTo>
                      <a:pt x="11966" y="8182"/>
                      <a:pt x="11880" y="8002"/>
                      <a:pt x="11738" y="8002"/>
                    </a:cubicBezTo>
                    <a:close/>
                    <a:moveTo>
                      <a:pt x="13001" y="8002"/>
                    </a:moveTo>
                    <a:cubicBezTo>
                      <a:pt x="12860" y="8002"/>
                      <a:pt x="12717" y="8182"/>
                      <a:pt x="12683" y="8407"/>
                    </a:cubicBezTo>
                    <a:cubicBezTo>
                      <a:pt x="12649" y="8632"/>
                      <a:pt x="12737" y="8817"/>
                      <a:pt x="12880" y="8817"/>
                    </a:cubicBezTo>
                    <a:cubicBezTo>
                      <a:pt x="13024" y="8817"/>
                      <a:pt x="13167" y="8632"/>
                      <a:pt x="13200" y="8407"/>
                    </a:cubicBezTo>
                    <a:cubicBezTo>
                      <a:pt x="13232" y="8182"/>
                      <a:pt x="13143" y="8002"/>
                      <a:pt x="13001" y="8002"/>
                    </a:cubicBezTo>
                    <a:close/>
                    <a:moveTo>
                      <a:pt x="13633" y="8002"/>
                    </a:moveTo>
                    <a:cubicBezTo>
                      <a:pt x="13491" y="8002"/>
                      <a:pt x="13350" y="8182"/>
                      <a:pt x="13318" y="8407"/>
                    </a:cubicBezTo>
                    <a:cubicBezTo>
                      <a:pt x="13286" y="8632"/>
                      <a:pt x="13375" y="8817"/>
                      <a:pt x="13519" y="8817"/>
                    </a:cubicBezTo>
                    <a:cubicBezTo>
                      <a:pt x="13662" y="8817"/>
                      <a:pt x="13803" y="8632"/>
                      <a:pt x="13834" y="8407"/>
                    </a:cubicBezTo>
                    <a:cubicBezTo>
                      <a:pt x="13865" y="8182"/>
                      <a:pt x="13775" y="8002"/>
                      <a:pt x="13633" y="8002"/>
                    </a:cubicBezTo>
                    <a:close/>
                    <a:moveTo>
                      <a:pt x="14255" y="8002"/>
                    </a:moveTo>
                    <a:cubicBezTo>
                      <a:pt x="14113" y="8002"/>
                      <a:pt x="13974" y="8182"/>
                      <a:pt x="13943" y="8407"/>
                    </a:cubicBezTo>
                    <a:cubicBezTo>
                      <a:pt x="13912" y="8632"/>
                      <a:pt x="14004" y="8817"/>
                      <a:pt x="14147" y="8817"/>
                    </a:cubicBezTo>
                    <a:cubicBezTo>
                      <a:pt x="14290" y="8817"/>
                      <a:pt x="14430" y="8632"/>
                      <a:pt x="14460" y="8407"/>
                    </a:cubicBezTo>
                    <a:cubicBezTo>
                      <a:pt x="14489" y="8182"/>
                      <a:pt x="14397" y="8002"/>
                      <a:pt x="14255" y="8002"/>
                    </a:cubicBezTo>
                    <a:close/>
                    <a:moveTo>
                      <a:pt x="14887" y="8002"/>
                    </a:moveTo>
                    <a:cubicBezTo>
                      <a:pt x="14745" y="8002"/>
                      <a:pt x="14607" y="8182"/>
                      <a:pt x="14578" y="8407"/>
                    </a:cubicBezTo>
                    <a:cubicBezTo>
                      <a:pt x="14549" y="8632"/>
                      <a:pt x="14642" y="8817"/>
                      <a:pt x="14785" y="8817"/>
                    </a:cubicBezTo>
                    <a:cubicBezTo>
                      <a:pt x="14929" y="8817"/>
                      <a:pt x="15067" y="8632"/>
                      <a:pt x="15095" y="8407"/>
                    </a:cubicBezTo>
                    <a:cubicBezTo>
                      <a:pt x="15122" y="8182"/>
                      <a:pt x="15029" y="8002"/>
                      <a:pt x="14887" y="8002"/>
                    </a:cubicBezTo>
                    <a:close/>
                    <a:moveTo>
                      <a:pt x="15519" y="8002"/>
                    </a:moveTo>
                    <a:cubicBezTo>
                      <a:pt x="15378" y="8002"/>
                      <a:pt x="15240" y="8182"/>
                      <a:pt x="15213" y="8407"/>
                    </a:cubicBezTo>
                    <a:cubicBezTo>
                      <a:pt x="15186" y="8632"/>
                      <a:pt x="15280" y="8817"/>
                      <a:pt x="15423" y="8817"/>
                    </a:cubicBezTo>
                    <a:cubicBezTo>
                      <a:pt x="15567" y="8817"/>
                      <a:pt x="15704" y="8632"/>
                      <a:pt x="15730" y="8407"/>
                    </a:cubicBezTo>
                    <a:cubicBezTo>
                      <a:pt x="15756" y="8182"/>
                      <a:pt x="15661" y="8002"/>
                      <a:pt x="15519" y="8002"/>
                    </a:cubicBezTo>
                    <a:close/>
                    <a:moveTo>
                      <a:pt x="5837" y="8989"/>
                    </a:moveTo>
                    <a:cubicBezTo>
                      <a:pt x="5693" y="8989"/>
                      <a:pt x="5533" y="9174"/>
                      <a:pt x="5478" y="9405"/>
                    </a:cubicBezTo>
                    <a:cubicBezTo>
                      <a:pt x="5423" y="9636"/>
                      <a:pt x="5496" y="9824"/>
                      <a:pt x="5641" y="9824"/>
                    </a:cubicBezTo>
                    <a:cubicBezTo>
                      <a:pt x="5786" y="9824"/>
                      <a:pt x="5948" y="9636"/>
                      <a:pt x="6001" y="9405"/>
                    </a:cubicBezTo>
                    <a:cubicBezTo>
                      <a:pt x="6054" y="9174"/>
                      <a:pt x="5980" y="8989"/>
                      <a:pt x="5837" y="8989"/>
                    </a:cubicBezTo>
                    <a:close/>
                    <a:moveTo>
                      <a:pt x="6478" y="8989"/>
                    </a:moveTo>
                    <a:cubicBezTo>
                      <a:pt x="6335" y="8989"/>
                      <a:pt x="6176" y="9174"/>
                      <a:pt x="6123" y="9405"/>
                    </a:cubicBezTo>
                    <a:cubicBezTo>
                      <a:pt x="6070" y="9636"/>
                      <a:pt x="6144" y="9824"/>
                      <a:pt x="6289" y="9824"/>
                    </a:cubicBezTo>
                    <a:cubicBezTo>
                      <a:pt x="6435" y="9824"/>
                      <a:pt x="6594" y="9636"/>
                      <a:pt x="6646" y="9405"/>
                    </a:cubicBezTo>
                    <a:cubicBezTo>
                      <a:pt x="6697" y="9174"/>
                      <a:pt x="6622" y="8989"/>
                      <a:pt x="6478" y="8989"/>
                    </a:cubicBezTo>
                    <a:close/>
                    <a:moveTo>
                      <a:pt x="7110" y="8989"/>
                    </a:moveTo>
                    <a:cubicBezTo>
                      <a:pt x="6966" y="8989"/>
                      <a:pt x="6809" y="9174"/>
                      <a:pt x="6758" y="9405"/>
                    </a:cubicBezTo>
                    <a:cubicBezTo>
                      <a:pt x="6706" y="9636"/>
                      <a:pt x="6782" y="9824"/>
                      <a:pt x="6927" y="9824"/>
                    </a:cubicBezTo>
                    <a:cubicBezTo>
                      <a:pt x="7073" y="9824"/>
                      <a:pt x="7231" y="9636"/>
                      <a:pt x="7281" y="9405"/>
                    </a:cubicBezTo>
                    <a:cubicBezTo>
                      <a:pt x="7330" y="9174"/>
                      <a:pt x="7254" y="8989"/>
                      <a:pt x="7110" y="8989"/>
                    </a:cubicBezTo>
                    <a:close/>
                    <a:moveTo>
                      <a:pt x="7751" y="8989"/>
                    </a:moveTo>
                    <a:cubicBezTo>
                      <a:pt x="7608" y="8989"/>
                      <a:pt x="7452" y="9174"/>
                      <a:pt x="7402" y="9405"/>
                    </a:cubicBezTo>
                    <a:cubicBezTo>
                      <a:pt x="7353" y="9636"/>
                      <a:pt x="7431" y="9824"/>
                      <a:pt x="7576" y="9824"/>
                    </a:cubicBezTo>
                    <a:cubicBezTo>
                      <a:pt x="7721" y="9824"/>
                      <a:pt x="7878" y="9636"/>
                      <a:pt x="7926" y="9405"/>
                    </a:cubicBezTo>
                    <a:cubicBezTo>
                      <a:pt x="7973" y="9174"/>
                      <a:pt x="7895" y="8989"/>
                      <a:pt x="7751" y="8989"/>
                    </a:cubicBezTo>
                    <a:close/>
                    <a:moveTo>
                      <a:pt x="8393" y="8989"/>
                    </a:moveTo>
                    <a:cubicBezTo>
                      <a:pt x="8249" y="8989"/>
                      <a:pt x="8095" y="9174"/>
                      <a:pt x="8047" y="9405"/>
                    </a:cubicBezTo>
                    <a:cubicBezTo>
                      <a:pt x="8000" y="9636"/>
                      <a:pt x="8079" y="9824"/>
                      <a:pt x="8224" y="9824"/>
                    </a:cubicBezTo>
                    <a:cubicBezTo>
                      <a:pt x="8369" y="9824"/>
                      <a:pt x="8524" y="9636"/>
                      <a:pt x="8570" y="9405"/>
                    </a:cubicBezTo>
                    <a:cubicBezTo>
                      <a:pt x="8616" y="9174"/>
                      <a:pt x="8537" y="8989"/>
                      <a:pt x="8393" y="8989"/>
                    </a:cubicBezTo>
                    <a:close/>
                    <a:moveTo>
                      <a:pt x="9025" y="8989"/>
                    </a:moveTo>
                    <a:cubicBezTo>
                      <a:pt x="8881" y="8989"/>
                      <a:pt x="8728" y="9174"/>
                      <a:pt x="8682" y="9405"/>
                    </a:cubicBezTo>
                    <a:cubicBezTo>
                      <a:pt x="8636" y="9636"/>
                      <a:pt x="8717" y="9824"/>
                      <a:pt x="8862" y="9824"/>
                    </a:cubicBezTo>
                    <a:cubicBezTo>
                      <a:pt x="9007" y="9824"/>
                      <a:pt x="9161" y="9636"/>
                      <a:pt x="9205" y="9405"/>
                    </a:cubicBezTo>
                    <a:cubicBezTo>
                      <a:pt x="9249" y="9174"/>
                      <a:pt x="9168" y="8989"/>
                      <a:pt x="9025" y="8989"/>
                    </a:cubicBezTo>
                    <a:close/>
                    <a:moveTo>
                      <a:pt x="9666" y="8989"/>
                    </a:moveTo>
                    <a:cubicBezTo>
                      <a:pt x="9523" y="8989"/>
                      <a:pt x="9371" y="9174"/>
                      <a:pt x="9327" y="9405"/>
                    </a:cubicBezTo>
                    <a:cubicBezTo>
                      <a:pt x="9283" y="9636"/>
                      <a:pt x="9365" y="9824"/>
                      <a:pt x="9510" y="9824"/>
                    </a:cubicBezTo>
                    <a:cubicBezTo>
                      <a:pt x="9655" y="9824"/>
                      <a:pt x="9807" y="9636"/>
                      <a:pt x="9850" y="9405"/>
                    </a:cubicBezTo>
                    <a:cubicBezTo>
                      <a:pt x="9892" y="9174"/>
                      <a:pt x="9810" y="8989"/>
                      <a:pt x="9666" y="8989"/>
                    </a:cubicBezTo>
                    <a:close/>
                    <a:moveTo>
                      <a:pt x="10298" y="8989"/>
                    </a:moveTo>
                    <a:cubicBezTo>
                      <a:pt x="10154" y="8989"/>
                      <a:pt x="10004" y="9174"/>
                      <a:pt x="9962" y="9405"/>
                    </a:cubicBezTo>
                    <a:cubicBezTo>
                      <a:pt x="9920" y="9636"/>
                      <a:pt x="10003" y="9824"/>
                      <a:pt x="10148" y="9824"/>
                    </a:cubicBezTo>
                    <a:cubicBezTo>
                      <a:pt x="10293" y="9824"/>
                      <a:pt x="10444" y="9636"/>
                      <a:pt x="10485" y="9405"/>
                    </a:cubicBezTo>
                    <a:cubicBezTo>
                      <a:pt x="10525" y="9174"/>
                      <a:pt x="10441" y="8989"/>
                      <a:pt x="10298" y="8989"/>
                    </a:cubicBezTo>
                    <a:close/>
                    <a:moveTo>
                      <a:pt x="10940" y="8989"/>
                    </a:moveTo>
                    <a:cubicBezTo>
                      <a:pt x="10796" y="8989"/>
                      <a:pt x="10647" y="9174"/>
                      <a:pt x="10607" y="9405"/>
                    </a:cubicBezTo>
                    <a:cubicBezTo>
                      <a:pt x="10566" y="9636"/>
                      <a:pt x="10651" y="9824"/>
                      <a:pt x="10796" y="9824"/>
                    </a:cubicBezTo>
                    <a:cubicBezTo>
                      <a:pt x="10941" y="9824"/>
                      <a:pt x="11091" y="9636"/>
                      <a:pt x="11130" y="9405"/>
                    </a:cubicBezTo>
                    <a:cubicBezTo>
                      <a:pt x="11169" y="9174"/>
                      <a:pt x="11083" y="8989"/>
                      <a:pt x="10940" y="8989"/>
                    </a:cubicBezTo>
                    <a:close/>
                    <a:moveTo>
                      <a:pt x="11572" y="8989"/>
                    </a:moveTo>
                    <a:cubicBezTo>
                      <a:pt x="11428" y="8989"/>
                      <a:pt x="11280" y="9174"/>
                      <a:pt x="11242" y="9405"/>
                    </a:cubicBezTo>
                    <a:cubicBezTo>
                      <a:pt x="11203" y="9636"/>
                      <a:pt x="11290" y="9824"/>
                      <a:pt x="11435" y="9824"/>
                    </a:cubicBezTo>
                    <a:cubicBezTo>
                      <a:pt x="11580" y="9824"/>
                      <a:pt x="11728" y="9636"/>
                      <a:pt x="11765" y="9405"/>
                    </a:cubicBezTo>
                    <a:cubicBezTo>
                      <a:pt x="11802" y="9174"/>
                      <a:pt x="11715" y="8989"/>
                      <a:pt x="11572" y="8989"/>
                    </a:cubicBezTo>
                    <a:close/>
                    <a:moveTo>
                      <a:pt x="12213" y="8989"/>
                    </a:moveTo>
                    <a:cubicBezTo>
                      <a:pt x="12070" y="8989"/>
                      <a:pt x="11924" y="9174"/>
                      <a:pt x="11887" y="9405"/>
                    </a:cubicBezTo>
                    <a:cubicBezTo>
                      <a:pt x="11850" y="9636"/>
                      <a:pt x="11938" y="9824"/>
                      <a:pt x="12083" y="9824"/>
                    </a:cubicBezTo>
                    <a:cubicBezTo>
                      <a:pt x="12228" y="9824"/>
                      <a:pt x="12374" y="9636"/>
                      <a:pt x="12410" y="9405"/>
                    </a:cubicBezTo>
                    <a:cubicBezTo>
                      <a:pt x="12445" y="9174"/>
                      <a:pt x="12357" y="8989"/>
                      <a:pt x="12213" y="8989"/>
                    </a:cubicBezTo>
                    <a:close/>
                    <a:moveTo>
                      <a:pt x="12855" y="8989"/>
                    </a:moveTo>
                    <a:cubicBezTo>
                      <a:pt x="12711" y="8989"/>
                      <a:pt x="12567" y="9174"/>
                      <a:pt x="12532" y="9405"/>
                    </a:cubicBezTo>
                    <a:cubicBezTo>
                      <a:pt x="12497" y="9636"/>
                      <a:pt x="12586" y="9824"/>
                      <a:pt x="12731" y="9824"/>
                    </a:cubicBezTo>
                    <a:cubicBezTo>
                      <a:pt x="12876" y="9824"/>
                      <a:pt x="13021" y="9636"/>
                      <a:pt x="13055" y="9405"/>
                    </a:cubicBezTo>
                    <a:cubicBezTo>
                      <a:pt x="13088" y="9174"/>
                      <a:pt x="12998" y="8989"/>
                      <a:pt x="12855" y="8989"/>
                    </a:cubicBezTo>
                    <a:close/>
                    <a:moveTo>
                      <a:pt x="13487" y="8989"/>
                    </a:moveTo>
                    <a:cubicBezTo>
                      <a:pt x="13343" y="8989"/>
                      <a:pt x="13200" y="9174"/>
                      <a:pt x="13167" y="9405"/>
                    </a:cubicBezTo>
                    <a:cubicBezTo>
                      <a:pt x="13134" y="9636"/>
                      <a:pt x="13224" y="9824"/>
                      <a:pt x="13369" y="9824"/>
                    </a:cubicBezTo>
                    <a:cubicBezTo>
                      <a:pt x="13514" y="9824"/>
                      <a:pt x="13658" y="9636"/>
                      <a:pt x="13690" y="9405"/>
                    </a:cubicBezTo>
                    <a:cubicBezTo>
                      <a:pt x="13721" y="9174"/>
                      <a:pt x="13630" y="8989"/>
                      <a:pt x="13487" y="8989"/>
                    </a:cubicBezTo>
                    <a:close/>
                    <a:moveTo>
                      <a:pt x="14129" y="8989"/>
                    </a:moveTo>
                    <a:cubicBezTo>
                      <a:pt x="13985" y="8989"/>
                      <a:pt x="13843" y="9174"/>
                      <a:pt x="13812" y="9405"/>
                    </a:cubicBezTo>
                    <a:cubicBezTo>
                      <a:pt x="13781" y="9636"/>
                      <a:pt x="13873" y="9824"/>
                      <a:pt x="14018" y="9824"/>
                    </a:cubicBezTo>
                    <a:cubicBezTo>
                      <a:pt x="14163" y="9824"/>
                      <a:pt x="14305" y="9636"/>
                      <a:pt x="14335" y="9405"/>
                    </a:cubicBezTo>
                    <a:cubicBezTo>
                      <a:pt x="14365" y="9174"/>
                      <a:pt x="14272" y="8989"/>
                      <a:pt x="14129" y="8989"/>
                    </a:cubicBezTo>
                    <a:close/>
                    <a:moveTo>
                      <a:pt x="6242" y="10027"/>
                    </a:moveTo>
                    <a:cubicBezTo>
                      <a:pt x="6097" y="10027"/>
                      <a:pt x="5936" y="10217"/>
                      <a:pt x="5881" y="10453"/>
                    </a:cubicBezTo>
                    <a:cubicBezTo>
                      <a:pt x="5827" y="10691"/>
                      <a:pt x="5902" y="10883"/>
                      <a:pt x="6049" y="10883"/>
                    </a:cubicBezTo>
                    <a:cubicBezTo>
                      <a:pt x="6196" y="10883"/>
                      <a:pt x="6358" y="10691"/>
                      <a:pt x="6411" y="10453"/>
                    </a:cubicBezTo>
                    <a:cubicBezTo>
                      <a:pt x="6464" y="10217"/>
                      <a:pt x="6388" y="10027"/>
                      <a:pt x="6242" y="10027"/>
                    </a:cubicBezTo>
                    <a:close/>
                    <a:moveTo>
                      <a:pt x="6894" y="10027"/>
                    </a:moveTo>
                    <a:cubicBezTo>
                      <a:pt x="6748" y="10027"/>
                      <a:pt x="6589" y="10217"/>
                      <a:pt x="6536" y="10453"/>
                    </a:cubicBezTo>
                    <a:cubicBezTo>
                      <a:pt x="6484" y="10691"/>
                      <a:pt x="6560" y="10883"/>
                      <a:pt x="6707" y="10883"/>
                    </a:cubicBezTo>
                    <a:cubicBezTo>
                      <a:pt x="6854" y="10883"/>
                      <a:pt x="7015" y="10691"/>
                      <a:pt x="7066" y="10453"/>
                    </a:cubicBezTo>
                    <a:cubicBezTo>
                      <a:pt x="7117" y="10217"/>
                      <a:pt x="7039" y="10027"/>
                      <a:pt x="6894" y="10027"/>
                    </a:cubicBezTo>
                    <a:close/>
                    <a:moveTo>
                      <a:pt x="7535" y="10027"/>
                    </a:moveTo>
                    <a:cubicBezTo>
                      <a:pt x="7390" y="10027"/>
                      <a:pt x="7232" y="10217"/>
                      <a:pt x="7181" y="10453"/>
                    </a:cubicBezTo>
                    <a:cubicBezTo>
                      <a:pt x="7130" y="10691"/>
                      <a:pt x="7208" y="10883"/>
                      <a:pt x="7355" y="10883"/>
                    </a:cubicBezTo>
                    <a:cubicBezTo>
                      <a:pt x="7502" y="10883"/>
                      <a:pt x="7661" y="10691"/>
                      <a:pt x="7711" y="10453"/>
                    </a:cubicBezTo>
                    <a:cubicBezTo>
                      <a:pt x="7759" y="10217"/>
                      <a:pt x="7681" y="10027"/>
                      <a:pt x="7535" y="10027"/>
                    </a:cubicBezTo>
                    <a:close/>
                    <a:moveTo>
                      <a:pt x="8177" y="10027"/>
                    </a:moveTo>
                    <a:cubicBezTo>
                      <a:pt x="8032" y="10027"/>
                      <a:pt x="7875" y="10217"/>
                      <a:pt x="7826" y="10453"/>
                    </a:cubicBezTo>
                    <a:cubicBezTo>
                      <a:pt x="7777" y="10691"/>
                      <a:pt x="7856" y="10883"/>
                      <a:pt x="8003" y="10883"/>
                    </a:cubicBezTo>
                    <a:cubicBezTo>
                      <a:pt x="8150" y="10883"/>
                      <a:pt x="8308" y="10691"/>
                      <a:pt x="8355" y="10453"/>
                    </a:cubicBezTo>
                    <a:cubicBezTo>
                      <a:pt x="8402" y="10217"/>
                      <a:pt x="8322" y="10027"/>
                      <a:pt x="8177" y="10027"/>
                    </a:cubicBezTo>
                    <a:close/>
                    <a:moveTo>
                      <a:pt x="8829" y="10027"/>
                    </a:moveTo>
                    <a:cubicBezTo>
                      <a:pt x="8683" y="10027"/>
                      <a:pt x="8527" y="10217"/>
                      <a:pt x="8481" y="10453"/>
                    </a:cubicBezTo>
                    <a:cubicBezTo>
                      <a:pt x="8434" y="10691"/>
                      <a:pt x="8514" y="10883"/>
                      <a:pt x="8662" y="10883"/>
                    </a:cubicBezTo>
                    <a:cubicBezTo>
                      <a:pt x="8809" y="10883"/>
                      <a:pt x="8965" y="10691"/>
                      <a:pt x="9010" y="10453"/>
                    </a:cubicBezTo>
                    <a:cubicBezTo>
                      <a:pt x="9055" y="10217"/>
                      <a:pt x="8974" y="10027"/>
                      <a:pt x="8829" y="10027"/>
                    </a:cubicBezTo>
                    <a:close/>
                    <a:moveTo>
                      <a:pt x="9470" y="10027"/>
                    </a:moveTo>
                    <a:cubicBezTo>
                      <a:pt x="9325" y="10027"/>
                      <a:pt x="9171" y="10217"/>
                      <a:pt x="9126" y="10453"/>
                    </a:cubicBezTo>
                    <a:cubicBezTo>
                      <a:pt x="9080" y="10691"/>
                      <a:pt x="9163" y="10883"/>
                      <a:pt x="9310" y="10883"/>
                    </a:cubicBezTo>
                    <a:cubicBezTo>
                      <a:pt x="9457" y="10883"/>
                      <a:pt x="9612" y="10691"/>
                      <a:pt x="9655" y="10453"/>
                    </a:cubicBezTo>
                    <a:cubicBezTo>
                      <a:pt x="9699" y="10217"/>
                      <a:pt x="9616" y="10027"/>
                      <a:pt x="9470" y="10027"/>
                    </a:cubicBezTo>
                    <a:close/>
                    <a:moveTo>
                      <a:pt x="10122" y="10027"/>
                    </a:moveTo>
                    <a:cubicBezTo>
                      <a:pt x="9976" y="10027"/>
                      <a:pt x="9824" y="10217"/>
                      <a:pt x="9781" y="10453"/>
                    </a:cubicBezTo>
                    <a:cubicBezTo>
                      <a:pt x="9737" y="10691"/>
                      <a:pt x="9821" y="10883"/>
                      <a:pt x="9968" y="10883"/>
                    </a:cubicBezTo>
                    <a:cubicBezTo>
                      <a:pt x="10115" y="10883"/>
                      <a:pt x="10268" y="10691"/>
                      <a:pt x="10310" y="10453"/>
                    </a:cubicBezTo>
                    <a:cubicBezTo>
                      <a:pt x="10352" y="10217"/>
                      <a:pt x="10267" y="10027"/>
                      <a:pt x="10122" y="10027"/>
                    </a:cubicBezTo>
                    <a:close/>
                    <a:moveTo>
                      <a:pt x="10763" y="10027"/>
                    </a:moveTo>
                    <a:cubicBezTo>
                      <a:pt x="10618" y="10027"/>
                      <a:pt x="10467" y="10217"/>
                      <a:pt x="10426" y="10453"/>
                    </a:cubicBezTo>
                    <a:cubicBezTo>
                      <a:pt x="10384" y="10691"/>
                      <a:pt x="10469" y="10883"/>
                      <a:pt x="10616" y="10883"/>
                    </a:cubicBezTo>
                    <a:cubicBezTo>
                      <a:pt x="10763" y="10883"/>
                      <a:pt x="10915" y="10691"/>
                      <a:pt x="10955" y="10453"/>
                    </a:cubicBezTo>
                    <a:cubicBezTo>
                      <a:pt x="10995" y="10217"/>
                      <a:pt x="10909" y="10027"/>
                      <a:pt x="10763" y="10027"/>
                    </a:cubicBezTo>
                    <a:close/>
                    <a:moveTo>
                      <a:pt x="11405" y="10027"/>
                    </a:moveTo>
                    <a:cubicBezTo>
                      <a:pt x="11260" y="10027"/>
                      <a:pt x="11110" y="10217"/>
                      <a:pt x="11070" y="10453"/>
                    </a:cubicBezTo>
                    <a:cubicBezTo>
                      <a:pt x="11031" y="10691"/>
                      <a:pt x="11118" y="10883"/>
                      <a:pt x="11265" y="10883"/>
                    </a:cubicBezTo>
                    <a:cubicBezTo>
                      <a:pt x="11412" y="10883"/>
                      <a:pt x="11562" y="10691"/>
                      <a:pt x="11600" y="10453"/>
                    </a:cubicBezTo>
                    <a:cubicBezTo>
                      <a:pt x="11638" y="10217"/>
                      <a:pt x="11551" y="10027"/>
                      <a:pt x="11405" y="10027"/>
                    </a:cubicBezTo>
                    <a:close/>
                    <a:moveTo>
                      <a:pt x="12057" y="10027"/>
                    </a:moveTo>
                    <a:cubicBezTo>
                      <a:pt x="11911" y="10027"/>
                      <a:pt x="11763" y="10217"/>
                      <a:pt x="11726" y="10453"/>
                    </a:cubicBezTo>
                    <a:cubicBezTo>
                      <a:pt x="11688" y="10691"/>
                      <a:pt x="11776" y="10883"/>
                      <a:pt x="11923" y="10883"/>
                    </a:cubicBezTo>
                    <a:cubicBezTo>
                      <a:pt x="12070" y="10883"/>
                      <a:pt x="12219" y="10691"/>
                      <a:pt x="12255" y="10453"/>
                    </a:cubicBezTo>
                    <a:cubicBezTo>
                      <a:pt x="12291" y="10217"/>
                      <a:pt x="12202" y="10027"/>
                      <a:pt x="12057" y="10027"/>
                    </a:cubicBezTo>
                    <a:close/>
                    <a:moveTo>
                      <a:pt x="12698" y="10027"/>
                    </a:moveTo>
                    <a:cubicBezTo>
                      <a:pt x="12553" y="10027"/>
                      <a:pt x="12406" y="10217"/>
                      <a:pt x="12371" y="10453"/>
                    </a:cubicBezTo>
                    <a:cubicBezTo>
                      <a:pt x="12335" y="10691"/>
                      <a:pt x="12425" y="10883"/>
                      <a:pt x="12572" y="10883"/>
                    </a:cubicBezTo>
                    <a:cubicBezTo>
                      <a:pt x="12719" y="10883"/>
                      <a:pt x="12866" y="10691"/>
                      <a:pt x="12900" y="10453"/>
                    </a:cubicBezTo>
                    <a:cubicBezTo>
                      <a:pt x="12935" y="10217"/>
                      <a:pt x="12844" y="10027"/>
                      <a:pt x="12698" y="10027"/>
                    </a:cubicBezTo>
                    <a:close/>
                    <a:moveTo>
                      <a:pt x="13340" y="10027"/>
                    </a:moveTo>
                    <a:cubicBezTo>
                      <a:pt x="13195" y="10027"/>
                      <a:pt x="13050" y="10217"/>
                      <a:pt x="13016" y="10453"/>
                    </a:cubicBezTo>
                    <a:cubicBezTo>
                      <a:pt x="12982" y="10691"/>
                      <a:pt x="13073" y="10883"/>
                      <a:pt x="13220" y="10883"/>
                    </a:cubicBezTo>
                    <a:cubicBezTo>
                      <a:pt x="13367" y="10883"/>
                      <a:pt x="13512" y="10691"/>
                      <a:pt x="13545" y="10453"/>
                    </a:cubicBezTo>
                    <a:cubicBezTo>
                      <a:pt x="13578" y="10217"/>
                      <a:pt x="13486" y="10027"/>
                      <a:pt x="13340" y="10027"/>
                    </a:cubicBezTo>
                    <a:close/>
                    <a:moveTo>
                      <a:pt x="13992" y="10027"/>
                    </a:moveTo>
                    <a:cubicBezTo>
                      <a:pt x="13847" y="10027"/>
                      <a:pt x="13703" y="10217"/>
                      <a:pt x="13671" y="10453"/>
                    </a:cubicBezTo>
                    <a:cubicBezTo>
                      <a:pt x="13639" y="10691"/>
                      <a:pt x="13732" y="10883"/>
                      <a:pt x="13878" y="10883"/>
                    </a:cubicBezTo>
                    <a:cubicBezTo>
                      <a:pt x="14025" y="10883"/>
                      <a:pt x="14170" y="10691"/>
                      <a:pt x="14201" y="10453"/>
                    </a:cubicBezTo>
                    <a:cubicBezTo>
                      <a:pt x="14231" y="10217"/>
                      <a:pt x="14138" y="10027"/>
                      <a:pt x="13992" y="10027"/>
                    </a:cubicBezTo>
                    <a:close/>
                    <a:moveTo>
                      <a:pt x="14634" y="10027"/>
                    </a:moveTo>
                    <a:cubicBezTo>
                      <a:pt x="14489" y="10027"/>
                      <a:pt x="14346" y="10217"/>
                      <a:pt x="14316" y="10453"/>
                    </a:cubicBezTo>
                    <a:cubicBezTo>
                      <a:pt x="14286" y="10691"/>
                      <a:pt x="14380" y="10883"/>
                      <a:pt x="14527" y="10883"/>
                    </a:cubicBezTo>
                    <a:cubicBezTo>
                      <a:pt x="14674" y="10883"/>
                      <a:pt x="14817" y="10691"/>
                      <a:pt x="14845" y="10453"/>
                    </a:cubicBezTo>
                    <a:cubicBezTo>
                      <a:pt x="14874" y="10217"/>
                      <a:pt x="14780" y="10027"/>
                      <a:pt x="14634" y="10027"/>
                    </a:cubicBezTo>
                    <a:close/>
                    <a:moveTo>
                      <a:pt x="6007" y="11065"/>
                    </a:moveTo>
                    <a:cubicBezTo>
                      <a:pt x="5860" y="11065"/>
                      <a:pt x="5695" y="11260"/>
                      <a:pt x="5640" y="11502"/>
                    </a:cubicBezTo>
                    <a:cubicBezTo>
                      <a:pt x="5584" y="11746"/>
                      <a:pt x="5659" y="11943"/>
                      <a:pt x="5808" y="11943"/>
                    </a:cubicBezTo>
                    <a:cubicBezTo>
                      <a:pt x="5957" y="11943"/>
                      <a:pt x="6122" y="11746"/>
                      <a:pt x="6176" y="11502"/>
                    </a:cubicBezTo>
                    <a:cubicBezTo>
                      <a:pt x="6230" y="11260"/>
                      <a:pt x="6154" y="11065"/>
                      <a:pt x="6007" y="11065"/>
                    </a:cubicBezTo>
                    <a:close/>
                    <a:moveTo>
                      <a:pt x="6658" y="11065"/>
                    </a:moveTo>
                    <a:cubicBezTo>
                      <a:pt x="6511" y="11065"/>
                      <a:pt x="6348" y="11260"/>
                      <a:pt x="6295" y="11502"/>
                    </a:cubicBezTo>
                    <a:cubicBezTo>
                      <a:pt x="6241" y="11746"/>
                      <a:pt x="6317" y="11943"/>
                      <a:pt x="6466" y="11943"/>
                    </a:cubicBezTo>
                    <a:cubicBezTo>
                      <a:pt x="6615" y="11943"/>
                      <a:pt x="6779" y="11746"/>
                      <a:pt x="6831" y="11502"/>
                    </a:cubicBezTo>
                    <a:cubicBezTo>
                      <a:pt x="6883" y="11260"/>
                      <a:pt x="6806" y="11065"/>
                      <a:pt x="6658" y="11065"/>
                    </a:cubicBezTo>
                    <a:close/>
                    <a:moveTo>
                      <a:pt x="7320" y="11065"/>
                    </a:moveTo>
                    <a:cubicBezTo>
                      <a:pt x="7173" y="11065"/>
                      <a:pt x="7011" y="11260"/>
                      <a:pt x="6960" y="11502"/>
                    </a:cubicBezTo>
                    <a:cubicBezTo>
                      <a:pt x="6908" y="11746"/>
                      <a:pt x="6986" y="11943"/>
                      <a:pt x="7135" y="11943"/>
                    </a:cubicBezTo>
                    <a:cubicBezTo>
                      <a:pt x="7283" y="11943"/>
                      <a:pt x="7445" y="11746"/>
                      <a:pt x="7496" y="11502"/>
                    </a:cubicBezTo>
                    <a:cubicBezTo>
                      <a:pt x="7546" y="11260"/>
                      <a:pt x="7467" y="11065"/>
                      <a:pt x="7320" y="11065"/>
                    </a:cubicBezTo>
                    <a:close/>
                    <a:moveTo>
                      <a:pt x="7971" y="11065"/>
                    </a:moveTo>
                    <a:cubicBezTo>
                      <a:pt x="7824" y="11065"/>
                      <a:pt x="7664" y="11260"/>
                      <a:pt x="7614" y="11502"/>
                    </a:cubicBezTo>
                    <a:cubicBezTo>
                      <a:pt x="7564" y="11746"/>
                      <a:pt x="7644" y="11943"/>
                      <a:pt x="7793" y="11943"/>
                    </a:cubicBezTo>
                    <a:cubicBezTo>
                      <a:pt x="7941" y="11943"/>
                      <a:pt x="8102" y="11746"/>
                      <a:pt x="8150" y="11502"/>
                    </a:cubicBezTo>
                    <a:cubicBezTo>
                      <a:pt x="8199" y="11260"/>
                      <a:pt x="8118" y="11065"/>
                      <a:pt x="7971" y="11065"/>
                    </a:cubicBezTo>
                    <a:close/>
                    <a:moveTo>
                      <a:pt x="8623" y="11065"/>
                    </a:moveTo>
                    <a:cubicBezTo>
                      <a:pt x="8475" y="11065"/>
                      <a:pt x="8317" y="11260"/>
                      <a:pt x="8269" y="11502"/>
                    </a:cubicBezTo>
                    <a:cubicBezTo>
                      <a:pt x="8221" y="11746"/>
                      <a:pt x="8302" y="11943"/>
                      <a:pt x="8451" y="11943"/>
                    </a:cubicBezTo>
                    <a:cubicBezTo>
                      <a:pt x="8600" y="11943"/>
                      <a:pt x="8759" y="11746"/>
                      <a:pt x="8805" y="11502"/>
                    </a:cubicBezTo>
                    <a:cubicBezTo>
                      <a:pt x="8852" y="11260"/>
                      <a:pt x="8770" y="11065"/>
                      <a:pt x="8623" y="11065"/>
                    </a:cubicBezTo>
                    <a:close/>
                    <a:moveTo>
                      <a:pt x="9274" y="11065"/>
                    </a:moveTo>
                    <a:cubicBezTo>
                      <a:pt x="9127" y="11065"/>
                      <a:pt x="8970" y="11260"/>
                      <a:pt x="8924" y="11502"/>
                    </a:cubicBezTo>
                    <a:cubicBezTo>
                      <a:pt x="8878" y="11746"/>
                      <a:pt x="8961" y="11943"/>
                      <a:pt x="9110" y="11943"/>
                    </a:cubicBezTo>
                    <a:cubicBezTo>
                      <a:pt x="9259" y="11943"/>
                      <a:pt x="9416" y="11746"/>
                      <a:pt x="9461" y="11502"/>
                    </a:cubicBezTo>
                    <a:cubicBezTo>
                      <a:pt x="9505" y="11260"/>
                      <a:pt x="9422" y="11065"/>
                      <a:pt x="9274" y="11065"/>
                    </a:cubicBezTo>
                    <a:close/>
                    <a:moveTo>
                      <a:pt x="9926" y="11065"/>
                    </a:moveTo>
                    <a:cubicBezTo>
                      <a:pt x="9778" y="11065"/>
                      <a:pt x="9624" y="11260"/>
                      <a:pt x="9579" y="11502"/>
                    </a:cubicBezTo>
                    <a:cubicBezTo>
                      <a:pt x="9535" y="11746"/>
                      <a:pt x="9619" y="11943"/>
                      <a:pt x="9768" y="11943"/>
                    </a:cubicBezTo>
                    <a:cubicBezTo>
                      <a:pt x="9917" y="11943"/>
                      <a:pt x="10072" y="11746"/>
                      <a:pt x="10115" y="11502"/>
                    </a:cubicBezTo>
                    <a:cubicBezTo>
                      <a:pt x="10158" y="11260"/>
                      <a:pt x="10073" y="11065"/>
                      <a:pt x="9926" y="11065"/>
                    </a:cubicBezTo>
                    <a:close/>
                    <a:moveTo>
                      <a:pt x="10587" y="11065"/>
                    </a:moveTo>
                    <a:cubicBezTo>
                      <a:pt x="10440" y="11065"/>
                      <a:pt x="10287" y="11260"/>
                      <a:pt x="10244" y="11502"/>
                    </a:cubicBezTo>
                    <a:cubicBezTo>
                      <a:pt x="10202" y="11746"/>
                      <a:pt x="10288" y="11943"/>
                      <a:pt x="10437" y="11943"/>
                    </a:cubicBezTo>
                    <a:cubicBezTo>
                      <a:pt x="10585" y="11943"/>
                      <a:pt x="10740" y="11746"/>
                      <a:pt x="10781" y="11502"/>
                    </a:cubicBezTo>
                    <a:cubicBezTo>
                      <a:pt x="10821" y="11260"/>
                      <a:pt x="10735" y="11065"/>
                      <a:pt x="10587" y="11065"/>
                    </a:cubicBezTo>
                    <a:close/>
                    <a:moveTo>
                      <a:pt x="11239" y="11065"/>
                    </a:moveTo>
                    <a:cubicBezTo>
                      <a:pt x="11092" y="11065"/>
                      <a:pt x="10940" y="11260"/>
                      <a:pt x="10899" y="11502"/>
                    </a:cubicBezTo>
                    <a:cubicBezTo>
                      <a:pt x="10859" y="11746"/>
                      <a:pt x="10947" y="11943"/>
                      <a:pt x="11095" y="11943"/>
                    </a:cubicBezTo>
                    <a:cubicBezTo>
                      <a:pt x="11244" y="11943"/>
                      <a:pt x="11397" y="11746"/>
                      <a:pt x="11436" y="11502"/>
                    </a:cubicBezTo>
                    <a:cubicBezTo>
                      <a:pt x="11475" y="11260"/>
                      <a:pt x="11386" y="11065"/>
                      <a:pt x="11239" y="11065"/>
                    </a:cubicBezTo>
                    <a:close/>
                    <a:moveTo>
                      <a:pt x="11891" y="11065"/>
                    </a:moveTo>
                    <a:cubicBezTo>
                      <a:pt x="11743" y="11065"/>
                      <a:pt x="11593" y="11260"/>
                      <a:pt x="11555" y="11502"/>
                    </a:cubicBezTo>
                    <a:cubicBezTo>
                      <a:pt x="11516" y="11746"/>
                      <a:pt x="11605" y="11943"/>
                      <a:pt x="11754" y="11943"/>
                    </a:cubicBezTo>
                    <a:cubicBezTo>
                      <a:pt x="11902" y="11943"/>
                      <a:pt x="12053" y="11746"/>
                      <a:pt x="12091" y="11502"/>
                    </a:cubicBezTo>
                    <a:cubicBezTo>
                      <a:pt x="12128" y="11260"/>
                      <a:pt x="12038" y="11065"/>
                      <a:pt x="11891" y="11065"/>
                    </a:cubicBezTo>
                    <a:close/>
                    <a:moveTo>
                      <a:pt x="12542" y="11065"/>
                    </a:moveTo>
                    <a:cubicBezTo>
                      <a:pt x="12395" y="11065"/>
                      <a:pt x="12246" y="11260"/>
                      <a:pt x="12210" y="11502"/>
                    </a:cubicBezTo>
                    <a:cubicBezTo>
                      <a:pt x="12173" y="11746"/>
                      <a:pt x="12263" y="11943"/>
                      <a:pt x="12412" y="11943"/>
                    </a:cubicBezTo>
                    <a:cubicBezTo>
                      <a:pt x="12561" y="11943"/>
                      <a:pt x="12711" y="11746"/>
                      <a:pt x="12746" y="11502"/>
                    </a:cubicBezTo>
                    <a:cubicBezTo>
                      <a:pt x="12781" y="11260"/>
                      <a:pt x="12690" y="11065"/>
                      <a:pt x="12542" y="11065"/>
                    </a:cubicBezTo>
                    <a:close/>
                    <a:moveTo>
                      <a:pt x="13194" y="11065"/>
                    </a:moveTo>
                    <a:cubicBezTo>
                      <a:pt x="13047" y="11065"/>
                      <a:pt x="12899" y="11260"/>
                      <a:pt x="12865" y="11502"/>
                    </a:cubicBezTo>
                    <a:cubicBezTo>
                      <a:pt x="12830" y="11746"/>
                      <a:pt x="12922" y="11943"/>
                      <a:pt x="13071" y="11943"/>
                    </a:cubicBezTo>
                    <a:cubicBezTo>
                      <a:pt x="13219" y="11943"/>
                      <a:pt x="13367" y="11746"/>
                      <a:pt x="13401" y="11502"/>
                    </a:cubicBezTo>
                    <a:cubicBezTo>
                      <a:pt x="13434" y="11260"/>
                      <a:pt x="13341" y="11065"/>
                      <a:pt x="13194" y="11065"/>
                    </a:cubicBezTo>
                    <a:close/>
                    <a:moveTo>
                      <a:pt x="5761" y="12129"/>
                    </a:moveTo>
                    <a:cubicBezTo>
                      <a:pt x="5612" y="12129"/>
                      <a:pt x="5445" y="12329"/>
                      <a:pt x="5388" y="12578"/>
                    </a:cubicBezTo>
                    <a:cubicBezTo>
                      <a:pt x="5331" y="12827"/>
                      <a:pt x="5407" y="13030"/>
                      <a:pt x="5557" y="13030"/>
                    </a:cubicBezTo>
                    <a:cubicBezTo>
                      <a:pt x="5708" y="13030"/>
                      <a:pt x="5876" y="12827"/>
                      <a:pt x="5932" y="12578"/>
                    </a:cubicBezTo>
                    <a:cubicBezTo>
                      <a:pt x="5987" y="12329"/>
                      <a:pt x="5910" y="12129"/>
                      <a:pt x="5761" y="12129"/>
                    </a:cubicBezTo>
                    <a:close/>
                    <a:moveTo>
                      <a:pt x="6423" y="12129"/>
                    </a:moveTo>
                    <a:cubicBezTo>
                      <a:pt x="6274" y="12129"/>
                      <a:pt x="6108" y="12329"/>
                      <a:pt x="6053" y="12578"/>
                    </a:cubicBezTo>
                    <a:cubicBezTo>
                      <a:pt x="5998" y="12827"/>
                      <a:pt x="6075" y="13030"/>
                      <a:pt x="6226" y="13030"/>
                    </a:cubicBezTo>
                    <a:cubicBezTo>
                      <a:pt x="6376" y="13030"/>
                      <a:pt x="6543" y="12827"/>
                      <a:pt x="6596" y="12578"/>
                    </a:cubicBezTo>
                    <a:cubicBezTo>
                      <a:pt x="6650" y="12329"/>
                      <a:pt x="6572" y="12129"/>
                      <a:pt x="6423" y="12129"/>
                    </a:cubicBezTo>
                    <a:close/>
                    <a:moveTo>
                      <a:pt x="7094" y="12129"/>
                    </a:moveTo>
                    <a:cubicBezTo>
                      <a:pt x="6945" y="12129"/>
                      <a:pt x="6781" y="12329"/>
                      <a:pt x="6728" y="12578"/>
                    </a:cubicBezTo>
                    <a:cubicBezTo>
                      <a:pt x="6675" y="12827"/>
                      <a:pt x="6753" y="13030"/>
                      <a:pt x="6904" y="13030"/>
                    </a:cubicBezTo>
                    <a:cubicBezTo>
                      <a:pt x="7055" y="13030"/>
                      <a:pt x="7219" y="12827"/>
                      <a:pt x="7271" y="12578"/>
                    </a:cubicBezTo>
                    <a:cubicBezTo>
                      <a:pt x="7323" y="12329"/>
                      <a:pt x="7243" y="12129"/>
                      <a:pt x="7094" y="12129"/>
                    </a:cubicBezTo>
                    <a:close/>
                    <a:moveTo>
                      <a:pt x="7756" y="12129"/>
                    </a:moveTo>
                    <a:cubicBezTo>
                      <a:pt x="7606" y="12129"/>
                      <a:pt x="7444" y="12329"/>
                      <a:pt x="7393" y="12578"/>
                    </a:cubicBezTo>
                    <a:cubicBezTo>
                      <a:pt x="7342" y="12827"/>
                      <a:pt x="7422" y="13030"/>
                      <a:pt x="7573" y="13030"/>
                    </a:cubicBezTo>
                    <a:cubicBezTo>
                      <a:pt x="7723" y="13030"/>
                      <a:pt x="7886" y="12827"/>
                      <a:pt x="7936" y="12578"/>
                    </a:cubicBezTo>
                    <a:cubicBezTo>
                      <a:pt x="7986" y="12329"/>
                      <a:pt x="7905" y="12129"/>
                      <a:pt x="7756" y="12129"/>
                    </a:cubicBezTo>
                    <a:close/>
                    <a:moveTo>
                      <a:pt x="8417" y="12129"/>
                    </a:moveTo>
                    <a:cubicBezTo>
                      <a:pt x="8268" y="12129"/>
                      <a:pt x="8107" y="12329"/>
                      <a:pt x="8058" y="12578"/>
                    </a:cubicBezTo>
                    <a:cubicBezTo>
                      <a:pt x="8008" y="12827"/>
                      <a:pt x="8090" y="13030"/>
                      <a:pt x="8241" y="13030"/>
                    </a:cubicBezTo>
                    <a:cubicBezTo>
                      <a:pt x="8392" y="13030"/>
                      <a:pt x="8553" y="12827"/>
                      <a:pt x="8601" y="12578"/>
                    </a:cubicBezTo>
                    <a:cubicBezTo>
                      <a:pt x="8648" y="12329"/>
                      <a:pt x="8566" y="12129"/>
                      <a:pt x="8417" y="12129"/>
                    </a:cubicBezTo>
                    <a:close/>
                    <a:moveTo>
                      <a:pt x="9079" y="12129"/>
                    </a:moveTo>
                    <a:cubicBezTo>
                      <a:pt x="8930" y="12129"/>
                      <a:pt x="8770" y="12329"/>
                      <a:pt x="8723" y="12578"/>
                    </a:cubicBezTo>
                    <a:cubicBezTo>
                      <a:pt x="8675" y="12827"/>
                      <a:pt x="8759" y="13030"/>
                      <a:pt x="8910" y="13030"/>
                    </a:cubicBezTo>
                    <a:cubicBezTo>
                      <a:pt x="9060" y="13030"/>
                      <a:pt x="9220" y="12827"/>
                      <a:pt x="9266" y="12578"/>
                    </a:cubicBezTo>
                    <a:cubicBezTo>
                      <a:pt x="9312" y="12329"/>
                      <a:pt x="9228" y="12129"/>
                      <a:pt x="9079" y="12129"/>
                    </a:cubicBezTo>
                    <a:close/>
                    <a:moveTo>
                      <a:pt x="9740" y="12129"/>
                    </a:moveTo>
                    <a:cubicBezTo>
                      <a:pt x="9591" y="12129"/>
                      <a:pt x="9433" y="12329"/>
                      <a:pt x="9388" y="12578"/>
                    </a:cubicBezTo>
                    <a:cubicBezTo>
                      <a:pt x="9342" y="12827"/>
                      <a:pt x="9427" y="13030"/>
                      <a:pt x="9578" y="13030"/>
                    </a:cubicBezTo>
                    <a:cubicBezTo>
                      <a:pt x="9729" y="13030"/>
                      <a:pt x="9887" y="12827"/>
                      <a:pt x="9931" y="12578"/>
                    </a:cubicBezTo>
                    <a:cubicBezTo>
                      <a:pt x="9975" y="12329"/>
                      <a:pt x="9889" y="12129"/>
                      <a:pt x="9740" y="12129"/>
                    </a:cubicBezTo>
                    <a:close/>
                    <a:moveTo>
                      <a:pt x="10402" y="12129"/>
                    </a:moveTo>
                    <a:cubicBezTo>
                      <a:pt x="10252" y="12129"/>
                      <a:pt x="10097" y="12329"/>
                      <a:pt x="10053" y="12578"/>
                    </a:cubicBezTo>
                    <a:cubicBezTo>
                      <a:pt x="10009" y="12827"/>
                      <a:pt x="10096" y="13030"/>
                      <a:pt x="10247" y="13030"/>
                    </a:cubicBezTo>
                    <a:cubicBezTo>
                      <a:pt x="10397" y="13030"/>
                      <a:pt x="10554" y="12827"/>
                      <a:pt x="10596" y="12578"/>
                    </a:cubicBezTo>
                    <a:cubicBezTo>
                      <a:pt x="10638" y="12329"/>
                      <a:pt x="10551" y="12129"/>
                      <a:pt x="10402" y="12129"/>
                    </a:cubicBezTo>
                    <a:close/>
                    <a:moveTo>
                      <a:pt x="11064" y="12129"/>
                    </a:moveTo>
                    <a:cubicBezTo>
                      <a:pt x="10914" y="12129"/>
                      <a:pt x="10760" y="12329"/>
                      <a:pt x="10718" y="12578"/>
                    </a:cubicBezTo>
                    <a:cubicBezTo>
                      <a:pt x="10676" y="12827"/>
                      <a:pt x="10765" y="13030"/>
                      <a:pt x="10916" y="13030"/>
                    </a:cubicBezTo>
                    <a:cubicBezTo>
                      <a:pt x="11066" y="13030"/>
                      <a:pt x="11221" y="12827"/>
                      <a:pt x="11262" y="12578"/>
                    </a:cubicBezTo>
                    <a:cubicBezTo>
                      <a:pt x="11301" y="12329"/>
                      <a:pt x="11213" y="12129"/>
                      <a:pt x="11064" y="12129"/>
                    </a:cubicBezTo>
                    <a:close/>
                    <a:moveTo>
                      <a:pt x="11725" y="12129"/>
                    </a:moveTo>
                    <a:cubicBezTo>
                      <a:pt x="11576" y="12129"/>
                      <a:pt x="11423" y="12329"/>
                      <a:pt x="11383" y="12578"/>
                    </a:cubicBezTo>
                    <a:cubicBezTo>
                      <a:pt x="11344" y="12827"/>
                      <a:pt x="11433" y="13030"/>
                      <a:pt x="11584" y="13030"/>
                    </a:cubicBezTo>
                    <a:cubicBezTo>
                      <a:pt x="11735" y="13030"/>
                      <a:pt x="11888" y="12827"/>
                      <a:pt x="11926" y="12578"/>
                    </a:cubicBezTo>
                    <a:cubicBezTo>
                      <a:pt x="11964" y="12329"/>
                      <a:pt x="11874" y="12129"/>
                      <a:pt x="11725" y="12129"/>
                    </a:cubicBezTo>
                    <a:close/>
                    <a:moveTo>
                      <a:pt x="12386" y="12129"/>
                    </a:moveTo>
                    <a:cubicBezTo>
                      <a:pt x="12237" y="12129"/>
                      <a:pt x="12086" y="12329"/>
                      <a:pt x="12048" y="12578"/>
                    </a:cubicBezTo>
                    <a:cubicBezTo>
                      <a:pt x="12011" y="12827"/>
                      <a:pt x="12102" y="13030"/>
                      <a:pt x="12252" y="13030"/>
                    </a:cubicBezTo>
                    <a:cubicBezTo>
                      <a:pt x="12403" y="13030"/>
                      <a:pt x="12555" y="12827"/>
                      <a:pt x="12591" y="12578"/>
                    </a:cubicBezTo>
                    <a:cubicBezTo>
                      <a:pt x="12628" y="12329"/>
                      <a:pt x="12535" y="12129"/>
                      <a:pt x="12386" y="12129"/>
                    </a:cubicBezTo>
                    <a:close/>
                    <a:moveTo>
                      <a:pt x="6187" y="13243"/>
                    </a:moveTo>
                    <a:cubicBezTo>
                      <a:pt x="6036" y="13243"/>
                      <a:pt x="5868" y="13448"/>
                      <a:pt x="5812" y="13702"/>
                    </a:cubicBezTo>
                    <a:cubicBezTo>
                      <a:pt x="5755" y="13959"/>
                      <a:pt x="5832" y="14167"/>
                      <a:pt x="5985" y="14167"/>
                    </a:cubicBezTo>
                    <a:cubicBezTo>
                      <a:pt x="6138" y="14167"/>
                      <a:pt x="6307" y="13959"/>
                      <a:pt x="6362" y="13702"/>
                    </a:cubicBezTo>
                    <a:cubicBezTo>
                      <a:pt x="6417" y="13448"/>
                      <a:pt x="6338" y="13243"/>
                      <a:pt x="6187" y="13243"/>
                    </a:cubicBezTo>
                    <a:close/>
                    <a:moveTo>
                      <a:pt x="6858" y="13243"/>
                    </a:moveTo>
                    <a:cubicBezTo>
                      <a:pt x="6707" y="13243"/>
                      <a:pt x="6541" y="13448"/>
                      <a:pt x="6487" y="13702"/>
                    </a:cubicBezTo>
                    <a:cubicBezTo>
                      <a:pt x="6432" y="13959"/>
                      <a:pt x="6511" y="14167"/>
                      <a:pt x="6663" y="14167"/>
                    </a:cubicBezTo>
                    <a:cubicBezTo>
                      <a:pt x="6816" y="14167"/>
                      <a:pt x="6984" y="13959"/>
                      <a:pt x="7037" y="13702"/>
                    </a:cubicBezTo>
                    <a:cubicBezTo>
                      <a:pt x="7090" y="13448"/>
                      <a:pt x="7009" y="13243"/>
                      <a:pt x="6858" y="13243"/>
                    </a:cubicBezTo>
                    <a:close/>
                    <a:moveTo>
                      <a:pt x="7530" y="13243"/>
                    </a:moveTo>
                    <a:cubicBezTo>
                      <a:pt x="7379" y="13243"/>
                      <a:pt x="7214" y="13448"/>
                      <a:pt x="7161" y="13702"/>
                    </a:cubicBezTo>
                    <a:cubicBezTo>
                      <a:pt x="7109" y="13959"/>
                      <a:pt x="7189" y="14167"/>
                      <a:pt x="7342" y="14167"/>
                    </a:cubicBezTo>
                    <a:cubicBezTo>
                      <a:pt x="7495" y="14167"/>
                      <a:pt x="7661" y="13959"/>
                      <a:pt x="7712" y="13702"/>
                    </a:cubicBezTo>
                    <a:cubicBezTo>
                      <a:pt x="7763" y="13448"/>
                      <a:pt x="7681" y="13243"/>
                      <a:pt x="7530" y="13243"/>
                    </a:cubicBezTo>
                    <a:close/>
                    <a:moveTo>
                      <a:pt x="8202" y="13243"/>
                    </a:moveTo>
                    <a:cubicBezTo>
                      <a:pt x="8050" y="13243"/>
                      <a:pt x="7887" y="13448"/>
                      <a:pt x="7837" y="13702"/>
                    </a:cubicBezTo>
                    <a:cubicBezTo>
                      <a:pt x="7786" y="13959"/>
                      <a:pt x="7868" y="14167"/>
                      <a:pt x="8021" y="14167"/>
                    </a:cubicBezTo>
                    <a:cubicBezTo>
                      <a:pt x="8174" y="14167"/>
                      <a:pt x="8337" y="13959"/>
                      <a:pt x="8387" y="13702"/>
                    </a:cubicBezTo>
                    <a:cubicBezTo>
                      <a:pt x="8436" y="13448"/>
                      <a:pt x="8353" y="13243"/>
                      <a:pt x="8202" y="13243"/>
                    </a:cubicBezTo>
                    <a:close/>
                    <a:moveTo>
                      <a:pt x="8873" y="13243"/>
                    </a:moveTo>
                    <a:cubicBezTo>
                      <a:pt x="8722" y="13243"/>
                      <a:pt x="8560" y="13448"/>
                      <a:pt x="8512" y="13702"/>
                    </a:cubicBezTo>
                    <a:cubicBezTo>
                      <a:pt x="8463" y="13959"/>
                      <a:pt x="8547" y="14167"/>
                      <a:pt x="8700" y="14167"/>
                    </a:cubicBezTo>
                    <a:cubicBezTo>
                      <a:pt x="8852" y="14167"/>
                      <a:pt x="9015" y="13959"/>
                      <a:pt x="9062" y="13702"/>
                    </a:cubicBezTo>
                    <a:cubicBezTo>
                      <a:pt x="9109" y="13448"/>
                      <a:pt x="9024" y="13243"/>
                      <a:pt x="8873" y="13243"/>
                    </a:cubicBezTo>
                    <a:close/>
                    <a:moveTo>
                      <a:pt x="9534" y="13243"/>
                    </a:moveTo>
                    <a:cubicBezTo>
                      <a:pt x="9383" y="13243"/>
                      <a:pt x="9223" y="13448"/>
                      <a:pt x="9177" y="13702"/>
                    </a:cubicBezTo>
                    <a:cubicBezTo>
                      <a:pt x="9130" y="13959"/>
                      <a:pt x="9215" y="14167"/>
                      <a:pt x="9368" y="14167"/>
                    </a:cubicBezTo>
                    <a:cubicBezTo>
                      <a:pt x="9521" y="14167"/>
                      <a:pt x="9681" y="13959"/>
                      <a:pt x="9727" y="13702"/>
                    </a:cubicBezTo>
                    <a:cubicBezTo>
                      <a:pt x="9772" y="13448"/>
                      <a:pt x="9685" y="13243"/>
                      <a:pt x="9534" y="13243"/>
                    </a:cubicBezTo>
                    <a:close/>
                    <a:moveTo>
                      <a:pt x="10206" y="13243"/>
                    </a:moveTo>
                    <a:cubicBezTo>
                      <a:pt x="10055" y="13243"/>
                      <a:pt x="9896" y="13448"/>
                      <a:pt x="9852" y="13702"/>
                    </a:cubicBezTo>
                    <a:cubicBezTo>
                      <a:pt x="9807" y="13959"/>
                      <a:pt x="9894" y="14167"/>
                      <a:pt x="10047" y="14167"/>
                    </a:cubicBezTo>
                    <a:cubicBezTo>
                      <a:pt x="10199" y="14167"/>
                      <a:pt x="10359" y="13959"/>
                      <a:pt x="10402" y="13702"/>
                    </a:cubicBezTo>
                    <a:cubicBezTo>
                      <a:pt x="10445" y="13448"/>
                      <a:pt x="10357" y="13243"/>
                      <a:pt x="10206" y="13243"/>
                    </a:cubicBezTo>
                    <a:close/>
                    <a:moveTo>
                      <a:pt x="10877" y="13243"/>
                    </a:moveTo>
                    <a:cubicBezTo>
                      <a:pt x="10726" y="13243"/>
                      <a:pt x="10569" y="13448"/>
                      <a:pt x="10527" y="13702"/>
                    </a:cubicBezTo>
                    <a:cubicBezTo>
                      <a:pt x="10484" y="13959"/>
                      <a:pt x="10573" y="14167"/>
                      <a:pt x="10726" y="14167"/>
                    </a:cubicBezTo>
                    <a:cubicBezTo>
                      <a:pt x="10878" y="14167"/>
                      <a:pt x="11036" y="13959"/>
                      <a:pt x="11077" y="13702"/>
                    </a:cubicBezTo>
                    <a:cubicBezTo>
                      <a:pt x="11118" y="13448"/>
                      <a:pt x="11028" y="13243"/>
                      <a:pt x="10877" y="13243"/>
                    </a:cubicBezTo>
                    <a:close/>
                    <a:moveTo>
                      <a:pt x="11549" y="13243"/>
                    </a:moveTo>
                    <a:cubicBezTo>
                      <a:pt x="11398" y="13243"/>
                      <a:pt x="11243" y="13448"/>
                      <a:pt x="11202" y="13702"/>
                    </a:cubicBezTo>
                    <a:cubicBezTo>
                      <a:pt x="11161" y="13959"/>
                      <a:pt x="11252" y="14167"/>
                      <a:pt x="11404" y="14167"/>
                    </a:cubicBezTo>
                    <a:cubicBezTo>
                      <a:pt x="11557" y="14167"/>
                      <a:pt x="11713" y="13959"/>
                      <a:pt x="11752" y="13702"/>
                    </a:cubicBezTo>
                    <a:cubicBezTo>
                      <a:pt x="11791" y="13448"/>
                      <a:pt x="11700" y="13243"/>
                      <a:pt x="11549" y="13243"/>
                    </a:cubicBezTo>
                    <a:close/>
                    <a:moveTo>
                      <a:pt x="12220" y="13243"/>
                    </a:moveTo>
                    <a:cubicBezTo>
                      <a:pt x="12069" y="13243"/>
                      <a:pt x="11916" y="13448"/>
                      <a:pt x="11877" y="13702"/>
                    </a:cubicBezTo>
                    <a:cubicBezTo>
                      <a:pt x="11838" y="13959"/>
                      <a:pt x="11931" y="14167"/>
                      <a:pt x="12083" y="14167"/>
                    </a:cubicBezTo>
                    <a:cubicBezTo>
                      <a:pt x="12236" y="14167"/>
                      <a:pt x="12390" y="13959"/>
                      <a:pt x="12427" y="13702"/>
                    </a:cubicBezTo>
                    <a:cubicBezTo>
                      <a:pt x="12465" y="13448"/>
                      <a:pt x="12371" y="13243"/>
                      <a:pt x="12220" y="13243"/>
                    </a:cubicBezTo>
                    <a:close/>
                    <a:moveTo>
                      <a:pt x="6623" y="14383"/>
                    </a:moveTo>
                    <a:cubicBezTo>
                      <a:pt x="6470" y="14383"/>
                      <a:pt x="6301" y="14594"/>
                      <a:pt x="6245" y="14855"/>
                    </a:cubicBezTo>
                    <a:cubicBezTo>
                      <a:pt x="6189" y="15117"/>
                      <a:pt x="6269" y="15332"/>
                      <a:pt x="6423" y="15332"/>
                    </a:cubicBezTo>
                    <a:cubicBezTo>
                      <a:pt x="6578" y="15332"/>
                      <a:pt x="6748" y="15117"/>
                      <a:pt x="6803" y="14855"/>
                    </a:cubicBezTo>
                    <a:cubicBezTo>
                      <a:pt x="6857" y="14594"/>
                      <a:pt x="6776" y="14383"/>
                      <a:pt x="6623" y="14383"/>
                    </a:cubicBezTo>
                    <a:close/>
                    <a:moveTo>
                      <a:pt x="7295" y="14383"/>
                    </a:moveTo>
                    <a:cubicBezTo>
                      <a:pt x="7141" y="14383"/>
                      <a:pt x="6974" y="14594"/>
                      <a:pt x="6920" y="14855"/>
                    </a:cubicBezTo>
                    <a:cubicBezTo>
                      <a:pt x="6866" y="15117"/>
                      <a:pt x="6947" y="15332"/>
                      <a:pt x="7102" y="15332"/>
                    </a:cubicBezTo>
                    <a:cubicBezTo>
                      <a:pt x="7256" y="15332"/>
                      <a:pt x="7425" y="15117"/>
                      <a:pt x="7477" y="14855"/>
                    </a:cubicBezTo>
                    <a:cubicBezTo>
                      <a:pt x="7529" y="14594"/>
                      <a:pt x="7447" y="14383"/>
                      <a:pt x="7295" y="14383"/>
                    </a:cubicBezTo>
                    <a:close/>
                    <a:moveTo>
                      <a:pt x="7976" y="14383"/>
                    </a:moveTo>
                    <a:cubicBezTo>
                      <a:pt x="7823" y="14383"/>
                      <a:pt x="7657" y="14594"/>
                      <a:pt x="7605" y="14855"/>
                    </a:cubicBezTo>
                    <a:cubicBezTo>
                      <a:pt x="7553" y="15117"/>
                      <a:pt x="7636" y="15332"/>
                      <a:pt x="7791" y="15332"/>
                    </a:cubicBezTo>
                    <a:cubicBezTo>
                      <a:pt x="7945" y="15332"/>
                      <a:pt x="8112" y="15117"/>
                      <a:pt x="8162" y="14855"/>
                    </a:cubicBezTo>
                    <a:cubicBezTo>
                      <a:pt x="8212" y="14594"/>
                      <a:pt x="8129" y="14383"/>
                      <a:pt x="7976" y="14383"/>
                    </a:cubicBezTo>
                    <a:close/>
                    <a:moveTo>
                      <a:pt x="8658" y="14383"/>
                    </a:moveTo>
                    <a:cubicBezTo>
                      <a:pt x="8505" y="14383"/>
                      <a:pt x="8340" y="14594"/>
                      <a:pt x="8290" y="14855"/>
                    </a:cubicBezTo>
                    <a:cubicBezTo>
                      <a:pt x="8240" y="15117"/>
                      <a:pt x="8325" y="15332"/>
                      <a:pt x="8480" y="15332"/>
                    </a:cubicBezTo>
                    <a:cubicBezTo>
                      <a:pt x="8634" y="15332"/>
                      <a:pt x="8799" y="15117"/>
                      <a:pt x="8848" y="14855"/>
                    </a:cubicBezTo>
                    <a:cubicBezTo>
                      <a:pt x="8896" y="14594"/>
                      <a:pt x="8811" y="14383"/>
                      <a:pt x="8658" y="14383"/>
                    </a:cubicBezTo>
                    <a:close/>
                    <a:moveTo>
                      <a:pt x="9338" y="14383"/>
                    </a:moveTo>
                    <a:cubicBezTo>
                      <a:pt x="9185" y="14383"/>
                      <a:pt x="9023" y="14594"/>
                      <a:pt x="8975" y="14855"/>
                    </a:cubicBezTo>
                    <a:cubicBezTo>
                      <a:pt x="8927" y="15117"/>
                      <a:pt x="9013" y="15332"/>
                      <a:pt x="9168" y="15332"/>
                    </a:cubicBezTo>
                    <a:cubicBezTo>
                      <a:pt x="9323" y="15332"/>
                      <a:pt x="9486" y="15117"/>
                      <a:pt x="9532" y="14855"/>
                    </a:cubicBezTo>
                    <a:cubicBezTo>
                      <a:pt x="9579" y="14594"/>
                      <a:pt x="9492" y="14383"/>
                      <a:pt x="9338" y="14383"/>
                    </a:cubicBezTo>
                    <a:close/>
                    <a:moveTo>
                      <a:pt x="10010" y="14383"/>
                    </a:moveTo>
                    <a:cubicBezTo>
                      <a:pt x="9857" y="14383"/>
                      <a:pt x="9696" y="14594"/>
                      <a:pt x="9650" y="14855"/>
                    </a:cubicBezTo>
                    <a:cubicBezTo>
                      <a:pt x="9604" y="15117"/>
                      <a:pt x="9692" y="15332"/>
                      <a:pt x="9847" y="15332"/>
                    </a:cubicBezTo>
                    <a:cubicBezTo>
                      <a:pt x="10002" y="15332"/>
                      <a:pt x="10163" y="15117"/>
                      <a:pt x="10208" y="14855"/>
                    </a:cubicBezTo>
                    <a:cubicBezTo>
                      <a:pt x="10252" y="14594"/>
                      <a:pt x="10163" y="14383"/>
                      <a:pt x="10010" y="14383"/>
                    </a:cubicBezTo>
                    <a:close/>
                    <a:moveTo>
                      <a:pt x="10692" y="14383"/>
                    </a:moveTo>
                    <a:cubicBezTo>
                      <a:pt x="10539" y="14383"/>
                      <a:pt x="10379" y="14594"/>
                      <a:pt x="10335" y="14855"/>
                    </a:cubicBezTo>
                    <a:cubicBezTo>
                      <a:pt x="10291" y="15117"/>
                      <a:pt x="10381" y="15332"/>
                      <a:pt x="10536" y="15332"/>
                    </a:cubicBezTo>
                    <a:cubicBezTo>
                      <a:pt x="10691" y="15332"/>
                      <a:pt x="10851" y="15117"/>
                      <a:pt x="10893" y="14855"/>
                    </a:cubicBezTo>
                    <a:cubicBezTo>
                      <a:pt x="10935" y="14594"/>
                      <a:pt x="10845" y="14383"/>
                      <a:pt x="10692" y="14383"/>
                    </a:cubicBezTo>
                    <a:close/>
                    <a:moveTo>
                      <a:pt x="11373" y="14383"/>
                    </a:moveTo>
                    <a:cubicBezTo>
                      <a:pt x="11220" y="14383"/>
                      <a:pt x="11062" y="14594"/>
                      <a:pt x="11021" y="14855"/>
                    </a:cubicBezTo>
                    <a:cubicBezTo>
                      <a:pt x="10979" y="15117"/>
                      <a:pt x="11070" y="15332"/>
                      <a:pt x="11225" y="15332"/>
                    </a:cubicBezTo>
                    <a:cubicBezTo>
                      <a:pt x="11380" y="15332"/>
                      <a:pt x="11538" y="15117"/>
                      <a:pt x="11578" y="14855"/>
                    </a:cubicBezTo>
                    <a:cubicBezTo>
                      <a:pt x="11618" y="14594"/>
                      <a:pt x="11526" y="14383"/>
                      <a:pt x="11373" y="14383"/>
                    </a:cubicBezTo>
                    <a:close/>
                    <a:moveTo>
                      <a:pt x="7059" y="15547"/>
                    </a:moveTo>
                    <a:cubicBezTo>
                      <a:pt x="6904" y="15547"/>
                      <a:pt x="6734" y="15763"/>
                      <a:pt x="6678" y="16032"/>
                    </a:cubicBezTo>
                    <a:cubicBezTo>
                      <a:pt x="6623" y="16302"/>
                      <a:pt x="6704" y="16522"/>
                      <a:pt x="6861" y="16522"/>
                    </a:cubicBezTo>
                    <a:cubicBezTo>
                      <a:pt x="7018" y="16522"/>
                      <a:pt x="7189" y="16302"/>
                      <a:pt x="7243" y="16032"/>
                    </a:cubicBezTo>
                    <a:cubicBezTo>
                      <a:pt x="7297" y="15763"/>
                      <a:pt x="7214" y="15547"/>
                      <a:pt x="7059" y="15547"/>
                    </a:cubicBezTo>
                    <a:close/>
                    <a:moveTo>
                      <a:pt x="7751" y="15547"/>
                    </a:moveTo>
                    <a:cubicBezTo>
                      <a:pt x="7595" y="15547"/>
                      <a:pt x="7427" y="15763"/>
                      <a:pt x="7373" y="16032"/>
                    </a:cubicBezTo>
                    <a:cubicBezTo>
                      <a:pt x="7320" y="16302"/>
                      <a:pt x="7403" y="16522"/>
                      <a:pt x="7560" y="16522"/>
                    </a:cubicBezTo>
                    <a:cubicBezTo>
                      <a:pt x="7717" y="16522"/>
                      <a:pt x="7886" y="16302"/>
                      <a:pt x="7938" y="16032"/>
                    </a:cubicBezTo>
                    <a:cubicBezTo>
                      <a:pt x="7990" y="15763"/>
                      <a:pt x="7906" y="15547"/>
                      <a:pt x="7751" y="15547"/>
                    </a:cubicBezTo>
                    <a:close/>
                    <a:moveTo>
                      <a:pt x="8442" y="15547"/>
                    </a:moveTo>
                    <a:cubicBezTo>
                      <a:pt x="8287" y="15547"/>
                      <a:pt x="8120" y="15763"/>
                      <a:pt x="8068" y="16032"/>
                    </a:cubicBezTo>
                    <a:cubicBezTo>
                      <a:pt x="8017" y="16302"/>
                      <a:pt x="8103" y="16522"/>
                      <a:pt x="8260" y="16522"/>
                    </a:cubicBezTo>
                    <a:cubicBezTo>
                      <a:pt x="8416" y="16522"/>
                      <a:pt x="8584" y="16302"/>
                      <a:pt x="8634" y="16032"/>
                    </a:cubicBezTo>
                    <a:cubicBezTo>
                      <a:pt x="8683" y="15763"/>
                      <a:pt x="8597" y="15547"/>
                      <a:pt x="8442" y="15547"/>
                    </a:cubicBezTo>
                    <a:close/>
                    <a:moveTo>
                      <a:pt x="11187" y="15547"/>
                    </a:moveTo>
                    <a:cubicBezTo>
                      <a:pt x="11032" y="15547"/>
                      <a:pt x="10872" y="15763"/>
                      <a:pt x="10830" y="16032"/>
                    </a:cubicBezTo>
                    <a:cubicBezTo>
                      <a:pt x="10786" y="16302"/>
                      <a:pt x="10879" y="16522"/>
                      <a:pt x="11035" y="16522"/>
                    </a:cubicBezTo>
                    <a:cubicBezTo>
                      <a:pt x="11192" y="16522"/>
                      <a:pt x="11353" y="16302"/>
                      <a:pt x="11394" y="16032"/>
                    </a:cubicBezTo>
                    <a:cubicBezTo>
                      <a:pt x="11435" y="15763"/>
                      <a:pt x="11342" y="15547"/>
                      <a:pt x="11187" y="15547"/>
                    </a:cubicBezTo>
                    <a:close/>
                    <a:moveTo>
                      <a:pt x="7516" y="16737"/>
                    </a:moveTo>
                    <a:cubicBezTo>
                      <a:pt x="7358" y="16737"/>
                      <a:pt x="7187" y="16959"/>
                      <a:pt x="7132" y="17235"/>
                    </a:cubicBezTo>
                    <a:cubicBezTo>
                      <a:pt x="7077" y="17513"/>
                      <a:pt x="7161" y="17739"/>
                      <a:pt x="7320" y="17739"/>
                    </a:cubicBezTo>
                    <a:cubicBezTo>
                      <a:pt x="7479" y="17739"/>
                      <a:pt x="7651" y="17513"/>
                      <a:pt x="7705" y="17235"/>
                    </a:cubicBezTo>
                    <a:cubicBezTo>
                      <a:pt x="7757" y="16959"/>
                      <a:pt x="7673" y="16737"/>
                      <a:pt x="7516" y="16737"/>
                    </a:cubicBezTo>
                    <a:close/>
                    <a:moveTo>
                      <a:pt x="8217" y="16737"/>
                    </a:moveTo>
                    <a:cubicBezTo>
                      <a:pt x="8060" y="16737"/>
                      <a:pt x="7890" y="16959"/>
                      <a:pt x="7837" y="17235"/>
                    </a:cubicBezTo>
                    <a:cubicBezTo>
                      <a:pt x="7784" y="17513"/>
                      <a:pt x="7870" y="17739"/>
                      <a:pt x="8029" y="17739"/>
                    </a:cubicBezTo>
                    <a:cubicBezTo>
                      <a:pt x="8188" y="17739"/>
                      <a:pt x="8359" y="17513"/>
                      <a:pt x="8410" y="17235"/>
                    </a:cubicBezTo>
                    <a:cubicBezTo>
                      <a:pt x="8461" y="16959"/>
                      <a:pt x="8374" y="16737"/>
                      <a:pt x="8217" y="16737"/>
                    </a:cubicBezTo>
                    <a:close/>
                    <a:moveTo>
                      <a:pt x="11703" y="16737"/>
                    </a:moveTo>
                    <a:cubicBezTo>
                      <a:pt x="11546" y="16737"/>
                      <a:pt x="11385" y="16959"/>
                      <a:pt x="11344" y="17235"/>
                    </a:cubicBezTo>
                    <a:cubicBezTo>
                      <a:pt x="11301" y="17513"/>
                      <a:pt x="11396" y="17739"/>
                      <a:pt x="11555" y="17739"/>
                    </a:cubicBezTo>
                    <a:cubicBezTo>
                      <a:pt x="11714" y="17739"/>
                      <a:pt x="11876" y="17513"/>
                      <a:pt x="11916" y="17235"/>
                    </a:cubicBezTo>
                    <a:cubicBezTo>
                      <a:pt x="11956" y="16959"/>
                      <a:pt x="11861" y="16737"/>
                      <a:pt x="11703" y="16737"/>
                    </a:cubicBezTo>
                    <a:close/>
                    <a:moveTo>
                      <a:pt x="7281" y="17953"/>
                    </a:moveTo>
                    <a:cubicBezTo>
                      <a:pt x="7121" y="17953"/>
                      <a:pt x="6947" y="18182"/>
                      <a:pt x="6891" y="18466"/>
                    </a:cubicBezTo>
                    <a:cubicBezTo>
                      <a:pt x="6834" y="18750"/>
                      <a:pt x="6918" y="18983"/>
                      <a:pt x="7080" y="18983"/>
                    </a:cubicBezTo>
                    <a:cubicBezTo>
                      <a:pt x="7241" y="18983"/>
                      <a:pt x="7416" y="18750"/>
                      <a:pt x="7471" y="18466"/>
                    </a:cubicBezTo>
                    <a:cubicBezTo>
                      <a:pt x="7525" y="18182"/>
                      <a:pt x="7440" y="17953"/>
                      <a:pt x="7281" y="17953"/>
                    </a:cubicBezTo>
                    <a:close/>
                    <a:moveTo>
                      <a:pt x="7982" y="17953"/>
                    </a:moveTo>
                    <a:cubicBezTo>
                      <a:pt x="7823" y="17953"/>
                      <a:pt x="7650" y="18182"/>
                      <a:pt x="7595" y="18466"/>
                    </a:cubicBezTo>
                    <a:cubicBezTo>
                      <a:pt x="7541" y="18750"/>
                      <a:pt x="7628" y="18983"/>
                      <a:pt x="7789" y="18983"/>
                    </a:cubicBezTo>
                    <a:cubicBezTo>
                      <a:pt x="7950" y="18983"/>
                      <a:pt x="8124" y="18750"/>
                      <a:pt x="8176" y="18466"/>
                    </a:cubicBezTo>
                    <a:cubicBezTo>
                      <a:pt x="8229" y="18182"/>
                      <a:pt x="8141" y="17953"/>
                      <a:pt x="7982" y="17953"/>
                    </a:cubicBezTo>
                    <a:close/>
                    <a:moveTo>
                      <a:pt x="8693" y="17953"/>
                    </a:moveTo>
                    <a:cubicBezTo>
                      <a:pt x="8534" y="17953"/>
                      <a:pt x="8363" y="18182"/>
                      <a:pt x="8311" y="18466"/>
                    </a:cubicBezTo>
                    <a:cubicBezTo>
                      <a:pt x="8259" y="18750"/>
                      <a:pt x="8347" y="18983"/>
                      <a:pt x="8508" y="18983"/>
                    </a:cubicBezTo>
                    <a:cubicBezTo>
                      <a:pt x="8669" y="18983"/>
                      <a:pt x="8841" y="18750"/>
                      <a:pt x="8891" y="18466"/>
                    </a:cubicBezTo>
                    <a:cubicBezTo>
                      <a:pt x="8941" y="18182"/>
                      <a:pt x="8852" y="17953"/>
                      <a:pt x="8693" y="17953"/>
                    </a:cubicBezTo>
                    <a:close/>
                    <a:moveTo>
                      <a:pt x="9404" y="17953"/>
                    </a:moveTo>
                    <a:cubicBezTo>
                      <a:pt x="9245" y="17953"/>
                      <a:pt x="9076" y="18182"/>
                      <a:pt x="9026" y="18466"/>
                    </a:cubicBezTo>
                    <a:cubicBezTo>
                      <a:pt x="8976" y="18750"/>
                      <a:pt x="9066" y="18983"/>
                      <a:pt x="9227" y="18983"/>
                    </a:cubicBezTo>
                    <a:cubicBezTo>
                      <a:pt x="9389" y="18983"/>
                      <a:pt x="9558" y="18750"/>
                      <a:pt x="9606" y="18466"/>
                    </a:cubicBezTo>
                    <a:cubicBezTo>
                      <a:pt x="9654" y="18182"/>
                      <a:pt x="9564" y="17953"/>
                      <a:pt x="9404" y="17953"/>
                    </a:cubicBezTo>
                    <a:close/>
                    <a:moveTo>
                      <a:pt x="11518" y="17953"/>
                    </a:moveTo>
                    <a:cubicBezTo>
                      <a:pt x="11359" y="17953"/>
                      <a:pt x="11195" y="18182"/>
                      <a:pt x="11152" y="18466"/>
                    </a:cubicBezTo>
                    <a:cubicBezTo>
                      <a:pt x="11109" y="18750"/>
                      <a:pt x="11204" y="18983"/>
                      <a:pt x="11365" y="18983"/>
                    </a:cubicBezTo>
                    <a:cubicBezTo>
                      <a:pt x="11527" y="18983"/>
                      <a:pt x="11691" y="18750"/>
                      <a:pt x="11733" y="18466"/>
                    </a:cubicBezTo>
                    <a:cubicBezTo>
                      <a:pt x="11774" y="18182"/>
                      <a:pt x="11678" y="17953"/>
                      <a:pt x="11518" y="17953"/>
                    </a:cubicBezTo>
                    <a:close/>
                    <a:moveTo>
                      <a:pt x="12230" y="17953"/>
                    </a:moveTo>
                    <a:cubicBezTo>
                      <a:pt x="12070" y="17953"/>
                      <a:pt x="11909" y="18182"/>
                      <a:pt x="11868" y="18466"/>
                    </a:cubicBezTo>
                    <a:cubicBezTo>
                      <a:pt x="11827" y="18750"/>
                      <a:pt x="11924" y="18983"/>
                      <a:pt x="12085" y="18983"/>
                    </a:cubicBezTo>
                    <a:cubicBezTo>
                      <a:pt x="12246" y="18983"/>
                      <a:pt x="12409" y="18750"/>
                      <a:pt x="12448" y="18466"/>
                    </a:cubicBezTo>
                    <a:cubicBezTo>
                      <a:pt x="12487" y="18182"/>
                      <a:pt x="12389" y="17953"/>
                      <a:pt x="12230" y="17953"/>
                    </a:cubicBezTo>
                    <a:close/>
                    <a:moveTo>
                      <a:pt x="8468" y="19219"/>
                    </a:moveTo>
                    <a:cubicBezTo>
                      <a:pt x="8306" y="19219"/>
                      <a:pt x="8132" y="19455"/>
                      <a:pt x="8079" y="19746"/>
                    </a:cubicBezTo>
                    <a:cubicBezTo>
                      <a:pt x="8026" y="20039"/>
                      <a:pt x="8114" y="20279"/>
                      <a:pt x="8278" y="20279"/>
                    </a:cubicBezTo>
                    <a:cubicBezTo>
                      <a:pt x="8441" y="20279"/>
                      <a:pt x="8616" y="20039"/>
                      <a:pt x="8668" y="19746"/>
                    </a:cubicBezTo>
                    <a:cubicBezTo>
                      <a:pt x="8719" y="19455"/>
                      <a:pt x="8630" y="19219"/>
                      <a:pt x="8468" y="19219"/>
                    </a:cubicBezTo>
                    <a:close/>
                    <a:moveTo>
                      <a:pt x="9179" y="19219"/>
                    </a:moveTo>
                    <a:cubicBezTo>
                      <a:pt x="9018" y="19219"/>
                      <a:pt x="8845" y="19455"/>
                      <a:pt x="8794" y="19746"/>
                    </a:cubicBezTo>
                    <a:cubicBezTo>
                      <a:pt x="8743" y="20039"/>
                      <a:pt x="8834" y="20279"/>
                      <a:pt x="8997" y="20279"/>
                    </a:cubicBezTo>
                    <a:cubicBezTo>
                      <a:pt x="9161" y="20279"/>
                      <a:pt x="9334" y="20039"/>
                      <a:pt x="9383" y="19746"/>
                    </a:cubicBezTo>
                    <a:cubicBezTo>
                      <a:pt x="9432" y="19455"/>
                      <a:pt x="9341" y="19219"/>
                      <a:pt x="9179" y="19219"/>
                    </a:cubicBezTo>
                    <a:close/>
                    <a:moveTo>
                      <a:pt x="9901" y="19219"/>
                    </a:moveTo>
                    <a:cubicBezTo>
                      <a:pt x="9739" y="19219"/>
                      <a:pt x="9568" y="19455"/>
                      <a:pt x="9520" y="19746"/>
                    </a:cubicBezTo>
                    <a:cubicBezTo>
                      <a:pt x="9471" y="20039"/>
                      <a:pt x="9564" y="20279"/>
                      <a:pt x="9727" y="20279"/>
                    </a:cubicBezTo>
                    <a:cubicBezTo>
                      <a:pt x="9891" y="20279"/>
                      <a:pt x="10061" y="20039"/>
                      <a:pt x="10109" y="19746"/>
                    </a:cubicBezTo>
                    <a:cubicBezTo>
                      <a:pt x="10155" y="19455"/>
                      <a:pt x="10062" y="19219"/>
                      <a:pt x="9901" y="19219"/>
                    </a:cubicBezTo>
                    <a:close/>
                    <a:moveTo>
                      <a:pt x="9686" y="20510"/>
                    </a:moveTo>
                    <a:cubicBezTo>
                      <a:pt x="9522" y="20510"/>
                      <a:pt x="9348" y="20752"/>
                      <a:pt x="9298" y="21052"/>
                    </a:cubicBezTo>
                    <a:cubicBezTo>
                      <a:pt x="9248" y="21353"/>
                      <a:pt x="9341" y="21600"/>
                      <a:pt x="9507" y="21600"/>
                    </a:cubicBezTo>
                    <a:cubicBezTo>
                      <a:pt x="9673" y="21600"/>
                      <a:pt x="9847" y="21353"/>
                      <a:pt x="9896" y="21052"/>
                    </a:cubicBezTo>
                    <a:cubicBezTo>
                      <a:pt x="9944" y="20752"/>
                      <a:pt x="9850" y="20510"/>
                      <a:pt x="9686" y="20510"/>
                    </a:cubicBezTo>
                    <a:close/>
                  </a:path>
                </a:pathLst>
              </a:custGeom>
              <a:solidFill>
                <a:srgbClr val="3E7FBF">
                  <a:alpha val="69804"/>
                </a:srgbClr>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defRPr sz="1400">
                    <a:solidFill>
                      <a:srgbClr val="FFFFFF"/>
                    </a:solidFill>
                    <a:effectLst>
                      <a:outerShdw blurRad="38100" dist="12700" dir="5400000" rotWithShape="0">
                        <a:srgbClr val="000000">
                          <a:alpha val="50000"/>
                        </a:srgbClr>
                      </a:outerShdw>
                    </a:effectLst>
                  </a:defRPr>
                </a:pPr>
                <a:endParaRPr sz="637" dirty="0">
                  <a:solidFill>
                    <a:srgbClr val="FFFFFF"/>
                  </a:solidFill>
                  <a:effectLst>
                    <a:outerShdw blurRad="38100" dist="12700" dir="5400000" rotWithShape="0">
                      <a:srgbClr val="000000">
                        <a:alpha val="50000"/>
                      </a:srgbClr>
                    </a:outerShdw>
                  </a:effectLst>
                  <a:latin typeface="Calibri"/>
                </a:endParaRPr>
              </a:p>
            </p:txBody>
          </p:sp>
          <p:sp>
            <p:nvSpPr>
              <p:cNvPr id="17" name="Shape 7">
                <a:extLst>
                  <a:ext uri="{FF2B5EF4-FFF2-40B4-BE49-F238E27FC236}">
                    <a16:creationId xmlns:a16="http://schemas.microsoft.com/office/drawing/2014/main" id="{EB8A8B2D-016D-0720-3AA9-06307F754E70}"/>
                  </a:ext>
                </a:extLst>
              </p:cNvPr>
              <p:cNvSpPr/>
              <p:nvPr/>
            </p:nvSpPr>
            <p:spPr>
              <a:xfrm>
                <a:off x="5202873" y="1681049"/>
                <a:ext cx="2157970" cy="736664"/>
              </a:xfrm>
              <a:custGeom>
                <a:avLst/>
                <a:gdLst/>
                <a:ahLst/>
                <a:cxnLst>
                  <a:cxn ang="0">
                    <a:pos x="wd2" y="hd2"/>
                  </a:cxn>
                  <a:cxn ang="5400000">
                    <a:pos x="wd2" y="hd2"/>
                  </a:cxn>
                  <a:cxn ang="10800000">
                    <a:pos x="wd2" y="hd2"/>
                  </a:cxn>
                  <a:cxn ang="16200000">
                    <a:pos x="wd2" y="hd2"/>
                  </a:cxn>
                </a:cxnLst>
                <a:rect l="0" t="0" r="r" b="b"/>
                <a:pathLst>
                  <a:path w="21545" h="21600" extrusionOk="0">
                    <a:moveTo>
                      <a:pt x="7346" y="0"/>
                    </a:moveTo>
                    <a:cubicBezTo>
                      <a:pt x="7061" y="0"/>
                      <a:pt x="6832" y="406"/>
                      <a:pt x="6834" y="908"/>
                    </a:cubicBezTo>
                    <a:cubicBezTo>
                      <a:pt x="6835" y="1412"/>
                      <a:pt x="7069" y="1823"/>
                      <a:pt x="7357" y="1823"/>
                    </a:cubicBezTo>
                    <a:cubicBezTo>
                      <a:pt x="7644" y="1823"/>
                      <a:pt x="7873" y="1412"/>
                      <a:pt x="7869" y="908"/>
                    </a:cubicBezTo>
                    <a:cubicBezTo>
                      <a:pt x="7865" y="406"/>
                      <a:pt x="7630" y="0"/>
                      <a:pt x="7346" y="0"/>
                    </a:cubicBezTo>
                    <a:close/>
                    <a:moveTo>
                      <a:pt x="8592" y="0"/>
                    </a:moveTo>
                    <a:cubicBezTo>
                      <a:pt x="8308" y="0"/>
                      <a:pt x="8081" y="406"/>
                      <a:pt x="8086" y="908"/>
                    </a:cubicBezTo>
                    <a:cubicBezTo>
                      <a:pt x="8091" y="1412"/>
                      <a:pt x="8328" y="1823"/>
                      <a:pt x="8615" y="1823"/>
                    </a:cubicBezTo>
                    <a:cubicBezTo>
                      <a:pt x="8903" y="1823"/>
                      <a:pt x="9130" y="1412"/>
                      <a:pt x="9122" y="908"/>
                    </a:cubicBezTo>
                    <a:cubicBezTo>
                      <a:pt x="9115" y="406"/>
                      <a:pt x="8878" y="0"/>
                      <a:pt x="8592" y="0"/>
                    </a:cubicBezTo>
                    <a:close/>
                    <a:moveTo>
                      <a:pt x="9860" y="0"/>
                    </a:moveTo>
                    <a:cubicBezTo>
                      <a:pt x="9575" y="0"/>
                      <a:pt x="9350" y="406"/>
                      <a:pt x="9359" y="908"/>
                    </a:cubicBezTo>
                    <a:cubicBezTo>
                      <a:pt x="9367" y="1412"/>
                      <a:pt x="9607" y="1823"/>
                      <a:pt x="9894" y="1823"/>
                    </a:cubicBezTo>
                    <a:cubicBezTo>
                      <a:pt x="10181" y="1823"/>
                      <a:pt x="10405" y="1412"/>
                      <a:pt x="10394" y="908"/>
                    </a:cubicBezTo>
                    <a:cubicBezTo>
                      <a:pt x="10383" y="406"/>
                      <a:pt x="10144" y="0"/>
                      <a:pt x="9860" y="0"/>
                    </a:cubicBezTo>
                    <a:close/>
                    <a:moveTo>
                      <a:pt x="11127" y="0"/>
                    </a:moveTo>
                    <a:cubicBezTo>
                      <a:pt x="10842" y="0"/>
                      <a:pt x="10621" y="406"/>
                      <a:pt x="10633" y="908"/>
                    </a:cubicBezTo>
                    <a:cubicBezTo>
                      <a:pt x="10644" y="1412"/>
                      <a:pt x="10886" y="1823"/>
                      <a:pt x="11174" y="1823"/>
                    </a:cubicBezTo>
                    <a:cubicBezTo>
                      <a:pt x="11462" y="1823"/>
                      <a:pt x="11682" y="1412"/>
                      <a:pt x="11667" y="908"/>
                    </a:cubicBezTo>
                    <a:cubicBezTo>
                      <a:pt x="11653" y="406"/>
                      <a:pt x="11412" y="0"/>
                      <a:pt x="11127" y="0"/>
                    </a:cubicBezTo>
                    <a:close/>
                    <a:moveTo>
                      <a:pt x="12395" y="0"/>
                    </a:moveTo>
                    <a:cubicBezTo>
                      <a:pt x="12110" y="0"/>
                      <a:pt x="11891" y="406"/>
                      <a:pt x="11906" y="908"/>
                    </a:cubicBezTo>
                    <a:cubicBezTo>
                      <a:pt x="11921" y="1412"/>
                      <a:pt x="12167" y="1823"/>
                      <a:pt x="12454" y="1823"/>
                    </a:cubicBezTo>
                    <a:cubicBezTo>
                      <a:pt x="12741" y="1823"/>
                      <a:pt x="12959" y="1412"/>
                      <a:pt x="12941" y="908"/>
                    </a:cubicBezTo>
                    <a:cubicBezTo>
                      <a:pt x="12924" y="406"/>
                      <a:pt x="12680" y="0"/>
                      <a:pt x="12395" y="0"/>
                    </a:cubicBezTo>
                    <a:close/>
                    <a:moveTo>
                      <a:pt x="6085" y="2181"/>
                    </a:moveTo>
                    <a:cubicBezTo>
                      <a:pt x="5798" y="2181"/>
                      <a:pt x="5562" y="2595"/>
                      <a:pt x="5560" y="3110"/>
                    </a:cubicBezTo>
                    <a:cubicBezTo>
                      <a:pt x="5558" y="3626"/>
                      <a:pt x="5794" y="4047"/>
                      <a:pt x="6084" y="4047"/>
                    </a:cubicBezTo>
                    <a:cubicBezTo>
                      <a:pt x="6374" y="4047"/>
                      <a:pt x="6608" y="3626"/>
                      <a:pt x="6607" y="3110"/>
                    </a:cubicBezTo>
                    <a:cubicBezTo>
                      <a:pt x="6606" y="2595"/>
                      <a:pt x="6372" y="2181"/>
                      <a:pt x="6085" y="2181"/>
                    </a:cubicBezTo>
                    <a:close/>
                    <a:moveTo>
                      <a:pt x="7352" y="2181"/>
                    </a:moveTo>
                    <a:cubicBezTo>
                      <a:pt x="7064" y="2181"/>
                      <a:pt x="6832" y="2595"/>
                      <a:pt x="6834" y="3110"/>
                    </a:cubicBezTo>
                    <a:cubicBezTo>
                      <a:pt x="6835" y="3626"/>
                      <a:pt x="7073" y="4047"/>
                      <a:pt x="7363" y="4047"/>
                    </a:cubicBezTo>
                    <a:cubicBezTo>
                      <a:pt x="7653" y="4047"/>
                      <a:pt x="7886" y="3626"/>
                      <a:pt x="7881" y="3110"/>
                    </a:cubicBezTo>
                    <a:cubicBezTo>
                      <a:pt x="7877" y="2595"/>
                      <a:pt x="7639" y="2181"/>
                      <a:pt x="7352" y="2181"/>
                    </a:cubicBezTo>
                    <a:close/>
                    <a:moveTo>
                      <a:pt x="8619" y="2181"/>
                    </a:moveTo>
                    <a:cubicBezTo>
                      <a:pt x="8332" y="2181"/>
                      <a:pt x="8102" y="2595"/>
                      <a:pt x="8107" y="3110"/>
                    </a:cubicBezTo>
                    <a:cubicBezTo>
                      <a:pt x="8112" y="3626"/>
                      <a:pt x="8352" y="4047"/>
                      <a:pt x="8642" y="4047"/>
                    </a:cubicBezTo>
                    <a:cubicBezTo>
                      <a:pt x="8934" y="4047"/>
                      <a:pt x="9163" y="3626"/>
                      <a:pt x="9155" y="3110"/>
                    </a:cubicBezTo>
                    <a:cubicBezTo>
                      <a:pt x="9147" y="2595"/>
                      <a:pt x="8908" y="2181"/>
                      <a:pt x="8619" y="2181"/>
                    </a:cubicBezTo>
                    <a:close/>
                    <a:moveTo>
                      <a:pt x="9908" y="2181"/>
                    </a:moveTo>
                    <a:cubicBezTo>
                      <a:pt x="9620" y="2181"/>
                      <a:pt x="9393" y="2595"/>
                      <a:pt x="9401" y="3110"/>
                    </a:cubicBezTo>
                    <a:cubicBezTo>
                      <a:pt x="9410" y="3626"/>
                      <a:pt x="9653" y="4047"/>
                      <a:pt x="9944" y="4047"/>
                    </a:cubicBezTo>
                    <a:cubicBezTo>
                      <a:pt x="10234" y="4047"/>
                      <a:pt x="10460" y="3626"/>
                      <a:pt x="10448" y="3110"/>
                    </a:cubicBezTo>
                    <a:cubicBezTo>
                      <a:pt x="10437" y="2595"/>
                      <a:pt x="10196" y="2181"/>
                      <a:pt x="9908" y="2181"/>
                    </a:cubicBezTo>
                    <a:close/>
                    <a:moveTo>
                      <a:pt x="11175" y="2181"/>
                    </a:moveTo>
                    <a:cubicBezTo>
                      <a:pt x="10887" y="2181"/>
                      <a:pt x="10664" y="2595"/>
                      <a:pt x="10675" y="3110"/>
                    </a:cubicBezTo>
                    <a:cubicBezTo>
                      <a:pt x="10687" y="3626"/>
                      <a:pt x="10932" y="4047"/>
                      <a:pt x="11223" y="4047"/>
                    </a:cubicBezTo>
                    <a:cubicBezTo>
                      <a:pt x="11514" y="4047"/>
                      <a:pt x="11737" y="3626"/>
                      <a:pt x="11722" y="3110"/>
                    </a:cubicBezTo>
                    <a:cubicBezTo>
                      <a:pt x="11708" y="2595"/>
                      <a:pt x="11464" y="2181"/>
                      <a:pt x="11175" y="2181"/>
                    </a:cubicBezTo>
                    <a:close/>
                    <a:moveTo>
                      <a:pt x="12464" y="2181"/>
                    </a:moveTo>
                    <a:cubicBezTo>
                      <a:pt x="12176" y="2181"/>
                      <a:pt x="11955" y="2595"/>
                      <a:pt x="11970" y="3110"/>
                    </a:cubicBezTo>
                    <a:cubicBezTo>
                      <a:pt x="11985" y="3626"/>
                      <a:pt x="12234" y="4047"/>
                      <a:pt x="12524" y="4047"/>
                    </a:cubicBezTo>
                    <a:cubicBezTo>
                      <a:pt x="12815" y="4047"/>
                      <a:pt x="13035" y="3626"/>
                      <a:pt x="13017" y="3110"/>
                    </a:cubicBezTo>
                    <a:cubicBezTo>
                      <a:pt x="12999" y="2595"/>
                      <a:pt x="12752" y="2181"/>
                      <a:pt x="12464" y="2181"/>
                    </a:cubicBezTo>
                    <a:close/>
                    <a:moveTo>
                      <a:pt x="13836" y="2181"/>
                    </a:moveTo>
                    <a:cubicBezTo>
                      <a:pt x="13549" y="2181"/>
                      <a:pt x="13331" y="2595"/>
                      <a:pt x="13350" y="3110"/>
                    </a:cubicBezTo>
                    <a:cubicBezTo>
                      <a:pt x="13369" y="3626"/>
                      <a:pt x="13619" y="4047"/>
                      <a:pt x="13909" y="4047"/>
                    </a:cubicBezTo>
                    <a:cubicBezTo>
                      <a:pt x="14200" y="4047"/>
                      <a:pt x="14418" y="3626"/>
                      <a:pt x="14396" y="3110"/>
                    </a:cubicBezTo>
                    <a:cubicBezTo>
                      <a:pt x="14374" y="2595"/>
                      <a:pt x="14124" y="2181"/>
                      <a:pt x="13836" y="2181"/>
                    </a:cubicBezTo>
                    <a:close/>
                    <a:moveTo>
                      <a:pt x="15104" y="2181"/>
                    </a:moveTo>
                    <a:cubicBezTo>
                      <a:pt x="14816" y="2181"/>
                      <a:pt x="14600" y="2595"/>
                      <a:pt x="14623" y="3110"/>
                    </a:cubicBezTo>
                    <a:cubicBezTo>
                      <a:pt x="14645" y="3626"/>
                      <a:pt x="14900" y="4047"/>
                      <a:pt x="15190" y="4047"/>
                    </a:cubicBezTo>
                    <a:cubicBezTo>
                      <a:pt x="15480" y="4047"/>
                      <a:pt x="15696" y="3626"/>
                      <a:pt x="15671" y="3110"/>
                    </a:cubicBezTo>
                    <a:cubicBezTo>
                      <a:pt x="15645" y="2595"/>
                      <a:pt x="15392" y="2181"/>
                      <a:pt x="15104" y="2181"/>
                    </a:cubicBezTo>
                    <a:close/>
                    <a:moveTo>
                      <a:pt x="4783" y="4487"/>
                    </a:moveTo>
                    <a:cubicBezTo>
                      <a:pt x="4491" y="4487"/>
                      <a:pt x="4250" y="4913"/>
                      <a:pt x="4245" y="5439"/>
                    </a:cubicBezTo>
                    <a:cubicBezTo>
                      <a:pt x="4239" y="5969"/>
                      <a:pt x="4474" y="6400"/>
                      <a:pt x="4768" y="6400"/>
                    </a:cubicBezTo>
                    <a:cubicBezTo>
                      <a:pt x="5062" y="6400"/>
                      <a:pt x="5303" y="5969"/>
                      <a:pt x="5305" y="5439"/>
                    </a:cubicBezTo>
                    <a:cubicBezTo>
                      <a:pt x="5308" y="4913"/>
                      <a:pt x="5074" y="4487"/>
                      <a:pt x="4783" y="4487"/>
                    </a:cubicBezTo>
                    <a:close/>
                    <a:moveTo>
                      <a:pt x="6070" y="4487"/>
                    </a:moveTo>
                    <a:cubicBezTo>
                      <a:pt x="5780" y="4487"/>
                      <a:pt x="5541" y="4913"/>
                      <a:pt x="5539" y="5439"/>
                    </a:cubicBezTo>
                    <a:cubicBezTo>
                      <a:pt x="5537" y="5969"/>
                      <a:pt x="5775" y="6400"/>
                      <a:pt x="6068" y="6400"/>
                    </a:cubicBezTo>
                    <a:cubicBezTo>
                      <a:pt x="6362" y="6400"/>
                      <a:pt x="6600" y="5969"/>
                      <a:pt x="6599" y="5439"/>
                    </a:cubicBezTo>
                    <a:cubicBezTo>
                      <a:pt x="6598" y="4913"/>
                      <a:pt x="6361" y="4487"/>
                      <a:pt x="6070" y="4487"/>
                    </a:cubicBezTo>
                    <a:close/>
                    <a:moveTo>
                      <a:pt x="7358" y="4487"/>
                    </a:moveTo>
                    <a:cubicBezTo>
                      <a:pt x="7067" y="4487"/>
                      <a:pt x="6832" y="4913"/>
                      <a:pt x="6834" y="5439"/>
                    </a:cubicBezTo>
                    <a:cubicBezTo>
                      <a:pt x="6835" y="5969"/>
                      <a:pt x="7075" y="6400"/>
                      <a:pt x="7369" y="6400"/>
                    </a:cubicBezTo>
                    <a:cubicBezTo>
                      <a:pt x="7663" y="6400"/>
                      <a:pt x="7898" y="5969"/>
                      <a:pt x="7894" y="5439"/>
                    </a:cubicBezTo>
                    <a:cubicBezTo>
                      <a:pt x="7889" y="4913"/>
                      <a:pt x="7649" y="4487"/>
                      <a:pt x="7358" y="4487"/>
                    </a:cubicBezTo>
                    <a:close/>
                    <a:moveTo>
                      <a:pt x="10040" y="4487"/>
                    </a:moveTo>
                    <a:cubicBezTo>
                      <a:pt x="9749" y="4487"/>
                      <a:pt x="9520" y="4913"/>
                      <a:pt x="9529" y="5439"/>
                    </a:cubicBezTo>
                    <a:cubicBezTo>
                      <a:pt x="9537" y="5969"/>
                      <a:pt x="9784" y="6400"/>
                      <a:pt x="10078" y="6400"/>
                    </a:cubicBezTo>
                    <a:cubicBezTo>
                      <a:pt x="10372" y="6400"/>
                      <a:pt x="10600" y="5969"/>
                      <a:pt x="10588" y="5439"/>
                    </a:cubicBezTo>
                    <a:cubicBezTo>
                      <a:pt x="10577" y="4913"/>
                      <a:pt x="10331" y="4487"/>
                      <a:pt x="10040" y="4487"/>
                    </a:cubicBezTo>
                    <a:close/>
                    <a:moveTo>
                      <a:pt x="11245" y="4487"/>
                    </a:moveTo>
                    <a:cubicBezTo>
                      <a:pt x="10953" y="4487"/>
                      <a:pt x="10727" y="4913"/>
                      <a:pt x="10739" y="5439"/>
                    </a:cubicBezTo>
                    <a:cubicBezTo>
                      <a:pt x="10751" y="5969"/>
                      <a:pt x="10999" y="6400"/>
                      <a:pt x="11293" y="6400"/>
                    </a:cubicBezTo>
                    <a:cubicBezTo>
                      <a:pt x="11588" y="6400"/>
                      <a:pt x="11813" y="5969"/>
                      <a:pt x="11799" y="5439"/>
                    </a:cubicBezTo>
                    <a:cubicBezTo>
                      <a:pt x="11784" y="4913"/>
                      <a:pt x="11537" y="4487"/>
                      <a:pt x="11245" y="4487"/>
                    </a:cubicBezTo>
                    <a:close/>
                    <a:moveTo>
                      <a:pt x="12533" y="4487"/>
                    </a:moveTo>
                    <a:cubicBezTo>
                      <a:pt x="12242" y="4487"/>
                      <a:pt x="12018" y="4913"/>
                      <a:pt x="12033" y="5439"/>
                    </a:cubicBezTo>
                    <a:cubicBezTo>
                      <a:pt x="12049" y="5969"/>
                      <a:pt x="12301" y="6400"/>
                      <a:pt x="12595" y="6400"/>
                    </a:cubicBezTo>
                    <a:cubicBezTo>
                      <a:pt x="12890" y="6400"/>
                      <a:pt x="13112" y="5969"/>
                      <a:pt x="13094" y="5439"/>
                    </a:cubicBezTo>
                    <a:cubicBezTo>
                      <a:pt x="13075" y="4913"/>
                      <a:pt x="12825" y="4487"/>
                      <a:pt x="12533" y="4487"/>
                    </a:cubicBezTo>
                    <a:close/>
                    <a:moveTo>
                      <a:pt x="13927" y="4487"/>
                    </a:moveTo>
                    <a:cubicBezTo>
                      <a:pt x="13636" y="4487"/>
                      <a:pt x="13415" y="4913"/>
                      <a:pt x="13434" y="5439"/>
                    </a:cubicBezTo>
                    <a:cubicBezTo>
                      <a:pt x="13454" y="5969"/>
                      <a:pt x="13709" y="6400"/>
                      <a:pt x="14002" y="6400"/>
                    </a:cubicBezTo>
                    <a:cubicBezTo>
                      <a:pt x="14296" y="6400"/>
                      <a:pt x="14516" y="5969"/>
                      <a:pt x="14494" y="5439"/>
                    </a:cubicBezTo>
                    <a:cubicBezTo>
                      <a:pt x="14471" y="4913"/>
                      <a:pt x="14218" y="4487"/>
                      <a:pt x="13927" y="4487"/>
                    </a:cubicBezTo>
                    <a:close/>
                    <a:moveTo>
                      <a:pt x="15215" y="4487"/>
                    </a:moveTo>
                    <a:cubicBezTo>
                      <a:pt x="14925" y="4487"/>
                      <a:pt x="14707" y="4913"/>
                      <a:pt x="14730" y="5439"/>
                    </a:cubicBezTo>
                    <a:cubicBezTo>
                      <a:pt x="14753" y="5969"/>
                      <a:pt x="15010" y="6400"/>
                      <a:pt x="15303" y="6400"/>
                    </a:cubicBezTo>
                    <a:cubicBezTo>
                      <a:pt x="15597" y="6400"/>
                      <a:pt x="15815" y="5969"/>
                      <a:pt x="15789" y="5439"/>
                    </a:cubicBezTo>
                    <a:cubicBezTo>
                      <a:pt x="15763" y="4913"/>
                      <a:pt x="15506" y="4487"/>
                      <a:pt x="15215" y="4487"/>
                    </a:cubicBezTo>
                    <a:close/>
                    <a:moveTo>
                      <a:pt x="16504" y="4487"/>
                    </a:moveTo>
                    <a:cubicBezTo>
                      <a:pt x="16212" y="4487"/>
                      <a:pt x="15998" y="4913"/>
                      <a:pt x="16024" y="5439"/>
                    </a:cubicBezTo>
                    <a:cubicBezTo>
                      <a:pt x="16050" y="5969"/>
                      <a:pt x="16310" y="6400"/>
                      <a:pt x="16605" y="6400"/>
                    </a:cubicBezTo>
                    <a:cubicBezTo>
                      <a:pt x="16898" y="6400"/>
                      <a:pt x="17114" y="5969"/>
                      <a:pt x="17084" y="5439"/>
                    </a:cubicBezTo>
                    <a:cubicBezTo>
                      <a:pt x="17055" y="4913"/>
                      <a:pt x="16795" y="4487"/>
                      <a:pt x="16504" y="4487"/>
                    </a:cubicBezTo>
                    <a:close/>
                    <a:moveTo>
                      <a:pt x="17793" y="4487"/>
                    </a:moveTo>
                    <a:cubicBezTo>
                      <a:pt x="17501" y="4487"/>
                      <a:pt x="17289" y="4913"/>
                      <a:pt x="17319" y="5439"/>
                    </a:cubicBezTo>
                    <a:cubicBezTo>
                      <a:pt x="17349" y="5969"/>
                      <a:pt x="17612" y="6400"/>
                      <a:pt x="17907" y="6400"/>
                    </a:cubicBezTo>
                    <a:cubicBezTo>
                      <a:pt x="18201" y="6400"/>
                      <a:pt x="18412" y="5969"/>
                      <a:pt x="18379" y="5439"/>
                    </a:cubicBezTo>
                    <a:cubicBezTo>
                      <a:pt x="18346" y="4913"/>
                      <a:pt x="18084" y="4487"/>
                      <a:pt x="17793" y="4487"/>
                    </a:cubicBezTo>
                    <a:close/>
                    <a:moveTo>
                      <a:pt x="19082" y="4487"/>
                    </a:moveTo>
                    <a:cubicBezTo>
                      <a:pt x="18791" y="4487"/>
                      <a:pt x="18581" y="4913"/>
                      <a:pt x="18614" y="5439"/>
                    </a:cubicBezTo>
                    <a:cubicBezTo>
                      <a:pt x="18648" y="5969"/>
                      <a:pt x="18915" y="6400"/>
                      <a:pt x="19209" y="6400"/>
                    </a:cubicBezTo>
                    <a:cubicBezTo>
                      <a:pt x="19502" y="6400"/>
                      <a:pt x="19712" y="5969"/>
                      <a:pt x="19675" y="5439"/>
                    </a:cubicBezTo>
                    <a:cubicBezTo>
                      <a:pt x="19639" y="4913"/>
                      <a:pt x="19373" y="4487"/>
                      <a:pt x="19082" y="4487"/>
                    </a:cubicBezTo>
                    <a:close/>
                    <a:moveTo>
                      <a:pt x="20391" y="4487"/>
                    </a:moveTo>
                    <a:cubicBezTo>
                      <a:pt x="20100" y="4487"/>
                      <a:pt x="19894" y="4913"/>
                      <a:pt x="19931" y="5439"/>
                    </a:cubicBezTo>
                    <a:cubicBezTo>
                      <a:pt x="19968" y="5969"/>
                      <a:pt x="20236" y="6400"/>
                      <a:pt x="20530" y="6400"/>
                    </a:cubicBezTo>
                    <a:cubicBezTo>
                      <a:pt x="20824" y="6400"/>
                      <a:pt x="21031" y="5969"/>
                      <a:pt x="20991" y="5439"/>
                    </a:cubicBezTo>
                    <a:cubicBezTo>
                      <a:pt x="20951" y="4913"/>
                      <a:pt x="20683" y="4487"/>
                      <a:pt x="20391" y="4487"/>
                    </a:cubicBezTo>
                    <a:close/>
                    <a:moveTo>
                      <a:pt x="2234" y="6793"/>
                    </a:moveTo>
                    <a:cubicBezTo>
                      <a:pt x="1939" y="6793"/>
                      <a:pt x="1690" y="7228"/>
                      <a:pt x="1678" y="7767"/>
                    </a:cubicBezTo>
                    <a:cubicBezTo>
                      <a:pt x="1665" y="8309"/>
                      <a:pt x="1896" y="8752"/>
                      <a:pt x="2194" y="8752"/>
                    </a:cubicBezTo>
                    <a:cubicBezTo>
                      <a:pt x="2492" y="8752"/>
                      <a:pt x="2741" y="8309"/>
                      <a:pt x="2751" y="7767"/>
                    </a:cubicBezTo>
                    <a:cubicBezTo>
                      <a:pt x="2760" y="7228"/>
                      <a:pt x="2528" y="6793"/>
                      <a:pt x="2234" y="6793"/>
                    </a:cubicBezTo>
                    <a:close/>
                    <a:moveTo>
                      <a:pt x="4768" y="6793"/>
                    </a:moveTo>
                    <a:cubicBezTo>
                      <a:pt x="4473" y="6793"/>
                      <a:pt x="4229" y="7228"/>
                      <a:pt x="4223" y="7767"/>
                    </a:cubicBezTo>
                    <a:cubicBezTo>
                      <a:pt x="4218" y="8309"/>
                      <a:pt x="4455" y="8752"/>
                      <a:pt x="4753" y="8752"/>
                    </a:cubicBezTo>
                    <a:cubicBezTo>
                      <a:pt x="5050" y="8752"/>
                      <a:pt x="5294" y="8309"/>
                      <a:pt x="5296" y="7767"/>
                    </a:cubicBezTo>
                    <a:cubicBezTo>
                      <a:pt x="5299" y="7228"/>
                      <a:pt x="5063" y="6793"/>
                      <a:pt x="4768" y="6793"/>
                    </a:cubicBezTo>
                    <a:close/>
                    <a:moveTo>
                      <a:pt x="6076" y="6793"/>
                    </a:moveTo>
                    <a:cubicBezTo>
                      <a:pt x="5782" y="6793"/>
                      <a:pt x="5541" y="7228"/>
                      <a:pt x="5539" y="7767"/>
                    </a:cubicBezTo>
                    <a:cubicBezTo>
                      <a:pt x="5537" y="8309"/>
                      <a:pt x="5778" y="8752"/>
                      <a:pt x="6075" y="8752"/>
                    </a:cubicBezTo>
                    <a:cubicBezTo>
                      <a:pt x="6372" y="8752"/>
                      <a:pt x="6613" y="8309"/>
                      <a:pt x="6612" y="7767"/>
                    </a:cubicBezTo>
                    <a:cubicBezTo>
                      <a:pt x="6611" y="7228"/>
                      <a:pt x="6371" y="6793"/>
                      <a:pt x="6076" y="6793"/>
                    </a:cubicBezTo>
                    <a:close/>
                    <a:moveTo>
                      <a:pt x="7386" y="6793"/>
                    </a:moveTo>
                    <a:cubicBezTo>
                      <a:pt x="7091" y="6793"/>
                      <a:pt x="6853" y="7228"/>
                      <a:pt x="6855" y="7767"/>
                    </a:cubicBezTo>
                    <a:cubicBezTo>
                      <a:pt x="6856" y="8309"/>
                      <a:pt x="7099" y="8752"/>
                      <a:pt x="7397" y="8752"/>
                    </a:cubicBezTo>
                    <a:cubicBezTo>
                      <a:pt x="7694" y="8752"/>
                      <a:pt x="7932" y="8309"/>
                      <a:pt x="7928" y="7767"/>
                    </a:cubicBezTo>
                    <a:cubicBezTo>
                      <a:pt x="7923" y="7228"/>
                      <a:pt x="7680" y="6793"/>
                      <a:pt x="7386" y="6793"/>
                    </a:cubicBezTo>
                    <a:close/>
                    <a:moveTo>
                      <a:pt x="10089" y="6793"/>
                    </a:moveTo>
                    <a:cubicBezTo>
                      <a:pt x="9795" y="6793"/>
                      <a:pt x="9562" y="7228"/>
                      <a:pt x="9571" y="7767"/>
                    </a:cubicBezTo>
                    <a:cubicBezTo>
                      <a:pt x="9580" y="8309"/>
                      <a:pt x="9829" y="8752"/>
                      <a:pt x="10127" y="8752"/>
                    </a:cubicBezTo>
                    <a:cubicBezTo>
                      <a:pt x="10425" y="8752"/>
                      <a:pt x="10656" y="8309"/>
                      <a:pt x="10644" y="7767"/>
                    </a:cubicBezTo>
                    <a:cubicBezTo>
                      <a:pt x="10632" y="7228"/>
                      <a:pt x="10384" y="6793"/>
                      <a:pt x="10089" y="6793"/>
                    </a:cubicBezTo>
                    <a:close/>
                    <a:moveTo>
                      <a:pt x="11399" y="6793"/>
                    </a:moveTo>
                    <a:cubicBezTo>
                      <a:pt x="11104" y="6793"/>
                      <a:pt x="10875" y="7228"/>
                      <a:pt x="10887" y="7767"/>
                    </a:cubicBezTo>
                    <a:cubicBezTo>
                      <a:pt x="10900" y="8309"/>
                      <a:pt x="11152" y="8752"/>
                      <a:pt x="11450" y="8752"/>
                    </a:cubicBezTo>
                    <a:cubicBezTo>
                      <a:pt x="11747" y="8752"/>
                      <a:pt x="11976" y="8309"/>
                      <a:pt x="11960" y="7767"/>
                    </a:cubicBezTo>
                    <a:cubicBezTo>
                      <a:pt x="11945" y="7228"/>
                      <a:pt x="11693" y="6793"/>
                      <a:pt x="11399" y="6793"/>
                    </a:cubicBezTo>
                    <a:close/>
                    <a:moveTo>
                      <a:pt x="12708" y="6793"/>
                    </a:moveTo>
                    <a:cubicBezTo>
                      <a:pt x="12413" y="6793"/>
                      <a:pt x="12187" y="7228"/>
                      <a:pt x="12203" y="7767"/>
                    </a:cubicBezTo>
                    <a:cubicBezTo>
                      <a:pt x="12219" y="8309"/>
                      <a:pt x="12474" y="8752"/>
                      <a:pt x="12772" y="8752"/>
                    </a:cubicBezTo>
                    <a:cubicBezTo>
                      <a:pt x="13069" y="8752"/>
                      <a:pt x="13295" y="8309"/>
                      <a:pt x="13276" y="7767"/>
                    </a:cubicBezTo>
                    <a:cubicBezTo>
                      <a:pt x="13257" y="7228"/>
                      <a:pt x="13002" y="6793"/>
                      <a:pt x="12708" y="6793"/>
                    </a:cubicBezTo>
                    <a:close/>
                    <a:moveTo>
                      <a:pt x="14017" y="6793"/>
                    </a:moveTo>
                    <a:cubicBezTo>
                      <a:pt x="13723" y="6793"/>
                      <a:pt x="13500" y="7228"/>
                      <a:pt x="13519" y="7767"/>
                    </a:cubicBezTo>
                    <a:cubicBezTo>
                      <a:pt x="13539" y="8309"/>
                      <a:pt x="13797" y="8752"/>
                      <a:pt x="14094" y="8752"/>
                    </a:cubicBezTo>
                    <a:cubicBezTo>
                      <a:pt x="14392" y="8752"/>
                      <a:pt x="14614" y="8309"/>
                      <a:pt x="14591" y="7767"/>
                    </a:cubicBezTo>
                    <a:cubicBezTo>
                      <a:pt x="14568" y="7228"/>
                      <a:pt x="14312" y="6793"/>
                      <a:pt x="14017" y="6793"/>
                    </a:cubicBezTo>
                    <a:close/>
                    <a:moveTo>
                      <a:pt x="15326" y="6793"/>
                    </a:moveTo>
                    <a:cubicBezTo>
                      <a:pt x="15033" y="6793"/>
                      <a:pt x="14812" y="7228"/>
                      <a:pt x="14836" y="7767"/>
                    </a:cubicBezTo>
                    <a:cubicBezTo>
                      <a:pt x="14859" y="8309"/>
                      <a:pt x="15120" y="8752"/>
                      <a:pt x="15417" y="8752"/>
                    </a:cubicBezTo>
                    <a:cubicBezTo>
                      <a:pt x="15714" y="8752"/>
                      <a:pt x="15934" y="8309"/>
                      <a:pt x="15908" y="7767"/>
                    </a:cubicBezTo>
                    <a:cubicBezTo>
                      <a:pt x="15882" y="7228"/>
                      <a:pt x="15622" y="6793"/>
                      <a:pt x="15326" y="6793"/>
                    </a:cubicBezTo>
                    <a:close/>
                    <a:moveTo>
                      <a:pt x="16637" y="6793"/>
                    </a:moveTo>
                    <a:cubicBezTo>
                      <a:pt x="16342" y="6793"/>
                      <a:pt x="16124" y="7228"/>
                      <a:pt x="16151" y="7767"/>
                    </a:cubicBezTo>
                    <a:cubicBezTo>
                      <a:pt x="16178" y="8309"/>
                      <a:pt x="16442" y="8752"/>
                      <a:pt x="16740" y="8752"/>
                    </a:cubicBezTo>
                    <a:cubicBezTo>
                      <a:pt x="17037" y="8752"/>
                      <a:pt x="17254" y="8309"/>
                      <a:pt x="17224" y="7767"/>
                    </a:cubicBezTo>
                    <a:cubicBezTo>
                      <a:pt x="17194" y="7228"/>
                      <a:pt x="16931" y="6793"/>
                      <a:pt x="16637" y="6793"/>
                    </a:cubicBezTo>
                    <a:close/>
                    <a:moveTo>
                      <a:pt x="17946" y="6793"/>
                    </a:moveTo>
                    <a:cubicBezTo>
                      <a:pt x="17652" y="6793"/>
                      <a:pt x="17437" y="7228"/>
                      <a:pt x="17468" y="7767"/>
                    </a:cubicBezTo>
                    <a:cubicBezTo>
                      <a:pt x="17498" y="8309"/>
                      <a:pt x="17765" y="8752"/>
                      <a:pt x="18063" y="8752"/>
                    </a:cubicBezTo>
                    <a:cubicBezTo>
                      <a:pt x="18360" y="8752"/>
                      <a:pt x="18574" y="8309"/>
                      <a:pt x="18540" y="7767"/>
                    </a:cubicBezTo>
                    <a:cubicBezTo>
                      <a:pt x="18506" y="7228"/>
                      <a:pt x="18241" y="6793"/>
                      <a:pt x="17946" y="6793"/>
                    </a:cubicBezTo>
                    <a:close/>
                    <a:moveTo>
                      <a:pt x="19236" y="6793"/>
                    </a:moveTo>
                    <a:cubicBezTo>
                      <a:pt x="18942" y="6793"/>
                      <a:pt x="18729" y="7228"/>
                      <a:pt x="18763" y="7767"/>
                    </a:cubicBezTo>
                    <a:cubicBezTo>
                      <a:pt x="18797" y="8309"/>
                      <a:pt x="19068" y="8752"/>
                      <a:pt x="19366" y="8752"/>
                    </a:cubicBezTo>
                    <a:cubicBezTo>
                      <a:pt x="19663" y="8752"/>
                      <a:pt x="19874" y="8309"/>
                      <a:pt x="19836" y="7767"/>
                    </a:cubicBezTo>
                    <a:cubicBezTo>
                      <a:pt x="19800" y="7228"/>
                      <a:pt x="19530" y="6793"/>
                      <a:pt x="19236" y="6793"/>
                    </a:cubicBezTo>
                    <a:close/>
                    <a:moveTo>
                      <a:pt x="20545" y="6793"/>
                    </a:moveTo>
                    <a:cubicBezTo>
                      <a:pt x="20250" y="6793"/>
                      <a:pt x="20042" y="7228"/>
                      <a:pt x="20080" y="7767"/>
                    </a:cubicBezTo>
                    <a:cubicBezTo>
                      <a:pt x="20118" y="8309"/>
                      <a:pt x="20389" y="8752"/>
                      <a:pt x="20687" y="8752"/>
                    </a:cubicBezTo>
                    <a:cubicBezTo>
                      <a:pt x="20985" y="8752"/>
                      <a:pt x="21193" y="8309"/>
                      <a:pt x="21152" y="7767"/>
                    </a:cubicBezTo>
                    <a:cubicBezTo>
                      <a:pt x="21111" y="7228"/>
                      <a:pt x="20839" y="6793"/>
                      <a:pt x="20545" y="6793"/>
                    </a:cubicBezTo>
                    <a:close/>
                    <a:moveTo>
                      <a:pt x="869" y="9223"/>
                    </a:moveTo>
                    <a:cubicBezTo>
                      <a:pt x="570" y="9223"/>
                      <a:pt x="315" y="9668"/>
                      <a:pt x="298" y="10221"/>
                    </a:cubicBezTo>
                    <a:cubicBezTo>
                      <a:pt x="282" y="10776"/>
                      <a:pt x="513" y="11229"/>
                      <a:pt x="814" y="11229"/>
                    </a:cubicBezTo>
                    <a:cubicBezTo>
                      <a:pt x="1116" y="11229"/>
                      <a:pt x="1371" y="10776"/>
                      <a:pt x="1385" y="10221"/>
                    </a:cubicBezTo>
                    <a:cubicBezTo>
                      <a:pt x="1398" y="9668"/>
                      <a:pt x="1167" y="9223"/>
                      <a:pt x="869" y="9223"/>
                    </a:cubicBezTo>
                    <a:close/>
                    <a:moveTo>
                      <a:pt x="2199" y="9223"/>
                    </a:moveTo>
                    <a:cubicBezTo>
                      <a:pt x="1900" y="9223"/>
                      <a:pt x="1648" y="9668"/>
                      <a:pt x="1635" y="10221"/>
                    </a:cubicBezTo>
                    <a:cubicBezTo>
                      <a:pt x="1622" y="10776"/>
                      <a:pt x="1856" y="11229"/>
                      <a:pt x="2158" y="11229"/>
                    </a:cubicBezTo>
                    <a:cubicBezTo>
                      <a:pt x="2459" y="11229"/>
                      <a:pt x="2712" y="10776"/>
                      <a:pt x="2721" y="10221"/>
                    </a:cubicBezTo>
                    <a:cubicBezTo>
                      <a:pt x="2731" y="9668"/>
                      <a:pt x="2497" y="9223"/>
                      <a:pt x="2199" y="9223"/>
                    </a:cubicBezTo>
                    <a:close/>
                    <a:moveTo>
                      <a:pt x="4837" y="9223"/>
                    </a:moveTo>
                    <a:cubicBezTo>
                      <a:pt x="4539" y="9223"/>
                      <a:pt x="4293" y="9668"/>
                      <a:pt x="4287" y="10221"/>
                    </a:cubicBezTo>
                    <a:cubicBezTo>
                      <a:pt x="4282" y="10776"/>
                      <a:pt x="4522" y="11229"/>
                      <a:pt x="4823" y="11229"/>
                    </a:cubicBezTo>
                    <a:cubicBezTo>
                      <a:pt x="5124" y="11229"/>
                      <a:pt x="5371" y="10776"/>
                      <a:pt x="5373" y="10221"/>
                    </a:cubicBezTo>
                    <a:cubicBezTo>
                      <a:pt x="5376" y="9668"/>
                      <a:pt x="5136" y="9223"/>
                      <a:pt x="4837" y="9223"/>
                    </a:cubicBezTo>
                    <a:close/>
                    <a:moveTo>
                      <a:pt x="6167" y="9223"/>
                    </a:moveTo>
                    <a:cubicBezTo>
                      <a:pt x="5868" y="9223"/>
                      <a:pt x="5626" y="9668"/>
                      <a:pt x="5624" y="10221"/>
                    </a:cubicBezTo>
                    <a:cubicBezTo>
                      <a:pt x="5622" y="10776"/>
                      <a:pt x="5865" y="11229"/>
                      <a:pt x="6166" y="11229"/>
                    </a:cubicBezTo>
                    <a:cubicBezTo>
                      <a:pt x="6468" y="11229"/>
                      <a:pt x="6711" y="10776"/>
                      <a:pt x="6710" y="10221"/>
                    </a:cubicBezTo>
                    <a:cubicBezTo>
                      <a:pt x="6708" y="9668"/>
                      <a:pt x="6466" y="9223"/>
                      <a:pt x="6167" y="9223"/>
                    </a:cubicBezTo>
                    <a:close/>
                    <a:moveTo>
                      <a:pt x="7497" y="9223"/>
                    </a:moveTo>
                    <a:cubicBezTo>
                      <a:pt x="7200" y="9223"/>
                      <a:pt x="6959" y="9668"/>
                      <a:pt x="6961" y="10221"/>
                    </a:cubicBezTo>
                    <a:cubicBezTo>
                      <a:pt x="6963" y="10776"/>
                      <a:pt x="7209" y="11229"/>
                      <a:pt x="7510" y="11229"/>
                    </a:cubicBezTo>
                    <a:cubicBezTo>
                      <a:pt x="7812" y="11229"/>
                      <a:pt x="8051" y="10776"/>
                      <a:pt x="8046" y="10221"/>
                    </a:cubicBezTo>
                    <a:cubicBezTo>
                      <a:pt x="8041" y="9668"/>
                      <a:pt x="7796" y="9223"/>
                      <a:pt x="7497" y="9223"/>
                    </a:cubicBezTo>
                    <a:close/>
                    <a:moveTo>
                      <a:pt x="8806" y="9223"/>
                    </a:moveTo>
                    <a:cubicBezTo>
                      <a:pt x="8508" y="9223"/>
                      <a:pt x="8271" y="9668"/>
                      <a:pt x="8277" y="10221"/>
                    </a:cubicBezTo>
                    <a:cubicBezTo>
                      <a:pt x="8282" y="10776"/>
                      <a:pt x="8531" y="11229"/>
                      <a:pt x="8832" y="11229"/>
                    </a:cubicBezTo>
                    <a:cubicBezTo>
                      <a:pt x="9134" y="11229"/>
                      <a:pt x="9371" y="10776"/>
                      <a:pt x="9362" y="10221"/>
                    </a:cubicBezTo>
                    <a:cubicBezTo>
                      <a:pt x="9353" y="9668"/>
                      <a:pt x="9105" y="9223"/>
                      <a:pt x="8806" y="9223"/>
                    </a:cubicBezTo>
                    <a:close/>
                    <a:moveTo>
                      <a:pt x="10137" y="9223"/>
                    </a:moveTo>
                    <a:cubicBezTo>
                      <a:pt x="9839" y="9223"/>
                      <a:pt x="9604" y="9668"/>
                      <a:pt x="9613" y="10221"/>
                    </a:cubicBezTo>
                    <a:cubicBezTo>
                      <a:pt x="9623" y="10776"/>
                      <a:pt x="9876" y="11229"/>
                      <a:pt x="10176" y="11229"/>
                    </a:cubicBezTo>
                    <a:cubicBezTo>
                      <a:pt x="10478" y="11229"/>
                      <a:pt x="10712" y="10776"/>
                      <a:pt x="10700" y="10221"/>
                    </a:cubicBezTo>
                    <a:cubicBezTo>
                      <a:pt x="10687" y="9668"/>
                      <a:pt x="10436" y="9223"/>
                      <a:pt x="10137" y="9223"/>
                    </a:cubicBezTo>
                    <a:close/>
                    <a:moveTo>
                      <a:pt x="11468" y="9223"/>
                    </a:moveTo>
                    <a:cubicBezTo>
                      <a:pt x="11170" y="9223"/>
                      <a:pt x="10938" y="9668"/>
                      <a:pt x="10951" y="10221"/>
                    </a:cubicBezTo>
                    <a:cubicBezTo>
                      <a:pt x="10964" y="10776"/>
                      <a:pt x="11220" y="11229"/>
                      <a:pt x="11521" y="11229"/>
                    </a:cubicBezTo>
                    <a:cubicBezTo>
                      <a:pt x="11821" y="11229"/>
                      <a:pt x="12053" y="10776"/>
                      <a:pt x="12037" y="10221"/>
                    </a:cubicBezTo>
                    <a:cubicBezTo>
                      <a:pt x="12021" y="9668"/>
                      <a:pt x="11766" y="9223"/>
                      <a:pt x="11468" y="9223"/>
                    </a:cubicBezTo>
                    <a:close/>
                    <a:moveTo>
                      <a:pt x="12777" y="9223"/>
                    </a:moveTo>
                    <a:cubicBezTo>
                      <a:pt x="12479" y="9223"/>
                      <a:pt x="12250" y="9668"/>
                      <a:pt x="12267" y="10221"/>
                    </a:cubicBezTo>
                    <a:cubicBezTo>
                      <a:pt x="12283" y="10776"/>
                      <a:pt x="12541" y="11229"/>
                      <a:pt x="12843" y="11229"/>
                    </a:cubicBezTo>
                    <a:cubicBezTo>
                      <a:pt x="13144" y="11229"/>
                      <a:pt x="13373" y="10776"/>
                      <a:pt x="13353" y="10221"/>
                    </a:cubicBezTo>
                    <a:cubicBezTo>
                      <a:pt x="13333" y="9668"/>
                      <a:pt x="13075" y="9223"/>
                      <a:pt x="12777" y="9223"/>
                    </a:cubicBezTo>
                    <a:close/>
                    <a:moveTo>
                      <a:pt x="14107" y="9223"/>
                    </a:moveTo>
                    <a:cubicBezTo>
                      <a:pt x="13809" y="9223"/>
                      <a:pt x="13584" y="9668"/>
                      <a:pt x="13604" y="10221"/>
                    </a:cubicBezTo>
                    <a:cubicBezTo>
                      <a:pt x="13625" y="10776"/>
                      <a:pt x="13886" y="11229"/>
                      <a:pt x="14186" y="11229"/>
                    </a:cubicBezTo>
                    <a:cubicBezTo>
                      <a:pt x="14488" y="11229"/>
                      <a:pt x="14713" y="10776"/>
                      <a:pt x="14689" y="10221"/>
                    </a:cubicBezTo>
                    <a:cubicBezTo>
                      <a:pt x="14666" y="9668"/>
                      <a:pt x="14406" y="9223"/>
                      <a:pt x="14107" y="9223"/>
                    </a:cubicBezTo>
                    <a:close/>
                    <a:moveTo>
                      <a:pt x="15439" y="9223"/>
                    </a:moveTo>
                    <a:cubicBezTo>
                      <a:pt x="15141" y="9223"/>
                      <a:pt x="14918" y="9668"/>
                      <a:pt x="14942" y="10221"/>
                    </a:cubicBezTo>
                    <a:cubicBezTo>
                      <a:pt x="14966" y="10776"/>
                      <a:pt x="15230" y="11229"/>
                      <a:pt x="15531" y="11229"/>
                    </a:cubicBezTo>
                    <a:cubicBezTo>
                      <a:pt x="15832" y="11229"/>
                      <a:pt x="16055" y="10776"/>
                      <a:pt x="16027" y="10221"/>
                    </a:cubicBezTo>
                    <a:cubicBezTo>
                      <a:pt x="16000" y="9668"/>
                      <a:pt x="15737" y="9223"/>
                      <a:pt x="15439" y="9223"/>
                    </a:cubicBezTo>
                    <a:close/>
                    <a:moveTo>
                      <a:pt x="16748" y="9223"/>
                    </a:moveTo>
                    <a:cubicBezTo>
                      <a:pt x="16449" y="9223"/>
                      <a:pt x="16231" y="9668"/>
                      <a:pt x="16258" y="10221"/>
                    </a:cubicBezTo>
                    <a:cubicBezTo>
                      <a:pt x="16286" y="10776"/>
                      <a:pt x="16553" y="11229"/>
                      <a:pt x="16854" y="11229"/>
                    </a:cubicBezTo>
                    <a:cubicBezTo>
                      <a:pt x="17155" y="11229"/>
                      <a:pt x="17374" y="10776"/>
                      <a:pt x="17344" y="10221"/>
                    </a:cubicBezTo>
                    <a:cubicBezTo>
                      <a:pt x="17313" y="9668"/>
                      <a:pt x="17046" y="9223"/>
                      <a:pt x="16748" y="9223"/>
                    </a:cubicBezTo>
                    <a:close/>
                    <a:moveTo>
                      <a:pt x="18079" y="9223"/>
                    </a:moveTo>
                    <a:cubicBezTo>
                      <a:pt x="17781" y="9223"/>
                      <a:pt x="17564" y="9668"/>
                      <a:pt x="17596" y="10221"/>
                    </a:cubicBezTo>
                    <a:cubicBezTo>
                      <a:pt x="17627" y="10776"/>
                      <a:pt x="17897" y="11229"/>
                      <a:pt x="18198" y="11229"/>
                    </a:cubicBezTo>
                    <a:cubicBezTo>
                      <a:pt x="18500" y="11229"/>
                      <a:pt x="18715" y="10776"/>
                      <a:pt x="18681" y="10221"/>
                    </a:cubicBezTo>
                    <a:cubicBezTo>
                      <a:pt x="18646" y="9668"/>
                      <a:pt x="18377" y="9223"/>
                      <a:pt x="18079" y="9223"/>
                    </a:cubicBezTo>
                    <a:close/>
                    <a:moveTo>
                      <a:pt x="19411" y="9223"/>
                    </a:moveTo>
                    <a:cubicBezTo>
                      <a:pt x="19112" y="9223"/>
                      <a:pt x="18898" y="9668"/>
                      <a:pt x="18933" y="10221"/>
                    </a:cubicBezTo>
                    <a:cubicBezTo>
                      <a:pt x="18968" y="10776"/>
                      <a:pt x="19242" y="11229"/>
                      <a:pt x="19543" y="11229"/>
                    </a:cubicBezTo>
                    <a:cubicBezTo>
                      <a:pt x="19844" y="11229"/>
                      <a:pt x="20058" y="10776"/>
                      <a:pt x="20019" y="10221"/>
                    </a:cubicBezTo>
                    <a:cubicBezTo>
                      <a:pt x="19981" y="9668"/>
                      <a:pt x="19708" y="9223"/>
                      <a:pt x="19411" y="9223"/>
                    </a:cubicBezTo>
                    <a:close/>
                    <a:moveTo>
                      <a:pt x="20720" y="9223"/>
                    </a:moveTo>
                    <a:cubicBezTo>
                      <a:pt x="20421" y="9223"/>
                      <a:pt x="20211" y="9668"/>
                      <a:pt x="20250" y="10221"/>
                    </a:cubicBezTo>
                    <a:cubicBezTo>
                      <a:pt x="20289" y="10776"/>
                      <a:pt x="20564" y="11229"/>
                      <a:pt x="20866" y="11229"/>
                    </a:cubicBezTo>
                    <a:cubicBezTo>
                      <a:pt x="21167" y="11229"/>
                      <a:pt x="21377" y="10776"/>
                      <a:pt x="21335" y="10221"/>
                    </a:cubicBezTo>
                    <a:cubicBezTo>
                      <a:pt x="21294" y="9668"/>
                      <a:pt x="21018" y="9223"/>
                      <a:pt x="20720" y="9223"/>
                    </a:cubicBezTo>
                    <a:close/>
                    <a:moveTo>
                      <a:pt x="791" y="11654"/>
                    </a:moveTo>
                    <a:cubicBezTo>
                      <a:pt x="489" y="11654"/>
                      <a:pt x="230" y="12110"/>
                      <a:pt x="213" y="12676"/>
                    </a:cubicBezTo>
                    <a:cubicBezTo>
                      <a:pt x="197" y="13246"/>
                      <a:pt x="430" y="13709"/>
                      <a:pt x="735" y="13709"/>
                    </a:cubicBezTo>
                    <a:cubicBezTo>
                      <a:pt x="1040" y="13709"/>
                      <a:pt x="1299" y="13246"/>
                      <a:pt x="1313" y="12676"/>
                    </a:cubicBezTo>
                    <a:cubicBezTo>
                      <a:pt x="1327" y="12110"/>
                      <a:pt x="1093" y="11654"/>
                      <a:pt x="791" y="11654"/>
                    </a:cubicBezTo>
                    <a:close/>
                    <a:moveTo>
                      <a:pt x="3472" y="11654"/>
                    </a:moveTo>
                    <a:cubicBezTo>
                      <a:pt x="3170" y="11654"/>
                      <a:pt x="2917" y="12110"/>
                      <a:pt x="2908" y="12676"/>
                    </a:cubicBezTo>
                    <a:cubicBezTo>
                      <a:pt x="2898" y="13246"/>
                      <a:pt x="3139" y="13709"/>
                      <a:pt x="3444" y="13709"/>
                    </a:cubicBezTo>
                    <a:cubicBezTo>
                      <a:pt x="3749" y="13709"/>
                      <a:pt x="4002" y="13246"/>
                      <a:pt x="4008" y="12676"/>
                    </a:cubicBezTo>
                    <a:cubicBezTo>
                      <a:pt x="4014" y="12110"/>
                      <a:pt x="3774" y="11654"/>
                      <a:pt x="3472" y="11654"/>
                    </a:cubicBezTo>
                    <a:close/>
                    <a:moveTo>
                      <a:pt x="4823" y="11654"/>
                    </a:moveTo>
                    <a:cubicBezTo>
                      <a:pt x="4521" y="11654"/>
                      <a:pt x="4271" y="12110"/>
                      <a:pt x="4266" y="12676"/>
                    </a:cubicBezTo>
                    <a:cubicBezTo>
                      <a:pt x="4260" y="13246"/>
                      <a:pt x="4503" y="13709"/>
                      <a:pt x="4808" y="13709"/>
                    </a:cubicBezTo>
                    <a:cubicBezTo>
                      <a:pt x="5114" y="13709"/>
                      <a:pt x="5362" y="13246"/>
                      <a:pt x="5365" y="12676"/>
                    </a:cubicBezTo>
                    <a:cubicBezTo>
                      <a:pt x="5368" y="12110"/>
                      <a:pt x="5125" y="11654"/>
                      <a:pt x="4823" y="11654"/>
                    </a:cubicBezTo>
                    <a:close/>
                    <a:moveTo>
                      <a:pt x="6153" y="11654"/>
                    </a:moveTo>
                    <a:cubicBezTo>
                      <a:pt x="5850" y="11654"/>
                      <a:pt x="5605" y="12110"/>
                      <a:pt x="5603" y="12676"/>
                    </a:cubicBezTo>
                    <a:cubicBezTo>
                      <a:pt x="5601" y="13246"/>
                      <a:pt x="5847" y="13709"/>
                      <a:pt x="6152" y="13709"/>
                    </a:cubicBezTo>
                    <a:cubicBezTo>
                      <a:pt x="6457" y="13709"/>
                      <a:pt x="6703" y="13246"/>
                      <a:pt x="6702" y="12676"/>
                    </a:cubicBezTo>
                    <a:cubicBezTo>
                      <a:pt x="6700" y="12110"/>
                      <a:pt x="6455" y="11654"/>
                      <a:pt x="6153" y="11654"/>
                    </a:cubicBezTo>
                    <a:close/>
                    <a:moveTo>
                      <a:pt x="7504" y="11654"/>
                    </a:moveTo>
                    <a:cubicBezTo>
                      <a:pt x="7203" y="11654"/>
                      <a:pt x="6959" y="12110"/>
                      <a:pt x="6961" y="12676"/>
                    </a:cubicBezTo>
                    <a:cubicBezTo>
                      <a:pt x="6963" y="13246"/>
                      <a:pt x="7212" y="13709"/>
                      <a:pt x="7517" y="13709"/>
                    </a:cubicBezTo>
                    <a:cubicBezTo>
                      <a:pt x="7822" y="13709"/>
                      <a:pt x="8065" y="13246"/>
                      <a:pt x="8060" y="12676"/>
                    </a:cubicBezTo>
                    <a:cubicBezTo>
                      <a:pt x="8055" y="12110"/>
                      <a:pt x="7806" y="11654"/>
                      <a:pt x="7504" y="11654"/>
                    </a:cubicBezTo>
                    <a:close/>
                    <a:moveTo>
                      <a:pt x="8834" y="11654"/>
                    </a:moveTo>
                    <a:cubicBezTo>
                      <a:pt x="8532" y="11654"/>
                      <a:pt x="8292" y="12110"/>
                      <a:pt x="8298" y="12676"/>
                    </a:cubicBezTo>
                    <a:cubicBezTo>
                      <a:pt x="8304" y="13246"/>
                      <a:pt x="8556" y="13709"/>
                      <a:pt x="8861" y="13709"/>
                    </a:cubicBezTo>
                    <a:cubicBezTo>
                      <a:pt x="9166" y="13709"/>
                      <a:pt x="9406" y="13246"/>
                      <a:pt x="9397" y="12676"/>
                    </a:cubicBezTo>
                    <a:cubicBezTo>
                      <a:pt x="9388" y="12110"/>
                      <a:pt x="9136" y="11654"/>
                      <a:pt x="8834" y="11654"/>
                    </a:cubicBezTo>
                    <a:close/>
                    <a:moveTo>
                      <a:pt x="10186" y="11654"/>
                    </a:moveTo>
                    <a:cubicBezTo>
                      <a:pt x="9884" y="11654"/>
                      <a:pt x="9647" y="12110"/>
                      <a:pt x="9656" y="12676"/>
                    </a:cubicBezTo>
                    <a:cubicBezTo>
                      <a:pt x="9666" y="13246"/>
                      <a:pt x="9921" y="13709"/>
                      <a:pt x="10226" y="13709"/>
                    </a:cubicBezTo>
                    <a:cubicBezTo>
                      <a:pt x="10531" y="13709"/>
                      <a:pt x="10769" y="13246"/>
                      <a:pt x="10756" y="12676"/>
                    </a:cubicBezTo>
                    <a:cubicBezTo>
                      <a:pt x="10743" y="12110"/>
                      <a:pt x="10488" y="11654"/>
                      <a:pt x="10186" y="11654"/>
                    </a:cubicBezTo>
                    <a:close/>
                    <a:moveTo>
                      <a:pt x="11517" y="11654"/>
                    </a:moveTo>
                    <a:cubicBezTo>
                      <a:pt x="11215" y="11654"/>
                      <a:pt x="10980" y="12110"/>
                      <a:pt x="10993" y="12676"/>
                    </a:cubicBezTo>
                    <a:cubicBezTo>
                      <a:pt x="11007" y="13246"/>
                      <a:pt x="11266" y="13709"/>
                      <a:pt x="11570" y="13709"/>
                    </a:cubicBezTo>
                    <a:cubicBezTo>
                      <a:pt x="11875" y="13709"/>
                      <a:pt x="12109" y="13246"/>
                      <a:pt x="12093" y="12676"/>
                    </a:cubicBezTo>
                    <a:cubicBezTo>
                      <a:pt x="12077" y="12110"/>
                      <a:pt x="11818" y="11654"/>
                      <a:pt x="11517" y="11654"/>
                    </a:cubicBezTo>
                    <a:close/>
                    <a:moveTo>
                      <a:pt x="12868" y="11654"/>
                    </a:moveTo>
                    <a:cubicBezTo>
                      <a:pt x="12566" y="11654"/>
                      <a:pt x="12334" y="12110"/>
                      <a:pt x="12352" y="12676"/>
                    </a:cubicBezTo>
                    <a:cubicBezTo>
                      <a:pt x="12369" y="13246"/>
                      <a:pt x="12630" y="13709"/>
                      <a:pt x="12935" y="13709"/>
                    </a:cubicBezTo>
                    <a:cubicBezTo>
                      <a:pt x="13240" y="13709"/>
                      <a:pt x="13471" y="13246"/>
                      <a:pt x="13451" y="12676"/>
                    </a:cubicBezTo>
                    <a:cubicBezTo>
                      <a:pt x="13431" y="12110"/>
                      <a:pt x="13170" y="11654"/>
                      <a:pt x="12868" y="11654"/>
                    </a:cubicBezTo>
                    <a:close/>
                    <a:moveTo>
                      <a:pt x="14198" y="11654"/>
                    </a:moveTo>
                    <a:cubicBezTo>
                      <a:pt x="13896" y="11654"/>
                      <a:pt x="13668" y="12110"/>
                      <a:pt x="13689" y="12676"/>
                    </a:cubicBezTo>
                    <a:cubicBezTo>
                      <a:pt x="13710" y="13246"/>
                      <a:pt x="13975" y="13709"/>
                      <a:pt x="14279" y="13709"/>
                    </a:cubicBezTo>
                    <a:cubicBezTo>
                      <a:pt x="14585" y="13709"/>
                      <a:pt x="14812" y="13246"/>
                      <a:pt x="14788" y="12676"/>
                    </a:cubicBezTo>
                    <a:cubicBezTo>
                      <a:pt x="14764" y="12110"/>
                      <a:pt x="14500" y="11654"/>
                      <a:pt x="14198" y="11654"/>
                    </a:cubicBezTo>
                    <a:close/>
                    <a:moveTo>
                      <a:pt x="15550" y="11654"/>
                    </a:moveTo>
                    <a:cubicBezTo>
                      <a:pt x="15249" y="11654"/>
                      <a:pt x="15024" y="12110"/>
                      <a:pt x="15048" y="12676"/>
                    </a:cubicBezTo>
                    <a:cubicBezTo>
                      <a:pt x="15073" y="13246"/>
                      <a:pt x="15340" y="13709"/>
                      <a:pt x="15645" y="13709"/>
                    </a:cubicBezTo>
                    <a:cubicBezTo>
                      <a:pt x="15950" y="13709"/>
                      <a:pt x="16175" y="13246"/>
                      <a:pt x="16147" y="12676"/>
                    </a:cubicBezTo>
                    <a:cubicBezTo>
                      <a:pt x="16120" y="12110"/>
                      <a:pt x="15852" y="11654"/>
                      <a:pt x="15550" y="11654"/>
                    </a:cubicBezTo>
                    <a:close/>
                    <a:moveTo>
                      <a:pt x="16881" y="11654"/>
                    </a:moveTo>
                    <a:cubicBezTo>
                      <a:pt x="16578" y="11654"/>
                      <a:pt x="16357" y="12110"/>
                      <a:pt x="16385" y="12676"/>
                    </a:cubicBezTo>
                    <a:cubicBezTo>
                      <a:pt x="16414" y="13246"/>
                      <a:pt x="16684" y="13709"/>
                      <a:pt x="16990" y="13709"/>
                    </a:cubicBezTo>
                    <a:cubicBezTo>
                      <a:pt x="17294" y="13709"/>
                      <a:pt x="17516" y="13246"/>
                      <a:pt x="17484" y="12676"/>
                    </a:cubicBezTo>
                    <a:cubicBezTo>
                      <a:pt x="17453" y="12110"/>
                      <a:pt x="17182" y="11654"/>
                      <a:pt x="16881" y="11654"/>
                    </a:cubicBezTo>
                    <a:close/>
                    <a:moveTo>
                      <a:pt x="18233" y="11654"/>
                    </a:moveTo>
                    <a:cubicBezTo>
                      <a:pt x="17931" y="11654"/>
                      <a:pt x="17712" y="12110"/>
                      <a:pt x="17744" y="12676"/>
                    </a:cubicBezTo>
                    <a:cubicBezTo>
                      <a:pt x="17777" y="13246"/>
                      <a:pt x="18049" y="13709"/>
                      <a:pt x="18355" y="13709"/>
                    </a:cubicBezTo>
                    <a:cubicBezTo>
                      <a:pt x="18660" y="13709"/>
                      <a:pt x="18878" y="13246"/>
                      <a:pt x="18843" y="12676"/>
                    </a:cubicBezTo>
                    <a:cubicBezTo>
                      <a:pt x="18808" y="12110"/>
                      <a:pt x="18535" y="11654"/>
                      <a:pt x="18233" y="11654"/>
                    </a:cubicBezTo>
                    <a:close/>
                    <a:moveTo>
                      <a:pt x="19565" y="11654"/>
                    </a:moveTo>
                    <a:cubicBezTo>
                      <a:pt x="19263" y="11654"/>
                      <a:pt x="19046" y="12110"/>
                      <a:pt x="19082" y="12676"/>
                    </a:cubicBezTo>
                    <a:cubicBezTo>
                      <a:pt x="19118" y="13246"/>
                      <a:pt x="19396" y="13709"/>
                      <a:pt x="19700" y="13709"/>
                    </a:cubicBezTo>
                    <a:cubicBezTo>
                      <a:pt x="20005" y="13709"/>
                      <a:pt x="20221" y="13246"/>
                      <a:pt x="20182" y="12676"/>
                    </a:cubicBezTo>
                    <a:cubicBezTo>
                      <a:pt x="20143" y="12110"/>
                      <a:pt x="19866" y="11654"/>
                      <a:pt x="19565" y="11654"/>
                    </a:cubicBezTo>
                    <a:close/>
                    <a:moveTo>
                      <a:pt x="20915" y="11654"/>
                    </a:moveTo>
                    <a:cubicBezTo>
                      <a:pt x="20613" y="11654"/>
                      <a:pt x="20401" y="12110"/>
                      <a:pt x="20441" y="12676"/>
                    </a:cubicBezTo>
                    <a:cubicBezTo>
                      <a:pt x="20481" y="13246"/>
                      <a:pt x="20760" y="13709"/>
                      <a:pt x="21065" y="13709"/>
                    </a:cubicBezTo>
                    <a:cubicBezTo>
                      <a:pt x="21370" y="13709"/>
                      <a:pt x="21583" y="13246"/>
                      <a:pt x="21540" y="12676"/>
                    </a:cubicBezTo>
                    <a:cubicBezTo>
                      <a:pt x="21497" y="12110"/>
                      <a:pt x="21218" y="11654"/>
                      <a:pt x="20915" y="11654"/>
                    </a:cubicBezTo>
                    <a:close/>
                    <a:moveTo>
                      <a:pt x="2086" y="14209"/>
                    </a:moveTo>
                    <a:cubicBezTo>
                      <a:pt x="1780" y="14209"/>
                      <a:pt x="1521" y="14675"/>
                      <a:pt x="1508" y="15257"/>
                    </a:cubicBezTo>
                    <a:cubicBezTo>
                      <a:pt x="1494" y="15841"/>
                      <a:pt x="1734" y="16316"/>
                      <a:pt x="2043" y="16316"/>
                    </a:cubicBezTo>
                    <a:cubicBezTo>
                      <a:pt x="2352" y="16316"/>
                      <a:pt x="2611" y="15841"/>
                      <a:pt x="2621" y="15257"/>
                    </a:cubicBezTo>
                    <a:cubicBezTo>
                      <a:pt x="2632" y="14675"/>
                      <a:pt x="2392" y="14209"/>
                      <a:pt x="2086" y="14209"/>
                    </a:cubicBezTo>
                    <a:close/>
                    <a:moveTo>
                      <a:pt x="3437" y="14209"/>
                    </a:moveTo>
                    <a:cubicBezTo>
                      <a:pt x="3131" y="14209"/>
                      <a:pt x="2875" y="14675"/>
                      <a:pt x="2865" y="15257"/>
                    </a:cubicBezTo>
                    <a:cubicBezTo>
                      <a:pt x="2856" y="15841"/>
                      <a:pt x="3099" y="16316"/>
                      <a:pt x="3408" y="16316"/>
                    </a:cubicBezTo>
                    <a:cubicBezTo>
                      <a:pt x="3717" y="16316"/>
                      <a:pt x="3972" y="15841"/>
                      <a:pt x="3979" y="15257"/>
                    </a:cubicBezTo>
                    <a:cubicBezTo>
                      <a:pt x="3985" y="14675"/>
                      <a:pt x="3743" y="14209"/>
                      <a:pt x="3437" y="14209"/>
                    </a:cubicBezTo>
                    <a:close/>
                    <a:moveTo>
                      <a:pt x="4809" y="14209"/>
                    </a:moveTo>
                    <a:cubicBezTo>
                      <a:pt x="4503" y="14209"/>
                      <a:pt x="4250" y="14675"/>
                      <a:pt x="4245" y="15257"/>
                    </a:cubicBezTo>
                    <a:cubicBezTo>
                      <a:pt x="4239" y="15841"/>
                      <a:pt x="4485" y="16316"/>
                      <a:pt x="4794" y="16316"/>
                    </a:cubicBezTo>
                    <a:cubicBezTo>
                      <a:pt x="5103" y="16316"/>
                      <a:pt x="5356" y="15841"/>
                      <a:pt x="5358" y="15257"/>
                    </a:cubicBezTo>
                    <a:cubicBezTo>
                      <a:pt x="5361" y="14675"/>
                      <a:pt x="5115" y="14209"/>
                      <a:pt x="4809" y="14209"/>
                    </a:cubicBezTo>
                    <a:close/>
                    <a:moveTo>
                      <a:pt x="6160" y="14209"/>
                    </a:moveTo>
                    <a:cubicBezTo>
                      <a:pt x="5854" y="14209"/>
                      <a:pt x="5605" y="14675"/>
                      <a:pt x="5603" y="15257"/>
                    </a:cubicBezTo>
                    <a:cubicBezTo>
                      <a:pt x="5601" y="15841"/>
                      <a:pt x="5850" y="16316"/>
                      <a:pt x="6159" y="16316"/>
                    </a:cubicBezTo>
                    <a:cubicBezTo>
                      <a:pt x="6469" y="16316"/>
                      <a:pt x="6717" y="15841"/>
                      <a:pt x="6716" y="15257"/>
                    </a:cubicBezTo>
                    <a:cubicBezTo>
                      <a:pt x="6714" y="14675"/>
                      <a:pt x="6466" y="14209"/>
                      <a:pt x="6160" y="14209"/>
                    </a:cubicBezTo>
                    <a:close/>
                    <a:moveTo>
                      <a:pt x="7511" y="14209"/>
                    </a:moveTo>
                    <a:cubicBezTo>
                      <a:pt x="7206" y="14209"/>
                      <a:pt x="6959" y="14675"/>
                      <a:pt x="6961" y="15257"/>
                    </a:cubicBezTo>
                    <a:cubicBezTo>
                      <a:pt x="6963" y="15841"/>
                      <a:pt x="7216" y="16316"/>
                      <a:pt x="7524" y="16316"/>
                    </a:cubicBezTo>
                    <a:cubicBezTo>
                      <a:pt x="7833" y="16316"/>
                      <a:pt x="8080" y="15841"/>
                      <a:pt x="8074" y="15257"/>
                    </a:cubicBezTo>
                    <a:cubicBezTo>
                      <a:pt x="8069" y="14675"/>
                      <a:pt x="7817" y="14209"/>
                      <a:pt x="7511" y="14209"/>
                    </a:cubicBezTo>
                    <a:close/>
                    <a:moveTo>
                      <a:pt x="8883" y="14209"/>
                    </a:moveTo>
                    <a:cubicBezTo>
                      <a:pt x="8577" y="14209"/>
                      <a:pt x="8334" y="14675"/>
                      <a:pt x="8340" y="15257"/>
                    </a:cubicBezTo>
                    <a:cubicBezTo>
                      <a:pt x="8346" y="15841"/>
                      <a:pt x="8601" y="16316"/>
                      <a:pt x="8911" y="16316"/>
                    </a:cubicBezTo>
                    <a:cubicBezTo>
                      <a:pt x="9220" y="16316"/>
                      <a:pt x="9462" y="15841"/>
                      <a:pt x="9453" y="15257"/>
                    </a:cubicBezTo>
                    <a:cubicBezTo>
                      <a:pt x="9444" y="14675"/>
                      <a:pt x="9189" y="14209"/>
                      <a:pt x="8883" y="14209"/>
                    </a:cubicBezTo>
                    <a:close/>
                    <a:moveTo>
                      <a:pt x="10235" y="14209"/>
                    </a:moveTo>
                    <a:cubicBezTo>
                      <a:pt x="9929" y="14209"/>
                      <a:pt x="9689" y="14675"/>
                      <a:pt x="9698" y="15257"/>
                    </a:cubicBezTo>
                    <a:cubicBezTo>
                      <a:pt x="9708" y="15841"/>
                      <a:pt x="9967" y="16316"/>
                      <a:pt x="10276" y="16316"/>
                    </a:cubicBezTo>
                    <a:cubicBezTo>
                      <a:pt x="10585" y="16316"/>
                      <a:pt x="10825" y="15841"/>
                      <a:pt x="10812" y="15257"/>
                    </a:cubicBezTo>
                    <a:cubicBezTo>
                      <a:pt x="10799" y="14675"/>
                      <a:pt x="10541" y="14209"/>
                      <a:pt x="10235" y="14209"/>
                    </a:cubicBezTo>
                    <a:close/>
                    <a:moveTo>
                      <a:pt x="11586" y="14209"/>
                    </a:moveTo>
                    <a:cubicBezTo>
                      <a:pt x="11281" y="14209"/>
                      <a:pt x="11043" y="14675"/>
                      <a:pt x="11057" y="15257"/>
                    </a:cubicBezTo>
                    <a:cubicBezTo>
                      <a:pt x="11071" y="15841"/>
                      <a:pt x="11333" y="16316"/>
                      <a:pt x="11642" y="16316"/>
                    </a:cubicBezTo>
                    <a:cubicBezTo>
                      <a:pt x="11950" y="16316"/>
                      <a:pt x="12188" y="15841"/>
                      <a:pt x="12171" y="15257"/>
                    </a:cubicBezTo>
                    <a:cubicBezTo>
                      <a:pt x="12154" y="14675"/>
                      <a:pt x="11891" y="14209"/>
                      <a:pt x="11586" y="14209"/>
                    </a:cubicBezTo>
                    <a:close/>
                    <a:moveTo>
                      <a:pt x="12938" y="14209"/>
                    </a:moveTo>
                    <a:cubicBezTo>
                      <a:pt x="12632" y="14209"/>
                      <a:pt x="12398" y="14675"/>
                      <a:pt x="12415" y="15257"/>
                    </a:cubicBezTo>
                    <a:cubicBezTo>
                      <a:pt x="12433" y="15841"/>
                      <a:pt x="12698" y="16316"/>
                      <a:pt x="13007" y="16316"/>
                    </a:cubicBezTo>
                    <a:cubicBezTo>
                      <a:pt x="13316" y="16316"/>
                      <a:pt x="13550" y="15841"/>
                      <a:pt x="13529" y="15257"/>
                    </a:cubicBezTo>
                    <a:cubicBezTo>
                      <a:pt x="13508" y="14675"/>
                      <a:pt x="13243" y="14209"/>
                      <a:pt x="12938" y="14209"/>
                    </a:cubicBezTo>
                    <a:close/>
                    <a:moveTo>
                      <a:pt x="14310" y="14209"/>
                    </a:moveTo>
                    <a:cubicBezTo>
                      <a:pt x="14004" y="14209"/>
                      <a:pt x="13774" y="14675"/>
                      <a:pt x="13795" y="15257"/>
                    </a:cubicBezTo>
                    <a:cubicBezTo>
                      <a:pt x="13817" y="15841"/>
                      <a:pt x="14085" y="16316"/>
                      <a:pt x="14393" y="16316"/>
                    </a:cubicBezTo>
                    <a:cubicBezTo>
                      <a:pt x="14703" y="16316"/>
                      <a:pt x="14933" y="15841"/>
                      <a:pt x="14908" y="15257"/>
                    </a:cubicBezTo>
                    <a:cubicBezTo>
                      <a:pt x="14883" y="14675"/>
                      <a:pt x="14616" y="14209"/>
                      <a:pt x="14310" y="14209"/>
                    </a:cubicBezTo>
                    <a:close/>
                    <a:moveTo>
                      <a:pt x="15662" y="14209"/>
                    </a:moveTo>
                    <a:cubicBezTo>
                      <a:pt x="15357" y="14209"/>
                      <a:pt x="15129" y="14675"/>
                      <a:pt x="15154" y="15257"/>
                    </a:cubicBezTo>
                    <a:cubicBezTo>
                      <a:pt x="15180" y="15841"/>
                      <a:pt x="15451" y="16316"/>
                      <a:pt x="15759" y="16316"/>
                    </a:cubicBezTo>
                    <a:cubicBezTo>
                      <a:pt x="16068" y="16316"/>
                      <a:pt x="16296" y="15841"/>
                      <a:pt x="16267" y="15257"/>
                    </a:cubicBezTo>
                    <a:cubicBezTo>
                      <a:pt x="16239" y="14675"/>
                      <a:pt x="15968" y="14209"/>
                      <a:pt x="15662" y="14209"/>
                    </a:cubicBezTo>
                    <a:close/>
                    <a:moveTo>
                      <a:pt x="18366" y="14209"/>
                    </a:moveTo>
                    <a:cubicBezTo>
                      <a:pt x="18060" y="14209"/>
                      <a:pt x="17839" y="14675"/>
                      <a:pt x="17872" y="15257"/>
                    </a:cubicBezTo>
                    <a:cubicBezTo>
                      <a:pt x="17905" y="15841"/>
                      <a:pt x="18182" y="16316"/>
                      <a:pt x="18492" y="16316"/>
                    </a:cubicBezTo>
                    <a:cubicBezTo>
                      <a:pt x="18800" y="16316"/>
                      <a:pt x="19021" y="15841"/>
                      <a:pt x="18984" y="15257"/>
                    </a:cubicBezTo>
                    <a:cubicBezTo>
                      <a:pt x="18948" y="14675"/>
                      <a:pt x="18672" y="14209"/>
                      <a:pt x="18366" y="14209"/>
                    </a:cubicBezTo>
                    <a:close/>
                    <a:moveTo>
                      <a:pt x="19740" y="14209"/>
                    </a:moveTo>
                    <a:cubicBezTo>
                      <a:pt x="19435" y="14209"/>
                      <a:pt x="19215" y="14675"/>
                      <a:pt x="19252" y="15257"/>
                    </a:cubicBezTo>
                    <a:cubicBezTo>
                      <a:pt x="19289" y="15841"/>
                      <a:pt x="19571" y="16316"/>
                      <a:pt x="19880" y="16316"/>
                    </a:cubicBezTo>
                    <a:cubicBezTo>
                      <a:pt x="20188" y="16316"/>
                      <a:pt x="20406" y="15841"/>
                      <a:pt x="20366" y="15257"/>
                    </a:cubicBezTo>
                    <a:cubicBezTo>
                      <a:pt x="20326" y="14675"/>
                      <a:pt x="20045" y="14209"/>
                      <a:pt x="19740" y="14209"/>
                    </a:cubicBezTo>
                    <a:close/>
                    <a:moveTo>
                      <a:pt x="658" y="16764"/>
                    </a:moveTo>
                    <a:cubicBezTo>
                      <a:pt x="348" y="16764"/>
                      <a:pt x="83" y="17244"/>
                      <a:pt x="65" y="17839"/>
                    </a:cubicBezTo>
                    <a:cubicBezTo>
                      <a:pt x="47" y="18438"/>
                      <a:pt x="286" y="18924"/>
                      <a:pt x="599" y="18924"/>
                    </a:cubicBezTo>
                    <a:cubicBezTo>
                      <a:pt x="912" y="18924"/>
                      <a:pt x="1178" y="18438"/>
                      <a:pt x="1192" y="17839"/>
                    </a:cubicBezTo>
                    <a:cubicBezTo>
                      <a:pt x="1207" y="17244"/>
                      <a:pt x="967" y="16764"/>
                      <a:pt x="658" y="16764"/>
                    </a:cubicBezTo>
                    <a:close/>
                    <a:moveTo>
                      <a:pt x="2030" y="16764"/>
                    </a:moveTo>
                    <a:cubicBezTo>
                      <a:pt x="1721" y="16764"/>
                      <a:pt x="1458" y="17244"/>
                      <a:pt x="1444" y="17839"/>
                    </a:cubicBezTo>
                    <a:cubicBezTo>
                      <a:pt x="1430" y="18438"/>
                      <a:pt x="1673" y="18924"/>
                      <a:pt x="1986" y="18924"/>
                    </a:cubicBezTo>
                    <a:cubicBezTo>
                      <a:pt x="2299" y="18924"/>
                      <a:pt x="2561" y="18438"/>
                      <a:pt x="2572" y="17839"/>
                    </a:cubicBezTo>
                    <a:cubicBezTo>
                      <a:pt x="2582" y="17244"/>
                      <a:pt x="2340" y="16764"/>
                      <a:pt x="2030" y="16764"/>
                    </a:cubicBezTo>
                    <a:close/>
                    <a:moveTo>
                      <a:pt x="3402" y="16764"/>
                    </a:moveTo>
                    <a:cubicBezTo>
                      <a:pt x="3092" y="16764"/>
                      <a:pt x="2833" y="17244"/>
                      <a:pt x="2823" y="17839"/>
                    </a:cubicBezTo>
                    <a:cubicBezTo>
                      <a:pt x="2813" y="18438"/>
                      <a:pt x="3060" y="18924"/>
                      <a:pt x="3373" y="18924"/>
                    </a:cubicBezTo>
                    <a:cubicBezTo>
                      <a:pt x="3686" y="18924"/>
                      <a:pt x="3944" y="18438"/>
                      <a:pt x="3951" y="17839"/>
                    </a:cubicBezTo>
                    <a:cubicBezTo>
                      <a:pt x="3957" y="17244"/>
                      <a:pt x="3711" y="16764"/>
                      <a:pt x="3402" y="16764"/>
                    </a:cubicBezTo>
                    <a:close/>
                    <a:moveTo>
                      <a:pt x="4794" y="16764"/>
                    </a:moveTo>
                    <a:cubicBezTo>
                      <a:pt x="4485" y="16764"/>
                      <a:pt x="4229" y="17244"/>
                      <a:pt x="4223" y="17839"/>
                    </a:cubicBezTo>
                    <a:cubicBezTo>
                      <a:pt x="4218" y="18438"/>
                      <a:pt x="4467" y="18924"/>
                      <a:pt x="4780" y="18924"/>
                    </a:cubicBezTo>
                    <a:cubicBezTo>
                      <a:pt x="5093" y="18924"/>
                      <a:pt x="5348" y="18438"/>
                      <a:pt x="5351" y="17839"/>
                    </a:cubicBezTo>
                    <a:cubicBezTo>
                      <a:pt x="5353" y="17244"/>
                      <a:pt x="5104" y="16764"/>
                      <a:pt x="4794" y="16764"/>
                    </a:cubicBezTo>
                    <a:close/>
                    <a:moveTo>
                      <a:pt x="6166" y="16764"/>
                    </a:moveTo>
                    <a:cubicBezTo>
                      <a:pt x="5857" y="16764"/>
                      <a:pt x="5605" y="17244"/>
                      <a:pt x="5603" y="17839"/>
                    </a:cubicBezTo>
                    <a:cubicBezTo>
                      <a:pt x="5601" y="18438"/>
                      <a:pt x="5853" y="18924"/>
                      <a:pt x="6166" y="18924"/>
                    </a:cubicBezTo>
                    <a:cubicBezTo>
                      <a:pt x="6479" y="18924"/>
                      <a:pt x="6731" y="18438"/>
                      <a:pt x="6729" y="17839"/>
                    </a:cubicBezTo>
                    <a:cubicBezTo>
                      <a:pt x="6728" y="17244"/>
                      <a:pt x="6477" y="16764"/>
                      <a:pt x="6166" y="16764"/>
                    </a:cubicBezTo>
                    <a:close/>
                    <a:moveTo>
                      <a:pt x="7539" y="16764"/>
                    </a:moveTo>
                    <a:cubicBezTo>
                      <a:pt x="7230" y="16764"/>
                      <a:pt x="6980" y="17244"/>
                      <a:pt x="6982" y="17839"/>
                    </a:cubicBezTo>
                    <a:cubicBezTo>
                      <a:pt x="6984" y="18438"/>
                      <a:pt x="7240" y="18924"/>
                      <a:pt x="7552" y="18924"/>
                    </a:cubicBezTo>
                    <a:cubicBezTo>
                      <a:pt x="7866" y="18924"/>
                      <a:pt x="8115" y="18438"/>
                      <a:pt x="8109" y="17839"/>
                    </a:cubicBezTo>
                    <a:cubicBezTo>
                      <a:pt x="8104" y="17244"/>
                      <a:pt x="7849" y="16764"/>
                      <a:pt x="7539" y="16764"/>
                    </a:cubicBezTo>
                    <a:close/>
                    <a:moveTo>
                      <a:pt x="8911" y="16764"/>
                    </a:moveTo>
                    <a:cubicBezTo>
                      <a:pt x="8601" y="16764"/>
                      <a:pt x="8355" y="17244"/>
                      <a:pt x="8361" y="17839"/>
                    </a:cubicBezTo>
                    <a:cubicBezTo>
                      <a:pt x="8368" y="18438"/>
                      <a:pt x="8626" y="18924"/>
                      <a:pt x="8939" y="18924"/>
                    </a:cubicBezTo>
                    <a:cubicBezTo>
                      <a:pt x="9252" y="18924"/>
                      <a:pt x="9498" y="18438"/>
                      <a:pt x="9488" y="17839"/>
                    </a:cubicBezTo>
                    <a:cubicBezTo>
                      <a:pt x="9479" y="17244"/>
                      <a:pt x="9221" y="16764"/>
                      <a:pt x="8911" y="16764"/>
                    </a:cubicBezTo>
                    <a:close/>
                    <a:moveTo>
                      <a:pt x="10284" y="16764"/>
                    </a:moveTo>
                    <a:cubicBezTo>
                      <a:pt x="9975" y="16764"/>
                      <a:pt x="9731" y="17244"/>
                      <a:pt x="9741" y="17839"/>
                    </a:cubicBezTo>
                    <a:cubicBezTo>
                      <a:pt x="9751" y="18438"/>
                      <a:pt x="10014" y="18924"/>
                      <a:pt x="10326" y="18924"/>
                    </a:cubicBezTo>
                    <a:cubicBezTo>
                      <a:pt x="10640" y="18924"/>
                      <a:pt x="10882" y="18438"/>
                      <a:pt x="10869" y="17839"/>
                    </a:cubicBezTo>
                    <a:cubicBezTo>
                      <a:pt x="10855" y="17244"/>
                      <a:pt x="10594" y="16764"/>
                      <a:pt x="10284" y="16764"/>
                    </a:cubicBezTo>
                    <a:close/>
                    <a:moveTo>
                      <a:pt x="15774" y="16764"/>
                    </a:moveTo>
                    <a:cubicBezTo>
                      <a:pt x="15465" y="16764"/>
                      <a:pt x="15234" y="17244"/>
                      <a:pt x="15260" y="17839"/>
                    </a:cubicBezTo>
                    <a:cubicBezTo>
                      <a:pt x="15286" y="18438"/>
                      <a:pt x="15561" y="18924"/>
                      <a:pt x="15874" y="18924"/>
                    </a:cubicBezTo>
                    <a:cubicBezTo>
                      <a:pt x="16186" y="18924"/>
                      <a:pt x="16417" y="18438"/>
                      <a:pt x="16387" y="17839"/>
                    </a:cubicBezTo>
                    <a:cubicBezTo>
                      <a:pt x="16358" y="17244"/>
                      <a:pt x="16084" y="16764"/>
                      <a:pt x="15774" y="16764"/>
                    </a:cubicBezTo>
                    <a:close/>
                    <a:moveTo>
                      <a:pt x="18520" y="16764"/>
                    </a:moveTo>
                    <a:cubicBezTo>
                      <a:pt x="18210" y="16764"/>
                      <a:pt x="17986" y="17244"/>
                      <a:pt x="18020" y="17839"/>
                    </a:cubicBezTo>
                    <a:cubicBezTo>
                      <a:pt x="18054" y="18438"/>
                      <a:pt x="18336" y="18924"/>
                      <a:pt x="18649" y="18924"/>
                    </a:cubicBezTo>
                    <a:cubicBezTo>
                      <a:pt x="18961" y="18924"/>
                      <a:pt x="19184" y="18438"/>
                      <a:pt x="19147" y="17839"/>
                    </a:cubicBezTo>
                    <a:cubicBezTo>
                      <a:pt x="19110" y="17244"/>
                      <a:pt x="18830" y="16764"/>
                      <a:pt x="18520" y="16764"/>
                    </a:cubicBezTo>
                    <a:close/>
                    <a:moveTo>
                      <a:pt x="19894" y="16764"/>
                    </a:moveTo>
                    <a:cubicBezTo>
                      <a:pt x="19585" y="16764"/>
                      <a:pt x="19362" y="17244"/>
                      <a:pt x="19400" y="17839"/>
                    </a:cubicBezTo>
                    <a:cubicBezTo>
                      <a:pt x="19438" y="18438"/>
                      <a:pt x="19724" y="18924"/>
                      <a:pt x="20037" y="18924"/>
                    </a:cubicBezTo>
                    <a:cubicBezTo>
                      <a:pt x="20349" y="18924"/>
                      <a:pt x="20570" y="18438"/>
                      <a:pt x="20529" y="17839"/>
                    </a:cubicBezTo>
                    <a:cubicBezTo>
                      <a:pt x="20488" y="17244"/>
                      <a:pt x="20203" y="16764"/>
                      <a:pt x="19894" y="16764"/>
                    </a:cubicBezTo>
                    <a:close/>
                    <a:moveTo>
                      <a:pt x="602" y="19382"/>
                    </a:moveTo>
                    <a:cubicBezTo>
                      <a:pt x="288" y="19382"/>
                      <a:pt x="19" y="19875"/>
                      <a:pt x="1" y="20486"/>
                    </a:cubicBezTo>
                    <a:cubicBezTo>
                      <a:pt x="-17" y="21100"/>
                      <a:pt x="225" y="21600"/>
                      <a:pt x="542" y="21600"/>
                    </a:cubicBezTo>
                    <a:cubicBezTo>
                      <a:pt x="859" y="21600"/>
                      <a:pt x="1128" y="21100"/>
                      <a:pt x="1143" y="20486"/>
                    </a:cubicBezTo>
                    <a:cubicBezTo>
                      <a:pt x="1158" y="19875"/>
                      <a:pt x="916" y="19382"/>
                      <a:pt x="602" y="19382"/>
                    </a:cubicBezTo>
                    <a:close/>
                    <a:moveTo>
                      <a:pt x="1974" y="19382"/>
                    </a:moveTo>
                    <a:cubicBezTo>
                      <a:pt x="1660" y="19382"/>
                      <a:pt x="1395" y="19875"/>
                      <a:pt x="1381" y="20486"/>
                    </a:cubicBezTo>
                    <a:cubicBezTo>
                      <a:pt x="1366" y="21100"/>
                      <a:pt x="1612" y="21600"/>
                      <a:pt x="1929" y="21600"/>
                    </a:cubicBezTo>
                    <a:cubicBezTo>
                      <a:pt x="2246" y="21600"/>
                      <a:pt x="2512" y="21100"/>
                      <a:pt x="2523" y="20486"/>
                    </a:cubicBezTo>
                    <a:cubicBezTo>
                      <a:pt x="2533" y="19875"/>
                      <a:pt x="2287" y="19382"/>
                      <a:pt x="1974" y="19382"/>
                    </a:cubicBezTo>
                    <a:close/>
                    <a:moveTo>
                      <a:pt x="8940" y="19382"/>
                    </a:moveTo>
                    <a:cubicBezTo>
                      <a:pt x="8626" y="19382"/>
                      <a:pt x="8377" y="19875"/>
                      <a:pt x="8383" y="20486"/>
                    </a:cubicBezTo>
                    <a:cubicBezTo>
                      <a:pt x="8389" y="21100"/>
                      <a:pt x="8651" y="21600"/>
                      <a:pt x="8968" y="21600"/>
                    </a:cubicBezTo>
                    <a:cubicBezTo>
                      <a:pt x="9285" y="21600"/>
                      <a:pt x="9534" y="21100"/>
                      <a:pt x="9524" y="20486"/>
                    </a:cubicBezTo>
                    <a:cubicBezTo>
                      <a:pt x="9514" y="19875"/>
                      <a:pt x="9253" y="19382"/>
                      <a:pt x="8940" y="19382"/>
                    </a:cubicBezTo>
                    <a:close/>
                    <a:moveTo>
                      <a:pt x="10333" y="19382"/>
                    </a:moveTo>
                    <a:cubicBezTo>
                      <a:pt x="10020" y="19382"/>
                      <a:pt x="9773" y="19875"/>
                      <a:pt x="9783" y="20486"/>
                    </a:cubicBezTo>
                    <a:cubicBezTo>
                      <a:pt x="9794" y="21100"/>
                      <a:pt x="10060" y="21600"/>
                      <a:pt x="10376" y="21600"/>
                    </a:cubicBezTo>
                    <a:cubicBezTo>
                      <a:pt x="10693" y="21600"/>
                      <a:pt x="10939" y="21100"/>
                      <a:pt x="10925" y="20486"/>
                    </a:cubicBezTo>
                    <a:cubicBezTo>
                      <a:pt x="10911" y="19875"/>
                      <a:pt x="10647" y="19382"/>
                      <a:pt x="10333" y="19382"/>
                    </a:cubicBezTo>
                    <a:close/>
                    <a:moveTo>
                      <a:pt x="11727" y="19382"/>
                    </a:moveTo>
                    <a:cubicBezTo>
                      <a:pt x="11414" y="19382"/>
                      <a:pt x="11170" y="19875"/>
                      <a:pt x="11184" y="20486"/>
                    </a:cubicBezTo>
                    <a:cubicBezTo>
                      <a:pt x="11199" y="21100"/>
                      <a:pt x="11468" y="21600"/>
                      <a:pt x="11785" y="21600"/>
                    </a:cubicBezTo>
                    <a:cubicBezTo>
                      <a:pt x="12101" y="21600"/>
                      <a:pt x="12344" y="21100"/>
                      <a:pt x="12326" y="20486"/>
                    </a:cubicBezTo>
                    <a:cubicBezTo>
                      <a:pt x="12309" y="19875"/>
                      <a:pt x="12040" y="19382"/>
                      <a:pt x="11727" y="19382"/>
                    </a:cubicBezTo>
                    <a:close/>
                    <a:moveTo>
                      <a:pt x="13120" y="19382"/>
                    </a:moveTo>
                    <a:cubicBezTo>
                      <a:pt x="12806" y="19382"/>
                      <a:pt x="12567" y="19875"/>
                      <a:pt x="12586" y="20486"/>
                    </a:cubicBezTo>
                    <a:cubicBezTo>
                      <a:pt x="12604" y="21100"/>
                      <a:pt x="12876" y="21600"/>
                      <a:pt x="13193" y="21600"/>
                    </a:cubicBezTo>
                    <a:cubicBezTo>
                      <a:pt x="13510" y="21600"/>
                      <a:pt x="13749" y="21100"/>
                      <a:pt x="13727" y="20486"/>
                    </a:cubicBezTo>
                    <a:cubicBezTo>
                      <a:pt x="13705" y="19875"/>
                      <a:pt x="13433" y="19382"/>
                      <a:pt x="13120" y="19382"/>
                    </a:cubicBezTo>
                    <a:close/>
                    <a:moveTo>
                      <a:pt x="14513" y="19382"/>
                    </a:moveTo>
                    <a:cubicBezTo>
                      <a:pt x="14200" y="19382"/>
                      <a:pt x="13964" y="19875"/>
                      <a:pt x="13986" y="20486"/>
                    </a:cubicBezTo>
                    <a:cubicBezTo>
                      <a:pt x="14009" y="21100"/>
                      <a:pt x="14285" y="21600"/>
                      <a:pt x="14601" y="21600"/>
                    </a:cubicBezTo>
                    <a:cubicBezTo>
                      <a:pt x="14918" y="21600"/>
                      <a:pt x="15153" y="21100"/>
                      <a:pt x="15127" y="20486"/>
                    </a:cubicBezTo>
                    <a:cubicBezTo>
                      <a:pt x="15102" y="19875"/>
                      <a:pt x="14827" y="19382"/>
                      <a:pt x="14513" y="19382"/>
                    </a:cubicBezTo>
                    <a:close/>
                    <a:moveTo>
                      <a:pt x="15907" y="19382"/>
                    </a:moveTo>
                    <a:cubicBezTo>
                      <a:pt x="15594" y="19382"/>
                      <a:pt x="15361" y="19875"/>
                      <a:pt x="15387" y="20486"/>
                    </a:cubicBezTo>
                    <a:cubicBezTo>
                      <a:pt x="15414" y="21100"/>
                      <a:pt x="15693" y="21600"/>
                      <a:pt x="16009" y="21600"/>
                    </a:cubicBezTo>
                    <a:cubicBezTo>
                      <a:pt x="16326" y="21600"/>
                      <a:pt x="16559" y="21100"/>
                      <a:pt x="16529" y="20486"/>
                    </a:cubicBezTo>
                    <a:cubicBezTo>
                      <a:pt x="16499" y="19875"/>
                      <a:pt x="16221" y="19382"/>
                      <a:pt x="15907" y="19382"/>
                    </a:cubicBezTo>
                    <a:close/>
                    <a:moveTo>
                      <a:pt x="17301" y="19382"/>
                    </a:moveTo>
                    <a:cubicBezTo>
                      <a:pt x="16987" y="19382"/>
                      <a:pt x="16758" y="19875"/>
                      <a:pt x="16789" y="20486"/>
                    </a:cubicBezTo>
                    <a:cubicBezTo>
                      <a:pt x="16819" y="21100"/>
                      <a:pt x="17101" y="21600"/>
                      <a:pt x="17419" y="21600"/>
                    </a:cubicBezTo>
                    <a:cubicBezTo>
                      <a:pt x="17735" y="21600"/>
                      <a:pt x="17965" y="21100"/>
                      <a:pt x="17931" y="20486"/>
                    </a:cubicBezTo>
                    <a:cubicBezTo>
                      <a:pt x="17897" y="19875"/>
                      <a:pt x="17614" y="19382"/>
                      <a:pt x="17301" y="19382"/>
                    </a:cubicBezTo>
                    <a:close/>
                    <a:moveTo>
                      <a:pt x="20069" y="19382"/>
                    </a:moveTo>
                    <a:cubicBezTo>
                      <a:pt x="19756" y="19382"/>
                      <a:pt x="19532" y="19875"/>
                      <a:pt x="19571" y="20486"/>
                    </a:cubicBezTo>
                    <a:cubicBezTo>
                      <a:pt x="19610" y="21100"/>
                      <a:pt x="19899" y="21600"/>
                      <a:pt x="20216" y="21600"/>
                    </a:cubicBezTo>
                    <a:cubicBezTo>
                      <a:pt x="20532" y="21600"/>
                      <a:pt x="20755" y="21100"/>
                      <a:pt x="20713" y="20486"/>
                    </a:cubicBezTo>
                    <a:cubicBezTo>
                      <a:pt x="20671" y="19875"/>
                      <a:pt x="20382" y="19382"/>
                      <a:pt x="20069" y="19382"/>
                    </a:cubicBezTo>
                    <a:close/>
                  </a:path>
                </a:pathLst>
              </a:custGeom>
              <a:solidFill>
                <a:srgbClr val="33B9A0">
                  <a:alpha val="74902"/>
                </a:srgbClr>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defRPr sz="1400">
                    <a:solidFill>
                      <a:srgbClr val="FFFFFF"/>
                    </a:solidFill>
                    <a:effectLst>
                      <a:outerShdw blurRad="38100" dist="12700" dir="5400000" rotWithShape="0">
                        <a:srgbClr val="000000">
                          <a:alpha val="50000"/>
                        </a:srgbClr>
                      </a:outerShdw>
                    </a:effectLst>
                  </a:defRPr>
                </a:pPr>
                <a:endParaRPr sz="637">
                  <a:solidFill>
                    <a:srgbClr val="FFFFFF"/>
                  </a:solidFill>
                  <a:effectLst>
                    <a:outerShdw blurRad="38100" dist="12700" dir="5400000" rotWithShape="0">
                      <a:srgbClr val="000000">
                        <a:alpha val="50000"/>
                      </a:srgbClr>
                    </a:outerShdw>
                  </a:effectLst>
                  <a:latin typeface="Calibri"/>
                </a:endParaRPr>
              </a:p>
            </p:txBody>
          </p:sp>
          <p:sp>
            <p:nvSpPr>
              <p:cNvPr id="18" name="Shape 8">
                <a:extLst>
                  <a:ext uri="{FF2B5EF4-FFF2-40B4-BE49-F238E27FC236}">
                    <a16:creationId xmlns:a16="http://schemas.microsoft.com/office/drawing/2014/main" id="{5365023D-909F-3ED5-293D-A4ED4EFAFC82}"/>
                  </a:ext>
                </a:extLst>
              </p:cNvPr>
              <p:cNvSpPr/>
              <p:nvPr/>
            </p:nvSpPr>
            <p:spPr>
              <a:xfrm>
                <a:off x="6796971" y="1532267"/>
                <a:ext cx="3901426" cy="2212184"/>
              </a:xfrm>
              <a:custGeom>
                <a:avLst/>
                <a:gdLst/>
                <a:ahLst/>
                <a:cxnLst>
                  <a:cxn ang="0">
                    <a:pos x="wd2" y="hd2"/>
                  </a:cxn>
                  <a:cxn ang="5400000">
                    <a:pos x="wd2" y="hd2"/>
                  </a:cxn>
                  <a:cxn ang="10800000">
                    <a:pos x="wd2" y="hd2"/>
                  </a:cxn>
                  <a:cxn ang="16200000">
                    <a:pos x="wd2" y="hd2"/>
                  </a:cxn>
                </a:cxnLst>
                <a:rect l="0" t="0" r="r" b="b"/>
                <a:pathLst>
                  <a:path w="21530" h="21600" extrusionOk="0">
                    <a:moveTo>
                      <a:pt x="2112" y="0"/>
                    </a:moveTo>
                    <a:cubicBezTo>
                      <a:pt x="1958" y="0"/>
                      <a:pt x="1849" y="129"/>
                      <a:pt x="1867" y="289"/>
                    </a:cubicBezTo>
                    <a:cubicBezTo>
                      <a:pt x="1886" y="449"/>
                      <a:pt x="2027" y="580"/>
                      <a:pt x="2182" y="580"/>
                    </a:cubicBezTo>
                    <a:cubicBezTo>
                      <a:pt x="2337" y="580"/>
                      <a:pt x="2446" y="449"/>
                      <a:pt x="2426" y="289"/>
                    </a:cubicBezTo>
                    <a:cubicBezTo>
                      <a:pt x="2406" y="129"/>
                      <a:pt x="2265" y="0"/>
                      <a:pt x="2112" y="0"/>
                    </a:cubicBezTo>
                    <a:close/>
                    <a:moveTo>
                      <a:pt x="2802" y="0"/>
                    </a:moveTo>
                    <a:cubicBezTo>
                      <a:pt x="2648" y="0"/>
                      <a:pt x="2539" y="129"/>
                      <a:pt x="2560" y="289"/>
                    </a:cubicBezTo>
                    <a:cubicBezTo>
                      <a:pt x="2580" y="449"/>
                      <a:pt x="2723" y="580"/>
                      <a:pt x="2878" y="580"/>
                    </a:cubicBezTo>
                    <a:cubicBezTo>
                      <a:pt x="3033" y="580"/>
                      <a:pt x="3141" y="449"/>
                      <a:pt x="3119" y="289"/>
                    </a:cubicBezTo>
                    <a:cubicBezTo>
                      <a:pt x="3097" y="129"/>
                      <a:pt x="2955" y="0"/>
                      <a:pt x="2802" y="0"/>
                    </a:cubicBezTo>
                    <a:close/>
                    <a:moveTo>
                      <a:pt x="8246" y="0"/>
                    </a:moveTo>
                    <a:cubicBezTo>
                      <a:pt x="8092" y="0"/>
                      <a:pt x="7995" y="129"/>
                      <a:pt x="8030" y="289"/>
                    </a:cubicBezTo>
                    <a:cubicBezTo>
                      <a:pt x="8064" y="449"/>
                      <a:pt x="8218" y="580"/>
                      <a:pt x="8373" y="580"/>
                    </a:cubicBezTo>
                    <a:cubicBezTo>
                      <a:pt x="8529" y="580"/>
                      <a:pt x="8625" y="449"/>
                      <a:pt x="8589" y="289"/>
                    </a:cubicBezTo>
                    <a:cubicBezTo>
                      <a:pt x="8553" y="129"/>
                      <a:pt x="8400" y="0"/>
                      <a:pt x="8246" y="0"/>
                    </a:cubicBezTo>
                    <a:close/>
                    <a:moveTo>
                      <a:pt x="818" y="726"/>
                    </a:moveTo>
                    <a:cubicBezTo>
                      <a:pt x="663" y="726"/>
                      <a:pt x="549" y="858"/>
                      <a:pt x="565" y="1021"/>
                    </a:cubicBezTo>
                    <a:cubicBezTo>
                      <a:pt x="580" y="1186"/>
                      <a:pt x="719" y="1319"/>
                      <a:pt x="877" y="1319"/>
                    </a:cubicBezTo>
                    <a:cubicBezTo>
                      <a:pt x="1034" y="1319"/>
                      <a:pt x="1147" y="1186"/>
                      <a:pt x="1130" y="1021"/>
                    </a:cubicBezTo>
                    <a:cubicBezTo>
                      <a:pt x="1113" y="858"/>
                      <a:pt x="974" y="726"/>
                      <a:pt x="818" y="726"/>
                    </a:cubicBezTo>
                    <a:close/>
                    <a:moveTo>
                      <a:pt x="1508" y="726"/>
                    </a:moveTo>
                    <a:cubicBezTo>
                      <a:pt x="1352" y="726"/>
                      <a:pt x="1240" y="858"/>
                      <a:pt x="1257" y="1021"/>
                    </a:cubicBezTo>
                    <a:cubicBezTo>
                      <a:pt x="1274" y="1186"/>
                      <a:pt x="1416" y="1319"/>
                      <a:pt x="1573" y="1319"/>
                    </a:cubicBezTo>
                    <a:cubicBezTo>
                      <a:pt x="1730" y="1319"/>
                      <a:pt x="1842" y="1186"/>
                      <a:pt x="1823" y="1021"/>
                    </a:cubicBezTo>
                    <a:cubicBezTo>
                      <a:pt x="1804" y="858"/>
                      <a:pt x="1663" y="726"/>
                      <a:pt x="1508" y="726"/>
                    </a:cubicBezTo>
                    <a:close/>
                    <a:moveTo>
                      <a:pt x="5643" y="726"/>
                    </a:moveTo>
                    <a:cubicBezTo>
                      <a:pt x="5487" y="726"/>
                      <a:pt x="5384" y="858"/>
                      <a:pt x="5412" y="1021"/>
                    </a:cubicBezTo>
                    <a:cubicBezTo>
                      <a:pt x="5440" y="1186"/>
                      <a:pt x="5590" y="1319"/>
                      <a:pt x="5748" y="1319"/>
                    </a:cubicBezTo>
                    <a:cubicBezTo>
                      <a:pt x="5904" y="1319"/>
                      <a:pt x="6007" y="1186"/>
                      <a:pt x="5978" y="1021"/>
                    </a:cubicBezTo>
                    <a:cubicBezTo>
                      <a:pt x="5948" y="858"/>
                      <a:pt x="5798" y="726"/>
                      <a:pt x="5643" y="726"/>
                    </a:cubicBezTo>
                    <a:close/>
                    <a:moveTo>
                      <a:pt x="6333" y="726"/>
                    </a:moveTo>
                    <a:cubicBezTo>
                      <a:pt x="6177" y="726"/>
                      <a:pt x="6075" y="858"/>
                      <a:pt x="6105" y="1021"/>
                    </a:cubicBezTo>
                    <a:cubicBezTo>
                      <a:pt x="6135" y="1186"/>
                      <a:pt x="6286" y="1319"/>
                      <a:pt x="6443" y="1319"/>
                    </a:cubicBezTo>
                    <a:cubicBezTo>
                      <a:pt x="6600" y="1319"/>
                      <a:pt x="6702" y="1186"/>
                      <a:pt x="6670" y="1021"/>
                    </a:cubicBezTo>
                    <a:cubicBezTo>
                      <a:pt x="6639" y="858"/>
                      <a:pt x="6488" y="726"/>
                      <a:pt x="6333" y="726"/>
                    </a:cubicBezTo>
                    <a:close/>
                    <a:moveTo>
                      <a:pt x="7034" y="726"/>
                    </a:moveTo>
                    <a:cubicBezTo>
                      <a:pt x="6878" y="726"/>
                      <a:pt x="6777" y="858"/>
                      <a:pt x="6809" y="1021"/>
                    </a:cubicBezTo>
                    <a:cubicBezTo>
                      <a:pt x="6841" y="1186"/>
                      <a:pt x="6994" y="1319"/>
                      <a:pt x="7151" y="1319"/>
                    </a:cubicBezTo>
                    <a:cubicBezTo>
                      <a:pt x="7308" y="1319"/>
                      <a:pt x="7408" y="1186"/>
                      <a:pt x="7375" y="1021"/>
                    </a:cubicBezTo>
                    <a:cubicBezTo>
                      <a:pt x="7341" y="858"/>
                      <a:pt x="7189" y="726"/>
                      <a:pt x="7034" y="726"/>
                    </a:cubicBezTo>
                    <a:close/>
                    <a:moveTo>
                      <a:pt x="7723" y="726"/>
                    </a:moveTo>
                    <a:cubicBezTo>
                      <a:pt x="7568" y="726"/>
                      <a:pt x="7468" y="858"/>
                      <a:pt x="7502" y="1021"/>
                    </a:cubicBezTo>
                    <a:cubicBezTo>
                      <a:pt x="7535" y="1186"/>
                      <a:pt x="7690" y="1319"/>
                      <a:pt x="7847" y="1319"/>
                    </a:cubicBezTo>
                    <a:cubicBezTo>
                      <a:pt x="8004" y="1319"/>
                      <a:pt x="8102" y="1186"/>
                      <a:pt x="8067" y="1021"/>
                    </a:cubicBezTo>
                    <a:cubicBezTo>
                      <a:pt x="8032" y="858"/>
                      <a:pt x="7878" y="726"/>
                      <a:pt x="7723" y="726"/>
                    </a:cubicBezTo>
                    <a:close/>
                    <a:moveTo>
                      <a:pt x="8412" y="726"/>
                    </a:moveTo>
                    <a:cubicBezTo>
                      <a:pt x="8257" y="726"/>
                      <a:pt x="8159" y="858"/>
                      <a:pt x="8195" y="1021"/>
                    </a:cubicBezTo>
                    <a:cubicBezTo>
                      <a:pt x="8230" y="1186"/>
                      <a:pt x="8386" y="1319"/>
                      <a:pt x="8543" y="1319"/>
                    </a:cubicBezTo>
                    <a:cubicBezTo>
                      <a:pt x="8700" y="1319"/>
                      <a:pt x="8797" y="1186"/>
                      <a:pt x="8760" y="1021"/>
                    </a:cubicBezTo>
                    <a:cubicBezTo>
                      <a:pt x="8723" y="858"/>
                      <a:pt x="8568" y="726"/>
                      <a:pt x="8412" y="726"/>
                    </a:cubicBezTo>
                    <a:close/>
                    <a:moveTo>
                      <a:pt x="9101" y="726"/>
                    </a:moveTo>
                    <a:cubicBezTo>
                      <a:pt x="8946" y="726"/>
                      <a:pt x="8850" y="858"/>
                      <a:pt x="8887" y="1021"/>
                    </a:cubicBezTo>
                    <a:cubicBezTo>
                      <a:pt x="8925" y="1186"/>
                      <a:pt x="9082" y="1319"/>
                      <a:pt x="9238" y="1319"/>
                    </a:cubicBezTo>
                    <a:cubicBezTo>
                      <a:pt x="9396" y="1319"/>
                      <a:pt x="9491" y="1186"/>
                      <a:pt x="9453" y="1021"/>
                    </a:cubicBezTo>
                    <a:cubicBezTo>
                      <a:pt x="9414" y="858"/>
                      <a:pt x="9257" y="726"/>
                      <a:pt x="9101" y="726"/>
                    </a:cubicBezTo>
                    <a:close/>
                    <a:moveTo>
                      <a:pt x="9791" y="726"/>
                    </a:moveTo>
                    <a:cubicBezTo>
                      <a:pt x="9636" y="726"/>
                      <a:pt x="9541" y="858"/>
                      <a:pt x="9580" y="1021"/>
                    </a:cubicBezTo>
                    <a:cubicBezTo>
                      <a:pt x="9619" y="1186"/>
                      <a:pt x="9778" y="1319"/>
                      <a:pt x="9935" y="1319"/>
                    </a:cubicBezTo>
                    <a:cubicBezTo>
                      <a:pt x="10092" y="1319"/>
                      <a:pt x="10186" y="1186"/>
                      <a:pt x="10146" y="1021"/>
                    </a:cubicBezTo>
                    <a:cubicBezTo>
                      <a:pt x="10105" y="858"/>
                      <a:pt x="9947" y="726"/>
                      <a:pt x="9791" y="726"/>
                    </a:cubicBezTo>
                    <a:close/>
                    <a:moveTo>
                      <a:pt x="11171" y="726"/>
                    </a:moveTo>
                    <a:cubicBezTo>
                      <a:pt x="11015" y="726"/>
                      <a:pt x="10923" y="858"/>
                      <a:pt x="10966" y="1021"/>
                    </a:cubicBezTo>
                    <a:cubicBezTo>
                      <a:pt x="11008" y="1186"/>
                      <a:pt x="11170" y="1319"/>
                      <a:pt x="11327" y="1319"/>
                    </a:cubicBezTo>
                    <a:cubicBezTo>
                      <a:pt x="11484" y="1319"/>
                      <a:pt x="11575" y="1186"/>
                      <a:pt x="11531" y="1021"/>
                    </a:cubicBezTo>
                    <a:cubicBezTo>
                      <a:pt x="11487" y="858"/>
                      <a:pt x="11326" y="726"/>
                      <a:pt x="11171" y="726"/>
                    </a:cubicBezTo>
                    <a:close/>
                    <a:moveTo>
                      <a:pt x="11860" y="726"/>
                    </a:moveTo>
                    <a:cubicBezTo>
                      <a:pt x="11705" y="726"/>
                      <a:pt x="11614" y="858"/>
                      <a:pt x="11659" y="1021"/>
                    </a:cubicBezTo>
                    <a:cubicBezTo>
                      <a:pt x="11703" y="1186"/>
                      <a:pt x="11866" y="1319"/>
                      <a:pt x="12023" y="1319"/>
                    </a:cubicBezTo>
                    <a:cubicBezTo>
                      <a:pt x="12180" y="1319"/>
                      <a:pt x="12270" y="1186"/>
                      <a:pt x="12224" y="1021"/>
                    </a:cubicBezTo>
                    <a:cubicBezTo>
                      <a:pt x="12179" y="858"/>
                      <a:pt x="12016" y="726"/>
                      <a:pt x="11860" y="726"/>
                    </a:cubicBezTo>
                    <a:close/>
                    <a:moveTo>
                      <a:pt x="13929" y="726"/>
                    </a:moveTo>
                    <a:cubicBezTo>
                      <a:pt x="13774" y="726"/>
                      <a:pt x="13688" y="858"/>
                      <a:pt x="13737" y="1021"/>
                    </a:cubicBezTo>
                    <a:cubicBezTo>
                      <a:pt x="13787" y="1186"/>
                      <a:pt x="13955" y="1319"/>
                      <a:pt x="14112" y="1319"/>
                    </a:cubicBezTo>
                    <a:cubicBezTo>
                      <a:pt x="14269" y="1319"/>
                      <a:pt x="14355" y="1186"/>
                      <a:pt x="14303" y="1021"/>
                    </a:cubicBezTo>
                    <a:cubicBezTo>
                      <a:pt x="14252" y="858"/>
                      <a:pt x="14085" y="726"/>
                      <a:pt x="13929" y="726"/>
                    </a:cubicBezTo>
                    <a:close/>
                    <a:moveTo>
                      <a:pt x="14619" y="726"/>
                    </a:moveTo>
                    <a:cubicBezTo>
                      <a:pt x="14463" y="726"/>
                      <a:pt x="14379" y="858"/>
                      <a:pt x="14431" y="1021"/>
                    </a:cubicBezTo>
                    <a:cubicBezTo>
                      <a:pt x="14482" y="1186"/>
                      <a:pt x="14652" y="1319"/>
                      <a:pt x="14809" y="1319"/>
                    </a:cubicBezTo>
                    <a:cubicBezTo>
                      <a:pt x="14966" y="1319"/>
                      <a:pt x="15049" y="1186"/>
                      <a:pt x="14996" y="1021"/>
                    </a:cubicBezTo>
                    <a:cubicBezTo>
                      <a:pt x="14943" y="858"/>
                      <a:pt x="14775" y="726"/>
                      <a:pt x="14619" y="726"/>
                    </a:cubicBezTo>
                    <a:close/>
                    <a:moveTo>
                      <a:pt x="891" y="1453"/>
                    </a:moveTo>
                    <a:cubicBezTo>
                      <a:pt x="734" y="1453"/>
                      <a:pt x="619" y="1588"/>
                      <a:pt x="635" y="1755"/>
                    </a:cubicBezTo>
                    <a:cubicBezTo>
                      <a:pt x="651" y="1923"/>
                      <a:pt x="792" y="2060"/>
                      <a:pt x="951" y="2060"/>
                    </a:cubicBezTo>
                    <a:cubicBezTo>
                      <a:pt x="1110" y="2060"/>
                      <a:pt x="1224" y="1923"/>
                      <a:pt x="1207" y="1755"/>
                    </a:cubicBezTo>
                    <a:cubicBezTo>
                      <a:pt x="1190" y="1588"/>
                      <a:pt x="1048" y="1453"/>
                      <a:pt x="891" y="1453"/>
                    </a:cubicBezTo>
                    <a:close/>
                    <a:moveTo>
                      <a:pt x="2293" y="1453"/>
                    </a:moveTo>
                    <a:cubicBezTo>
                      <a:pt x="2135" y="1453"/>
                      <a:pt x="2024" y="1588"/>
                      <a:pt x="2043" y="1755"/>
                    </a:cubicBezTo>
                    <a:cubicBezTo>
                      <a:pt x="2063" y="1923"/>
                      <a:pt x="2207" y="2060"/>
                      <a:pt x="2366" y="2060"/>
                    </a:cubicBezTo>
                    <a:cubicBezTo>
                      <a:pt x="2525" y="2060"/>
                      <a:pt x="2636" y="1923"/>
                      <a:pt x="2615" y="1755"/>
                    </a:cubicBezTo>
                    <a:cubicBezTo>
                      <a:pt x="2595" y="1588"/>
                      <a:pt x="2450" y="1453"/>
                      <a:pt x="2293" y="1453"/>
                    </a:cubicBezTo>
                    <a:close/>
                    <a:moveTo>
                      <a:pt x="2982" y="1453"/>
                    </a:moveTo>
                    <a:cubicBezTo>
                      <a:pt x="2825" y="1453"/>
                      <a:pt x="2714" y="1588"/>
                      <a:pt x="2736" y="1755"/>
                    </a:cubicBezTo>
                    <a:cubicBezTo>
                      <a:pt x="2757" y="1923"/>
                      <a:pt x="2904" y="2060"/>
                      <a:pt x="3063" y="2060"/>
                    </a:cubicBezTo>
                    <a:cubicBezTo>
                      <a:pt x="3221" y="2060"/>
                      <a:pt x="3331" y="1923"/>
                      <a:pt x="3308" y="1755"/>
                    </a:cubicBezTo>
                    <a:cubicBezTo>
                      <a:pt x="3285" y="1588"/>
                      <a:pt x="3139" y="1453"/>
                      <a:pt x="2982" y="1453"/>
                    </a:cubicBezTo>
                    <a:close/>
                    <a:moveTo>
                      <a:pt x="3683" y="1453"/>
                    </a:moveTo>
                    <a:cubicBezTo>
                      <a:pt x="3525" y="1453"/>
                      <a:pt x="3417" y="1588"/>
                      <a:pt x="3440" y="1755"/>
                    </a:cubicBezTo>
                    <a:cubicBezTo>
                      <a:pt x="3463" y="1923"/>
                      <a:pt x="3611" y="2060"/>
                      <a:pt x="3770" y="2060"/>
                    </a:cubicBezTo>
                    <a:cubicBezTo>
                      <a:pt x="3928" y="2060"/>
                      <a:pt x="4037" y="1923"/>
                      <a:pt x="4012" y="1755"/>
                    </a:cubicBezTo>
                    <a:cubicBezTo>
                      <a:pt x="3988" y="1588"/>
                      <a:pt x="3840" y="1453"/>
                      <a:pt x="3683" y="1453"/>
                    </a:cubicBezTo>
                    <a:close/>
                    <a:moveTo>
                      <a:pt x="5073" y="1453"/>
                    </a:moveTo>
                    <a:cubicBezTo>
                      <a:pt x="4916" y="1453"/>
                      <a:pt x="4810" y="1588"/>
                      <a:pt x="4837" y="1755"/>
                    </a:cubicBezTo>
                    <a:cubicBezTo>
                      <a:pt x="4864" y="1923"/>
                      <a:pt x="5014" y="2060"/>
                      <a:pt x="5174" y="2060"/>
                    </a:cubicBezTo>
                    <a:cubicBezTo>
                      <a:pt x="5332" y="2060"/>
                      <a:pt x="5438" y="1923"/>
                      <a:pt x="5409" y="1755"/>
                    </a:cubicBezTo>
                    <a:cubicBezTo>
                      <a:pt x="5381" y="1588"/>
                      <a:pt x="5231" y="1453"/>
                      <a:pt x="5073" y="1453"/>
                    </a:cubicBezTo>
                    <a:close/>
                    <a:moveTo>
                      <a:pt x="5774" y="1453"/>
                    </a:moveTo>
                    <a:cubicBezTo>
                      <a:pt x="5617" y="1453"/>
                      <a:pt x="5512" y="1588"/>
                      <a:pt x="5541" y="1755"/>
                    </a:cubicBezTo>
                    <a:cubicBezTo>
                      <a:pt x="5570" y="1923"/>
                      <a:pt x="5722" y="2060"/>
                      <a:pt x="5881" y="2060"/>
                    </a:cubicBezTo>
                    <a:cubicBezTo>
                      <a:pt x="6040" y="2060"/>
                      <a:pt x="6144" y="1923"/>
                      <a:pt x="6113" y="1755"/>
                    </a:cubicBezTo>
                    <a:cubicBezTo>
                      <a:pt x="6083" y="1588"/>
                      <a:pt x="5931" y="1453"/>
                      <a:pt x="5774" y="1453"/>
                    </a:cubicBezTo>
                    <a:close/>
                    <a:moveTo>
                      <a:pt x="6475" y="1453"/>
                    </a:moveTo>
                    <a:cubicBezTo>
                      <a:pt x="6318" y="1453"/>
                      <a:pt x="6215" y="1588"/>
                      <a:pt x="6246" y="1755"/>
                    </a:cubicBezTo>
                    <a:cubicBezTo>
                      <a:pt x="6276" y="1923"/>
                      <a:pt x="6430" y="2060"/>
                      <a:pt x="6589" y="2060"/>
                    </a:cubicBezTo>
                    <a:cubicBezTo>
                      <a:pt x="6748" y="2060"/>
                      <a:pt x="6850" y="1923"/>
                      <a:pt x="6818" y="1755"/>
                    </a:cubicBezTo>
                    <a:cubicBezTo>
                      <a:pt x="6786" y="1588"/>
                      <a:pt x="6633" y="1453"/>
                      <a:pt x="6475" y="1453"/>
                    </a:cubicBezTo>
                    <a:close/>
                    <a:moveTo>
                      <a:pt x="7176" y="1453"/>
                    </a:moveTo>
                    <a:cubicBezTo>
                      <a:pt x="7019" y="1453"/>
                      <a:pt x="6917" y="1588"/>
                      <a:pt x="6950" y="1755"/>
                    </a:cubicBezTo>
                    <a:cubicBezTo>
                      <a:pt x="6982" y="1923"/>
                      <a:pt x="7138" y="2060"/>
                      <a:pt x="7297" y="2060"/>
                    </a:cubicBezTo>
                    <a:cubicBezTo>
                      <a:pt x="7455" y="2060"/>
                      <a:pt x="7556" y="1923"/>
                      <a:pt x="7522" y="1755"/>
                    </a:cubicBezTo>
                    <a:cubicBezTo>
                      <a:pt x="7488" y="1588"/>
                      <a:pt x="7334" y="1453"/>
                      <a:pt x="7176" y="1453"/>
                    </a:cubicBezTo>
                    <a:close/>
                    <a:moveTo>
                      <a:pt x="7865" y="1453"/>
                    </a:moveTo>
                    <a:cubicBezTo>
                      <a:pt x="7708" y="1453"/>
                      <a:pt x="7608" y="1588"/>
                      <a:pt x="7643" y="1755"/>
                    </a:cubicBezTo>
                    <a:cubicBezTo>
                      <a:pt x="7677" y="1923"/>
                      <a:pt x="7834" y="2060"/>
                      <a:pt x="7993" y="2060"/>
                    </a:cubicBezTo>
                    <a:cubicBezTo>
                      <a:pt x="8152" y="2060"/>
                      <a:pt x="8251" y="1923"/>
                      <a:pt x="8215" y="1755"/>
                    </a:cubicBezTo>
                    <a:cubicBezTo>
                      <a:pt x="8179" y="1588"/>
                      <a:pt x="8023" y="1453"/>
                      <a:pt x="7865" y="1453"/>
                    </a:cubicBezTo>
                    <a:close/>
                    <a:moveTo>
                      <a:pt x="8567" y="1453"/>
                    </a:moveTo>
                    <a:cubicBezTo>
                      <a:pt x="8409" y="1453"/>
                      <a:pt x="8311" y="1588"/>
                      <a:pt x="8347" y="1755"/>
                    </a:cubicBezTo>
                    <a:cubicBezTo>
                      <a:pt x="8383" y="1923"/>
                      <a:pt x="8542" y="2060"/>
                      <a:pt x="8700" y="2060"/>
                    </a:cubicBezTo>
                    <a:cubicBezTo>
                      <a:pt x="8860" y="2060"/>
                      <a:pt x="8957" y="1923"/>
                      <a:pt x="8919" y="1755"/>
                    </a:cubicBezTo>
                    <a:cubicBezTo>
                      <a:pt x="8882" y="1588"/>
                      <a:pt x="8724" y="1453"/>
                      <a:pt x="8567" y="1453"/>
                    </a:cubicBezTo>
                    <a:close/>
                    <a:moveTo>
                      <a:pt x="9268" y="1453"/>
                    </a:moveTo>
                    <a:cubicBezTo>
                      <a:pt x="9111" y="1453"/>
                      <a:pt x="9014" y="1588"/>
                      <a:pt x="9052" y="1755"/>
                    </a:cubicBezTo>
                    <a:cubicBezTo>
                      <a:pt x="9090" y="1923"/>
                      <a:pt x="9249" y="2060"/>
                      <a:pt x="9408" y="2060"/>
                    </a:cubicBezTo>
                    <a:cubicBezTo>
                      <a:pt x="9567" y="2060"/>
                      <a:pt x="9663" y="1923"/>
                      <a:pt x="9624" y="1755"/>
                    </a:cubicBezTo>
                    <a:cubicBezTo>
                      <a:pt x="9584" y="1588"/>
                      <a:pt x="9425" y="1453"/>
                      <a:pt x="9268" y="1453"/>
                    </a:cubicBezTo>
                    <a:close/>
                    <a:moveTo>
                      <a:pt x="9958" y="1453"/>
                    </a:moveTo>
                    <a:cubicBezTo>
                      <a:pt x="9800" y="1453"/>
                      <a:pt x="9705" y="1588"/>
                      <a:pt x="9745" y="1755"/>
                    </a:cubicBezTo>
                    <a:cubicBezTo>
                      <a:pt x="9785" y="1923"/>
                      <a:pt x="9946" y="2060"/>
                      <a:pt x="10105" y="2060"/>
                    </a:cubicBezTo>
                    <a:cubicBezTo>
                      <a:pt x="10264" y="2060"/>
                      <a:pt x="10358" y="1923"/>
                      <a:pt x="10316" y="1755"/>
                    </a:cubicBezTo>
                    <a:cubicBezTo>
                      <a:pt x="10275" y="1588"/>
                      <a:pt x="10115" y="1453"/>
                      <a:pt x="9958" y="1453"/>
                    </a:cubicBezTo>
                    <a:close/>
                    <a:moveTo>
                      <a:pt x="10659" y="1453"/>
                    </a:moveTo>
                    <a:cubicBezTo>
                      <a:pt x="10501" y="1453"/>
                      <a:pt x="10408" y="1588"/>
                      <a:pt x="10449" y="1755"/>
                    </a:cubicBezTo>
                    <a:cubicBezTo>
                      <a:pt x="10491" y="1923"/>
                      <a:pt x="10653" y="2060"/>
                      <a:pt x="10812" y="2060"/>
                    </a:cubicBezTo>
                    <a:cubicBezTo>
                      <a:pt x="10971" y="2060"/>
                      <a:pt x="11065" y="1923"/>
                      <a:pt x="11021" y="1755"/>
                    </a:cubicBezTo>
                    <a:cubicBezTo>
                      <a:pt x="10978" y="1588"/>
                      <a:pt x="10816" y="1453"/>
                      <a:pt x="10659" y="1453"/>
                    </a:cubicBezTo>
                    <a:close/>
                    <a:moveTo>
                      <a:pt x="11360" y="1453"/>
                    </a:moveTo>
                    <a:cubicBezTo>
                      <a:pt x="11202" y="1453"/>
                      <a:pt x="11110" y="1588"/>
                      <a:pt x="11154" y="1755"/>
                    </a:cubicBezTo>
                    <a:cubicBezTo>
                      <a:pt x="11197" y="1923"/>
                      <a:pt x="11362" y="2060"/>
                      <a:pt x="11521" y="2060"/>
                    </a:cubicBezTo>
                    <a:cubicBezTo>
                      <a:pt x="11679" y="2060"/>
                      <a:pt x="11771" y="1923"/>
                      <a:pt x="11726" y="1755"/>
                    </a:cubicBezTo>
                    <a:cubicBezTo>
                      <a:pt x="11681" y="1588"/>
                      <a:pt x="11517" y="1453"/>
                      <a:pt x="11360" y="1453"/>
                    </a:cubicBezTo>
                    <a:close/>
                    <a:moveTo>
                      <a:pt x="12061" y="1453"/>
                    </a:moveTo>
                    <a:cubicBezTo>
                      <a:pt x="11904" y="1453"/>
                      <a:pt x="11813" y="1588"/>
                      <a:pt x="11859" y="1755"/>
                    </a:cubicBezTo>
                    <a:cubicBezTo>
                      <a:pt x="11904" y="1923"/>
                      <a:pt x="12070" y="2060"/>
                      <a:pt x="12229" y="2060"/>
                    </a:cubicBezTo>
                    <a:cubicBezTo>
                      <a:pt x="12387" y="2060"/>
                      <a:pt x="12478" y="1923"/>
                      <a:pt x="12431" y="1755"/>
                    </a:cubicBezTo>
                    <a:cubicBezTo>
                      <a:pt x="12384" y="1588"/>
                      <a:pt x="12218" y="1453"/>
                      <a:pt x="12061" y="1453"/>
                    </a:cubicBezTo>
                    <a:close/>
                    <a:moveTo>
                      <a:pt x="12751" y="1453"/>
                    </a:moveTo>
                    <a:cubicBezTo>
                      <a:pt x="12594" y="1453"/>
                      <a:pt x="12504" y="1588"/>
                      <a:pt x="12551" y="1755"/>
                    </a:cubicBezTo>
                    <a:cubicBezTo>
                      <a:pt x="12599" y="1923"/>
                      <a:pt x="12766" y="2060"/>
                      <a:pt x="12924" y="2060"/>
                    </a:cubicBezTo>
                    <a:cubicBezTo>
                      <a:pt x="13084" y="2060"/>
                      <a:pt x="13172" y="1923"/>
                      <a:pt x="13123" y="1755"/>
                    </a:cubicBezTo>
                    <a:cubicBezTo>
                      <a:pt x="13075" y="1588"/>
                      <a:pt x="12908" y="1453"/>
                      <a:pt x="12751" y="1453"/>
                    </a:cubicBezTo>
                    <a:close/>
                    <a:moveTo>
                      <a:pt x="13452" y="1453"/>
                    </a:moveTo>
                    <a:cubicBezTo>
                      <a:pt x="13295" y="1453"/>
                      <a:pt x="13207" y="1588"/>
                      <a:pt x="13256" y="1755"/>
                    </a:cubicBezTo>
                    <a:cubicBezTo>
                      <a:pt x="13305" y="1923"/>
                      <a:pt x="13474" y="2060"/>
                      <a:pt x="13633" y="2060"/>
                    </a:cubicBezTo>
                    <a:cubicBezTo>
                      <a:pt x="13792" y="2060"/>
                      <a:pt x="13879" y="1923"/>
                      <a:pt x="13828" y="1755"/>
                    </a:cubicBezTo>
                    <a:cubicBezTo>
                      <a:pt x="13778" y="1588"/>
                      <a:pt x="13610" y="1453"/>
                      <a:pt x="13452" y="1453"/>
                    </a:cubicBezTo>
                    <a:close/>
                    <a:moveTo>
                      <a:pt x="14154" y="1453"/>
                    </a:moveTo>
                    <a:cubicBezTo>
                      <a:pt x="13997" y="1453"/>
                      <a:pt x="13910" y="1588"/>
                      <a:pt x="13961" y="1755"/>
                    </a:cubicBezTo>
                    <a:cubicBezTo>
                      <a:pt x="14012" y="1923"/>
                      <a:pt x="14183" y="2060"/>
                      <a:pt x="14341" y="2060"/>
                    </a:cubicBezTo>
                    <a:cubicBezTo>
                      <a:pt x="14500" y="2060"/>
                      <a:pt x="14586" y="1923"/>
                      <a:pt x="14533" y="1755"/>
                    </a:cubicBezTo>
                    <a:cubicBezTo>
                      <a:pt x="14481" y="1588"/>
                      <a:pt x="14312" y="1453"/>
                      <a:pt x="14154" y="1453"/>
                    </a:cubicBezTo>
                    <a:close/>
                    <a:moveTo>
                      <a:pt x="14844" y="1453"/>
                    </a:moveTo>
                    <a:cubicBezTo>
                      <a:pt x="14686" y="1453"/>
                      <a:pt x="14602" y="1588"/>
                      <a:pt x="14654" y="1755"/>
                    </a:cubicBezTo>
                    <a:cubicBezTo>
                      <a:pt x="14707" y="1923"/>
                      <a:pt x="14879" y="2060"/>
                      <a:pt x="15038" y="2060"/>
                    </a:cubicBezTo>
                    <a:cubicBezTo>
                      <a:pt x="15197" y="2060"/>
                      <a:pt x="15280" y="1923"/>
                      <a:pt x="15226" y="1755"/>
                    </a:cubicBezTo>
                    <a:cubicBezTo>
                      <a:pt x="15172" y="1588"/>
                      <a:pt x="15001" y="1453"/>
                      <a:pt x="14844" y="1453"/>
                    </a:cubicBezTo>
                    <a:close/>
                    <a:moveTo>
                      <a:pt x="15545" y="1453"/>
                    </a:moveTo>
                    <a:cubicBezTo>
                      <a:pt x="15388" y="1453"/>
                      <a:pt x="15304" y="1588"/>
                      <a:pt x="15359" y="1755"/>
                    </a:cubicBezTo>
                    <a:cubicBezTo>
                      <a:pt x="15414" y="1923"/>
                      <a:pt x="15587" y="2060"/>
                      <a:pt x="15746" y="2060"/>
                    </a:cubicBezTo>
                    <a:cubicBezTo>
                      <a:pt x="15905" y="2060"/>
                      <a:pt x="15988" y="1923"/>
                      <a:pt x="15932" y="1755"/>
                    </a:cubicBezTo>
                    <a:cubicBezTo>
                      <a:pt x="15875" y="1588"/>
                      <a:pt x="15703" y="1453"/>
                      <a:pt x="15545" y="1453"/>
                    </a:cubicBezTo>
                    <a:close/>
                    <a:moveTo>
                      <a:pt x="16246" y="1453"/>
                    </a:moveTo>
                    <a:cubicBezTo>
                      <a:pt x="16089" y="1453"/>
                      <a:pt x="16007" y="1588"/>
                      <a:pt x="16064" y="1755"/>
                    </a:cubicBezTo>
                    <a:cubicBezTo>
                      <a:pt x="16121" y="1923"/>
                      <a:pt x="16295" y="2060"/>
                      <a:pt x="16454" y="2060"/>
                    </a:cubicBezTo>
                    <a:cubicBezTo>
                      <a:pt x="16613" y="2060"/>
                      <a:pt x="16694" y="1923"/>
                      <a:pt x="16636" y="1755"/>
                    </a:cubicBezTo>
                    <a:cubicBezTo>
                      <a:pt x="16578" y="1588"/>
                      <a:pt x="16404" y="1453"/>
                      <a:pt x="16246" y="1453"/>
                    </a:cubicBezTo>
                    <a:close/>
                    <a:moveTo>
                      <a:pt x="16937" y="1453"/>
                    </a:moveTo>
                    <a:cubicBezTo>
                      <a:pt x="16780" y="1453"/>
                      <a:pt x="16699" y="1588"/>
                      <a:pt x="16757" y="1755"/>
                    </a:cubicBezTo>
                    <a:cubicBezTo>
                      <a:pt x="16815" y="1923"/>
                      <a:pt x="16992" y="2060"/>
                      <a:pt x="17151" y="2060"/>
                    </a:cubicBezTo>
                    <a:cubicBezTo>
                      <a:pt x="17309" y="2060"/>
                      <a:pt x="17389" y="1923"/>
                      <a:pt x="17329" y="1755"/>
                    </a:cubicBezTo>
                    <a:cubicBezTo>
                      <a:pt x="17270" y="1588"/>
                      <a:pt x="17094" y="1453"/>
                      <a:pt x="16937" y="1453"/>
                    </a:cubicBezTo>
                    <a:close/>
                    <a:moveTo>
                      <a:pt x="17638" y="1453"/>
                    </a:moveTo>
                    <a:cubicBezTo>
                      <a:pt x="17481" y="1453"/>
                      <a:pt x="17402" y="1588"/>
                      <a:pt x="17462" y="1755"/>
                    </a:cubicBezTo>
                    <a:cubicBezTo>
                      <a:pt x="17522" y="1923"/>
                      <a:pt x="17701" y="2060"/>
                      <a:pt x="17859" y="2060"/>
                    </a:cubicBezTo>
                    <a:cubicBezTo>
                      <a:pt x="18018" y="2060"/>
                      <a:pt x="18096" y="1923"/>
                      <a:pt x="18034" y="1755"/>
                    </a:cubicBezTo>
                    <a:cubicBezTo>
                      <a:pt x="17973" y="1588"/>
                      <a:pt x="17795" y="1453"/>
                      <a:pt x="17638" y="1453"/>
                    </a:cubicBezTo>
                    <a:close/>
                    <a:moveTo>
                      <a:pt x="18340" y="1453"/>
                    </a:moveTo>
                    <a:cubicBezTo>
                      <a:pt x="18183" y="1453"/>
                      <a:pt x="18105" y="1588"/>
                      <a:pt x="18167" y="1755"/>
                    </a:cubicBezTo>
                    <a:cubicBezTo>
                      <a:pt x="18229" y="1923"/>
                      <a:pt x="18409" y="2060"/>
                      <a:pt x="18567" y="2060"/>
                    </a:cubicBezTo>
                    <a:cubicBezTo>
                      <a:pt x="18726" y="2060"/>
                      <a:pt x="18803" y="1923"/>
                      <a:pt x="18739" y="1755"/>
                    </a:cubicBezTo>
                    <a:cubicBezTo>
                      <a:pt x="18676" y="1588"/>
                      <a:pt x="18497" y="1453"/>
                      <a:pt x="18340" y="1453"/>
                    </a:cubicBezTo>
                    <a:close/>
                    <a:moveTo>
                      <a:pt x="19030" y="1453"/>
                    </a:moveTo>
                    <a:cubicBezTo>
                      <a:pt x="18872" y="1453"/>
                      <a:pt x="18796" y="1588"/>
                      <a:pt x="18860" y="1755"/>
                    </a:cubicBezTo>
                    <a:cubicBezTo>
                      <a:pt x="18924" y="1923"/>
                      <a:pt x="19105" y="2060"/>
                      <a:pt x="19264" y="2060"/>
                    </a:cubicBezTo>
                    <a:cubicBezTo>
                      <a:pt x="19422" y="2060"/>
                      <a:pt x="19498" y="1923"/>
                      <a:pt x="19432" y="1755"/>
                    </a:cubicBezTo>
                    <a:cubicBezTo>
                      <a:pt x="19367" y="1588"/>
                      <a:pt x="19187" y="1453"/>
                      <a:pt x="19030" y="1453"/>
                    </a:cubicBezTo>
                    <a:close/>
                    <a:moveTo>
                      <a:pt x="264" y="2179"/>
                    </a:moveTo>
                    <a:cubicBezTo>
                      <a:pt x="104" y="2179"/>
                      <a:pt x="-13" y="2317"/>
                      <a:pt x="1" y="2488"/>
                    </a:cubicBezTo>
                    <a:cubicBezTo>
                      <a:pt x="15" y="2660"/>
                      <a:pt x="157" y="2800"/>
                      <a:pt x="318" y="2800"/>
                    </a:cubicBezTo>
                    <a:cubicBezTo>
                      <a:pt x="479" y="2800"/>
                      <a:pt x="596" y="2660"/>
                      <a:pt x="580" y="2488"/>
                    </a:cubicBezTo>
                    <a:cubicBezTo>
                      <a:pt x="564" y="2317"/>
                      <a:pt x="422" y="2179"/>
                      <a:pt x="264" y="2179"/>
                    </a:cubicBezTo>
                    <a:close/>
                    <a:moveTo>
                      <a:pt x="964" y="2179"/>
                    </a:moveTo>
                    <a:cubicBezTo>
                      <a:pt x="805" y="2179"/>
                      <a:pt x="689" y="2317"/>
                      <a:pt x="705" y="2488"/>
                    </a:cubicBezTo>
                    <a:cubicBezTo>
                      <a:pt x="722" y="2660"/>
                      <a:pt x="865" y="2800"/>
                      <a:pt x="1026" y="2800"/>
                    </a:cubicBezTo>
                    <a:cubicBezTo>
                      <a:pt x="1186" y="2800"/>
                      <a:pt x="1302" y="2660"/>
                      <a:pt x="1284" y="2488"/>
                    </a:cubicBezTo>
                    <a:cubicBezTo>
                      <a:pt x="1266" y="2317"/>
                      <a:pt x="1123" y="2179"/>
                      <a:pt x="964" y="2179"/>
                    </a:cubicBezTo>
                    <a:close/>
                    <a:moveTo>
                      <a:pt x="1666" y="2179"/>
                    </a:moveTo>
                    <a:cubicBezTo>
                      <a:pt x="1507" y="2179"/>
                      <a:pt x="1391" y="2317"/>
                      <a:pt x="1409" y="2488"/>
                    </a:cubicBezTo>
                    <a:cubicBezTo>
                      <a:pt x="1428" y="2660"/>
                      <a:pt x="1573" y="2800"/>
                      <a:pt x="1734" y="2800"/>
                    </a:cubicBezTo>
                    <a:cubicBezTo>
                      <a:pt x="1894" y="2800"/>
                      <a:pt x="2009" y="2660"/>
                      <a:pt x="1989" y="2488"/>
                    </a:cubicBezTo>
                    <a:cubicBezTo>
                      <a:pt x="1969" y="2317"/>
                      <a:pt x="1824" y="2179"/>
                      <a:pt x="1666" y="2179"/>
                    </a:cubicBezTo>
                    <a:close/>
                    <a:moveTo>
                      <a:pt x="2378" y="2179"/>
                    </a:moveTo>
                    <a:cubicBezTo>
                      <a:pt x="2218" y="2179"/>
                      <a:pt x="2105" y="2317"/>
                      <a:pt x="2125" y="2488"/>
                    </a:cubicBezTo>
                    <a:cubicBezTo>
                      <a:pt x="2145" y="2660"/>
                      <a:pt x="2292" y="2800"/>
                      <a:pt x="2452" y="2800"/>
                    </a:cubicBezTo>
                    <a:cubicBezTo>
                      <a:pt x="2613" y="2800"/>
                      <a:pt x="2726" y="2660"/>
                      <a:pt x="2704" y="2488"/>
                    </a:cubicBezTo>
                    <a:cubicBezTo>
                      <a:pt x="2683" y="2317"/>
                      <a:pt x="2537" y="2179"/>
                      <a:pt x="2378" y="2179"/>
                    </a:cubicBezTo>
                    <a:close/>
                    <a:moveTo>
                      <a:pt x="3079" y="2179"/>
                    </a:moveTo>
                    <a:cubicBezTo>
                      <a:pt x="2919" y="2179"/>
                      <a:pt x="2808" y="2317"/>
                      <a:pt x="2829" y="2488"/>
                    </a:cubicBezTo>
                    <a:cubicBezTo>
                      <a:pt x="2851" y="2660"/>
                      <a:pt x="3000" y="2800"/>
                      <a:pt x="3161" y="2800"/>
                    </a:cubicBezTo>
                    <a:cubicBezTo>
                      <a:pt x="3321" y="2800"/>
                      <a:pt x="3432" y="2660"/>
                      <a:pt x="3409" y="2488"/>
                    </a:cubicBezTo>
                    <a:cubicBezTo>
                      <a:pt x="3385" y="2317"/>
                      <a:pt x="3238" y="2179"/>
                      <a:pt x="3079" y="2179"/>
                    </a:cubicBezTo>
                    <a:close/>
                    <a:moveTo>
                      <a:pt x="3791" y="2179"/>
                    </a:moveTo>
                    <a:cubicBezTo>
                      <a:pt x="3631" y="2179"/>
                      <a:pt x="3522" y="2317"/>
                      <a:pt x="3546" y="2488"/>
                    </a:cubicBezTo>
                    <a:cubicBezTo>
                      <a:pt x="3569" y="2660"/>
                      <a:pt x="3719" y="2800"/>
                      <a:pt x="3880" y="2800"/>
                    </a:cubicBezTo>
                    <a:cubicBezTo>
                      <a:pt x="4040" y="2800"/>
                      <a:pt x="4150" y="2660"/>
                      <a:pt x="4124" y="2488"/>
                    </a:cubicBezTo>
                    <a:cubicBezTo>
                      <a:pt x="4099" y="2317"/>
                      <a:pt x="3950" y="2179"/>
                      <a:pt x="3791" y="2179"/>
                    </a:cubicBezTo>
                    <a:close/>
                    <a:moveTo>
                      <a:pt x="4492" y="2179"/>
                    </a:moveTo>
                    <a:cubicBezTo>
                      <a:pt x="4332" y="2179"/>
                      <a:pt x="4224" y="2317"/>
                      <a:pt x="4250" y="2488"/>
                    </a:cubicBezTo>
                    <a:cubicBezTo>
                      <a:pt x="4275" y="2660"/>
                      <a:pt x="4427" y="2800"/>
                      <a:pt x="4588" y="2800"/>
                    </a:cubicBezTo>
                    <a:cubicBezTo>
                      <a:pt x="4748" y="2800"/>
                      <a:pt x="4856" y="2660"/>
                      <a:pt x="4829" y="2488"/>
                    </a:cubicBezTo>
                    <a:cubicBezTo>
                      <a:pt x="4802" y="2317"/>
                      <a:pt x="4651" y="2179"/>
                      <a:pt x="4492" y="2179"/>
                    </a:cubicBezTo>
                    <a:close/>
                    <a:moveTo>
                      <a:pt x="5205" y="2179"/>
                    </a:moveTo>
                    <a:cubicBezTo>
                      <a:pt x="5045" y="2179"/>
                      <a:pt x="4938" y="2317"/>
                      <a:pt x="4966" y="2488"/>
                    </a:cubicBezTo>
                    <a:cubicBezTo>
                      <a:pt x="4994" y="2660"/>
                      <a:pt x="5146" y="2800"/>
                      <a:pt x="5307" y="2800"/>
                    </a:cubicBezTo>
                    <a:cubicBezTo>
                      <a:pt x="5468" y="2800"/>
                      <a:pt x="5574" y="2660"/>
                      <a:pt x="5545" y="2488"/>
                    </a:cubicBezTo>
                    <a:cubicBezTo>
                      <a:pt x="5516" y="2317"/>
                      <a:pt x="5364" y="2179"/>
                      <a:pt x="5205" y="2179"/>
                    </a:cubicBezTo>
                    <a:close/>
                    <a:moveTo>
                      <a:pt x="5906" y="2179"/>
                    </a:moveTo>
                    <a:cubicBezTo>
                      <a:pt x="5747" y="2179"/>
                      <a:pt x="5641" y="2317"/>
                      <a:pt x="5670" y="2488"/>
                    </a:cubicBezTo>
                    <a:cubicBezTo>
                      <a:pt x="5700" y="2660"/>
                      <a:pt x="5854" y="2800"/>
                      <a:pt x="6015" y="2800"/>
                    </a:cubicBezTo>
                    <a:cubicBezTo>
                      <a:pt x="6175" y="2800"/>
                      <a:pt x="6280" y="2660"/>
                      <a:pt x="6249" y="2488"/>
                    </a:cubicBezTo>
                    <a:cubicBezTo>
                      <a:pt x="6218" y="2317"/>
                      <a:pt x="6065" y="2179"/>
                      <a:pt x="5906" y="2179"/>
                    </a:cubicBezTo>
                    <a:close/>
                    <a:moveTo>
                      <a:pt x="6618" y="2179"/>
                    </a:moveTo>
                    <a:cubicBezTo>
                      <a:pt x="6459" y="2179"/>
                      <a:pt x="6355" y="2317"/>
                      <a:pt x="6386" y="2488"/>
                    </a:cubicBezTo>
                    <a:cubicBezTo>
                      <a:pt x="6418" y="2660"/>
                      <a:pt x="6574" y="2800"/>
                      <a:pt x="6734" y="2800"/>
                    </a:cubicBezTo>
                    <a:cubicBezTo>
                      <a:pt x="6895" y="2800"/>
                      <a:pt x="6999" y="2660"/>
                      <a:pt x="6966" y="2488"/>
                    </a:cubicBezTo>
                    <a:cubicBezTo>
                      <a:pt x="6933" y="2317"/>
                      <a:pt x="6777" y="2179"/>
                      <a:pt x="6618" y="2179"/>
                    </a:cubicBezTo>
                    <a:close/>
                    <a:moveTo>
                      <a:pt x="7320" y="2179"/>
                    </a:moveTo>
                    <a:cubicBezTo>
                      <a:pt x="7160" y="2179"/>
                      <a:pt x="7058" y="2317"/>
                      <a:pt x="7091" y="2488"/>
                    </a:cubicBezTo>
                    <a:cubicBezTo>
                      <a:pt x="7124" y="2660"/>
                      <a:pt x="7282" y="2800"/>
                      <a:pt x="7443" y="2800"/>
                    </a:cubicBezTo>
                    <a:cubicBezTo>
                      <a:pt x="7603" y="2800"/>
                      <a:pt x="7705" y="2660"/>
                      <a:pt x="7670" y="2488"/>
                    </a:cubicBezTo>
                    <a:cubicBezTo>
                      <a:pt x="7635" y="2317"/>
                      <a:pt x="7479" y="2179"/>
                      <a:pt x="7320" y="2179"/>
                    </a:cubicBezTo>
                    <a:close/>
                    <a:moveTo>
                      <a:pt x="8020" y="2179"/>
                    </a:moveTo>
                    <a:cubicBezTo>
                      <a:pt x="7862" y="2179"/>
                      <a:pt x="7760" y="2317"/>
                      <a:pt x="7795" y="2488"/>
                    </a:cubicBezTo>
                    <a:cubicBezTo>
                      <a:pt x="7831" y="2660"/>
                      <a:pt x="7990" y="2800"/>
                      <a:pt x="8150" y="2800"/>
                    </a:cubicBezTo>
                    <a:cubicBezTo>
                      <a:pt x="8311" y="2800"/>
                      <a:pt x="8411" y="2660"/>
                      <a:pt x="8375" y="2488"/>
                    </a:cubicBezTo>
                    <a:cubicBezTo>
                      <a:pt x="8338" y="2317"/>
                      <a:pt x="8179" y="2179"/>
                      <a:pt x="8020" y="2179"/>
                    </a:cubicBezTo>
                    <a:close/>
                    <a:moveTo>
                      <a:pt x="8733" y="2179"/>
                    </a:moveTo>
                    <a:cubicBezTo>
                      <a:pt x="8574" y="2179"/>
                      <a:pt x="8474" y="2317"/>
                      <a:pt x="8512" y="2488"/>
                    </a:cubicBezTo>
                    <a:cubicBezTo>
                      <a:pt x="8549" y="2660"/>
                      <a:pt x="8709" y="2800"/>
                      <a:pt x="8870" y="2800"/>
                    </a:cubicBezTo>
                    <a:cubicBezTo>
                      <a:pt x="9031" y="2800"/>
                      <a:pt x="9129" y="2660"/>
                      <a:pt x="9090" y="2488"/>
                    </a:cubicBezTo>
                    <a:cubicBezTo>
                      <a:pt x="9052" y="2317"/>
                      <a:pt x="8892" y="2179"/>
                      <a:pt x="8733" y="2179"/>
                    </a:cubicBezTo>
                    <a:close/>
                    <a:moveTo>
                      <a:pt x="9434" y="2179"/>
                    </a:moveTo>
                    <a:cubicBezTo>
                      <a:pt x="9275" y="2179"/>
                      <a:pt x="9177" y="2317"/>
                      <a:pt x="9216" y="2488"/>
                    </a:cubicBezTo>
                    <a:cubicBezTo>
                      <a:pt x="9255" y="2660"/>
                      <a:pt x="9417" y="2800"/>
                      <a:pt x="9578" y="2800"/>
                    </a:cubicBezTo>
                    <a:cubicBezTo>
                      <a:pt x="9738" y="2800"/>
                      <a:pt x="9835" y="2660"/>
                      <a:pt x="9795" y="2488"/>
                    </a:cubicBezTo>
                    <a:cubicBezTo>
                      <a:pt x="9755" y="2317"/>
                      <a:pt x="9593" y="2179"/>
                      <a:pt x="9434" y="2179"/>
                    </a:cubicBezTo>
                    <a:close/>
                    <a:moveTo>
                      <a:pt x="10147" y="2179"/>
                    </a:moveTo>
                    <a:cubicBezTo>
                      <a:pt x="9988" y="2179"/>
                      <a:pt x="9892" y="2317"/>
                      <a:pt x="9933" y="2488"/>
                    </a:cubicBezTo>
                    <a:cubicBezTo>
                      <a:pt x="9974" y="2660"/>
                      <a:pt x="10137" y="2800"/>
                      <a:pt x="10298" y="2800"/>
                    </a:cubicBezTo>
                    <a:cubicBezTo>
                      <a:pt x="10458" y="2800"/>
                      <a:pt x="10554" y="2660"/>
                      <a:pt x="10511" y="2488"/>
                    </a:cubicBezTo>
                    <a:cubicBezTo>
                      <a:pt x="10469" y="2317"/>
                      <a:pt x="10306" y="2179"/>
                      <a:pt x="10147" y="2179"/>
                    </a:cubicBezTo>
                    <a:close/>
                    <a:moveTo>
                      <a:pt x="10848" y="2179"/>
                    </a:moveTo>
                    <a:cubicBezTo>
                      <a:pt x="10689" y="2179"/>
                      <a:pt x="10595" y="2317"/>
                      <a:pt x="10637" y="2488"/>
                    </a:cubicBezTo>
                    <a:cubicBezTo>
                      <a:pt x="10680" y="2660"/>
                      <a:pt x="10844" y="2800"/>
                      <a:pt x="11006" y="2800"/>
                    </a:cubicBezTo>
                    <a:cubicBezTo>
                      <a:pt x="11166" y="2800"/>
                      <a:pt x="11261" y="2660"/>
                      <a:pt x="11216" y="2488"/>
                    </a:cubicBezTo>
                    <a:cubicBezTo>
                      <a:pt x="11172" y="2317"/>
                      <a:pt x="11007" y="2179"/>
                      <a:pt x="10848" y="2179"/>
                    </a:cubicBezTo>
                    <a:close/>
                    <a:moveTo>
                      <a:pt x="11550" y="2179"/>
                    </a:moveTo>
                    <a:cubicBezTo>
                      <a:pt x="11390" y="2179"/>
                      <a:pt x="11297" y="2317"/>
                      <a:pt x="11342" y="2488"/>
                    </a:cubicBezTo>
                    <a:cubicBezTo>
                      <a:pt x="11386" y="2660"/>
                      <a:pt x="11553" y="2800"/>
                      <a:pt x="11714" y="2800"/>
                    </a:cubicBezTo>
                    <a:cubicBezTo>
                      <a:pt x="11874" y="2800"/>
                      <a:pt x="11967" y="2660"/>
                      <a:pt x="11921" y="2488"/>
                    </a:cubicBezTo>
                    <a:cubicBezTo>
                      <a:pt x="11875" y="2317"/>
                      <a:pt x="11709" y="2179"/>
                      <a:pt x="11550" y="2179"/>
                    </a:cubicBezTo>
                    <a:close/>
                    <a:moveTo>
                      <a:pt x="12262" y="2179"/>
                    </a:moveTo>
                    <a:cubicBezTo>
                      <a:pt x="12103" y="2179"/>
                      <a:pt x="12012" y="2317"/>
                      <a:pt x="12058" y="2488"/>
                    </a:cubicBezTo>
                    <a:cubicBezTo>
                      <a:pt x="12105" y="2660"/>
                      <a:pt x="12273" y="2800"/>
                      <a:pt x="12434" y="2800"/>
                    </a:cubicBezTo>
                    <a:cubicBezTo>
                      <a:pt x="12595" y="2800"/>
                      <a:pt x="12686" y="2660"/>
                      <a:pt x="12637" y="2488"/>
                    </a:cubicBezTo>
                    <a:cubicBezTo>
                      <a:pt x="12589" y="2317"/>
                      <a:pt x="12422" y="2179"/>
                      <a:pt x="12262" y="2179"/>
                    </a:cubicBezTo>
                    <a:close/>
                    <a:moveTo>
                      <a:pt x="12963" y="2179"/>
                    </a:moveTo>
                    <a:cubicBezTo>
                      <a:pt x="12804" y="2179"/>
                      <a:pt x="12715" y="2317"/>
                      <a:pt x="12763" y="2488"/>
                    </a:cubicBezTo>
                    <a:cubicBezTo>
                      <a:pt x="12812" y="2660"/>
                      <a:pt x="12981" y="2800"/>
                      <a:pt x="13141" y="2800"/>
                    </a:cubicBezTo>
                    <a:cubicBezTo>
                      <a:pt x="13303" y="2800"/>
                      <a:pt x="13392" y="2660"/>
                      <a:pt x="13342" y="2488"/>
                    </a:cubicBezTo>
                    <a:cubicBezTo>
                      <a:pt x="13292" y="2317"/>
                      <a:pt x="13123" y="2179"/>
                      <a:pt x="12963" y="2179"/>
                    </a:cubicBezTo>
                    <a:close/>
                    <a:moveTo>
                      <a:pt x="13677" y="2179"/>
                    </a:moveTo>
                    <a:cubicBezTo>
                      <a:pt x="13517" y="2179"/>
                      <a:pt x="13429" y="2317"/>
                      <a:pt x="13480" y="2488"/>
                    </a:cubicBezTo>
                    <a:cubicBezTo>
                      <a:pt x="13530" y="2660"/>
                      <a:pt x="13701" y="2800"/>
                      <a:pt x="13862" y="2800"/>
                    </a:cubicBezTo>
                    <a:cubicBezTo>
                      <a:pt x="14023" y="2800"/>
                      <a:pt x="14110" y="2660"/>
                      <a:pt x="14058" y="2488"/>
                    </a:cubicBezTo>
                    <a:cubicBezTo>
                      <a:pt x="14006" y="2317"/>
                      <a:pt x="13836" y="2179"/>
                      <a:pt x="13677" y="2179"/>
                    </a:cubicBezTo>
                    <a:close/>
                    <a:moveTo>
                      <a:pt x="14378" y="2179"/>
                    </a:moveTo>
                    <a:cubicBezTo>
                      <a:pt x="14219" y="2179"/>
                      <a:pt x="14132" y="2317"/>
                      <a:pt x="14184" y="2488"/>
                    </a:cubicBezTo>
                    <a:cubicBezTo>
                      <a:pt x="14236" y="2660"/>
                      <a:pt x="14409" y="2800"/>
                      <a:pt x="14570" y="2800"/>
                    </a:cubicBezTo>
                    <a:cubicBezTo>
                      <a:pt x="14731" y="2800"/>
                      <a:pt x="14817" y="2660"/>
                      <a:pt x="14763" y="2488"/>
                    </a:cubicBezTo>
                    <a:cubicBezTo>
                      <a:pt x="14710" y="2317"/>
                      <a:pt x="14538" y="2179"/>
                      <a:pt x="14378" y="2179"/>
                    </a:cubicBezTo>
                    <a:close/>
                    <a:moveTo>
                      <a:pt x="15080" y="2179"/>
                    </a:moveTo>
                    <a:cubicBezTo>
                      <a:pt x="14920" y="2179"/>
                      <a:pt x="14835" y="2317"/>
                      <a:pt x="14889" y="2488"/>
                    </a:cubicBezTo>
                    <a:cubicBezTo>
                      <a:pt x="14943" y="2660"/>
                      <a:pt x="15117" y="2800"/>
                      <a:pt x="15278" y="2800"/>
                    </a:cubicBezTo>
                    <a:cubicBezTo>
                      <a:pt x="15439" y="2800"/>
                      <a:pt x="15524" y="2660"/>
                      <a:pt x="15468" y="2488"/>
                    </a:cubicBezTo>
                    <a:cubicBezTo>
                      <a:pt x="15412" y="2317"/>
                      <a:pt x="15239" y="2179"/>
                      <a:pt x="15080" y="2179"/>
                    </a:cubicBezTo>
                    <a:close/>
                    <a:moveTo>
                      <a:pt x="15793" y="2179"/>
                    </a:moveTo>
                    <a:cubicBezTo>
                      <a:pt x="15634" y="2179"/>
                      <a:pt x="15550" y="2317"/>
                      <a:pt x="15606" y="2488"/>
                    </a:cubicBezTo>
                    <a:cubicBezTo>
                      <a:pt x="15662" y="2660"/>
                      <a:pt x="15838" y="2800"/>
                      <a:pt x="15998" y="2800"/>
                    </a:cubicBezTo>
                    <a:cubicBezTo>
                      <a:pt x="16159" y="2800"/>
                      <a:pt x="16243" y="2660"/>
                      <a:pt x="16185" y="2488"/>
                    </a:cubicBezTo>
                    <a:cubicBezTo>
                      <a:pt x="16128" y="2317"/>
                      <a:pt x="15952" y="2179"/>
                      <a:pt x="15793" y="2179"/>
                    </a:cubicBezTo>
                    <a:close/>
                    <a:moveTo>
                      <a:pt x="16495" y="2179"/>
                    </a:moveTo>
                    <a:cubicBezTo>
                      <a:pt x="16335" y="2179"/>
                      <a:pt x="16253" y="2317"/>
                      <a:pt x="16311" y="2488"/>
                    </a:cubicBezTo>
                    <a:cubicBezTo>
                      <a:pt x="16369" y="2660"/>
                      <a:pt x="16546" y="2800"/>
                      <a:pt x="16707" y="2800"/>
                    </a:cubicBezTo>
                    <a:cubicBezTo>
                      <a:pt x="16867" y="2800"/>
                      <a:pt x="16949" y="2660"/>
                      <a:pt x="16890" y="2488"/>
                    </a:cubicBezTo>
                    <a:cubicBezTo>
                      <a:pt x="16830" y="2317"/>
                      <a:pt x="16654" y="2179"/>
                      <a:pt x="16495" y="2179"/>
                    </a:cubicBezTo>
                    <a:close/>
                    <a:moveTo>
                      <a:pt x="17208" y="2179"/>
                    </a:moveTo>
                    <a:cubicBezTo>
                      <a:pt x="17049" y="2179"/>
                      <a:pt x="16968" y="2317"/>
                      <a:pt x="17027" y="2488"/>
                    </a:cubicBezTo>
                    <a:cubicBezTo>
                      <a:pt x="17087" y="2660"/>
                      <a:pt x="17267" y="2800"/>
                      <a:pt x="17427" y="2800"/>
                    </a:cubicBezTo>
                    <a:cubicBezTo>
                      <a:pt x="17588" y="2800"/>
                      <a:pt x="17668" y="2660"/>
                      <a:pt x="17607" y="2488"/>
                    </a:cubicBezTo>
                    <a:cubicBezTo>
                      <a:pt x="17545" y="2317"/>
                      <a:pt x="17367" y="2179"/>
                      <a:pt x="17208" y="2179"/>
                    </a:cubicBezTo>
                    <a:close/>
                    <a:moveTo>
                      <a:pt x="17909" y="2179"/>
                    </a:moveTo>
                    <a:cubicBezTo>
                      <a:pt x="17751" y="2179"/>
                      <a:pt x="17671" y="2317"/>
                      <a:pt x="17732" y="2488"/>
                    </a:cubicBezTo>
                    <a:cubicBezTo>
                      <a:pt x="17794" y="2660"/>
                      <a:pt x="17975" y="2800"/>
                      <a:pt x="18135" y="2800"/>
                    </a:cubicBezTo>
                    <a:cubicBezTo>
                      <a:pt x="18296" y="2800"/>
                      <a:pt x="18374" y="2660"/>
                      <a:pt x="18311" y="2488"/>
                    </a:cubicBezTo>
                    <a:cubicBezTo>
                      <a:pt x="18248" y="2317"/>
                      <a:pt x="18068" y="2179"/>
                      <a:pt x="17909" y="2179"/>
                    </a:cubicBezTo>
                    <a:close/>
                    <a:moveTo>
                      <a:pt x="18611" y="2179"/>
                    </a:moveTo>
                    <a:cubicBezTo>
                      <a:pt x="18452" y="2179"/>
                      <a:pt x="18374" y="2317"/>
                      <a:pt x="18437" y="2488"/>
                    </a:cubicBezTo>
                    <a:cubicBezTo>
                      <a:pt x="18501" y="2660"/>
                      <a:pt x="18683" y="2800"/>
                      <a:pt x="18844" y="2800"/>
                    </a:cubicBezTo>
                    <a:cubicBezTo>
                      <a:pt x="19004" y="2800"/>
                      <a:pt x="19082" y="2660"/>
                      <a:pt x="19016" y="2488"/>
                    </a:cubicBezTo>
                    <a:cubicBezTo>
                      <a:pt x="18951" y="2317"/>
                      <a:pt x="18770" y="2179"/>
                      <a:pt x="18611" y="2179"/>
                    </a:cubicBezTo>
                    <a:close/>
                    <a:moveTo>
                      <a:pt x="19324" y="2179"/>
                    </a:moveTo>
                    <a:cubicBezTo>
                      <a:pt x="19165" y="2179"/>
                      <a:pt x="19089" y="2317"/>
                      <a:pt x="19154" y="2488"/>
                    </a:cubicBezTo>
                    <a:cubicBezTo>
                      <a:pt x="19220" y="2660"/>
                      <a:pt x="19403" y="2800"/>
                      <a:pt x="19564" y="2800"/>
                    </a:cubicBezTo>
                    <a:cubicBezTo>
                      <a:pt x="19724" y="2800"/>
                      <a:pt x="19800" y="2660"/>
                      <a:pt x="19733" y="2488"/>
                    </a:cubicBezTo>
                    <a:cubicBezTo>
                      <a:pt x="19666" y="2317"/>
                      <a:pt x="19483" y="2179"/>
                      <a:pt x="19324" y="2179"/>
                    </a:cubicBezTo>
                    <a:close/>
                    <a:moveTo>
                      <a:pt x="20026" y="2179"/>
                    </a:moveTo>
                    <a:cubicBezTo>
                      <a:pt x="19867" y="2179"/>
                      <a:pt x="19792" y="2317"/>
                      <a:pt x="19859" y="2488"/>
                    </a:cubicBezTo>
                    <a:cubicBezTo>
                      <a:pt x="19927" y="2660"/>
                      <a:pt x="20112" y="2800"/>
                      <a:pt x="20273" y="2800"/>
                    </a:cubicBezTo>
                    <a:cubicBezTo>
                      <a:pt x="20434" y="2800"/>
                      <a:pt x="20507" y="2660"/>
                      <a:pt x="20438" y="2488"/>
                    </a:cubicBezTo>
                    <a:cubicBezTo>
                      <a:pt x="20369" y="2317"/>
                      <a:pt x="20185" y="2179"/>
                      <a:pt x="20026" y="2179"/>
                    </a:cubicBezTo>
                    <a:close/>
                    <a:moveTo>
                      <a:pt x="3187" y="2947"/>
                    </a:moveTo>
                    <a:cubicBezTo>
                      <a:pt x="3026" y="2947"/>
                      <a:pt x="2913" y="3089"/>
                      <a:pt x="2935" y="3264"/>
                    </a:cubicBezTo>
                    <a:cubicBezTo>
                      <a:pt x="2958" y="3440"/>
                      <a:pt x="3108" y="3584"/>
                      <a:pt x="3271" y="3584"/>
                    </a:cubicBezTo>
                    <a:cubicBezTo>
                      <a:pt x="3433" y="3584"/>
                      <a:pt x="3546" y="3440"/>
                      <a:pt x="3521" y="3264"/>
                    </a:cubicBezTo>
                    <a:cubicBezTo>
                      <a:pt x="3498" y="3089"/>
                      <a:pt x="3348" y="2947"/>
                      <a:pt x="3187" y="2947"/>
                    </a:cubicBezTo>
                    <a:close/>
                    <a:moveTo>
                      <a:pt x="3899" y="2947"/>
                    </a:moveTo>
                    <a:cubicBezTo>
                      <a:pt x="3738" y="2947"/>
                      <a:pt x="3627" y="3089"/>
                      <a:pt x="3651" y="3264"/>
                    </a:cubicBezTo>
                    <a:cubicBezTo>
                      <a:pt x="3676" y="3440"/>
                      <a:pt x="3827" y="3584"/>
                      <a:pt x="3990" y="3584"/>
                    </a:cubicBezTo>
                    <a:cubicBezTo>
                      <a:pt x="4152" y="3584"/>
                      <a:pt x="4263" y="3440"/>
                      <a:pt x="4237" y="3264"/>
                    </a:cubicBezTo>
                    <a:cubicBezTo>
                      <a:pt x="4212" y="3089"/>
                      <a:pt x="4060" y="2947"/>
                      <a:pt x="3899" y="2947"/>
                    </a:cubicBezTo>
                    <a:close/>
                    <a:moveTo>
                      <a:pt x="4612" y="2947"/>
                    </a:moveTo>
                    <a:cubicBezTo>
                      <a:pt x="4450" y="2947"/>
                      <a:pt x="4341" y="3089"/>
                      <a:pt x="4367" y="3264"/>
                    </a:cubicBezTo>
                    <a:cubicBezTo>
                      <a:pt x="4394" y="3440"/>
                      <a:pt x="4546" y="3584"/>
                      <a:pt x="4709" y="3584"/>
                    </a:cubicBezTo>
                    <a:cubicBezTo>
                      <a:pt x="4872" y="3584"/>
                      <a:pt x="4981" y="3440"/>
                      <a:pt x="4954" y="3264"/>
                    </a:cubicBezTo>
                    <a:cubicBezTo>
                      <a:pt x="4926" y="3089"/>
                      <a:pt x="4773" y="2947"/>
                      <a:pt x="4612" y="2947"/>
                    </a:cubicBezTo>
                    <a:close/>
                    <a:moveTo>
                      <a:pt x="5325" y="2947"/>
                    </a:moveTo>
                    <a:cubicBezTo>
                      <a:pt x="5163" y="2947"/>
                      <a:pt x="5055" y="3089"/>
                      <a:pt x="5083" y="3264"/>
                    </a:cubicBezTo>
                    <a:cubicBezTo>
                      <a:pt x="5112" y="3440"/>
                      <a:pt x="5266" y="3584"/>
                      <a:pt x="5429" y="3584"/>
                    </a:cubicBezTo>
                    <a:cubicBezTo>
                      <a:pt x="5592" y="3584"/>
                      <a:pt x="5699" y="3440"/>
                      <a:pt x="5669" y="3264"/>
                    </a:cubicBezTo>
                    <a:cubicBezTo>
                      <a:pt x="5640" y="3089"/>
                      <a:pt x="5485" y="2947"/>
                      <a:pt x="5325" y="2947"/>
                    </a:cubicBezTo>
                    <a:close/>
                    <a:moveTo>
                      <a:pt x="6037" y="2947"/>
                    </a:moveTo>
                    <a:cubicBezTo>
                      <a:pt x="5876" y="2947"/>
                      <a:pt x="5770" y="3089"/>
                      <a:pt x="5800" y="3264"/>
                    </a:cubicBezTo>
                    <a:cubicBezTo>
                      <a:pt x="5830" y="3440"/>
                      <a:pt x="5986" y="3584"/>
                      <a:pt x="6149" y="3584"/>
                    </a:cubicBezTo>
                    <a:cubicBezTo>
                      <a:pt x="6311" y="3584"/>
                      <a:pt x="6417" y="3440"/>
                      <a:pt x="6385" y="3264"/>
                    </a:cubicBezTo>
                    <a:cubicBezTo>
                      <a:pt x="6354" y="3089"/>
                      <a:pt x="6198" y="2947"/>
                      <a:pt x="6037" y="2947"/>
                    </a:cubicBezTo>
                    <a:close/>
                    <a:moveTo>
                      <a:pt x="6750" y="2947"/>
                    </a:moveTo>
                    <a:cubicBezTo>
                      <a:pt x="6589" y="2947"/>
                      <a:pt x="6484" y="3089"/>
                      <a:pt x="6516" y="3264"/>
                    </a:cubicBezTo>
                    <a:cubicBezTo>
                      <a:pt x="6548" y="3440"/>
                      <a:pt x="6706" y="3584"/>
                      <a:pt x="6869" y="3584"/>
                    </a:cubicBezTo>
                    <a:cubicBezTo>
                      <a:pt x="7032" y="3584"/>
                      <a:pt x="7136" y="3440"/>
                      <a:pt x="7102" y="3264"/>
                    </a:cubicBezTo>
                    <a:cubicBezTo>
                      <a:pt x="7068" y="3089"/>
                      <a:pt x="6911" y="2947"/>
                      <a:pt x="6750" y="2947"/>
                    </a:cubicBezTo>
                    <a:close/>
                    <a:moveTo>
                      <a:pt x="7474" y="2947"/>
                    </a:moveTo>
                    <a:cubicBezTo>
                      <a:pt x="7313" y="2947"/>
                      <a:pt x="7210" y="3089"/>
                      <a:pt x="7244" y="3264"/>
                    </a:cubicBezTo>
                    <a:cubicBezTo>
                      <a:pt x="7278" y="3440"/>
                      <a:pt x="7438" y="3584"/>
                      <a:pt x="7600" y="3584"/>
                    </a:cubicBezTo>
                    <a:cubicBezTo>
                      <a:pt x="7763" y="3584"/>
                      <a:pt x="7865" y="3440"/>
                      <a:pt x="7829" y="3264"/>
                    </a:cubicBezTo>
                    <a:cubicBezTo>
                      <a:pt x="7794" y="3089"/>
                      <a:pt x="7635" y="2947"/>
                      <a:pt x="7474" y="2947"/>
                    </a:cubicBezTo>
                    <a:close/>
                    <a:moveTo>
                      <a:pt x="8187" y="2947"/>
                    </a:moveTo>
                    <a:cubicBezTo>
                      <a:pt x="8026" y="2947"/>
                      <a:pt x="7924" y="3089"/>
                      <a:pt x="7960" y="3264"/>
                    </a:cubicBezTo>
                    <a:cubicBezTo>
                      <a:pt x="7996" y="3440"/>
                      <a:pt x="8157" y="3584"/>
                      <a:pt x="8320" y="3584"/>
                    </a:cubicBezTo>
                    <a:cubicBezTo>
                      <a:pt x="8482" y="3584"/>
                      <a:pt x="8583" y="3440"/>
                      <a:pt x="8546" y="3264"/>
                    </a:cubicBezTo>
                    <a:cubicBezTo>
                      <a:pt x="8508" y="3089"/>
                      <a:pt x="8348" y="2947"/>
                      <a:pt x="8187" y="2947"/>
                    </a:cubicBezTo>
                    <a:close/>
                    <a:moveTo>
                      <a:pt x="8899" y="2947"/>
                    </a:moveTo>
                    <a:cubicBezTo>
                      <a:pt x="8738" y="2947"/>
                      <a:pt x="8638" y="3089"/>
                      <a:pt x="8676" y="3264"/>
                    </a:cubicBezTo>
                    <a:cubicBezTo>
                      <a:pt x="8714" y="3440"/>
                      <a:pt x="8877" y="3584"/>
                      <a:pt x="9039" y="3584"/>
                    </a:cubicBezTo>
                    <a:cubicBezTo>
                      <a:pt x="9202" y="3584"/>
                      <a:pt x="9302" y="3440"/>
                      <a:pt x="9262" y="3264"/>
                    </a:cubicBezTo>
                    <a:cubicBezTo>
                      <a:pt x="9223" y="3089"/>
                      <a:pt x="9060" y="2947"/>
                      <a:pt x="8899" y="2947"/>
                    </a:cubicBezTo>
                    <a:close/>
                    <a:moveTo>
                      <a:pt x="9612" y="2947"/>
                    </a:moveTo>
                    <a:cubicBezTo>
                      <a:pt x="9451" y="2947"/>
                      <a:pt x="9353" y="3089"/>
                      <a:pt x="9392" y="3264"/>
                    </a:cubicBezTo>
                    <a:cubicBezTo>
                      <a:pt x="9432" y="3440"/>
                      <a:pt x="9597" y="3584"/>
                      <a:pt x="9759" y="3584"/>
                    </a:cubicBezTo>
                    <a:cubicBezTo>
                      <a:pt x="9922" y="3584"/>
                      <a:pt x="10019" y="3440"/>
                      <a:pt x="9978" y="3264"/>
                    </a:cubicBezTo>
                    <a:cubicBezTo>
                      <a:pt x="9936" y="3089"/>
                      <a:pt x="9773" y="2947"/>
                      <a:pt x="9612" y="2947"/>
                    </a:cubicBezTo>
                    <a:close/>
                    <a:moveTo>
                      <a:pt x="10325" y="2947"/>
                    </a:moveTo>
                    <a:cubicBezTo>
                      <a:pt x="10164" y="2947"/>
                      <a:pt x="10067" y="3089"/>
                      <a:pt x="10109" y="3264"/>
                    </a:cubicBezTo>
                    <a:cubicBezTo>
                      <a:pt x="10151" y="3440"/>
                      <a:pt x="10316" y="3584"/>
                      <a:pt x="10479" y="3584"/>
                    </a:cubicBezTo>
                    <a:cubicBezTo>
                      <a:pt x="10642" y="3584"/>
                      <a:pt x="10738" y="3440"/>
                      <a:pt x="10694" y="3264"/>
                    </a:cubicBezTo>
                    <a:cubicBezTo>
                      <a:pt x="10651" y="3089"/>
                      <a:pt x="10486" y="2947"/>
                      <a:pt x="10325" y="2947"/>
                    </a:cubicBezTo>
                    <a:close/>
                    <a:moveTo>
                      <a:pt x="11038" y="2947"/>
                    </a:moveTo>
                    <a:cubicBezTo>
                      <a:pt x="10876" y="2947"/>
                      <a:pt x="10782" y="3089"/>
                      <a:pt x="10825" y="3264"/>
                    </a:cubicBezTo>
                    <a:cubicBezTo>
                      <a:pt x="10869" y="3440"/>
                      <a:pt x="11036" y="3584"/>
                      <a:pt x="11199" y="3584"/>
                    </a:cubicBezTo>
                    <a:cubicBezTo>
                      <a:pt x="11362" y="3584"/>
                      <a:pt x="11456" y="3440"/>
                      <a:pt x="11411" y="3264"/>
                    </a:cubicBezTo>
                    <a:cubicBezTo>
                      <a:pt x="11366" y="3089"/>
                      <a:pt x="11199" y="2947"/>
                      <a:pt x="11038" y="2947"/>
                    </a:cubicBezTo>
                    <a:close/>
                    <a:moveTo>
                      <a:pt x="11751" y="2947"/>
                    </a:moveTo>
                    <a:cubicBezTo>
                      <a:pt x="11590" y="2947"/>
                      <a:pt x="11496" y="3089"/>
                      <a:pt x="11541" y="3264"/>
                    </a:cubicBezTo>
                    <a:cubicBezTo>
                      <a:pt x="11587" y="3440"/>
                      <a:pt x="11756" y="3584"/>
                      <a:pt x="11919" y="3584"/>
                    </a:cubicBezTo>
                    <a:cubicBezTo>
                      <a:pt x="12081" y="3584"/>
                      <a:pt x="12175" y="3440"/>
                      <a:pt x="12128" y="3264"/>
                    </a:cubicBezTo>
                    <a:cubicBezTo>
                      <a:pt x="12081" y="3089"/>
                      <a:pt x="11912" y="2947"/>
                      <a:pt x="11751" y="2947"/>
                    </a:cubicBezTo>
                    <a:close/>
                    <a:moveTo>
                      <a:pt x="12475" y="2947"/>
                    </a:moveTo>
                    <a:cubicBezTo>
                      <a:pt x="12314" y="2947"/>
                      <a:pt x="12222" y="3089"/>
                      <a:pt x="12270" y="3264"/>
                    </a:cubicBezTo>
                    <a:cubicBezTo>
                      <a:pt x="12317" y="3440"/>
                      <a:pt x="12488" y="3584"/>
                      <a:pt x="12651" y="3584"/>
                    </a:cubicBezTo>
                    <a:cubicBezTo>
                      <a:pt x="12813" y="3584"/>
                      <a:pt x="12905" y="3440"/>
                      <a:pt x="12856" y="3264"/>
                    </a:cubicBezTo>
                    <a:cubicBezTo>
                      <a:pt x="12807" y="3089"/>
                      <a:pt x="12636" y="2947"/>
                      <a:pt x="12475" y="2947"/>
                    </a:cubicBezTo>
                    <a:close/>
                    <a:moveTo>
                      <a:pt x="13188" y="2947"/>
                    </a:moveTo>
                    <a:cubicBezTo>
                      <a:pt x="13027" y="2947"/>
                      <a:pt x="12937" y="3089"/>
                      <a:pt x="12986" y="3264"/>
                    </a:cubicBezTo>
                    <a:cubicBezTo>
                      <a:pt x="13036" y="3440"/>
                      <a:pt x="13208" y="3584"/>
                      <a:pt x="13371" y="3584"/>
                    </a:cubicBezTo>
                    <a:cubicBezTo>
                      <a:pt x="13534" y="3584"/>
                      <a:pt x="13623" y="3440"/>
                      <a:pt x="13572" y="3264"/>
                    </a:cubicBezTo>
                    <a:cubicBezTo>
                      <a:pt x="13521" y="3089"/>
                      <a:pt x="13350" y="2947"/>
                      <a:pt x="13188" y="2947"/>
                    </a:cubicBezTo>
                    <a:close/>
                    <a:moveTo>
                      <a:pt x="13901" y="2947"/>
                    </a:moveTo>
                    <a:cubicBezTo>
                      <a:pt x="13740" y="2947"/>
                      <a:pt x="13652" y="3089"/>
                      <a:pt x="13703" y="3264"/>
                    </a:cubicBezTo>
                    <a:cubicBezTo>
                      <a:pt x="13755" y="3440"/>
                      <a:pt x="13928" y="3584"/>
                      <a:pt x="14091" y="3584"/>
                    </a:cubicBezTo>
                    <a:cubicBezTo>
                      <a:pt x="14254" y="3584"/>
                      <a:pt x="14342" y="3440"/>
                      <a:pt x="14288" y="3264"/>
                    </a:cubicBezTo>
                    <a:cubicBezTo>
                      <a:pt x="14235" y="3089"/>
                      <a:pt x="14063" y="2947"/>
                      <a:pt x="13901" y="2947"/>
                    </a:cubicBezTo>
                    <a:close/>
                    <a:moveTo>
                      <a:pt x="14615" y="2947"/>
                    </a:moveTo>
                    <a:cubicBezTo>
                      <a:pt x="14454" y="2947"/>
                      <a:pt x="14366" y="3089"/>
                      <a:pt x="14420" y="3264"/>
                    </a:cubicBezTo>
                    <a:cubicBezTo>
                      <a:pt x="14473" y="3440"/>
                      <a:pt x="14648" y="3584"/>
                      <a:pt x="14811" y="3584"/>
                    </a:cubicBezTo>
                    <a:cubicBezTo>
                      <a:pt x="14974" y="3584"/>
                      <a:pt x="15061" y="3440"/>
                      <a:pt x="15006" y="3264"/>
                    </a:cubicBezTo>
                    <a:cubicBezTo>
                      <a:pt x="14951" y="3089"/>
                      <a:pt x="14776" y="2947"/>
                      <a:pt x="14615" y="2947"/>
                    </a:cubicBezTo>
                    <a:close/>
                    <a:moveTo>
                      <a:pt x="15328" y="2947"/>
                    </a:moveTo>
                    <a:cubicBezTo>
                      <a:pt x="15167" y="2947"/>
                      <a:pt x="15081" y="3089"/>
                      <a:pt x="15136" y="3264"/>
                    </a:cubicBezTo>
                    <a:cubicBezTo>
                      <a:pt x="15192" y="3440"/>
                      <a:pt x="15368" y="3584"/>
                      <a:pt x="15531" y="3584"/>
                    </a:cubicBezTo>
                    <a:cubicBezTo>
                      <a:pt x="15694" y="3584"/>
                      <a:pt x="15779" y="3440"/>
                      <a:pt x="15722" y="3264"/>
                    </a:cubicBezTo>
                    <a:cubicBezTo>
                      <a:pt x="15665" y="3089"/>
                      <a:pt x="15489" y="2947"/>
                      <a:pt x="15328" y="2947"/>
                    </a:cubicBezTo>
                    <a:close/>
                    <a:moveTo>
                      <a:pt x="16041" y="2947"/>
                    </a:moveTo>
                    <a:cubicBezTo>
                      <a:pt x="15880" y="2947"/>
                      <a:pt x="15795" y="3089"/>
                      <a:pt x="15853" y="3264"/>
                    </a:cubicBezTo>
                    <a:cubicBezTo>
                      <a:pt x="15910" y="3440"/>
                      <a:pt x="16089" y="3584"/>
                      <a:pt x="16252" y="3584"/>
                    </a:cubicBezTo>
                    <a:cubicBezTo>
                      <a:pt x="16414" y="3584"/>
                      <a:pt x="16498" y="3440"/>
                      <a:pt x="16439" y="3264"/>
                    </a:cubicBezTo>
                    <a:cubicBezTo>
                      <a:pt x="16380" y="3089"/>
                      <a:pt x="16202" y="2947"/>
                      <a:pt x="16041" y="2947"/>
                    </a:cubicBezTo>
                    <a:close/>
                    <a:moveTo>
                      <a:pt x="16754" y="2947"/>
                    </a:moveTo>
                    <a:cubicBezTo>
                      <a:pt x="16593" y="2947"/>
                      <a:pt x="16510" y="3089"/>
                      <a:pt x="16569" y="3264"/>
                    </a:cubicBezTo>
                    <a:cubicBezTo>
                      <a:pt x="16629" y="3440"/>
                      <a:pt x="16809" y="3584"/>
                      <a:pt x="16971" y="3584"/>
                    </a:cubicBezTo>
                    <a:cubicBezTo>
                      <a:pt x="17134" y="3584"/>
                      <a:pt x="17216" y="3440"/>
                      <a:pt x="17155" y="3264"/>
                    </a:cubicBezTo>
                    <a:cubicBezTo>
                      <a:pt x="17094" y="3089"/>
                      <a:pt x="16915" y="2947"/>
                      <a:pt x="16754" y="2947"/>
                    </a:cubicBezTo>
                    <a:close/>
                    <a:moveTo>
                      <a:pt x="17467" y="2947"/>
                    </a:moveTo>
                    <a:cubicBezTo>
                      <a:pt x="17307" y="2947"/>
                      <a:pt x="17225" y="3089"/>
                      <a:pt x="17286" y="3264"/>
                    </a:cubicBezTo>
                    <a:cubicBezTo>
                      <a:pt x="17347" y="3440"/>
                      <a:pt x="17529" y="3584"/>
                      <a:pt x="17692" y="3584"/>
                    </a:cubicBezTo>
                    <a:cubicBezTo>
                      <a:pt x="17854" y="3584"/>
                      <a:pt x="17935" y="3440"/>
                      <a:pt x="17872" y="3264"/>
                    </a:cubicBezTo>
                    <a:cubicBezTo>
                      <a:pt x="17809" y="3089"/>
                      <a:pt x="17628" y="2947"/>
                      <a:pt x="17467" y="2947"/>
                    </a:cubicBezTo>
                    <a:close/>
                    <a:moveTo>
                      <a:pt x="18180" y="2947"/>
                    </a:moveTo>
                    <a:cubicBezTo>
                      <a:pt x="18020" y="2947"/>
                      <a:pt x="17940" y="3089"/>
                      <a:pt x="18003" y="3264"/>
                    </a:cubicBezTo>
                    <a:cubicBezTo>
                      <a:pt x="18066" y="3440"/>
                      <a:pt x="18250" y="3584"/>
                      <a:pt x="18412" y="3584"/>
                    </a:cubicBezTo>
                    <a:cubicBezTo>
                      <a:pt x="18575" y="3584"/>
                      <a:pt x="18654" y="3440"/>
                      <a:pt x="18589" y="3264"/>
                    </a:cubicBezTo>
                    <a:cubicBezTo>
                      <a:pt x="18524" y="3089"/>
                      <a:pt x="18341" y="2947"/>
                      <a:pt x="18180" y="2947"/>
                    </a:cubicBezTo>
                    <a:close/>
                    <a:moveTo>
                      <a:pt x="18894" y="2947"/>
                    </a:moveTo>
                    <a:cubicBezTo>
                      <a:pt x="18733" y="2947"/>
                      <a:pt x="18655" y="3089"/>
                      <a:pt x="18719" y="3264"/>
                    </a:cubicBezTo>
                    <a:cubicBezTo>
                      <a:pt x="18785" y="3440"/>
                      <a:pt x="18970" y="3584"/>
                      <a:pt x="19132" y="3584"/>
                    </a:cubicBezTo>
                    <a:cubicBezTo>
                      <a:pt x="19295" y="3584"/>
                      <a:pt x="19372" y="3440"/>
                      <a:pt x="19306" y="3264"/>
                    </a:cubicBezTo>
                    <a:cubicBezTo>
                      <a:pt x="19239" y="3089"/>
                      <a:pt x="19055" y="2947"/>
                      <a:pt x="18894" y="2947"/>
                    </a:cubicBezTo>
                    <a:close/>
                    <a:moveTo>
                      <a:pt x="19619" y="2947"/>
                    </a:moveTo>
                    <a:cubicBezTo>
                      <a:pt x="19458" y="2947"/>
                      <a:pt x="19381" y="3089"/>
                      <a:pt x="19448" y="3264"/>
                    </a:cubicBezTo>
                    <a:cubicBezTo>
                      <a:pt x="19515" y="3440"/>
                      <a:pt x="19702" y="3584"/>
                      <a:pt x="19864" y="3584"/>
                    </a:cubicBezTo>
                    <a:cubicBezTo>
                      <a:pt x="20027" y="3584"/>
                      <a:pt x="20103" y="3440"/>
                      <a:pt x="20034" y="3264"/>
                    </a:cubicBezTo>
                    <a:cubicBezTo>
                      <a:pt x="19965" y="3089"/>
                      <a:pt x="19779" y="2947"/>
                      <a:pt x="19619" y="2947"/>
                    </a:cubicBezTo>
                    <a:close/>
                    <a:moveTo>
                      <a:pt x="3283" y="3715"/>
                    </a:moveTo>
                    <a:cubicBezTo>
                      <a:pt x="3120" y="3715"/>
                      <a:pt x="3006" y="3860"/>
                      <a:pt x="3029" y="4039"/>
                    </a:cubicBezTo>
                    <a:cubicBezTo>
                      <a:pt x="3052" y="4220"/>
                      <a:pt x="3205" y="4367"/>
                      <a:pt x="3369" y="4367"/>
                    </a:cubicBezTo>
                    <a:cubicBezTo>
                      <a:pt x="3534" y="4367"/>
                      <a:pt x="3647" y="4220"/>
                      <a:pt x="3623" y="4039"/>
                    </a:cubicBezTo>
                    <a:cubicBezTo>
                      <a:pt x="3598" y="3860"/>
                      <a:pt x="3446" y="3715"/>
                      <a:pt x="3283" y="3715"/>
                    </a:cubicBezTo>
                    <a:close/>
                    <a:moveTo>
                      <a:pt x="4007" y="3715"/>
                    </a:moveTo>
                    <a:cubicBezTo>
                      <a:pt x="3844" y="3715"/>
                      <a:pt x="3732" y="3860"/>
                      <a:pt x="3757" y="4039"/>
                    </a:cubicBezTo>
                    <a:cubicBezTo>
                      <a:pt x="3782" y="4220"/>
                      <a:pt x="3935" y="4367"/>
                      <a:pt x="4100" y="4367"/>
                    </a:cubicBezTo>
                    <a:cubicBezTo>
                      <a:pt x="4265" y="4367"/>
                      <a:pt x="4376" y="4220"/>
                      <a:pt x="4350" y="4039"/>
                    </a:cubicBezTo>
                    <a:cubicBezTo>
                      <a:pt x="4323" y="3860"/>
                      <a:pt x="4170" y="3715"/>
                      <a:pt x="4007" y="3715"/>
                    </a:cubicBezTo>
                    <a:close/>
                    <a:moveTo>
                      <a:pt x="4731" y="3715"/>
                    </a:moveTo>
                    <a:cubicBezTo>
                      <a:pt x="4568" y="3715"/>
                      <a:pt x="4458" y="3860"/>
                      <a:pt x="4485" y="4039"/>
                    </a:cubicBezTo>
                    <a:cubicBezTo>
                      <a:pt x="4512" y="4220"/>
                      <a:pt x="4667" y="4367"/>
                      <a:pt x="4832" y="4367"/>
                    </a:cubicBezTo>
                    <a:cubicBezTo>
                      <a:pt x="4996" y="4367"/>
                      <a:pt x="5106" y="4220"/>
                      <a:pt x="5078" y="4039"/>
                    </a:cubicBezTo>
                    <a:cubicBezTo>
                      <a:pt x="5049" y="3860"/>
                      <a:pt x="4894" y="3715"/>
                      <a:pt x="4731" y="3715"/>
                    </a:cubicBezTo>
                    <a:close/>
                    <a:moveTo>
                      <a:pt x="5456" y="3715"/>
                    </a:moveTo>
                    <a:cubicBezTo>
                      <a:pt x="5292" y="3715"/>
                      <a:pt x="5184" y="3860"/>
                      <a:pt x="5213" y="4039"/>
                    </a:cubicBezTo>
                    <a:cubicBezTo>
                      <a:pt x="5242" y="4220"/>
                      <a:pt x="5399" y="4367"/>
                      <a:pt x="5564" y="4367"/>
                    </a:cubicBezTo>
                    <a:cubicBezTo>
                      <a:pt x="5728" y="4367"/>
                      <a:pt x="5836" y="4220"/>
                      <a:pt x="5806" y="4039"/>
                    </a:cubicBezTo>
                    <a:cubicBezTo>
                      <a:pt x="5775" y="3860"/>
                      <a:pt x="5619" y="3715"/>
                      <a:pt x="5456" y="3715"/>
                    </a:cubicBezTo>
                    <a:close/>
                    <a:moveTo>
                      <a:pt x="6180" y="3715"/>
                    </a:moveTo>
                    <a:cubicBezTo>
                      <a:pt x="6017" y="3715"/>
                      <a:pt x="5910" y="3860"/>
                      <a:pt x="5940" y="4039"/>
                    </a:cubicBezTo>
                    <a:cubicBezTo>
                      <a:pt x="5971" y="4220"/>
                      <a:pt x="6130" y="4367"/>
                      <a:pt x="6295" y="4367"/>
                    </a:cubicBezTo>
                    <a:cubicBezTo>
                      <a:pt x="6459" y="4367"/>
                      <a:pt x="6566" y="4220"/>
                      <a:pt x="6533" y="4039"/>
                    </a:cubicBezTo>
                    <a:cubicBezTo>
                      <a:pt x="6501" y="3860"/>
                      <a:pt x="6343" y="3715"/>
                      <a:pt x="6180" y="3715"/>
                    </a:cubicBezTo>
                    <a:close/>
                    <a:moveTo>
                      <a:pt x="6904" y="3715"/>
                    </a:moveTo>
                    <a:cubicBezTo>
                      <a:pt x="6742" y="3715"/>
                      <a:pt x="6635" y="3860"/>
                      <a:pt x="6668" y="4039"/>
                    </a:cubicBezTo>
                    <a:cubicBezTo>
                      <a:pt x="6701" y="4220"/>
                      <a:pt x="6862" y="4367"/>
                      <a:pt x="7026" y="4367"/>
                    </a:cubicBezTo>
                    <a:cubicBezTo>
                      <a:pt x="7191" y="4367"/>
                      <a:pt x="7296" y="4220"/>
                      <a:pt x="7262" y="4039"/>
                    </a:cubicBezTo>
                    <a:cubicBezTo>
                      <a:pt x="7227" y="3860"/>
                      <a:pt x="7068" y="3715"/>
                      <a:pt x="6904" y="3715"/>
                    </a:cubicBezTo>
                    <a:close/>
                    <a:moveTo>
                      <a:pt x="7629" y="3715"/>
                    </a:moveTo>
                    <a:cubicBezTo>
                      <a:pt x="7466" y="3715"/>
                      <a:pt x="7362" y="3860"/>
                      <a:pt x="7396" y="4039"/>
                    </a:cubicBezTo>
                    <a:cubicBezTo>
                      <a:pt x="7431" y="4220"/>
                      <a:pt x="7593" y="4367"/>
                      <a:pt x="7758" y="4367"/>
                    </a:cubicBezTo>
                    <a:cubicBezTo>
                      <a:pt x="7922" y="4367"/>
                      <a:pt x="8026" y="4220"/>
                      <a:pt x="7989" y="4039"/>
                    </a:cubicBezTo>
                    <a:cubicBezTo>
                      <a:pt x="7953" y="3860"/>
                      <a:pt x="7792" y="3715"/>
                      <a:pt x="7629" y="3715"/>
                    </a:cubicBezTo>
                    <a:close/>
                    <a:moveTo>
                      <a:pt x="8341" y="3715"/>
                    </a:moveTo>
                    <a:cubicBezTo>
                      <a:pt x="8179" y="3715"/>
                      <a:pt x="8076" y="3860"/>
                      <a:pt x="8112" y="4039"/>
                    </a:cubicBezTo>
                    <a:cubicBezTo>
                      <a:pt x="8149" y="4220"/>
                      <a:pt x="8314" y="4367"/>
                      <a:pt x="8478" y="4367"/>
                    </a:cubicBezTo>
                    <a:cubicBezTo>
                      <a:pt x="8643" y="4367"/>
                      <a:pt x="8744" y="4220"/>
                      <a:pt x="8706" y="4039"/>
                    </a:cubicBezTo>
                    <a:cubicBezTo>
                      <a:pt x="8667" y="3860"/>
                      <a:pt x="8504" y="3715"/>
                      <a:pt x="8341" y="3715"/>
                    </a:cubicBezTo>
                    <a:close/>
                    <a:moveTo>
                      <a:pt x="9065" y="3715"/>
                    </a:moveTo>
                    <a:cubicBezTo>
                      <a:pt x="8903" y="3715"/>
                      <a:pt x="8802" y="3860"/>
                      <a:pt x="8841" y="4039"/>
                    </a:cubicBezTo>
                    <a:cubicBezTo>
                      <a:pt x="8880" y="4220"/>
                      <a:pt x="9045" y="4367"/>
                      <a:pt x="9209" y="4367"/>
                    </a:cubicBezTo>
                    <a:cubicBezTo>
                      <a:pt x="9374" y="4367"/>
                      <a:pt x="9474" y="4220"/>
                      <a:pt x="9433" y="4039"/>
                    </a:cubicBezTo>
                    <a:cubicBezTo>
                      <a:pt x="9393" y="3860"/>
                      <a:pt x="9229" y="3715"/>
                      <a:pt x="9065" y="3715"/>
                    </a:cubicBezTo>
                    <a:close/>
                    <a:moveTo>
                      <a:pt x="9790" y="3715"/>
                    </a:moveTo>
                    <a:cubicBezTo>
                      <a:pt x="9627" y="3715"/>
                      <a:pt x="9528" y="3860"/>
                      <a:pt x="9569" y="4039"/>
                    </a:cubicBezTo>
                    <a:cubicBezTo>
                      <a:pt x="9610" y="4220"/>
                      <a:pt x="9776" y="4367"/>
                      <a:pt x="9941" y="4367"/>
                    </a:cubicBezTo>
                    <a:cubicBezTo>
                      <a:pt x="10106" y="4367"/>
                      <a:pt x="10204" y="4220"/>
                      <a:pt x="10161" y="4039"/>
                    </a:cubicBezTo>
                    <a:cubicBezTo>
                      <a:pt x="10119" y="3860"/>
                      <a:pt x="9953" y="3715"/>
                      <a:pt x="9790" y="3715"/>
                    </a:cubicBezTo>
                    <a:close/>
                    <a:moveTo>
                      <a:pt x="10515" y="3715"/>
                    </a:moveTo>
                    <a:cubicBezTo>
                      <a:pt x="10352" y="3715"/>
                      <a:pt x="10254" y="3860"/>
                      <a:pt x="10297" y="4039"/>
                    </a:cubicBezTo>
                    <a:cubicBezTo>
                      <a:pt x="10339" y="4220"/>
                      <a:pt x="10508" y="4367"/>
                      <a:pt x="10673" y="4367"/>
                    </a:cubicBezTo>
                    <a:cubicBezTo>
                      <a:pt x="10837" y="4367"/>
                      <a:pt x="10934" y="4220"/>
                      <a:pt x="10890" y="4039"/>
                    </a:cubicBezTo>
                    <a:cubicBezTo>
                      <a:pt x="10845" y="3860"/>
                      <a:pt x="10678" y="3715"/>
                      <a:pt x="10515" y="3715"/>
                    </a:cubicBezTo>
                    <a:close/>
                    <a:moveTo>
                      <a:pt x="11239" y="3715"/>
                    </a:moveTo>
                    <a:cubicBezTo>
                      <a:pt x="11076" y="3715"/>
                      <a:pt x="10980" y="3860"/>
                      <a:pt x="11025" y="4039"/>
                    </a:cubicBezTo>
                    <a:cubicBezTo>
                      <a:pt x="11070" y="4220"/>
                      <a:pt x="11240" y="4367"/>
                      <a:pt x="11405" y="4367"/>
                    </a:cubicBezTo>
                    <a:cubicBezTo>
                      <a:pt x="11569" y="4367"/>
                      <a:pt x="11665" y="4220"/>
                      <a:pt x="11618" y="4039"/>
                    </a:cubicBezTo>
                    <a:cubicBezTo>
                      <a:pt x="11572" y="3860"/>
                      <a:pt x="11402" y="3715"/>
                      <a:pt x="11239" y="3715"/>
                    </a:cubicBezTo>
                    <a:close/>
                    <a:moveTo>
                      <a:pt x="11964" y="3715"/>
                    </a:moveTo>
                    <a:cubicBezTo>
                      <a:pt x="11801" y="3715"/>
                      <a:pt x="11707" y="3860"/>
                      <a:pt x="11753" y="4039"/>
                    </a:cubicBezTo>
                    <a:cubicBezTo>
                      <a:pt x="11800" y="4220"/>
                      <a:pt x="11972" y="4367"/>
                      <a:pt x="12136" y="4367"/>
                    </a:cubicBezTo>
                    <a:cubicBezTo>
                      <a:pt x="12301" y="4367"/>
                      <a:pt x="12395" y="4220"/>
                      <a:pt x="12346" y="4039"/>
                    </a:cubicBezTo>
                    <a:cubicBezTo>
                      <a:pt x="12298" y="3860"/>
                      <a:pt x="12126" y="3715"/>
                      <a:pt x="11964" y="3715"/>
                    </a:cubicBezTo>
                    <a:close/>
                    <a:moveTo>
                      <a:pt x="12689" y="3715"/>
                    </a:moveTo>
                    <a:cubicBezTo>
                      <a:pt x="12526" y="3715"/>
                      <a:pt x="12433" y="3860"/>
                      <a:pt x="12481" y="4039"/>
                    </a:cubicBezTo>
                    <a:cubicBezTo>
                      <a:pt x="12530" y="4220"/>
                      <a:pt x="12703" y="4367"/>
                      <a:pt x="12868" y="4367"/>
                    </a:cubicBezTo>
                    <a:cubicBezTo>
                      <a:pt x="13033" y="4367"/>
                      <a:pt x="13125" y="4220"/>
                      <a:pt x="13074" y="4039"/>
                    </a:cubicBezTo>
                    <a:cubicBezTo>
                      <a:pt x="13024" y="3860"/>
                      <a:pt x="12852" y="3715"/>
                      <a:pt x="12689" y="3715"/>
                    </a:cubicBezTo>
                    <a:close/>
                    <a:moveTo>
                      <a:pt x="13413" y="3715"/>
                    </a:moveTo>
                    <a:cubicBezTo>
                      <a:pt x="13250" y="3715"/>
                      <a:pt x="13159" y="3860"/>
                      <a:pt x="13210" y="4039"/>
                    </a:cubicBezTo>
                    <a:cubicBezTo>
                      <a:pt x="13261" y="4220"/>
                      <a:pt x="13435" y="4367"/>
                      <a:pt x="13600" y="4367"/>
                    </a:cubicBezTo>
                    <a:cubicBezTo>
                      <a:pt x="13765" y="4367"/>
                      <a:pt x="13855" y="4220"/>
                      <a:pt x="13803" y="4039"/>
                    </a:cubicBezTo>
                    <a:cubicBezTo>
                      <a:pt x="13751" y="3860"/>
                      <a:pt x="13576" y="3715"/>
                      <a:pt x="13413" y="3715"/>
                    </a:cubicBezTo>
                    <a:close/>
                    <a:moveTo>
                      <a:pt x="14126" y="3715"/>
                    </a:moveTo>
                    <a:cubicBezTo>
                      <a:pt x="13963" y="3715"/>
                      <a:pt x="13874" y="3860"/>
                      <a:pt x="13926" y="4039"/>
                    </a:cubicBezTo>
                    <a:cubicBezTo>
                      <a:pt x="13979" y="4220"/>
                      <a:pt x="14155" y="4367"/>
                      <a:pt x="14320" y="4367"/>
                    </a:cubicBezTo>
                    <a:cubicBezTo>
                      <a:pt x="14485" y="4367"/>
                      <a:pt x="14574" y="4220"/>
                      <a:pt x="14519" y="4039"/>
                    </a:cubicBezTo>
                    <a:cubicBezTo>
                      <a:pt x="14465" y="3860"/>
                      <a:pt x="14289" y="3715"/>
                      <a:pt x="14126" y="3715"/>
                    </a:cubicBezTo>
                    <a:close/>
                    <a:moveTo>
                      <a:pt x="14851" y="3715"/>
                    </a:moveTo>
                    <a:cubicBezTo>
                      <a:pt x="14688" y="3715"/>
                      <a:pt x="14600" y="3860"/>
                      <a:pt x="14655" y="4039"/>
                    </a:cubicBezTo>
                    <a:cubicBezTo>
                      <a:pt x="14709" y="4220"/>
                      <a:pt x="14888" y="4367"/>
                      <a:pt x="15052" y="4367"/>
                    </a:cubicBezTo>
                    <a:cubicBezTo>
                      <a:pt x="15217" y="4367"/>
                      <a:pt x="15304" y="4220"/>
                      <a:pt x="15248" y="4039"/>
                    </a:cubicBezTo>
                    <a:cubicBezTo>
                      <a:pt x="15192" y="3860"/>
                      <a:pt x="15014" y="3715"/>
                      <a:pt x="14851" y="3715"/>
                    </a:cubicBezTo>
                    <a:close/>
                    <a:moveTo>
                      <a:pt x="17750" y="3715"/>
                    </a:moveTo>
                    <a:cubicBezTo>
                      <a:pt x="17588" y="3715"/>
                      <a:pt x="17506" y="3860"/>
                      <a:pt x="17568" y="4039"/>
                    </a:cubicBezTo>
                    <a:cubicBezTo>
                      <a:pt x="17631" y="4220"/>
                      <a:pt x="17816" y="4367"/>
                      <a:pt x="17980" y="4367"/>
                    </a:cubicBezTo>
                    <a:cubicBezTo>
                      <a:pt x="18145" y="4367"/>
                      <a:pt x="18226" y="4220"/>
                      <a:pt x="18162" y="4039"/>
                    </a:cubicBezTo>
                    <a:cubicBezTo>
                      <a:pt x="18097" y="3860"/>
                      <a:pt x="17913" y="3715"/>
                      <a:pt x="17750" y="3715"/>
                    </a:cubicBezTo>
                    <a:close/>
                    <a:moveTo>
                      <a:pt x="3392" y="4524"/>
                    </a:moveTo>
                    <a:cubicBezTo>
                      <a:pt x="3227" y="4524"/>
                      <a:pt x="3111" y="4672"/>
                      <a:pt x="3135" y="4856"/>
                    </a:cubicBezTo>
                    <a:cubicBezTo>
                      <a:pt x="3158" y="5041"/>
                      <a:pt x="3313" y="5192"/>
                      <a:pt x="3480" y="5192"/>
                    </a:cubicBezTo>
                    <a:cubicBezTo>
                      <a:pt x="3646" y="5192"/>
                      <a:pt x="3761" y="5041"/>
                      <a:pt x="3736" y="4856"/>
                    </a:cubicBezTo>
                    <a:cubicBezTo>
                      <a:pt x="3710" y="4672"/>
                      <a:pt x="3557" y="4524"/>
                      <a:pt x="3392" y="4524"/>
                    </a:cubicBezTo>
                    <a:close/>
                    <a:moveTo>
                      <a:pt x="4127" y="4524"/>
                    </a:moveTo>
                    <a:cubicBezTo>
                      <a:pt x="3962" y="4524"/>
                      <a:pt x="3849" y="4672"/>
                      <a:pt x="3874" y="4856"/>
                    </a:cubicBezTo>
                    <a:cubicBezTo>
                      <a:pt x="3900" y="5041"/>
                      <a:pt x="4055" y="5192"/>
                      <a:pt x="4222" y="5192"/>
                    </a:cubicBezTo>
                    <a:cubicBezTo>
                      <a:pt x="4389" y="5192"/>
                      <a:pt x="4502" y="5041"/>
                      <a:pt x="4475" y="4856"/>
                    </a:cubicBezTo>
                    <a:cubicBezTo>
                      <a:pt x="4448" y="4672"/>
                      <a:pt x="4292" y="4524"/>
                      <a:pt x="4127" y="4524"/>
                    </a:cubicBezTo>
                    <a:close/>
                    <a:moveTo>
                      <a:pt x="4851" y="4524"/>
                    </a:moveTo>
                    <a:cubicBezTo>
                      <a:pt x="4686" y="4524"/>
                      <a:pt x="4575" y="4672"/>
                      <a:pt x="4602" y="4856"/>
                    </a:cubicBezTo>
                    <a:cubicBezTo>
                      <a:pt x="4630" y="5041"/>
                      <a:pt x="4787" y="5192"/>
                      <a:pt x="4954" y="5192"/>
                    </a:cubicBezTo>
                    <a:cubicBezTo>
                      <a:pt x="5121" y="5192"/>
                      <a:pt x="5232" y="5041"/>
                      <a:pt x="5202" y="4856"/>
                    </a:cubicBezTo>
                    <a:cubicBezTo>
                      <a:pt x="5173" y="4672"/>
                      <a:pt x="5016" y="4524"/>
                      <a:pt x="4851" y="4524"/>
                    </a:cubicBezTo>
                    <a:close/>
                    <a:moveTo>
                      <a:pt x="5587" y="4524"/>
                    </a:moveTo>
                    <a:cubicBezTo>
                      <a:pt x="5422" y="4524"/>
                      <a:pt x="5312" y="4672"/>
                      <a:pt x="5342" y="4856"/>
                    </a:cubicBezTo>
                    <a:cubicBezTo>
                      <a:pt x="5371" y="5041"/>
                      <a:pt x="5530" y="5192"/>
                      <a:pt x="5697" y="5192"/>
                    </a:cubicBezTo>
                    <a:cubicBezTo>
                      <a:pt x="5864" y="5192"/>
                      <a:pt x="5973" y="5041"/>
                      <a:pt x="5942" y="4856"/>
                    </a:cubicBezTo>
                    <a:cubicBezTo>
                      <a:pt x="5911" y="4672"/>
                      <a:pt x="5752" y="4524"/>
                      <a:pt x="5587" y="4524"/>
                    </a:cubicBezTo>
                    <a:close/>
                    <a:moveTo>
                      <a:pt x="6323" y="4524"/>
                    </a:moveTo>
                    <a:cubicBezTo>
                      <a:pt x="6158" y="4524"/>
                      <a:pt x="6050" y="4672"/>
                      <a:pt x="6081" y="4856"/>
                    </a:cubicBezTo>
                    <a:cubicBezTo>
                      <a:pt x="6113" y="5041"/>
                      <a:pt x="6274" y="5192"/>
                      <a:pt x="6441" y="5192"/>
                    </a:cubicBezTo>
                    <a:cubicBezTo>
                      <a:pt x="6607" y="5192"/>
                      <a:pt x="6715" y="5041"/>
                      <a:pt x="6681" y="4856"/>
                    </a:cubicBezTo>
                    <a:cubicBezTo>
                      <a:pt x="6648" y="4672"/>
                      <a:pt x="6488" y="4524"/>
                      <a:pt x="6323" y="4524"/>
                    </a:cubicBezTo>
                    <a:close/>
                    <a:moveTo>
                      <a:pt x="7047" y="4524"/>
                    </a:moveTo>
                    <a:cubicBezTo>
                      <a:pt x="6883" y="4524"/>
                      <a:pt x="6776" y="4672"/>
                      <a:pt x="6809" y="4856"/>
                    </a:cubicBezTo>
                    <a:cubicBezTo>
                      <a:pt x="6843" y="5041"/>
                      <a:pt x="7006" y="5192"/>
                      <a:pt x="7172" y="5192"/>
                    </a:cubicBezTo>
                    <a:cubicBezTo>
                      <a:pt x="7339" y="5192"/>
                      <a:pt x="7446" y="5041"/>
                      <a:pt x="7410" y="4856"/>
                    </a:cubicBezTo>
                    <a:cubicBezTo>
                      <a:pt x="7375" y="4672"/>
                      <a:pt x="7212" y="4524"/>
                      <a:pt x="7047" y="4524"/>
                    </a:cubicBezTo>
                    <a:close/>
                    <a:moveTo>
                      <a:pt x="7784" y="4524"/>
                    </a:moveTo>
                    <a:cubicBezTo>
                      <a:pt x="7618" y="4524"/>
                      <a:pt x="7513" y="4672"/>
                      <a:pt x="7549" y="4856"/>
                    </a:cubicBezTo>
                    <a:cubicBezTo>
                      <a:pt x="7585" y="5041"/>
                      <a:pt x="7749" y="5192"/>
                      <a:pt x="7916" y="5192"/>
                    </a:cubicBezTo>
                    <a:cubicBezTo>
                      <a:pt x="8083" y="5192"/>
                      <a:pt x="8187" y="5041"/>
                      <a:pt x="8149" y="4856"/>
                    </a:cubicBezTo>
                    <a:cubicBezTo>
                      <a:pt x="8112" y="4672"/>
                      <a:pt x="7948" y="4524"/>
                      <a:pt x="7784" y="4524"/>
                    </a:cubicBezTo>
                    <a:close/>
                    <a:moveTo>
                      <a:pt x="8508" y="4524"/>
                    </a:moveTo>
                    <a:cubicBezTo>
                      <a:pt x="8343" y="4524"/>
                      <a:pt x="8239" y="4672"/>
                      <a:pt x="8277" y="4856"/>
                    </a:cubicBezTo>
                    <a:cubicBezTo>
                      <a:pt x="8315" y="5041"/>
                      <a:pt x="8481" y="5192"/>
                      <a:pt x="8648" y="5192"/>
                    </a:cubicBezTo>
                    <a:cubicBezTo>
                      <a:pt x="8814" y="5192"/>
                      <a:pt x="8917" y="5041"/>
                      <a:pt x="8877" y="4856"/>
                    </a:cubicBezTo>
                    <a:cubicBezTo>
                      <a:pt x="8838" y="4672"/>
                      <a:pt x="8673" y="4524"/>
                      <a:pt x="8508" y="4524"/>
                    </a:cubicBezTo>
                    <a:close/>
                    <a:moveTo>
                      <a:pt x="9244" y="4524"/>
                    </a:moveTo>
                    <a:cubicBezTo>
                      <a:pt x="9079" y="4524"/>
                      <a:pt x="8977" y="4672"/>
                      <a:pt x="9017" y="4856"/>
                    </a:cubicBezTo>
                    <a:cubicBezTo>
                      <a:pt x="9057" y="5041"/>
                      <a:pt x="9224" y="5192"/>
                      <a:pt x="9391" y="5192"/>
                    </a:cubicBezTo>
                    <a:cubicBezTo>
                      <a:pt x="9558" y="5192"/>
                      <a:pt x="9659" y="5041"/>
                      <a:pt x="9617" y="4856"/>
                    </a:cubicBezTo>
                    <a:cubicBezTo>
                      <a:pt x="9576" y="4672"/>
                      <a:pt x="9409" y="4524"/>
                      <a:pt x="9244" y="4524"/>
                    </a:cubicBezTo>
                    <a:close/>
                    <a:moveTo>
                      <a:pt x="9980" y="4524"/>
                    </a:moveTo>
                    <a:cubicBezTo>
                      <a:pt x="9815" y="4524"/>
                      <a:pt x="9715" y="4672"/>
                      <a:pt x="9757" y="4856"/>
                    </a:cubicBezTo>
                    <a:cubicBezTo>
                      <a:pt x="9799" y="5041"/>
                      <a:pt x="9968" y="5192"/>
                      <a:pt x="10134" y="5192"/>
                    </a:cubicBezTo>
                    <a:cubicBezTo>
                      <a:pt x="10301" y="5192"/>
                      <a:pt x="10400" y="5041"/>
                      <a:pt x="10356" y="4856"/>
                    </a:cubicBezTo>
                    <a:cubicBezTo>
                      <a:pt x="10313" y="4672"/>
                      <a:pt x="10145" y="4524"/>
                      <a:pt x="9980" y="4524"/>
                    </a:cubicBezTo>
                    <a:close/>
                    <a:moveTo>
                      <a:pt x="10704" y="4524"/>
                    </a:moveTo>
                    <a:cubicBezTo>
                      <a:pt x="10539" y="4524"/>
                      <a:pt x="10441" y="4672"/>
                      <a:pt x="10485" y="4856"/>
                    </a:cubicBezTo>
                    <a:cubicBezTo>
                      <a:pt x="10529" y="5041"/>
                      <a:pt x="10699" y="5192"/>
                      <a:pt x="10866" y="5192"/>
                    </a:cubicBezTo>
                    <a:cubicBezTo>
                      <a:pt x="11033" y="5192"/>
                      <a:pt x="11131" y="5041"/>
                      <a:pt x="11085" y="4856"/>
                    </a:cubicBezTo>
                    <a:cubicBezTo>
                      <a:pt x="11040" y="4672"/>
                      <a:pt x="10869" y="4524"/>
                      <a:pt x="10704" y="4524"/>
                    </a:cubicBezTo>
                    <a:close/>
                    <a:moveTo>
                      <a:pt x="11441" y="4524"/>
                    </a:moveTo>
                    <a:cubicBezTo>
                      <a:pt x="11275" y="4524"/>
                      <a:pt x="11179" y="4672"/>
                      <a:pt x="11225" y="4856"/>
                    </a:cubicBezTo>
                    <a:cubicBezTo>
                      <a:pt x="11271" y="5041"/>
                      <a:pt x="11443" y="5192"/>
                      <a:pt x="11610" y="5192"/>
                    </a:cubicBezTo>
                    <a:cubicBezTo>
                      <a:pt x="11776" y="5192"/>
                      <a:pt x="11873" y="5041"/>
                      <a:pt x="11825" y="4856"/>
                    </a:cubicBezTo>
                    <a:cubicBezTo>
                      <a:pt x="11778" y="4672"/>
                      <a:pt x="11605" y="4524"/>
                      <a:pt x="11441" y="4524"/>
                    </a:cubicBezTo>
                    <a:close/>
                    <a:moveTo>
                      <a:pt x="12177" y="4524"/>
                    </a:moveTo>
                    <a:cubicBezTo>
                      <a:pt x="12012" y="4524"/>
                      <a:pt x="11917" y="4672"/>
                      <a:pt x="11965" y="4856"/>
                    </a:cubicBezTo>
                    <a:cubicBezTo>
                      <a:pt x="12013" y="5041"/>
                      <a:pt x="12187" y="5192"/>
                      <a:pt x="12353" y="5192"/>
                    </a:cubicBezTo>
                    <a:cubicBezTo>
                      <a:pt x="12520" y="5192"/>
                      <a:pt x="12615" y="5041"/>
                      <a:pt x="12565" y="4856"/>
                    </a:cubicBezTo>
                    <a:cubicBezTo>
                      <a:pt x="12515" y="4672"/>
                      <a:pt x="12342" y="4524"/>
                      <a:pt x="12177" y="4524"/>
                    </a:cubicBezTo>
                    <a:close/>
                    <a:moveTo>
                      <a:pt x="12902" y="4524"/>
                    </a:moveTo>
                    <a:cubicBezTo>
                      <a:pt x="12737" y="4524"/>
                      <a:pt x="12643" y="4672"/>
                      <a:pt x="12693" y="4856"/>
                    </a:cubicBezTo>
                    <a:cubicBezTo>
                      <a:pt x="12743" y="5041"/>
                      <a:pt x="12919" y="5192"/>
                      <a:pt x="13086" y="5192"/>
                    </a:cubicBezTo>
                    <a:cubicBezTo>
                      <a:pt x="13252" y="5192"/>
                      <a:pt x="13345" y="5041"/>
                      <a:pt x="13294" y="4856"/>
                    </a:cubicBezTo>
                    <a:cubicBezTo>
                      <a:pt x="13242" y="4672"/>
                      <a:pt x="13067" y="4524"/>
                      <a:pt x="12902" y="4524"/>
                    </a:cubicBezTo>
                    <a:close/>
                    <a:moveTo>
                      <a:pt x="13638" y="4524"/>
                    </a:moveTo>
                    <a:cubicBezTo>
                      <a:pt x="13473" y="4524"/>
                      <a:pt x="13381" y="4672"/>
                      <a:pt x="13433" y="4856"/>
                    </a:cubicBezTo>
                    <a:cubicBezTo>
                      <a:pt x="13485" y="5041"/>
                      <a:pt x="13662" y="5192"/>
                      <a:pt x="13829" y="5192"/>
                    </a:cubicBezTo>
                    <a:cubicBezTo>
                      <a:pt x="13996" y="5192"/>
                      <a:pt x="14087" y="5041"/>
                      <a:pt x="14033" y="4856"/>
                    </a:cubicBezTo>
                    <a:cubicBezTo>
                      <a:pt x="13980" y="4672"/>
                      <a:pt x="13803" y="4524"/>
                      <a:pt x="13638" y="4524"/>
                    </a:cubicBezTo>
                    <a:close/>
                    <a:moveTo>
                      <a:pt x="14362" y="4524"/>
                    </a:moveTo>
                    <a:cubicBezTo>
                      <a:pt x="14197" y="4524"/>
                      <a:pt x="14108" y="4672"/>
                      <a:pt x="14162" y="4856"/>
                    </a:cubicBezTo>
                    <a:cubicBezTo>
                      <a:pt x="14216" y="5041"/>
                      <a:pt x="14394" y="5192"/>
                      <a:pt x="14561" y="5192"/>
                    </a:cubicBezTo>
                    <a:cubicBezTo>
                      <a:pt x="14728" y="5192"/>
                      <a:pt x="14817" y="5041"/>
                      <a:pt x="14761" y="4856"/>
                    </a:cubicBezTo>
                    <a:cubicBezTo>
                      <a:pt x="14706" y="4672"/>
                      <a:pt x="14528" y="4524"/>
                      <a:pt x="14362" y="4524"/>
                    </a:cubicBezTo>
                    <a:close/>
                    <a:moveTo>
                      <a:pt x="15099" y="4524"/>
                    </a:moveTo>
                    <a:cubicBezTo>
                      <a:pt x="14934" y="4524"/>
                      <a:pt x="14846" y="4672"/>
                      <a:pt x="14902" y="4856"/>
                    </a:cubicBezTo>
                    <a:cubicBezTo>
                      <a:pt x="14958" y="5041"/>
                      <a:pt x="15138" y="5192"/>
                      <a:pt x="15305" y="5192"/>
                    </a:cubicBezTo>
                    <a:cubicBezTo>
                      <a:pt x="15472" y="5192"/>
                      <a:pt x="15560" y="5041"/>
                      <a:pt x="15502" y="4856"/>
                    </a:cubicBezTo>
                    <a:cubicBezTo>
                      <a:pt x="15444" y="4672"/>
                      <a:pt x="15264" y="4524"/>
                      <a:pt x="15099" y="4524"/>
                    </a:cubicBezTo>
                    <a:close/>
                    <a:moveTo>
                      <a:pt x="17297" y="4524"/>
                    </a:moveTo>
                    <a:cubicBezTo>
                      <a:pt x="17132" y="4524"/>
                      <a:pt x="17048" y="4672"/>
                      <a:pt x="17110" y="4856"/>
                    </a:cubicBezTo>
                    <a:cubicBezTo>
                      <a:pt x="17173" y="5041"/>
                      <a:pt x="17358" y="5192"/>
                      <a:pt x="17525" y="5192"/>
                    </a:cubicBezTo>
                    <a:cubicBezTo>
                      <a:pt x="17692" y="5192"/>
                      <a:pt x="17774" y="5041"/>
                      <a:pt x="17710" y="4856"/>
                    </a:cubicBezTo>
                    <a:cubicBezTo>
                      <a:pt x="17647" y="4672"/>
                      <a:pt x="17462" y="4524"/>
                      <a:pt x="17297" y="4524"/>
                    </a:cubicBezTo>
                    <a:close/>
                    <a:moveTo>
                      <a:pt x="18022" y="4524"/>
                    </a:moveTo>
                    <a:cubicBezTo>
                      <a:pt x="17857" y="4524"/>
                      <a:pt x="17775" y="4672"/>
                      <a:pt x="17839" y="4856"/>
                    </a:cubicBezTo>
                    <a:cubicBezTo>
                      <a:pt x="17903" y="5041"/>
                      <a:pt x="18091" y="5192"/>
                      <a:pt x="18257" y="5192"/>
                    </a:cubicBezTo>
                    <a:cubicBezTo>
                      <a:pt x="18424" y="5192"/>
                      <a:pt x="18505" y="5041"/>
                      <a:pt x="18439" y="4856"/>
                    </a:cubicBezTo>
                    <a:cubicBezTo>
                      <a:pt x="18373" y="4672"/>
                      <a:pt x="18187" y="4524"/>
                      <a:pt x="18022" y="4524"/>
                    </a:cubicBezTo>
                    <a:close/>
                    <a:moveTo>
                      <a:pt x="3500" y="5334"/>
                    </a:moveTo>
                    <a:cubicBezTo>
                      <a:pt x="3333" y="5334"/>
                      <a:pt x="3217" y="5485"/>
                      <a:pt x="3241" y="5674"/>
                    </a:cubicBezTo>
                    <a:cubicBezTo>
                      <a:pt x="3265" y="5864"/>
                      <a:pt x="3422" y="6018"/>
                      <a:pt x="3590" y="6018"/>
                    </a:cubicBezTo>
                    <a:cubicBezTo>
                      <a:pt x="3759" y="6018"/>
                      <a:pt x="3875" y="5864"/>
                      <a:pt x="3849" y="5674"/>
                    </a:cubicBezTo>
                    <a:cubicBezTo>
                      <a:pt x="3823" y="5485"/>
                      <a:pt x="3667" y="5334"/>
                      <a:pt x="3500" y="5334"/>
                    </a:cubicBezTo>
                    <a:close/>
                    <a:moveTo>
                      <a:pt x="4235" y="5334"/>
                    </a:moveTo>
                    <a:cubicBezTo>
                      <a:pt x="4068" y="5334"/>
                      <a:pt x="3954" y="5485"/>
                      <a:pt x="3980" y="5674"/>
                    </a:cubicBezTo>
                    <a:cubicBezTo>
                      <a:pt x="4006" y="5864"/>
                      <a:pt x="4164" y="6018"/>
                      <a:pt x="4333" y="6018"/>
                    </a:cubicBezTo>
                    <a:cubicBezTo>
                      <a:pt x="4502" y="6018"/>
                      <a:pt x="4616" y="5864"/>
                      <a:pt x="4588" y="5674"/>
                    </a:cubicBezTo>
                    <a:cubicBezTo>
                      <a:pt x="4560" y="5485"/>
                      <a:pt x="4402" y="5334"/>
                      <a:pt x="4235" y="5334"/>
                    </a:cubicBezTo>
                    <a:close/>
                    <a:moveTo>
                      <a:pt x="4983" y="5334"/>
                    </a:moveTo>
                    <a:cubicBezTo>
                      <a:pt x="4815" y="5334"/>
                      <a:pt x="4703" y="5485"/>
                      <a:pt x="4731" y="5674"/>
                    </a:cubicBezTo>
                    <a:cubicBezTo>
                      <a:pt x="4760" y="5864"/>
                      <a:pt x="4919" y="6018"/>
                      <a:pt x="5088" y="6018"/>
                    </a:cubicBezTo>
                    <a:cubicBezTo>
                      <a:pt x="5257" y="6018"/>
                      <a:pt x="5369" y="5864"/>
                      <a:pt x="5339" y="5674"/>
                    </a:cubicBezTo>
                    <a:cubicBezTo>
                      <a:pt x="5309" y="5485"/>
                      <a:pt x="5150" y="5334"/>
                      <a:pt x="4983" y="5334"/>
                    </a:cubicBezTo>
                    <a:close/>
                    <a:moveTo>
                      <a:pt x="5719" y="5334"/>
                    </a:moveTo>
                    <a:cubicBezTo>
                      <a:pt x="5552" y="5334"/>
                      <a:pt x="5441" y="5485"/>
                      <a:pt x="5471" y="5674"/>
                    </a:cubicBezTo>
                    <a:cubicBezTo>
                      <a:pt x="5502" y="5864"/>
                      <a:pt x="5663" y="6018"/>
                      <a:pt x="5832" y="6018"/>
                    </a:cubicBezTo>
                    <a:cubicBezTo>
                      <a:pt x="6000" y="6018"/>
                      <a:pt x="6111" y="5864"/>
                      <a:pt x="6079" y="5674"/>
                    </a:cubicBezTo>
                    <a:cubicBezTo>
                      <a:pt x="6047" y="5485"/>
                      <a:pt x="5886" y="5334"/>
                      <a:pt x="5719" y="5334"/>
                    </a:cubicBezTo>
                    <a:close/>
                    <a:moveTo>
                      <a:pt x="6467" y="5334"/>
                    </a:moveTo>
                    <a:cubicBezTo>
                      <a:pt x="6299" y="5334"/>
                      <a:pt x="6190" y="5485"/>
                      <a:pt x="6223" y="5674"/>
                    </a:cubicBezTo>
                    <a:cubicBezTo>
                      <a:pt x="6255" y="5864"/>
                      <a:pt x="6418" y="6018"/>
                      <a:pt x="6587" y="6018"/>
                    </a:cubicBezTo>
                    <a:cubicBezTo>
                      <a:pt x="6755" y="6018"/>
                      <a:pt x="6865" y="5864"/>
                      <a:pt x="6830" y="5674"/>
                    </a:cubicBezTo>
                    <a:cubicBezTo>
                      <a:pt x="6796" y="5485"/>
                      <a:pt x="6633" y="5334"/>
                      <a:pt x="6467" y="5334"/>
                    </a:cubicBezTo>
                    <a:close/>
                    <a:moveTo>
                      <a:pt x="7202" y="5334"/>
                    </a:moveTo>
                    <a:cubicBezTo>
                      <a:pt x="7036" y="5334"/>
                      <a:pt x="6927" y="5485"/>
                      <a:pt x="6962" y="5674"/>
                    </a:cubicBezTo>
                    <a:cubicBezTo>
                      <a:pt x="6997" y="5864"/>
                      <a:pt x="7162" y="6018"/>
                      <a:pt x="7330" y="6018"/>
                    </a:cubicBezTo>
                    <a:cubicBezTo>
                      <a:pt x="7499" y="6018"/>
                      <a:pt x="7606" y="5864"/>
                      <a:pt x="7570" y="5674"/>
                    </a:cubicBezTo>
                    <a:cubicBezTo>
                      <a:pt x="7534" y="5485"/>
                      <a:pt x="7370" y="5334"/>
                      <a:pt x="7202" y="5334"/>
                    </a:cubicBezTo>
                    <a:close/>
                    <a:moveTo>
                      <a:pt x="7938" y="5334"/>
                    </a:moveTo>
                    <a:cubicBezTo>
                      <a:pt x="7771" y="5334"/>
                      <a:pt x="7665" y="5485"/>
                      <a:pt x="7702" y="5674"/>
                    </a:cubicBezTo>
                    <a:cubicBezTo>
                      <a:pt x="7738" y="5864"/>
                      <a:pt x="7905" y="6018"/>
                      <a:pt x="8074" y="6018"/>
                    </a:cubicBezTo>
                    <a:cubicBezTo>
                      <a:pt x="8243" y="6018"/>
                      <a:pt x="8348" y="5864"/>
                      <a:pt x="8309" y="5674"/>
                    </a:cubicBezTo>
                    <a:cubicBezTo>
                      <a:pt x="8271" y="5485"/>
                      <a:pt x="8105" y="5334"/>
                      <a:pt x="7938" y="5334"/>
                    </a:cubicBezTo>
                    <a:close/>
                    <a:moveTo>
                      <a:pt x="8686" y="5334"/>
                    </a:moveTo>
                    <a:cubicBezTo>
                      <a:pt x="8520" y="5334"/>
                      <a:pt x="8415" y="5485"/>
                      <a:pt x="8453" y="5674"/>
                    </a:cubicBezTo>
                    <a:cubicBezTo>
                      <a:pt x="8492" y="5864"/>
                      <a:pt x="8661" y="6018"/>
                      <a:pt x="8829" y="6018"/>
                    </a:cubicBezTo>
                    <a:cubicBezTo>
                      <a:pt x="8998" y="6018"/>
                      <a:pt x="9101" y="5864"/>
                      <a:pt x="9061" y="5674"/>
                    </a:cubicBezTo>
                    <a:cubicBezTo>
                      <a:pt x="9021" y="5485"/>
                      <a:pt x="8853" y="5334"/>
                      <a:pt x="8686" y="5334"/>
                    </a:cubicBezTo>
                    <a:close/>
                    <a:moveTo>
                      <a:pt x="9422" y="5334"/>
                    </a:moveTo>
                    <a:cubicBezTo>
                      <a:pt x="9255" y="5334"/>
                      <a:pt x="9152" y="5485"/>
                      <a:pt x="9193" y="5674"/>
                    </a:cubicBezTo>
                    <a:cubicBezTo>
                      <a:pt x="9234" y="5864"/>
                      <a:pt x="9404" y="6018"/>
                      <a:pt x="9573" y="6018"/>
                    </a:cubicBezTo>
                    <a:cubicBezTo>
                      <a:pt x="9742" y="6018"/>
                      <a:pt x="9843" y="5864"/>
                      <a:pt x="9801" y="5674"/>
                    </a:cubicBezTo>
                    <a:cubicBezTo>
                      <a:pt x="9758" y="5485"/>
                      <a:pt x="9589" y="5334"/>
                      <a:pt x="9422" y="5334"/>
                    </a:cubicBezTo>
                    <a:close/>
                    <a:moveTo>
                      <a:pt x="10169" y="5334"/>
                    </a:moveTo>
                    <a:cubicBezTo>
                      <a:pt x="10003" y="5334"/>
                      <a:pt x="9902" y="5485"/>
                      <a:pt x="9945" y="5674"/>
                    </a:cubicBezTo>
                    <a:cubicBezTo>
                      <a:pt x="9988" y="5864"/>
                      <a:pt x="10160" y="6018"/>
                      <a:pt x="10328" y="6018"/>
                    </a:cubicBezTo>
                    <a:cubicBezTo>
                      <a:pt x="10497" y="6018"/>
                      <a:pt x="10597" y="5864"/>
                      <a:pt x="10552" y="5674"/>
                    </a:cubicBezTo>
                    <a:cubicBezTo>
                      <a:pt x="10508" y="5485"/>
                      <a:pt x="10337" y="5334"/>
                      <a:pt x="10169" y="5334"/>
                    </a:cubicBezTo>
                    <a:close/>
                    <a:moveTo>
                      <a:pt x="10906" y="5334"/>
                    </a:moveTo>
                    <a:cubicBezTo>
                      <a:pt x="10739" y="5334"/>
                      <a:pt x="10640" y="5485"/>
                      <a:pt x="10684" y="5674"/>
                    </a:cubicBezTo>
                    <a:cubicBezTo>
                      <a:pt x="10730" y="5864"/>
                      <a:pt x="10903" y="6018"/>
                      <a:pt x="11072" y="6018"/>
                    </a:cubicBezTo>
                    <a:cubicBezTo>
                      <a:pt x="11241" y="6018"/>
                      <a:pt x="11339" y="5864"/>
                      <a:pt x="11292" y="5674"/>
                    </a:cubicBezTo>
                    <a:cubicBezTo>
                      <a:pt x="11246" y="5485"/>
                      <a:pt x="11073" y="5334"/>
                      <a:pt x="10906" y="5334"/>
                    </a:cubicBezTo>
                    <a:close/>
                    <a:moveTo>
                      <a:pt x="11642" y="5334"/>
                    </a:moveTo>
                    <a:cubicBezTo>
                      <a:pt x="11475" y="5334"/>
                      <a:pt x="11378" y="5485"/>
                      <a:pt x="11425" y="5674"/>
                    </a:cubicBezTo>
                    <a:cubicBezTo>
                      <a:pt x="11472" y="5864"/>
                      <a:pt x="11646" y="6018"/>
                      <a:pt x="11816" y="6018"/>
                    </a:cubicBezTo>
                    <a:cubicBezTo>
                      <a:pt x="11984" y="6018"/>
                      <a:pt x="12081" y="5864"/>
                      <a:pt x="12032" y="5674"/>
                    </a:cubicBezTo>
                    <a:cubicBezTo>
                      <a:pt x="11984" y="5485"/>
                      <a:pt x="11809" y="5334"/>
                      <a:pt x="11642" y="5334"/>
                    </a:cubicBezTo>
                    <a:close/>
                    <a:moveTo>
                      <a:pt x="12390" y="5334"/>
                    </a:moveTo>
                    <a:cubicBezTo>
                      <a:pt x="12223" y="5334"/>
                      <a:pt x="12127" y="5485"/>
                      <a:pt x="12176" y="5674"/>
                    </a:cubicBezTo>
                    <a:cubicBezTo>
                      <a:pt x="12225" y="5864"/>
                      <a:pt x="12402" y="6018"/>
                      <a:pt x="12571" y="6018"/>
                    </a:cubicBezTo>
                    <a:cubicBezTo>
                      <a:pt x="12739" y="6018"/>
                      <a:pt x="12835" y="5864"/>
                      <a:pt x="12784" y="5674"/>
                    </a:cubicBezTo>
                    <a:cubicBezTo>
                      <a:pt x="12733" y="5485"/>
                      <a:pt x="12557" y="5334"/>
                      <a:pt x="12390" y="5334"/>
                    </a:cubicBezTo>
                    <a:close/>
                    <a:moveTo>
                      <a:pt x="13126" y="5334"/>
                    </a:moveTo>
                    <a:cubicBezTo>
                      <a:pt x="12959" y="5334"/>
                      <a:pt x="12865" y="5485"/>
                      <a:pt x="12916" y="5674"/>
                    </a:cubicBezTo>
                    <a:cubicBezTo>
                      <a:pt x="12968" y="5864"/>
                      <a:pt x="13146" y="6018"/>
                      <a:pt x="13315" y="6018"/>
                    </a:cubicBezTo>
                    <a:cubicBezTo>
                      <a:pt x="13483" y="6018"/>
                      <a:pt x="13577" y="5864"/>
                      <a:pt x="13524" y="5674"/>
                    </a:cubicBezTo>
                    <a:cubicBezTo>
                      <a:pt x="13471" y="5485"/>
                      <a:pt x="13293" y="5334"/>
                      <a:pt x="13126" y="5334"/>
                    </a:cubicBezTo>
                    <a:close/>
                    <a:moveTo>
                      <a:pt x="13874" y="5334"/>
                    </a:moveTo>
                    <a:cubicBezTo>
                      <a:pt x="13707" y="5334"/>
                      <a:pt x="13615" y="5485"/>
                      <a:pt x="13668" y="5674"/>
                    </a:cubicBezTo>
                    <a:cubicBezTo>
                      <a:pt x="13721" y="5864"/>
                      <a:pt x="13902" y="6018"/>
                      <a:pt x="14070" y="6018"/>
                    </a:cubicBezTo>
                    <a:cubicBezTo>
                      <a:pt x="14239" y="6018"/>
                      <a:pt x="14331" y="5864"/>
                      <a:pt x="14276" y="5674"/>
                    </a:cubicBezTo>
                    <a:cubicBezTo>
                      <a:pt x="14221" y="5485"/>
                      <a:pt x="14042" y="5334"/>
                      <a:pt x="13874" y="5334"/>
                    </a:cubicBezTo>
                    <a:close/>
                    <a:moveTo>
                      <a:pt x="14611" y="5334"/>
                    </a:moveTo>
                    <a:cubicBezTo>
                      <a:pt x="14443" y="5334"/>
                      <a:pt x="14353" y="5485"/>
                      <a:pt x="14408" y="5674"/>
                    </a:cubicBezTo>
                    <a:cubicBezTo>
                      <a:pt x="14464" y="5864"/>
                      <a:pt x="14645" y="6018"/>
                      <a:pt x="14814" y="6018"/>
                    </a:cubicBezTo>
                    <a:cubicBezTo>
                      <a:pt x="14983" y="6018"/>
                      <a:pt x="15073" y="5864"/>
                      <a:pt x="15016" y="5674"/>
                    </a:cubicBezTo>
                    <a:cubicBezTo>
                      <a:pt x="14959" y="5485"/>
                      <a:pt x="14778" y="5334"/>
                      <a:pt x="14611" y="5334"/>
                    </a:cubicBezTo>
                    <a:close/>
                    <a:moveTo>
                      <a:pt x="15347" y="5334"/>
                    </a:moveTo>
                    <a:cubicBezTo>
                      <a:pt x="15180" y="5334"/>
                      <a:pt x="15091" y="5485"/>
                      <a:pt x="15148" y="5674"/>
                    </a:cubicBezTo>
                    <a:cubicBezTo>
                      <a:pt x="15206" y="5864"/>
                      <a:pt x="15390" y="6018"/>
                      <a:pt x="15558" y="6018"/>
                    </a:cubicBezTo>
                    <a:cubicBezTo>
                      <a:pt x="15728" y="6018"/>
                      <a:pt x="15816" y="5864"/>
                      <a:pt x="15756" y="5674"/>
                    </a:cubicBezTo>
                    <a:cubicBezTo>
                      <a:pt x="15697" y="5485"/>
                      <a:pt x="15515" y="5334"/>
                      <a:pt x="15347" y="5334"/>
                    </a:cubicBezTo>
                    <a:close/>
                    <a:moveTo>
                      <a:pt x="2860" y="6184"/>
                    </a:moveTo>
                    <a:cubicBezTo>
                      <a:pt x="2691" y="6184"/>
                      <a:pt x="2573" y="6340"/>
                      <a:pt x="2595" y="6533"/>
                    </a:cubicBezTo>
                    <a:cubicBezTo>
                      <a:pt x="2618" y="6728"/>
                      <a:pt x="2774" y="6886"/>
                      <a:pt x="2945" y="6886"/>
                    </a:cubicBezTo>
                    <a:cubicBezTo>
                      <a:pt x="3116" y="6886"/>
                      <a:pt x="3235" y="6728"/>
                      <a:pt x="3210" y="6533"/>
                    </a:cubicBezTo>
                    <a:cubicBezTo>
                      <a:pt x="3186" y="6340"/>
                      <a:pt x="3029" y="6184"/>
                      <a:pt x="2860" y="6184"/>
                    </a:cubicBezTo>
                    <a:close/>
                    <a:moveTo>
                      <a:pt x="3608" y="6184"/>
                    </a:moveTo>
                    <a:cubicBezTo>
                      <a:pt x="3439" y="6184"/>
                      <a:pt x="3322" y="6340"/>
                      <a:pt x="3346" y="6533"/>
                    </a:cubicBezTo>
                    <a:cubicBezTo>
                      <a:pt x="3371" y="6728"/>
                      <a:pt x="3530" y="6886"/>
                      <a:pt x="3701" y="6886"/>
                    </a:cubicBezTo>
                    <a:cubicBezTo>
                      <a:pt x="3871" y="6886"/>
                      <a:pt x="3988" y="6728"/>
                      <a:pt x="3962" y="6533"/>
                    </a:cubicBezTo>
                    <a:cubicBezTo>
                      <a:pt x="3936" y="6340"/>
                      <a:pt x="3777" y="6184"/>
                      <a:pt x="3608" y="6184"/>
                    </a:cubicBezTo>
                    <a:close/>
                    <a:moveTo>
                      <a:pt x="4355" y="6184"/>
                    </a:moveTo>
                    <a:cubicBezTo>
                      <a:pt x="4186" y="6184"/>
                      <a:pt x="4071" y="6340"/>
                      <a:pt x="4098" y="6533"/>
                    </a:cubicBezTo>
                    <a:cubicBezTo>
                      <a:pt x="4125" y="6728"/>
                      <a:pt x="4285" y="6886"/>
                      <a:pt x="4456" y="6886"/>
                    </a:cubicBezTo>
                    <a:cubicBezTo>
                      <a:pt x="4626" y="6886"/>
                      <a:pt x="4741" y="6728"/>
                      <a:pt x="4713" y="6533"/>
                    </a:cubicBezTo>
                    <a:cubicBezTo>
                      <a:pt x="4684" y="6340"/>
                      <a:pt x="4524" y="6184"/>
                      <a:pt x="4355" y="6184"/>
                    </a:cubicBezTo>
                    <a:close/>
                    <a:moveTo>
                      <a:pt x="5115" y="6184"/>
                    </a:moveTo>
                    <a:cubicBezTo>
                      <a:pt x="4945" y="6184"/>
                      <a:pt x="4832" y="6340"/>
                      <a:pt x="4860" y="6533"/>
                    </a:cubicBezTo>
                    <a:cubicBezTo>
                      <a:pt x="4890" y="6728"/>
                      <a:pt x="5051" y="6886"/>
                      <a:pt x="5223" y="6886"/>
                    </a:cubicBezTo>
                    <a:cubicBezTo>
                      <a:pt x="5393" y="6886"/>
                      <a:pt x="5507" y="6728"/>
                      <a:pt x="5476" y="6533"/>
                    </a:cubicBezTo>
                    <a:cubicBezTo>
                      <a:pt x="5445" y="6340"/>
                      <a:pt x="5284" y="6184"/>
                      <a:pt x="5115" y="6184"/>
                    </a:cubicBezTo>
                    <a:close/>
                    <a:moveTo>
                      <a:pt x="5862" y="6184"/>
                    </a:moveTo>
                    <a:cubicBezTo>
                      <a:pt x="5693" y="6184"/>
                      <a:pt x="5581" y="6340"/>
                      <a:pt x="5612" y="6533"/>
                    </a:cubicBezTo>
                    <a:cubicBezTo>
                      <a:pt x="5643" y="6728"/>
                      <a:pt x="5807" y="6886"/>
                      <a:pt x="5978" y="6886"/>
                    </a:cubicBezTo>
                    <a:cubicBezTo>
                      <a:pt x="6149" y="6886"/>
                      <a:pt x="6260" y="6728"/>
                      <a:pt x="6227" y="6533"/>
                    </a:cubicBezTo>
                    <a:cubicBezTo>
                      <a:pt x="6195" y="6340"/>
                      <a:pt x="6031" y="6184"/>
                      <a:pt x="5862" y="6184"/>
                    </a:cubicBezTo>
                    <a:close/>
                    <a:moveTo>
                      <a:pt x="6610" y="6184"/>
                    </a:moveTo>
                    <a:cubicBezTo>
                      <a:pt x="6441" y="6184"/>
                      <a:pt x="6330" y="6340"/>
                      <a:pt x="6363" y="6533"/>
                    </a:cubicBezTo>
                    <a:cubicBezTo>
                      <a:pt x="6397" y="6728"/>
                      <a:pt x="6562" y="6886"/>
                      <a:pt x="6734" y="6886"/>
                    </a:cubicBezTo>
                    <a:cubicBezTo>
                      <a:pt x="6904" y="6886"/>
                      <a:pt x="7014" y="6728"/>
                      <a:pt x="6979" y="6533"/>
                    </a:cubicBezTo>
                    <a:cubicBezTo>
                      <a:pt x="6944" y="6340"/>
                      <a:pt x="6779" y="6184"/>
                      <a:pt x="6610" y="6184"/>
                    </a:cubicBezTo>
                    <a:close/>
                    <a:moveTo>
                      <a:pt x="7357" y="6184"/>
                    </a:moveTo>
                    <a:cubicBezTo>
                      <a:pt x="7189" y="6184"/>
                      <a:pt x="7079" y="6340"/>
                      <a:pt x="7115" y="6533"/>
                    </a:cubicBezTo>
                    <a:cubicBezTo>
                      <a:pt x="7150" y="6728"/>
                      <a:pt x="7318" y="6886"/>
                      <a:pt x="7489" y="6886"/>
                    </a:cubicBezTo>
                    <a:cubicBezTo>
                      <a:pt x="7660" y="6886"/>
                      <a:pt x="7768" y="6728"/>
                      <a:pt x="7731" y="6533"/>
                    </a:cubicBezTo>
                    <a:cubicBezTo>
                      <a:pt x="7693" y="6340"/>
                      <a:pt x="7527" y="6184"/>
                      <a:pt x="7357" y="6184"/>
                    </a:cubicBezTo>
                    <a:close/>
                    <a:moveTo>
                      <a:pt x="8105" y="6184"/>
                    </a:moveTo>
                    <a:cubicBezTo>
                      <a:pt x="7936" y="6184"/>
                      <a:pt x="7829" y="6340"/>
                      <a:pt x="7866" y="6533"/>
                    </a:cubicBezTo>
                    <a:cubicBezTo>
                      <a:pt x="7904" y="6728"/>
                      <a:pt x="8073" y="6886"/>
                      <a:pt x="8244" y="6886"/>
                    </a:cubicBezTo>
                    <a:cubicBezTo>
                      <a:pt x="8415" y="6886"/>
                      <a:pt x="8521" y="6728"/>
                      <a:pt x="8482" y="6533"/>
                    </a:cubicBezTo>
                    <a:cubicBezTo>
                      <a:pt x="8442" y="6340"/>
                      <a:pt x="8274" y="6184"/>
                      <a:pt x="8105" y="6184"/>
                    </a:cubicBezTo>
                    <a:close/>
                    <a:moveTo>
                      <a:pt x="8864" y="6184"/>
                    </a:moveTo>
                    <a:cubicBezTo>
                      <a:pt x="8696" y="6184"/>
                      <a:pt x="8590" y="6340"/>
                      <a:pt x="8630" y="6533"/>
                    </a:cubicBezTo>
                    <a:cubicBezTo>
                      <a:pt x="8669" y="6728"/>
                      <a:pt x="8841" y="6886"/>
                      <a:pt x="9011" y="6886"/>
                    </a:cubicBezTo>
                    <a:cubicBezTo>
                      <a:pt x="9182" y="6886"/>
                      <a:pt x="9287" y="6728"/>
                      <a:pt x="9245" y="6533"/>
                    </a:cubicBezTo>
                    <a:cubicBezTo>
                      <a:pt x="9204" y="6340"/>
                      <a:pt x="9034" y="6184"/>
                      <a:pt x="8864" y="6184"/>
                    </a:cubicBezTo>
                    <a:close/>
                    <a:moveTo>
                      <a:pt x="9612" y="6184"/>
                    </a:moveTo>
                    <a:cubicBezTo>
                      <a:pt x="9443" y="6184"/>
                      <a:pt x="9339" y="6340"/>
                      <a:pt x="9381" y="6533"/>
                    </a:cubicBezTo>
                    <a:cubicBezTo>
                      <a:pt x="9423" y="6728"/>
                      <a:pt x="9595" y="6886"/>
                      <a:pt x="9766" y="6886"/>
                    </a:cubicBezTo>
                    <a:cubicBezTo>
                      <a:pt x="9937" y="6886"/>
                      <a:pt x="10040" y="6728"/>
                      <a:pt x="9996" y="6533"/>
                    </a:cubicBezTo>
                    <a:cubicBezTo>
                      <a:pt x="9953" y="6340"/>
                      <a:pt x="9781" y="6184"/>
                      <a:pt x="9612" y="6184"/>
                    </a:cubicBezTo>
                    <a:close/>
                    <a:moveTo>
                      <a:pt x="10359" y="6184"/>
                    </a:moveTo>
                    <a:cubicBezTo>
                      <a:pt x="10191" y="6184"/>
                      <a:pt x="10089" y="6340"/>
                      <a:pt x="10133" y="6533"/>
                    </a:cubicBezTo>
                    <a:cubicBezTo>
                      <a:pt x="10177" y="6728"/>
                      <a:pt x="10351" y="6886"/>
                      <a:pt x="10522" y="6886"/>
                    </a:cubicBezTo>
                    <a:cubicBezTo>
                      <a:pt x="10693" y="6886"/>
                      <a:pt x="10794" y="6728"/>
                      <a:pt x="10748" y="6533"/>
                    </a:cubicBezTo>
                    <a:cubicBezTo>
                      <a:pt x="10702" y="6340"/>
                      <a:pt x="10529" y="6184"/>
                      <a:pt x="10359" y="6184"/>
                    </a:cubicBezTo>
                    <a:close/>
                    <a:moveTo>
                      <a:pt x="11107" y="6184"/>
                    </a:moveTo>
                    <a:cubicBezTo>
                      <a:pt x="10938" y="6184"/>
                      <a:pt x="10838" y="6340"/>
                      <a:pt x="10884" y="6533"/>
                    </a:cubicBezTo>
                    <a:cubicBezTo>
                      <a:pt x="10931" y="6728"/>
                      <a:pt x="11107" y="6886"/>
                      <a:pt x="11278" y="6886"/>
                    </a:cubicBezTo>
                    <a:cubicBezTo>
                      <a:pt x="11448" y="6886"/>
                      <a:pt x="11548" y="6728"/>
                      <a:pt x="11500" y="6533"/>
                    </a:cubicBezTo>
                    <a:cubicBezTo>
                      <a:pt x="11452" y="6340"/>
                      <a:pt x="11277" y="6184"/>
                      <a:pt x="11107" y="6184"/>
                    </a:cubicBezTo>
                    <a:close/>
                    <a:moveTo>
                      <a:pt x="11856" y="6184"/>
                    </a:moveTo>
                    <a:cubicBezTo>
                      <a:pt x="11686" y="6184"/>
                      <a:pt x="11588" y="6340"/>
                      <a:pt x="11636" y="6533"/>
                    </a:cubicBezTo>
                    <a:cubicBezTo>
                      <a:pt x="11685" y="6728"/>
                      <a:pt x="11862" y="6886"/>
                      <a:pt x="12033" y="6886"/>
                    </a:cubicBezTo>
                    <a:cubicBezTo>
                      <a:pt x="12204" y="6886"/>
                      <a:pt x="12302" y="6728"/>
                      <a:pt x="12251" y="6533"/>
                    </a:cubicBezTo>
                    <a:cubicBezTo>
                      <a:pt x="12201" y="6340"/>
                      <a:pt x="12024" y="6184"/>
                      <a:pt x="11856" y="6184"/>
                    </a:cubicBezTo>
                    <a:close/>
                    <a:moveTo>
                      <a:pt x="12615" y="6184"/>
                    </a:moveTo>
                    <a:cubicBezTo>
                      <a:pt x="12446" y="6184"/>
                      <a:pt x="12349" y="6340"/>
                      <a:pt x="12400" y="6533"/>
                    </a:cubicBezTo>
                    <a:cubicBezTo>
                      <a:pt x="12450" y="6728"/>
                      <a:pt x="12630" y="6886"/>
                      <a:pt x="12801" y="6886"/>
                    </a:cubicBezTo>
                    <a:cubicBezTo>
                      <a:pt x="12971" y="6886"/>
                      <a:pt x="13067" y="6728"/>
                      <a:pt x="13015" y="6533"/>
                    </a:cubicBezTo>
                    <a:cubicBezTo>
                      <a:pt x="12963" y="6340"/>
                      <a:pt x="12784" y="6184"/>
                      <a:pt x="12615" y="6184"/>
                    </a:cubicBezTo>
                    <a:close/>
                    <a:moveTo>
                      <a:pt x="13363" y="6184"/>
                    </a:moveTo>
                    <a:cubicBezTo>
                      <a:pt x="13194" y="6184"/>
                      <a:pt x="13099" y="6340"/>
                      <a:pt x="13151" y="6533"/>
                    </a:cubicBezTo>
                    <a:cubicBezTo>
                      <a:pt x="13204" y="6728"/>
                      <a:pt x="13385" y="6886"/>
                      <a:pt x="13556" y="6886"/>
                    </a:cubicBezTo>
                    <a:cubicBezTo>
                      <a:pt x="13727" y="6886"/>
                      <a:pt x="13821" y="6728"/>
                      <a:pt x="13767" y="6533"/>
                    </a:cubicBezTo>
                    <a:cubicBezTo>
                      <a:pt x="13713" y="6340"/>
                      <a:pt x="13532" y="6184"/>
                      <a:pt x="13363" y="6184"/>
                    </a:cubicBezTo>
                    <a:close/>
                    <a:moveTo>
                      <a:pt x="14111" y="6184"/>
                    </a:moveTo>
                    <a:cubicBezTo>
                      <a:pt x="13942" y="6184"/>
                      <a:pt x="13849" y="6340"/>
                      <a:pt x="13903" y="6533"/>
                    </a:cubicBezTo>
                    <a:cubicBezTo>
                      <a:pt x="13958" y="6728"/>
                      <a:pt x="14141" y="6886"/>
                      <a:pt x="14311" y="6886"/>
                    </a:cubicBezTo>
                    <a:cubicBezTo>
                      <a:pt x="14483" y="6886"/>
                      <a:pt x="14575" y="6728"/>
                      <a:pt x="14519" y="6533"/>
                    </a:cubicBezTo>
                    <a:cubicBezTo>
                      <a:pt x="14463" y="6340"/>
                      <a:pt x="14280" y="6184"/>
                      <a:pt x="14111" y="6184"/>
                    </a:cubicBezTo>
                    <a:close/>
                    <a:moveTo>
                      <a:pt x="14859" y="6184"/>
                    </a:moveTo>
                    <a:cubicBezTo>
                      <a:pt x="14689" y="6184"/>
                      <a:pt x="14599" y="6340"/>
                      <a:pt x="14655" y="6533"/>
                    </a:cubicBezTo>
                    <a:cubicBezTo>
                      <a:pt x="14712" y="6728"/>
                      <a:pt x="14896" y="6886"/>
                      <a:pt x="15068" y="6886"/>
                    </a:cubicBezTo>
                    <a:cubicBezTo>
                      <a:pt x="15239" y="6886"/>
                      <a:pt x="15329" y="6728"/>
                      <a:pt x="15270" y="6533"/>
                    </a:cubicBezTo>
                    <a:cubicBezTo>
                      <a:pt x="15212" y="6340"/>
                      <a:pt x="15028" y="6184"/>
                      <a:pt x="14859" y="6184"/>
                    </a:cubicBezTo>
                    <a:close/>
                    <a:moveTo>
                      <a:pt x="15607" y="6184"/>
                    </a:moveTo>
                    <a:cubicBezTo>
                      <a:pt x="15438" y="6184"/>
                      <a:pt x="15348" y="6340"/>
                      <a:pt x="15407" y="6533"/>
                    </a:cubicBezTo>
                    <a:cubicBezTo>
                      <a:pt x="15466" y="6728"/>
                      <a:pt x="15653" y="6886"/>
                      <a:pt x="15823" y="6886"/>
                    </a:cubicBezTo>
                    <a:cubicBezTo>
                      <a:pt x="15995" y="6886"/>
                      <a:pt x="16084" y="6728"/>
                      <a:pt x="16023" y="6533"/>
                    </a:cubicBezTo>
                    <a:cubicBezTo>
                      <a:pt x="15962" y="6340"/>
                      <a:pt x="15777" y="6184"/>
                      <a:pt x="15607" y="6184"/>
                    </a:cubicBezTo>
                    <a:close/>
                    <a:moveTo>
                      <a:pt x="2957" y="7035"/>
                    </a:moveTo>
                    <a:cubicBezTo>
                      <a:pt x="2786" y="7035"/>
                      <a:pt x="2666" y="7195"/>
                      <a:pt x="2689" y="7393"/>
                    </a:cubicBezTo>
                    <a:cubicBezTo>
                      <a:pt x="2712" y="7593"/>
                      <a:pt x="2871" y="7754"/>
                      <a:pt x="3044" y="7754"/>
                    </a:cubicBezTo>
                    <a:cubicBezTo>
                      <a:pt x="3217" y="7754"/>
                      <a:pt x="3337" y="7593"/>
                      <a:pt x="3312" y="7393"/>
                    </a:cubicBezTo>
                    <a:cubicBezTo>
                      <a:pt x="3287" y="7195"/>
                      <a:pt x="3128" y="7035"/>
                      <a:pt x="2957" y="7035"/>
                    </a:cubicBezTo>
                    <a:close/>
                    <a:moveTo>
                      <a:pt x="3717" y="7035"/>
                    </a:moveTo>
                    <a:cubicBezTo>
                      <a:pt x="3545" y="7035"/>
                      <a:pt x="3427" y="7195"/>
                      <a:pt x="3452" y="7393"/>
                    </a:cubicBezTo>
                    <a:cubicBezTo>
                      <a:pt x="3477" y="7593"/>
                      <a:pt x="3639" y="7754"/>
                      <a:pt x="3812" y="7754"/>
                    </a:cubicBezTo>
                    <a:cubicBezTo>
                      <a:pt x="3985" y="7754"/>
                      <a:pt x="4103" y="7593"/>
                      <a:pt x="4075" y="7393"/>
                    </a:cubicBezTo>
                    <a:cubicBezTo>
                      <a:pt x="4048" y="7195"/>
                      <a:pt x="3888" y="7035"/>
                      <a:pt x="3717" y="7035"/>
                    </a:cubicBezTo>
                    <a:close/>
                    <a:moveTo>
                      <a:pt x="4487" y="7035"/>
                    </a:moveTo>
                    <a:cubicBezTo>
                      <a:pt x="4315" y="7035"/>
                      <a:pt x="4199" y="7195"/>
                      <a:pt x="4227" y="7393"/>
                    </a:cubicBezTo>
                    <a:cubicBezTo>
                      <a:pt x="4254" y="7593"/>
                      <a:pt x="4417" y="7754"/>
                      <a:pt x="4590" y="7754"/>
                    </a:cubicBezTo>
                    <a:cubicBezTo>
                      <a:pt x="4763" y="7754"/>
                      <a:pt x="4879" y="7593"/>
                      <a:pt x="4850" y="7393"/>
                    </a:cubicBezTo>
                    <a:cubicBezTo>
                      <a:pt x="4821" y="7195"/>
                      <a:pt x="4658" y="7035"/>
                      <a:pt x="4487" y="7035"/>
                    </a:cubicBezTo>
                    <a:close/>
                    <a:moveTo>
                      <a:pt x="5246" y="7035"/>
                    </a:moveTo>
                    <a:cubicBezTo>
                      <a:pt x="5075" y="7035"/>
                      <a:pt x="4960" y="7195"/>
                      <a:pt x="4990" y="7393"/>
                    </a:cubicBezTo>
                    <a:cubicBezTo>
                      <a:pt x="5020" y="7593"/>
                      <a:pt x="5184" y="7754"/>
                      <a:pt x="5357" y="7754"/>
                    </a:cubicBezTo>
                    <a:cubicBezTo>
                      <a:pt x="5530" y="7754"/>
                      <a:pt x="5645" y="7593"/>
                      <a:pt x="5613" y="7393"/>
                    </a:cubicBezTo>
                    <a:cubicBezTo>
                      <a:pt x="5582" y="7195"/>
                      <a:pt x="5418" y="7035"/>
                      <a:pt x="5246" y="7035"/>
                    </a:cubicBezTo>
                    <a:close/>
                    <a:moveTo>
                      <a:pt x="6006" y="7035"/>
                    </a:moveTo>
                    <a:cubicBezTo>
                      <a:pt x="5834" y="7035"/>
                      <a:pt x="5721" y="7195"/>
                      <a:pt x="5753" y="7393"/>
                    </a:cubicBezTo>
                    <a:cubicBezTo>
                      <a:pt x="5785" y="7593"/>
                      <a:pt x="5951" y="7754"/>
                      <a:pt x="6124" y="7754"/>
                    </a:cubicBezTo>
                    <a:cubicBezTo>
                      <a:pt x="6297" y="7754"/>
                      <a:pt x="6410" y="7593"/>
                      <a:pt x="6376" y="7393"/>
                    </a:cubicBezTo>
                    <a:cubicBezTo>
                      <a:pt x="6343" y="7195"/>
                      <a:pt x="6177" y="7035"/>
                      <a:pt x="6006" y="7035"/>
                    </a:cubicBezTo>
                    <a:close/>
                    <a:moveTo>
                      <a:pt x="6765" y="7035"/>
                    </a:moveTo>
                    <a:cubicBezTo>
                      <a:pt x="6594" y="7035"/>
                      <a:pt x="6482" y="7195"/>
                      <a:pt x="6516" y="7393"/>
                    </a:cubicBezTo>
                    <a:cubicBezTo>
                      <a:pt x="6550" y="7593"/>
                      <a:pt x="6718" y="7754"/>
                      <a:pt x="6891" y="7754"/>
                    </a:cubicBezTo>
                    <a:cubicBezTo>
                      <a:pt x="7064" y="7754"/>
                      <a:pt x="7175" y="7593"/>
                      <a:pt x="7139" y="7393"/>
                    </a:cubicBezTo>
                    <a:cubicBezTo>
                      <a:pt x="7103" y="7195"/>
                      <a:pt x="6936" y="7035"/>
                      <a:pt x="6765" y="7035"/>
                    </a:cubicBezTo>
                    <a:close/>
                    <a:moveTo>
                      <a:pt x="7524" y="7035"/>
                    </a:moveTo>
                    <a:cubicBezTo>
                      <a:pt x="7353" y="7035"/>
                      <a:pt x="7243" y="7195"/>
                      <a:pt x="7279" y="7393"/>
                    </a:cubicBezTo>
                    <a:cubicBezTo>
                      <a:pt x="7316" y="7593"/>
                      <a:pt x="7486" y="7754"/>
                      <a:pt x="7659" y="7754"/>
                    </a:cubicBezTo>
                    <a:cubicBezTo>
                      <a:pt x="7832" y="7754"/>
                      <a:pt x="7941" y="7593"/>
                      <a:pt x="7903" y="7393"/>
                    </a:cubicBezTo>
                    <a:cubicBezTo>
                      <a:pt x="7865" y="7195"/>
                      <a:pt x="7696" y="7035"/>
                      <a:pt x="7524" y="7035"/>
                    </a:cubicBezTo>
                    <a:close/>
                    <a:moveTo>
                      <a:pt x="8284" y="7035"/>
                    </a:moveTo>
                    <a:cubicBezTo>
                      <a:pt x="8112" y="7035"/>
                      <a:pt x="8004" y="7195"/>
                      <a:pt x="8042" y="7393"/>
                    </a:cubicBezTo>
                    <a:cubicBezTo>
                      <a:pt x="8081" y="7593"/>
                      <a:pt x="8253" y="7754"/>
                      <a:pt x="8426" y="7754"/>
                    </a:cubicBezTo>
                    <a:cubicBezTo>
                      <a:pt x="8599" y="7754"/>
                      <a:pt x="8706" y="7593"/>
                      <a:pt x="8666" y="7393"/>
                    </a:cubicBezTo>
                    <a:cubicBezTo>
                      <a:pt x="8625" y="7195"/>
                      <a:pt x="8455" y="7035"/>
                      <a:pt x="8284" y="7035"/>
                    </a:cubicBezTo>
                    <a:close/>
                    <a:moveTo>
                      <a:pt x="9042" y="7035"/>
                    </a:moveTo>
                    <a:cubicBezTo>
                      <a:pt x="8872" y="7035"/>
                      <a:pt x="8765" y="7195"/>
                      <a:pt x="8806" y="7393"/>
                    </a:cubicBezTo>
                    <a:cubicBezTo>
                      <a:pt x="8847" y="7593"/>
                      <a:pt x="9020" y="7754"/>
                      <a:pt x="9193" y="7754"/>
                    </a:cubicBezTo>
                    <a:cubicBezTo>
                      <a:pt x="9366" y="7754"/>
                      <a:pt x="9471" y="7593"/>
                      <a:pt x="9429" y="7393"/>
                    </a:cubicBezTo>
                    <a:cubicBezTo>
                      <a:pt x="9386" y="7195"/>
                      <a:pt x="9214" y="7035"/>
                      <a:pt x="9042" y="7035"/>
                    </a:cubicBezTo>
                    <a:close/>
                    <a:moveTo>
                      <a:pt x="9802" y="7035"/>
                    </a:moveTo>
                    <a:cubicBezTo>
                      <a:pt x="9631" y="7035"/>
                      <a:pt x="9526" y="7195"/>
                      <a:pt x="9569" y="7393"/>
                    </a:cubicBezTo>
                    <a:cubicBezTo>
                      <a:pt x="9612" y="7593"/>
                      <a:pt x="9787" y="7754"/>
                      <a:pt x="9960" y="7754"/>
                    </a:cubicBezTo>
                    <a:cubicBezTo>
                      <a:pt x="10134" y="7754"/>
                      <a:pt x="10237" y="7593"/>
                      <a:pt x="10192" y="7393"/>
                    </a:cubicBezTo>
                    <a:cubicBezTo>
                      <a:pt x="10148" y="7195"/>
                      <a:pt x="9973" y="7035"/>
                      <a:pt x="9802" y="7035"/>
                    </a:cubicBezTo>
                    <a:close/>
                    <a:moveTo>
                      <a:pt x="10561" y="7035"/>
                    </a:moveTo>
                    <a:cubicBezTo>
                      <a:pt x="10390" y="7035"/>
                      <a:pt x="10288" y="7195"/>
                      <a:pt x="10333" y="7393"/>
                    </a:cubicBezTo>
                    <a:cubicBezTo>
                      <a:pt x="10378" y="7593"/>
                      <a:pt x="10555" y="7754"/>
                      <a:pt x="10727" y="7754"/>
                    </a:cubicBezTo>
                    <a:cubicBezTo>
                      <a:pt x="10901" y="7754"/>
                      <a:pt x="11002" y="7593"/>
                      <a:pt x="10955" y="7393"/>
                    </a:cubicBezTo>
                    <a:cubicBezTo>
                      <a:pt x="10909" y="7195"/>
                      <a:pt x="10732" y="7035"/>
                      <a:pt x="10561" y="7035"/>
                    </a:cubicBezTo>
                    <a:close/>
                    <a:moveTo>
                      <a:pt x="11321" y="7035"/>
                    </a:moveTo>
                    <a:cubicBezTo>
                      <a:pt x="11149" y="7035"/>
                      <a:pt x="11049" y="7195"/>
                      <a:pt x="11096" y="7393"/>
                    </a:cubicBezTo>
                    <a:cubicBezTo>
                      <a:pt x="11144" y="7593"/>
                      <a:pt x="11322" y="7754"/>
                      <a:pt x="11495" y="7754"/>
                    </a:cubicBezTo>
                    <a:cubicBezTo>
                      <a:pt x="11668" y="7754"/>
                      <a:pt x="11768" y="7593"/>
                      <a:pt x="11719" y="7393"/>
                    </a:cubicBezTo>
                    <a:cubicBezTo>
                      <a:pt x="11670" y="7195"/>
                      <a:pt x="11492" y="7035"/>
                      <a:pt x="11321" y="7035"/>
                    </a:cubicBezTo>
                    <a:close/>
                    <a:moveTo>
                      <a:pt x="12080" y="7035"/>
                    </a:moveTo>
                    <a:cubicBezTo>
                      <a:pt x="11909" y="7035"/>
                      <a:pt x="11810" y="7195"/>
                      <a:pt x="11860" y="7393"/>
                    </a:cubicBezTo>
                    <a:cubicBezTo>
                      <a:pt x="11909" y="7593"/>
                      <a:pt x="12089" y="7754"/>
                      <a:pt x="12263" y="7754"/>
                    </a:cubicBezTo>
                    <a:cubicBezTo>
                      <a:pt x="12435" y="7754"/>
                      <a:pt x="12534" y="7593"/>
                      <a:pt x="12483" y="7393"/>
                    </a:cubicBezTo>
                    <a:cubicBezTo>
                      <a:pt x="12432" y="7195"/>
                      <a:pt x="12251" y="7035"/>
                      <a:pt x="12080" y="7035"/>
                    </a:cubicBezTo>
                    <a:close/>
                    <a:moveTo>
                      <a:pt x="12840" y="7035"/>
                    </a:moveTo>
                    <a:cubicBezTo>
                      <a:pt x="12668" y="7035"/>
                      <a:pt x="12572" y="7195"/>
                      <a:pt x="12623" y="7393"/>
                    </a:cubicBezTo>
                    <a:cubicBezTo>
                      <a:pt x="12675" y="7593"/>
                      <a:pt x="12857" y="7754"/>
                      <a:pt x="13030" y="7754"/>
                    </a:cubicBezTo>
                    <a:cubicBezTo>
                      <a:pt x="13203" y="7754"/>
                      <a:pt x="13300" y="7593"/>
                      <a:pt x="13246" y="7393"/>
                    </a:cubicBezTo>
                    <a:cubicBezTo>
                      <a:pt x="13193" y="7195"/>
                      <a:pt x="13011" y="7035"/>
                      <a:pt x="12840" y="7035"/>
                    </a:cubicBezTo>
                    <a:close/>
                    <a:moveTo>
                      <a:pt x="13600" y="7035"/>
                    </a:moveTo>
                    <a:cubicBezTo>
                      <a:pt x="13428" y="7035"/>
                      <a:pt x="13333" y="7195"/>
                      <a:pt x="13387" y="7393"/>
                    </a:cubicBezTo>
                    <a:cubicBezTo>
                      <a:pt x="13441" y="7593"/>
                      <a:pt x="13625" y="7754"/>
                      <a:pt x="13798" y="7754"/>
                    </a:cubicBezTo>
                    <a:cubicBezTo>
                      <a:pt x="13971" y="7754"/>
                      <a:pt x="14066" y="7593"/>
                      <a:pt x="14010" y="7393"/>
                    </a:cubicBezTo>
                    <a:cubicBezTo>
                      <a:pt x="13954" y="7195"/>
                      <a:pt x="13771" y="7035"/>
                      <a:pt x="13600" y="7035"/>
                    </a:cubicBezTo>
                    <a:close/>
                    <a:moveTo>
                      <a:pt x="14359" y="7035"/>
                    </a:moveTo>
                    <a:cubicBezTo>
                      <a:pt x="14188" y="7035"/>
                      <a:pt x="14094" y="7195"/>
                      <a:pt x="14150" y="7393"/>
                    </a:cubicBezTo>
                    <a:cubicBezTo>
                      <a:pt x="14206" y="7593"/>
                      <a:pt x="14392" y="7754"/>
                      <a:pt x="14565" y="7754"/>
                    </a:cubicBezTo>
                    <a:cubicBezTo>
                      <a:pt x="14738" y="7754"/>
                      <a:pt x="14831" y="7593"/>
                      <a:pt x="14773" y="7393"/>
                    </a:cubicBezTo>
                    <a:cubicBezTo>
                      <a:pt x="14716" y="7195"/>
                      <a:pt x="14530" y="7035"/>
                      <a:pt x="14359" y="7035"/>
                    </a:cubicBezTo>
                    <a:close/>
                    <a:moveTo>
                      <a:pt x="15878" y="7035"/>
                    </a:moveTo>
                    <a:cubicBezTo>
                      <a:pt x="15707" y="7035"/>
                      <a:pt x="15617" y="7195"/>
                      <a:pt x="15678" y="7393"/>
                    </a:cubicBezTo>
                    <a:cubicBezTo>
                      <a:pt x="15738" y="7593"/>
                      <a:pt x="15928" y="7754"/>
                      <a:pt x="16101" y="7754"/>
                    </a:cubicBezTo>
                    <a:cubicBezTo>
                      <a:pt x="16274" y="7754"/>
                      <a:pt x="16363" y="7593"/>
                      <a:pt x="16301" y="7393"/>
                    </a:cubicBezTo>
                    <a:cubicBezTo>
                      <a:pt x="16239" y="7195"/>
                      <a:pt x="16050" y="7035"/>
                      <a:pt x="15878" y="7035"/>
                    </a:cubicBezTo>
                    <a:close/>
                    <a:moveTo>
                      <a:pt x="3066" y="7907"/>
                    </a:moveTo>
                    <a:cubicBezTo>
                      <a:pt x="2892" y="7907"/>
                      <a:pt x="2771" y="8071"/>
                      <a:pt x="2795" y="8275"/>
                    </a:cubicBezTo>
                    <a:cubicBezTo>
                      <a:pt x="2818" y="8479"/>
                      <a:pt x="2980" y="8646"/>
                      <a:pt x="3155" y="8646"/>
                    </a:cubicBezTo>
                    <a:cubicBezTo>
                      <a:pt x="3330" y="8646"/>
                      <a:pt x="3451" y="8479"/>
                      <a:pt x="3426" y="8275"/>
                    </a:cubicBezTo>
                    <a:cubicBezTo>
                      <a:pt x="3400" y="8071"/>
                      <a:pt x="3239" y="7907"/>
                      <a:pt x="3066" y="7907"/>
                    </a:cubicBezTo>
                    <a:close/>
                    <a:moveTo>
                      <a:pt x="3837" y="7907"/>
                    </a:moveTo>
                    <a:cubicBezTo>
                      <a:pt x="3663" y="7907"/>
                      <a:pt x="3544" y="8071"/>
                      <a:pt x="3570" y="8275"/>
                    </a:cubicBezTo>
                    <a:cubicBezTo>
                      <a:pt x="3595" y="8479"/>
                      <a:pt x="3759" y="8646"/>
                      <a:pt x="3934" y="8646"/>
                    </a:cubicBezTo>
                    <a:cubicBezTo>
                      <a:pt x="4109" y="8646"/>
                      <a:pt x="4229" y="8479"/>
                      <a:pt x="4201" y="8275"/>
                    </a:cubicBezTo>
                    <a:cubicBezTo>
                      <a:pt x="4173" y="8071"/>
                      <a:pt x="4010" y="7907"/>
                      <a:pt x="3837" y="7907"/>
                    </a:cubicBezTo>
                    <a:close/>
                    <a:moveTo>
                      <a:pt x="4607" y="7907"/>
                    </a:moveTo>
                    <a:cubicBezTo>
                      <a:pt x="4433" y="7907"/>
                      <a:pt x="4316" y="8071"/>
                      <a:pt x="4344" y="8275"/>
                    </a:cubicBezTo>
                    <a:cubicBezTo>
                      <a:pt x="4372" y="8479"/>
                      <a:pt x="4537" y="8646"/>
                      <a:pt x="4713" y="8646"/>
                    </a:cubicBezTo>
                    <a:cubicBezTo>
                      <a:pt x="4888" y="8646"/>
                      <a:pt x="5005" y="8479"/>
                      <a:pt x="4975" y="8275"/>
                    </a:cubicBezTo>
                    <a:cubicBezTo>
                      <a:pt x="4945" y="8071"/>
                      <a:pt x="4780" y="7907"/>
                      <a:pt x="4607" y="7907"/>
                    </a:cubicBezTo>
                    <a:close/>
                    <a:moveTo>
                      <a:pt x="5378" y="7907"/>
                    </a:moveTo>
                    <a:cubicBezTo>
                      <a:pt x="5204" y="7907"/>
                      <a:pt x="5088" y="8071"/>
                      <a:pt x="5119" y="8275"/>
                    </a:cubicBezTo>
                    <a:cubicBezTo>
                      <a:pt x="5149" y="8479"/>
                      <a:pt x="5316" y="8646"/>
                      <a:pt x="5492" y="8646"/>
                    </a:cubicBezTo>
                    <a:cubicBezTo>
                      <a:pt x="5667" y="8646"/>
                      <a:pt x="5783" y="8479"/>
                      <a:pt x="5750" y="8275"/>
                    </a:cubicBezTo>
                    <a:cubicBezTo>
                      <a:pt x="5718" y="8071"/>
                      <a:pt x="5551" y="7907"/>
                      <a:pt x="5378" y="7907"/>
                    </a:cubicBezTo>
                    <a:close/>
                    <a:moveTo>
                      <a:pt x="6149" y="7907"/>
                    </a:moveTo>
                    <a:cubicBezTo>
                      <a:pt x="5975" y="7907"/>
                      <a:pt x="5861" y="8071"/>
                      <a:pt x="5894" y="8275"/>
                    </a:cubicBezTo>
                    <a:cubicBezTo>
                      <a:pt x="5927" y="8479"/>
                      <a:pt x="6095" y="8646"/>
                      <a:pt x="6271" y="8646"/>
                    </a:cubicBezTo>
                    <a:cubicBezTo>
                      <a:pt x="6446" y="8646"/>
                      <a:pt x="6560" y="8479"/>
                      <a:pt x="6525" y="8275"/>
                    </a:cubicBezTo>
                    <a:cubicBezTo>
                      <a:pt x="6491" y="8071"/>
                      <a:pt x="6323" y="7907"/>
                      <a:pt x="6149" y="7907"/>
                    </a:cubicBezTo>
                    <a:close/>
                    <a:moveTo>
                      <a:pt x="6920" y="7907"/>
                    </a:moveTo>
                    <a:cubicBezTo>
                      <a:pt x="6746" y="7907"/>
                      <a:pt x="6634" y="8071"/>
                      <a:pt x="6669" y="8275"/>
                    </a:cubicBezTo>
                    <a:cubicBezTo>
                      <a:pt x="6704" y="8479"/>
                      <a:pt x="6874" y="8646"/>
                      <a:pt x="7050" y="8646"/>
                    </a:cubicBezTo>
                    <a:cubicBezTo>
                      <a:pt x="7225" y="8646"/>
                      <a:pt x="7337" y="8479"/>
                      <a:pt x="7300" y="8275"/>
                    </a:cubicBezTo>
                    <a:cubicBezTo>
                      <a:pt x="7263" y="8071"/>
                      <a:pt x="7093" y="7907"/>
                      <a:pt x="6920" y="7907"/>
                    </a:cubicBezTo>
                    <a:close/>
                    <a:moveTo>
                      <a:pt x="7691" y="7907"/>
                    </a:moveTo>
                    <a:cubicBezTo>
                      <a:pt x="7518" y="7907"/>
                      <a:pt x="7407" y="8071"/>
                      <a:pt x="7444" y="8275"/>
                    </a:cubicBezTo>
                    <a:cubicBezTo>
                      <a:pt x="7481" y="8479"/>
                      <a:pt x="7654" y="8646"/>
                      <a:pt x="7829" y="8646"/>
                    </a:cubicBezTo>
                    <a:cubicBezTo>
                      <a:pt x="8004" y="8646"/>
                      <a:pt x="8114" y="8479"/>
                      <a:pt x="8075" y="8275"/>
                    </a:cubicBezTo>
                    <a:cubicBezTo>
                      <a:pt x="8036" y="8071"/>
                      <a:pt x="7865" y="7907"/>
                      <a:pt x="7691" y="7907"/>
                    </a:cubicBezTo>
                    <a:close/>
                    <a:moveTo>
                      <a:pt x="8450" y="7907"/>
                    </a:moveTo>
                    <a:cubicBezTo>
                      <a:pt x="8277" y="7907"/>
                      <a:pt x="8168" y="8071"/>
                      <a:pt x="8207" y="8275"/>
                    </a:cubicBezTo>
                    <a:cubicBezTo>
                      <a:pt x="8247" y="8479"/>
                      <a:pt x="8421" y="8646"/>
                      <a:pt x="8597" y="8646"/>
                    </a:cubicBezTo>
                    <a:cubicBezTo>
                      <a:pt x="8772" y="8646"/>
                      <a:pt x="8880" y="8479"/>
                      <a:pt x="8838" y="8275"/>
                    </a:cubicBezTo>
                    <a:cubicBezTo>
                      <a:pt x="8797" y="8071"/>
                      <a:pt x="8623" y="7907"/>
                      <a:pt x="8450" y="7907"/>
                    </a:cubicBezTo>
                    <a:close/>
                    <a:moveTo>
                      <a:pt x="9221" y="7907"/>
                    </a:moveTo>
                    <a:cubicBezTo>
                      <a:pt x="9048" y="7907"/>
                      <a:pt x="8940" y="8071"/>
                      <a:pt x="8982" y="8275"/>
                    </a:cubicBezTo>
                    <a:cubicBezTo>
                      <a:pt x="9024" y="8479"/>
                      <a:pt x="9200" y="8646"/>
                      <a:pt x="9375" y="8646"/>
                    </a:cubicBezTo>
                    <a:cubicBezTo>
                      <a:pt x="9551" y="8646"/>
                      <a:pt x="9657" y="8479"/>
                      <a:pt x="9613" y="8275"/>
                    </a:cubicBezTo>
                    <a:cubicBezTo>
                      <a:pt x="9570" y="8071"/>
                      <a:pt x="9394" y="7907"/>
                      <a:pt x="9221" y="7907"/>
                    </a:cubicBezTo>
                    <a:close/>
                    <a:moveTo>
                      <a:pt x="9992" y="7907"/>
                    </a:moveTo>
                    <a:cubicBezTo>
                      <a:pt x="9818" y="7907"/>
                      <a:pt x="9713" y="8071"/>
                      <a:pt x="9757" y="8275"/>
                    </a:cubicBezTo>
                    <a:cubicBezTo>
                      <a:pt x="9801" y="8479"/>
                      <a:pt x="9979" y="8646"/>
                      <a:pt x="10154" y="8646"/>
                    </a:cubicBezTo>
                    <a:cubicBezTo>
                      <a:pt x="10330" y="8646"/>
                      <a:pt x="10434" y="8479"/>
                      <a:pt x="10388" y="8275"/>
                    </a:cubicBezTo>
                    <a:cubicBezTo>
                      <a:pt x="10343" y="8071"/>
                      <a:pt x="10165" y="7907"/>
                      <a:pt x="9992" y="7907"/>
                    </a:cubicBezTo>
                    <a:close/>
                    <a:moveTo>
                      <a:pt x="10763" y="7907"/>
                    </a:moveTo>
                    <a:cubicBezTo>
                      <a:pt x="10589" y="7907"/>
                      <a:pt x="10486" y="8071"/>
                      <a:pt x="10532" y="8275"/>
                    </a:cubicBezTo>
                    <a:cubicBezTo>
                      <a:pt x="10579" y="8479"/>
                      <a:pt x="10758" y="8646"/>
                      <a:pt x="10933" y="8646"/>
                    </a:cubicBezTo>
                    <a:cubicBezTo>
                      <a:pt x="11109" y="8646"/>
                      <a:pt x="11211" y="8479"/>
                      <a:pt x="11163" y="8275"/>
                    </a:cubicBezTo>
                    <a:cubicBezTo>
                      <a:pt x="11115" y="8071"/>
                      <a:pt x="10936" y="7907"/>
                      <a:pt x="10763" y="7907"/>
                    </a:cubicBezTo>
                    <a:close/>
                    <a:moveTo>
                      <a:pt x="11534" y="7907"/>
                    </a:moveTo>
                    <a:cubicBezTo>
                      <a:pt x="11361" y="7907"/>
                      <a:pt x="11259" y="8071"/>
                      <a:pt x="11308" y="8275"/>
                    </a:cubicBezTo>
                    <a:cubicBezTo>
                      <a:pt x="11356" y="8479"/>
                      <a:pt x="11538" y="8646"/>
                      <a:pt x="11713" y="8646"/>
                    </a:cubicBezTo>
                    <a:cubicBezTo>
                      <a:pt x="11888" y="8646"/>
                      <a:pt x="11989" y="8479"/>
                      <a:pt x="11938" y="8275"/>
                    </a:cubicBezTo>
                    <a:cubicBezTo>
                      <a:pt x="11888" y="8071"/>
                      <a:pt x="11708" y="7907"/>
                      <a:pt x="11534" y="7907"/>
                    </a:cubicBezTo>
                    <a:close/>
                    <a:moveTo>
                      <a:pt x="12305" y="7907"/>
                    </a:moveTo>
                    <a:cubicBezTo>
                      <a:pt x="12131" y="7907"/>
                      <a:pt x="12032" y="8071"/>
                      <a:pt x="12083" y="8275"/>
                    </a:cubicBezTo>
                    <a:cubicBezTo>
                      <a:pt x="12134" y="8479"/>
                      <a:pt x="12317" y="8646"/>
                      <a:pt x="12493" y="8646"/>
                    </a:cubicBezTo>
                    <a:cubicBezTo>
                      <a:pt x="12668" y="8646"/>
                      <a:pt x="12767" y="8479"/>
                      <a:pt x="12714" y="8275"/>
                    </a:cubicBezTo>
                    <a:cubicBezTo>
                      <a:pt x="12662" y="8071"/>
                      <a:pt x="12478" y="7907"/>
                      <a:pt x="12305" y="7907"/>
                    </a:cubicBezTo>
                    <a:close/>
                    <a:moveTo>
                      <a:pt x="13836" y="7907"/>
                    </a:moveTo>
                    <a:cubicBezTo>
                      <a:pt x="13663" y="7907"/>
                      <a:pt x="13567" y="8071"/>
                      <a:pt x="13622" y="8275"/>
                    </a:cubicBezTo>
                    <a:cubicBezTo>
                      <a:pt x="13677" y="8479"/>
                      <a:pt x="13864" y="8646"/>
                      <a:pt x="14040" y="8646"/>
                    </a:cubicBezTo>
                    <a:cubicBezTo>
                      <a:pt x="14215" y="8646"/>
                      <a:pt x="14310" y="8479"/>
                      <a:pt x="14253" y="8275"/>
                    </a:cubicBezTo>
                    <a:cubicBezTo>
                      <a:pt x="14196" y="8071"/>
                      <a:pt x="14010" y="7907"/>
                      <a:pt x="13836" y="7907"/>
                    </a:cubicBezTo>
                    <a:close/>
                    <a:moveTo>
                      <a:pt x="16150" y="7907"/>
                    </a:moveTo>
                    <a:cubicBezTo>
                      <a:pt x="15977" y="7907"/>
                      <a:pt x="15886" y="8071"/>
                      <a:pt x="15948" y="8275"/>
                    </a:cubicBezTo>
                    <a:cubicBezTo>
                      <a:pt x="16010" y="8479"/>
                      <a:pt x="16203" y="8646"/>
                      <a:pt x="16378" y="8646"/>
                    </a:cubicBezTo>
                    <a:cubicBezTo>
                      <a:pt x="16554" y="8646"/>
                      <a:pt x="16644" y="8479"/>
                      <a:pt x="16580" y="8275"/>
                    </a:cubicBezTo>
                    <a:cubicBezTo>
                      <a:pt x="16516" y="8071"/>
                      <a:pt x="16324" y="7907"/>
                      <a:pt x="16150" y="7907"/>
                    </a:cubicBezTo>
                    <a:close/>
                    <a:moveTo>
                      <a:pt x="1622" y="8820"/>
                    </a:moveTo>
                    <a:cubicBezTo>
                      <a:pt x="1446" y="8820"/>
                      <a:pt x="1320" y="8988"/>
                      <a:pt x="1339" y="9197"/>
                    </a:cubicBezTo>
                    <a:cubicBezTo>
                      <a:pt x="1359" y="9407"/>
                      <a:pt x="1519" y="9578"/>
                      <a:pt x="1696" y="9578"/>
                    </a:cubicBezTo>
                    <a:cubicBezTo>
                      <a:pt x="1874" y="9578"/>
                      <a:pt x="2000" y="9407"/>
                      <a:pt x="1978" y="9197"/>
                    </a:cubicBezTo>
                    <a:cubicBezTo>
                      <a:pt x="1957" y="8988"/>
                      <a:pt x="1797" y="8820"/>
                      <a:pt x="1622" y="8820"/>
                    </a:cubicBezTo>
                    <a:close/>
                    <a:moveTo>
                      <a:pt x="2405" y="8820"/>
                    </a:moveTo>
                    <a:cubicBezTo>
                      <a:pt x="2229" y="8820"/>
                      <a:pt x="2104" y="8988"/>
                      <a:pt x="2126" y="9197"/>
                    </a:cubicBezTo>
                    <a:cubicBezTo>
                      <a:pt x="2148" y="9407"/>
                      <a:pt x="2310" y="9578"/>
                      <a:pt x="2488" y="9578"/>
                    </a:cubicBezTo>
                    <a:cubicBezTo>
                      <a:pt x="2665" y="9578"/>
                      <a:pt x="2789" y="9407"/>
                      <a:pt x="2765" y="9197"/>
                    </a:cubicBezTo>
                    <a:cubicBezTo>
                      <a:pt x="2742" y="8988"/>
                      <a:pt x="2580" y="8820"/>
                      <a:pt x="2405" y="8820"/>
                    </a:cubicBezTo>
                    <a:close/>
                    <a:moveTo>
                      <a:pt x="3174" y="8820"/>
                    </a:moveTo>
                    <a:cubicBezTo>
                      <a:pt x="2999" y="8820"/>
                      <a:pt x="2876" y="8988"/>
                      <a:pt x="2900" y="9197"/>
                    </a:cubicBezTo>
                    <a:cubicBezTo>
                      <a:pt x="2925" y="9407"/>
                      <a:pt x="3088" y="9578"/>
                      <a:pt x="3266" y="9578"/>
                    </a:cubicBezTo>
                    <a:cubicBezTo>
                      <a:pt x="3443" y="9578"/>
                      <a:pt x="3566" y="9407"/>
                      <a:pt x="3539" y="9197"/>
                    </a:cubicBezTo>
                    <a:cubicBezTo>
                      <a:pt x="3513" y="8988"/>
                      <a:pt x="3350" y="8820"/>
                      <a:pt x="3174" y="8820"/>
                    </a:cubicBezTo>
                    <a:close/>
                    <a:moveTo>
                      <a:pt x="3957" y="8820"/>
                    </a:moveTo>
                    <a:cubicBezTo>
                      <a:pt x="3781" y="8820"/>
                      <a:pt x="3660" y="8988"/>
                      <a:pt x="3687" y="9197"/>
                    </a:cubicBezTo>
                    <a:cubicBezTo>
                      <a:pt x="3714" y="9407"/>
                      <a:pt x="3879" y="9578"/>
                      <a:pt x="4057" y="9578"/>
                    </a:cubicBezTo>
                    <a:cubicBezTo>
                      <a:pt x="4235" y="9578"/>
                      <a:pt x="4355" y="9407"/>
                      <a:pt x="4326" y="9197"/>
                    </a:cubicBezTo>
                    <a:cubicBezTo>
                      <a:pt x="4298" y="8988"/>
                      <a:pt x="4133" y="8820"/>
                      <a:pt x="3957" y="8820"/>
                    </a:cubicBezTo>
                    <a:close/>
                    <a:moveTo>
                      <a:pt x="4739" y="8820"/>
                    </a:moveTo>
                    <a:cubicBezTo>
                      <a:pt x="4563" y="8820"/>
                      <a:pt x="4444" y="8988"/>
                      <a:pt x="4473" y="9197"/>
                    </a:cubicBezTo>
                    <a:cubicBezTo>
                      <a:pt x="4502" y="9407"/>
                      <a:pt x="4669" y="9578"/>
                      <a:pt x="4847" y="9578"/>
                    </a:cubicBezTo>
                    <a:cubicBezTo>
                      <a:pt x="5024" y="9578"/>
                      <a:pt x="5144" y="9407"/>
                      <a:pt x="5113" y="9197"/>
                    </a:cubicBezTo>
                    <a:cubicBezTo>
                      <a:pt x="5082" y="8988"/>
                      <a:pt x="4915" y="8820"/>
                      <a:pt x="4739" y="8820"/>
                    </a:cubicBezTo>
                    <a:close/>
                    <a:moveTo>
                      <a:pt x="5522" y="8820"/>
                    </a:moveTo>
                    <a:cubicBezTo>
                      <a:pt x="5346" y="8820"/>
                      <a:pt x="5229" y="8988"/>
                      <a:pt x="5260" y="9197"/>
                    </a:cubicBezTo>
                    <a:cubicBezTo>
                      <a:pt x="5291" y="9407"/>
                      <a:pt x="5460" y="9578"/>
                      <a:pt x="5638" y="9578"/>
                    </a:cubicBezTo>
                    <a:cubicBezTo>
                      <a:pt x="5816" y="9578"/>
                      <a:pt x="5933" y="9407"/>
                      <a:pt x="5900" y="9197"/>
                    </a:cubicBezTo>
                    <a:cubicBezTo>
                      <a:pt x="5867" y="8988"/>
                      <a:pt x="5697" y="8820"/>
                      <a:pt x="5522" y="8820"/>
                    </a:cubicBezTo>
                    <a:close/>
                    <a:moveTo>
                      <a:pt x="6293" y="8820"/>
                    </a:moveTo>
                    <a:cubicBezTo>
                      <a:pt x="6117" y="8820"/>
                      <a:pt x="6001" y="8988"/>
                      <a:pt x="6035" y="9197"/>
                    </a:cubicBezTo>
                    <a:cubicBezTo>
                      <a:pt x="6069" y="9407"/>
                      <a:pt x="6240" y="9578"/>
                      <a:pt x="6418" y="9578"/>
                    </a:cubicBezTo>
                    <a:cubicBezTo>
                      <a:pt x="6595" y="9578"/>
                      <a:pt x="6710" y="9407"/>
                      <a:pt x="6674" y="9197"/>
                    </a:cubicBezTo>
                    <a:cubicBezTo>
                      <a:pt x="6639" y="8988"/>
                      <a:pt x="6468" y="8820"/>
                      <a:pt x="6293" y="8820"/>
                    </a:cubicBezTo>
                    <a:close/>
                    <a:moveTo>
                      <a:pt x="7075" y="8820"/>
                    </a:moveTo>
                    <a:cubicBezTo>
                      <a:pt x="6899" y="8820"/>
                      <a:pt x="6786" y="8988"/>
                      <a:pt x="6821" y="9197"/>
                    </a:cubicBezTo>
                    <a:cubicBezTo>
                      <a:pt x="6858" y="9407"/>
                      <a:pt x="7031" y="9578"/>
                      <a:pt x="7209" y="9578"/>
                    </a:cubicBezTo>
                    <a:cubicBezTo>
                      <a:pt x="7386" y="9578"/>
                      <a:pt x="7499" y="9407"/>
                      <a:pt x="7461" y="9197"/>
                    </a:cubicBezTo>
                    <a:cubicBezTo>
                      <a:pt x="7423" y="8988"/>
                      <a:pt x="7250" y="8820"/>
                      <a:pt x="7075" y="8820"/>
                    </a:cubicBezTo>
                    <a:close/>
                    <a:moveTo>
                      <a:pt x="7858" y="8820"/>
                    </a:moveTo>
                    <a:cubicBezTo>
                      <a:pt x="7682" y="8820"/>
                      <a:pt x="7570" y="8988"/>
                      <a:pt x="7608" y="9197"/>
                    </a:cubicBezTo>
                    <a:cubicBezTo>
                      <a:pt x="7646" y="9407"/>
                      <a:pt x="7822" y="9578"/>
                      <a:pt x="7999" y="9578"/>
                    </a:cubicBezTo>
                    <a:cubicBezTo>
                      <a:pt x="8177" y="9578"/>
                      <a:pt x="8288" y="9407"/>
                      <a:pt x="8248" y="9197"/>
                    </a:cubicBezTo>
                    <a:cubicBezTo>
                      <a:pt x="8208" y="8988"/>
                      <a:pt x="8034" y="8820"/>
                      <a:pt x="7858" y="8820"/>
                    </a:cubicBezTo>
                    <a:close/>
                    <a:moveTo>
                      <a:pt x="8629" y="8820"/>
                    </a:moveTo>
                    <a:cubicBezTo>
                      <a:pt x="8453" y="8820"/>
                      <a:pt x="8343" y="8988"/>
                      <a:pt x="8383" y="9197"/>
                    </a:cubicBezTo>
                    <a:cubicBezTo>
                      <a:pt x="8424" y="9407"/>
                      <a:pt x="8601" y="9578"/>
                      <a:pt x="8779" y="9578"/>
                    </a:cubicBezTo>
                    <a:cubicBezTo>
                      <a:pt x="8956" y="9578"/>
                      <a:pt x="9065" y="9407"/>
                      <a:pt x="9023" y="9197"/>
                    </a:cubicBezTo>
                    <a:cubicBezTo>
                      <a:pt x="8980" y="8988"/>
                      <a:pt x="8804" y="8820"/>
                      <a:pt x="8629" y="8820"/>
                    </a:cubicBezTo>
                    <a:close/>
                    <a:moveTo>
                      <a:pt x="9411" y="8820"/>
                    </a:moveTo>
                    <a:cubicBezTo>
                      <a:pt x="9236" y="8820"/>
                      <a:pt x="9127" y="8988"/>
                      <a:pt x="9170" y="9197"/>
                    </a:cubicBezTo>
                    <a:cubicBezTo>
                      <a:pt x="9213" y="9407"/>
                      <a:pt x="9392" y="9578"/>
                      <a:pt x="9569" y="9578"/>
                    </a:cubicBezTo>
                    <a:cubicBezTo>
                      <a:pt x="9747" y="9578"/>
                      <a:pt x="9855" y="9407"/>
                      <a:pt x="9810" y="9197"/>
                    </a:cubicBezTo>
                    <a:cubicBezTo>
                      <a:pt x="9765" y="8988"/>
                      <a:pt x="9587" y="8820"/>
                      <a:pt x="9411" y="8820"/>
                    </a:cubicBezTo>
                    <a:close/>
                    <a:moveTo>
                      <a:pt x="10194" y="8820"/>
                    </a:moveTo>
                    <a:cubicBezTo>
                      <a:pt x="10018" y="8820"/>
                      <a:pt x="9912" y="8988"/>
                      <a:pt x="9957" y="9197"/>
                    </a:cubicBezTo>
                    <a:cubicBezTo>
                      <a:pt x="10002" y="9407"/>
                      <a:pt x="10183" y="9578"/>
                      <a:pt x="10360" y="9578"/>
                    </a:cubicBezTo>
                    <a:cubicBezTo>
                      <a:pt x="10538" y="9578"/>
                      <a:pt x="10643" y="9407"/>
                      <a:pt x="10596" y="9197"/>
                    </a:cubicBezTo>
                    <a:cubicBezTo>
                      <a:pt x="10549" y="8988"/>
                      <a:pt x="10370" y="8820"/>
                      <a:pt x="10194" y="8820"/>
                    </a:cubicBezTo>
                    <a:close/>
                    <a:moveTo>
                      <a:pt x="10976" y="8820"/>
                    </a:moveTo>
                    <a:cubicBezTo>
                      <a:pt x="10801" y="8820"/>
                      <a:pt x="10696" y="8988"/>
                      <a:pt x="10744" y="9197"/>
                    </a:cubicBezTo>
                    <a:cubicBezTo>
                      <a:pt x="10791" y="9407"/>
                      <a:pt x="10974" y="9578"/>
                      <a:pt x="11151" y="9578"/>
                    </a:cubicBezTo>
                    <a:cubicBezTo>
                      <a:pt x="11329" y="9578"/>
                      <a:pt x="11432" y="9407"/>
                      <a:pt x="11383" y="9197"/>
                    </a:cubicBezTo>
                    <a:cubicBezTo>
                      <a:pt x="11334" y="8988"/>
                      <a:pt x="11152" y="8820"/>
                      <a:pt x="10976" y="8820"/>
                    </a:cubicBezTo>
                    <a:close/>
                    <a:moveTo>
                      <a:pt x="11747" y="8820"/>
                    </a:moveTo>
                    <a:cubicBezTo>
                      <a:pt x="11572" y="8820"/>
                      <a:pt x="11470" y="8988"/>
                      <a:pt x="11519" y="9197"/>
                    </a:cubicBezTo>
                    <a:cubicBezTo>
                      <a:pt x="11569" y="9407"/>
                      <a:pt x="11754" y="9578"/>
                      <a:pt x="11931" y="9578"/>
                    </a:cubicBezTo>
                    <a:cubicBezTo>
                      <a:pt x="12109" y="9578"/>
                      <a:pt x="12210" y="9407"/>
                      <a:pt x="12158" y="9197"/>
                    </a:cubicBezTo>
                    <a:cubicBezTo>
                      <a:pt x="12107" y="8988"/>
                      <a:pt x="11923" y="8820"/>
                      <a:pt x="11747" y="8820"/>
                    </a:cubicBezTo>
                    <a:close/>
                    <a:moveTo>
                      <a:pt x="12531" y="8820"/>
                    </a:moveTo>
                    <a:cubicBezTo>
                      <a:pt x="12354" y="8820"/>
                      <a:pt x="12254" y="8988"/>
                      <a:pt x="12306" y="9197"/>
                    </a:cubicBezTo>
                    <a:cubicBezTo>
                      <a:pt x="12358" y="9407"/>
                      <a:pt x="12544" y="9578"/>
                      <a:pt x="12722" y="9578"/>
                    </a:cubicBezTo>
                    <a:cubicBezTo>
                      <a:pt x="12900" y="9578"/>
                      <a:pt x="13000" y="9407"/>
                      <a:pt x="12946" y="9197"/>
                    </a:cubicBezTo>
                    <a:cubicBezTo>
                      <a:pt x="12892" y="8988"/>
                      <a:pt x="12706" y="8820"/>
                      <a:pt x="12531" y="8820"/>
                    </a:cubicBezTo>
                    <a:close/>
                    <a:moveTo>
                      <a:pt x="14085" y="8820"/>
                    </a:moveTo>
                    <a:cubicBezTo>
                      <a:pt x="13909" y="8820"/>
                      <a:pt x="13812" y="8988"/>
                      <a:pt x="13869" y="9197"/>
                    </a:cubicBezTo>
                    <a:cubicBezTo>
                      <a:pt x="13926" y="9407"/>
                      <a:pt x="14116" y="9578"/>
                      <a:pt x="14293" y="9578"/>
                    </a:cubicBezTo>
                    <a:cubicBezTo>
                      <a:pt x="14471" y="9578"/>
                      <a:pt x="14567" y="9407"/>
                      <a:pt x="14508" y="9197"/>
                    </a:cubicBezTo>
                    <a:cubicBezTo>
                      <a:pt x="14450" y="8988"/>
                      <a:pt x="14260" y="8820"/>
                      <a:pt x="14085" y="8820"/>
                    </a:cubicBezTo>
                    <a:close/>
                    <a:moveTo>
                      <a:pt x="14867" y="8820"/>
                    </a:moveTo>
                    <a:cubicBezTo>
                      <a:pt x="14692" y="8820"/>
                      <a:pt x="14597" y="8988"/>
                      <a:pt x="14656" y="9197"/>
                    </a:cubicBezTo>
                    <a:cubicBezTo>
                      <a:pt x="14715" y="9407"/>
                      <a:pt x="14907" y="9578"/>
                      <a:pt x="15084" y="9578"/>
                    </a:cubicBezTo>
                    <a:cubicBezTo>
                      <a:pt x="15262" y="9578"/>
                      <a:pt x="15357" y="9407"/>
                      <a:pt x="15295" y="9197"/>
                    </a:cubicBezTo>
                    <a:cubicBezTo>
                      <a:pt x="15235" y="8988"/>
                      <a:pt x="15043" y="8820"/>
                      <a:pt x="14867" y="8820"/>
                    </a:cubicBezTo>
                    <a:close/>
                    <a:moveTo>
                      <a:pt x="15650" y="8820"/>
                    </a:moveTo>
                    <a:cubicBezTo>
                      <a:pt x="15474" y="8820"/>
                      <a:pt x="15382" y="8988"/>
                      <a:pt x="15443" y="9197"/>
                    </a:cubicBezTo>
                    <a:cubicBezTo>
                      <a:pt x="15505" y="9407"/>
                      <a:pt x="15698" y="9578"/>
                      <a:pt x="15876" y="9578"/>
                    </a:cubicBezTo>
                    <a:cubicBezTo>
                      <a:pt x="16054" y="9578"/>
                      <a:pt x="16146" y="9407"/>
                      <a:pt x="16082" y="9197"/>
                    </a:cubicBezTo>
                    <a:cubicBezTo>
                      <a:pt x="16019" y="8988"/>
                      <a:pt x="15826" y="8820"/>
                      <a:pt x="15650" y="8820"/>
                    </a:cubicBezTo>
                    <a:close/>
                    <a:moveTo>
                      <a:pt x="1707" y="9754"/>
                    </a:moveTo>
                    <a:cubicBezTo>
                      <a:pt x="1529" y="9754"/>
                      <a:pt x="1401" y="9927"/>
                      <a:pt x="1422" y="10141"/>
                    </a:cubicBezTo>
                    <a:cubicBezTo>
                      <a:pt x="1442" y="10356"/>
                      <a:pt x="1604" y="10532"/>
                      <a:pt x="1784" y="10532"/>
                    </a:cubicBezTo>
                    <a:cubicBezTo>
                      <a:pt x="1964" y="10532"/>
                      <a:pt x="2091" y="10356"/>
                      <a:pt x="2069" y="10141"/>
                    </a:cubicBezTo>
                    <a:cubicBezTo>
                      <a:pt x="2047" y="9927"/>
                      <a:pt x="1885" y="9754"/>
                      <a:pt x="1707" y="9754"/>
                    </a:cubicBezTo>
                    <a:close/>
                    <a:moveTo>
                      <a:pt x="2501" y="9754"/>
                    </a:moveTo>
                    <a:cubicBezTo>
                      <a:pt x="2324" y="9754"/>
                      <a:pt x="2197" y="9927"/>
                      <a:pt x="2220" y="10141"/>
                    </a:cubicBezTo>
                    <a:cubicBezTo>
                      <a:pt x="2242" y="10356"/>
                      <a:pt x="2407" y="10532"/>
                      <a:pt x="2587" y="10532"/>
                    </a:cubicBezTo>
                    <a:cubicBezTo>
                      <a:pt x="2767" y="10532"/>
                      <a:pt x="2892" y="10356"/>
                      <a:pt x="2868" y="10141"/>
                    </a:cubicBezTo>
                    <a:cubicBezTo>
                      <a:pt x="2843" y="9927"/>
                      <a:pt x="2679" y="9754"/>
                      <a:pt x="2501" y="9754"/>
                    </a:cubicBezTo>
                    <a:close/>
                    <a:moveTo>
                      <a:pt x="3295" y="9754"/>
                    </a:moveTo>
                    <a:cubicBezTo>
                      <a:pt x="3116" y="9754"/>
                      <a:pt x="2993" y="9927"/>
                      <a:pt x="3018" y="10141"/>
                    </a:cubicBezTo>
                    <a:cubicBezTo>
                      <a:pt x="3043" y="10356"/>
                      <a:pt x="3209" y="10532"/>
                      <a:pt x="3389" y="10532"/>
                    </a:cubicBezTo>
                    <a:cubicBezTo>
                      <a:pt x="3569" y="10532"/>
                      <a:pt x="3693" y="10356"/>
                      <a:pt x="3666" y="10141"/>
                    </a:cubicBezTo>
                    <a:cubicBezTo>
                      <a:pt x="3639" y="9927"/>
                      <a:pt x="3472" y="9754"/>
                      <a:pt x="3295" y="9754"/>
                    </a:cubicBezTo>
                    <a:close/>
                    <a:moveTo>
                      <a:pt x="4078" y="9754"/>
                    </a:moveTo>
                    <a:cubicBezTo>
                      <a:pt x="3899" y="9754"/>
                      <a:pt x="3777" y="9927"/>
                      <a:pt x="3804" y="10141"/>
                    </a:cubicBezTo>
                    <a:cubicBezTo>
                      <a:pt x="3832" y="10356"/>
                      <a:pt x="4000" y="10532"/>
                      <a:pt x="4180" y="10532"/>
                    </a:cubicBezTo>
                    <a:cubicBezTo>
                      <a:pt x="4360" y="10532"/>
                      <a:pt x="4482" y="10356"/>
                      <a:pt x="4453" y="10141"/>
                    </a:cubicBezTo>
                    <a:cubicBezTo>
                      <a:pt x="4423" y="9927"/>
                      <a:pt x="4255" y="9754"/>
                      <a:pt x="4078" y="9754"/>
                    </a:cubicBezTo>
                    <a:close/>
                    <a:moveTo>
                      <a:pt x="4871" y="9754"/>
                    </a:moveTo>
                    <a:cubicBezTo>
                      <a:pt x="4693" y="9754"/>
                      <a:pt x="4573" y="9927"/>
                      <a:pt x="4602" y="10141"/>
                    </a:cubicBezTo>
                    <a:cubicBezTo>
                      <a:pt x="4632" y="10356"/>
                      <a:pt x="4802" y="10532"/>
                      <a:pt x="4983" y="10532"/>
                    </a:cubicBezTo>
                    <a:cubicBezTo>
                      <a:pt x="5162" y="10532"/>
                      <a:pt x="5282" y="10356"/>
                      <a:pt x="5250" y="10141"/>
                    </a:cubicBezTo>
                    <a:cubicBezTo>
                      <a:pt x="5219" y="9927"/>
                      <a:pt x="5049" y="9754"/>
                      <a:pt x="4871" y="9754"/>
                    </a:cubicBezTo>
                    <a:close/>
                    <a:moveTo>
                      <a:pt x="5653" y="9754"/>
                    </a:moveTo>
                    <a:cubicBezTo>
                      <a:pt x="5475" y="9754"/>
                      <a:pt x="5357" y="9927"/>
                      <a:pt x="5389" y="10141"/>
                    </a:cubicBezTo>
                    <a:cubicBezTo>
                      <a:pt x="5421" y="10356"/>
                      <a:pt x="5593" y="10532"/>
                      <a:pt x="5774" y="10532"/>
                    </a:cubicBezTo>
                    <a:cubicBezTo>
                      <a:pt x="5953" y="10532"/>
                      <a:pt x="6071" y="10356"/>
                      <a:pt x="6037" y="10141"/>
                    </a:cubicBezTo>
                    <a:cubicBezTo>
                      <a:pt x="6003" y="9927"/>
                      <a:pt x="5831" y="9754"/>
                      <a:pt x="5653" y="9754"/>
                    </a:cubicBezTo>
                    <a:close/>
                    <a:moveTo>
                      <a:pt x="6448" y="9754"/>
                    </a:moveTo>
                    <a:cubicBezTo>
                      <a:pt x="6269" y="9754"/>
                      <a:pt x="6153" y="9927"/>
                      <a:pt x="6187" y="10141"/>
                    </a:cubicBezTo>
                    <a:cubicBezTo>
                      <a:pt x="6222" y="10356"/>
                      <a:pt x="6396" y="10532"/>
                      <a:pt x="6576" y="10532"/>
                    </a:cubicBezTo>
                    <a:cubicBezTo>
                      <a:pt x="6756" y="10532"/>
                      <a:pt x="6872" y="10356"/>
                      <a:pt x="6835" y="10141"/>
                    </a:cubicBezTo>
                    <a:cubicBezTo>
                      <a:pt x="6799" y="9927"/>
                      <a:pt x="6626" y="9754"/>
                      <a:pt x="6448" y="9754"/>
                    </a:cubicBezTo>
                    <a:close/>
                    <a:moveTo>
                      <a:pt x="7242" y="9754"/>
                    </a:moveTo>
                    <a:cubicBezTo>
                      <a:pt x="7064" y="9754"/>
                      <a:pt x="6949" y="9927"/>
                      <a:pt x="6986" y="10141"/>
                    </a:cubicBezTo>
                    <a:cubicBezTo>
                      <a:pt x="7023" y="10356"/>
                      <a:pt x="7199" y="10532"/>
                      <a:pt x="7379" y="10532"/>
                    </a:cubicBezTo>
                    <a:cubicBezTo>
                      <a:pt x="7558" y="10532"/>
                      <a:pt x="7673" y="10356"/>
                      <a:pt x="7634" y="10141"/>
                    </a:cubicBezTo>
                    <a:cubicBezTo>
                      <a:pt x="7595" y="9927"/>
                      <a:pt x="7420" y="9754"/>
                      <a:pt x="7242" y="9754"/>
                    </a:cubicBezTo>
                    <a:close/>
                    <a:moveTo>
                      <a:pt x="8024" y="9754"/>
                    </a:moveTo>
                    <a:cubicBezTo>
                      <a:pt x="7846" y="9754"/>
                      <a:pt x="7734" y="9927"/>
                      <a:pt x="7773" y="10141"/>
                    </a:cubicBezTo>
                    <a:cubicBezTo>
                      <a:pt x="7812" y="10356"/>
                      <a:pt x="7990" y="10532"/>
                      <a:pt x="8170" y="10532"/>
                    </a:cubicBezTo>
                    <a:cubicBezTo>
                      <a:pt x="8350" y="10532"/>
                      <a:pt x="8462" y="10356"/>
                      <a:pt x="8421" y="10141"/>
                    </a:cubicBezTo>
                    <a:cubicBezTo>
                      <a:pt x="8380" y="9927"/>
                      <a:pt x="8202" y="9754"/>
                      <a:pt x="8024" y="9754"/>
                    </a:cubicBezTo>
                    <a:close/>
                    <a:moveTo>
                      <a:pt x="8819" y="9754"/>
                    </a:moveTo>
                    <a:cubicBezTo>
                      <a:pt x="8641" y="9754"/>
                      <a:pt x="8530" y="9927"/>
                      <a:pt x="8571" y="10141"/>
                    </a:cubicBezTo>
                    <a:cubicBezTo>
                      <a:pt x="8613" y="10356"/>
                      <a:pt x="8793" y="10532"/>
                      <a:pt x="8973" y="10532"/>
                    </a:cubicBezTo>
                    <a:cubicBezTo>
                      <a:pt x="9153" y="10532"/>
                      <a:pt x="9263" y="10356"/>
                      <a:pt x="9219" y="10141"/>
                    </a:cubicBezTo>
                    <a:cubicBezTo>
                      <a:pt x="9176" y="9927"/>
                      <a:pt x="8997" y="9754"/>
                      <a:pt x="8819" y="9754"/>
                    </a:cubicBezTo>
                    <a:close/>
                    <a:moveTo>
                      <a:pt x="9601" y="9754"/>
                    </a:moveTo>
                    <a:cubicBezTo>
                      <a:pt x="9424" y="9754"/>
                      <a:pt x="9314" y="9927"/>
                      <a:pt x="9358" y="10141"/>
                    </a:cubicBezTo>
                    <a:cubicBezTo>
                      <a:pt x="9402" y="10356"/>
                      <a:pt x="9584" y="10532"/>
                      <a:pt x="9764" y="10532"/>
                    </a:cubicBezTo>
                    <a:cubicBezTo>
                      <a:pt x="9944" y="10532"/>
                      <a:pt x="10052" y="10356"/>
                      <a:pt x="10006" y="10141"/>
                    </a:cubicBezTo>
                    <a:cubicBezTo>
                      <a:pt x="9960" y="9927"/>
                      <a:pt x="9779" y="9754"/>
                      <a:pt x="9601" y="9754"/>
                    </a:cubicBezTo>
                    <a:close/>
                    <a:moveTo>
                      <a:pt x="10395" y="9754"/>
                    </a:moveTo>
                    <a:cubicBezTo>
                      <a:pt x="10217" y="9754"/>
                      <a:pt x="10110" y="9927"/>
                      <a:pt x="10157" y="10141"/>
                    </a:cubicBezTo>
                    <a:cubicBezTo>
                      <a:pt x="10203" y="10356"/>
                      <a:pt x="10387" y="10532"/>
                      <a:pt x="10567" y="10532"/>
                    </a:cubicBezTo>
                    <a:cubicBezTo>
                      <a:pt x="10747" y="10532"/>
                      <a:pt x="10853" y="10356"/>
                      <a:pt x="10804" y="10141"/>
                    </a:cubicBezTo>
                    <a:cubicBezTo>
                      <a:pt x="10756" y="9927"/>
                      <a:pt x="10574" y="9754"/>
                      <a:pt x="10395" y="9754"/>
                    </a:cubicBezTo>
                    <a:close/>
                    <a:moveTo>
                      <a:pt x="11190" y="9754"/>
                    </a:moveTo>
                    <a:cubicBezTo>
                      <a:pt x="11012" y="9754"/>
                      <a:pt x="10907" y="9927"/>
                      <a:pt x="10955" y="10141"/>
                    </a:cubicBezTo>
                    <a:cubicBezTo>
                      <a:pt x="11004" y="10356"/>
                      <a:pt x="11190" y="10532"/>
                      <a:pt x="11370" y="10532"/>
                    </a:cubicBezTo>
                    <a:cubicBezTo>
                      <a:pt x="11550" y="10532"/>
                      <a:pt x="11654" y="10356"/>
                      <a:pt x="11603" y="10141"/>
                    </a:cubicBezTo>
                    <a:cubicBezTo>
                      <a:pt x="11553" y="9927"/>
                      <a:pt x="11368" y="9754"/>
                      <a:pt x="11190" y="9754"/>
                    </a:cubicBezTo>
                    <a:close/>
                    <a:moveTo>
                      <a:pt x="11973" y="9754"/>
                    </a:moveTo>
                    <a:cubicBezTo>
                      <a:pt x="11794" y="9754"/>
                      <a:pt x="11691" y="9927"/>
                      <a:pt x="11742" y="10141"/>
                    </a:cubicBezTo>
                    <a:cubicBezTo>
                      <a:pt x="11793" y="10356"/>
                      <a:pt x="11981" y="10532"/>
                      <a:pt x="12161" y="10532"/>
                    </a:cubicBezTo>
                    <a:cubicBezTo>
                      <a:pt x="12341" y="10532"/>
                      <a:pt x="12443" y="10356"/>
                      <a:pt x="12390" y="10141"/>
                    </a:cubicBezTo>
                    <a:cubicBezTo>
                      <a:pt x="12337" y="9927"/>
                      <a:pt x="12151" y="9754"/>
                      <a:pt x="11973" y="9754"/>
                    </a:cubicBezTo>
                    <a:close/>
                    <a:moveTo>
                      <a:pt x="12767" y="9754"/>
                    </a:moveTo>
                    <a:cubicBezTo>
                      <a:pt x="12589" y="9754"/>
                      <a:pt x="12488" y="9927"/>
                      <a:pt x="12541" y="10141"/>
                    </a:cubicBezTo>
                    <a:cubicBezTo>
                      <a:pt x="12595" y="10356"/>
                      <a:pt x="12784" y="10532"/>
                      <a:pt x="12964" y="10532"/>
                    </a:cubicBezTo>
                    <a:cubicBezTo>
                      <a:pt x="13144" y="10532"/>
                      <a:pt x="13245" y="10356"/>
                      <a:pt x="13189" y="10141"/>
                    </a:cubicBezTo>
                    <a:cubicBezTo>
                      <a:pt x="13134" y="9927"/>
                      <a:pt x="12945" y="9754"/>
                      <a:pt x="12767" y="9754"/>
                    </a:cubicBezTo>
                    <a:close/>
                    <a:moveTo>
                      <a:pt x="2611" y="10709"/>
                    </a:moveTo>
                    <a:cubicBezTo>
                      <a:pt x="2430" y="10709"/>
                      <a:pt x="2302" y="10885"/>
                      <a:pt x="2325" y="11105"/>
                    </a:cubicBezTo>
                    <a:cubicBezTo>
                      <a:pt x="2348" y="11327"/>
                      <a:pt x="2516" y="11508"/>
                      <a:pt x="2698" y="11508"/>
                    </a:cubicBezTo>
                    <a:cubicBezTo>
                      <a:pt x="2880" y="11508"/>
                      <a:pt x="3008" y="11327"/>
                      <a:pt x="2982" y="11105"/>
                    </a:cubicBezTo>
                    <a:cubicBezTo>
                      <a:pt x="2957" y="10885"/>
                      <a:pt x="2790" y="10709"/>
                      <a:pt x="2611" y="10709"/>
                    </a:cubicBezTo>
                    <a:close/>
                    <a:moveTo>
                      <a:pt x="3403" y="10709"/>
                    </a:moveTo>
                    <a:cubicBezTo>
                      <a:pt x="3223" y="10709"/>
                      <a:pt x="3098" y="10885"/>
                      <a:pt x="3123" y="11105"/>
                    </a:cubicBezTo>
                    <a:cubicBezTo>
                      <a:pt x="3149" y="11327"/>
                      <a:pt x="3318" y="11508"/>
                      <a:pt x="3500" y="11508"/>
                    </a:cubicBezTo>
                    <a:cubicBezTo>
                      <a:pt x="3683" y="11508"/>
                      <a:pt x="3808" y="11327"/>
                      <a:pt x="3780" y="11105"/>
                    </a:cubicBezTo>
                    <a:cubicBezTo>
                      <a:pt x="3752" y="10885"/>
                      <a:pt x="3584" y="10709"/>
                      <a:pt x="3403" y="10709"/>
                    </a:cubicBezTo>
                    <a:close/>
                    <a:moveTo>
                      <a:pt x="4210" y="10709"/>
                    </a:moveTo>
                    <a:cubicBezTo>
                      <a:pt x="4029" y="10709"/>
                      <a:pt x="3905" y="10885"/>
                      <a:pt x="3933" y="11105"/>
                    </a:cubicBezTo>
                    <a:cubicBezTo>
                      <a:pt x="3962" y="11327"/>
                      <a:pt x="4132" y="11508"/>
                      <a:pt x="4315" y="11508"/>
                    </a:cubicBezTo>
                    <a:cubicBezTo>
                      <a:pt x="4497" y="11508"/>
                      <a:pt x="4621" y="11327"/>
                      <a:pt x="4590" y="11105"/>
                    </a:cubicBezTo>
                    <a:cubicBezTo>
                      <a:pt x="4560" y="10885"/>
                      <a:pt x="4390" y="10709"/>
                      <a:pt x="4210" y="10709"/>
                    </a:cubicBezTo>
                    <a:close/>
                    <a:moveTo>
                      <a:pt x="5003" y="10709"/>
                    </a:moveTo>
                    <a:cubicBezTo>
                      <a:pt x="4822" y="10709"/>
                      <a:pt x="4701" y="10885"/>
                      <a:pt x="4732" y="11105"/>
                    </a:cubicBezTo>
                    <a:cubicBezTo>
                      <a:pt x="4762" y="11327"/>
                      <a:pt x="4935" y="11508"/>
                      <a:pt x="5117" y="11508"/>
                    </a:cubicBezTo>
                    <a:cubicBezTo>
                      <a:pt x="5299" y="11508"/>
                      <a:pt x="5421" y="11327"/>
                      <a:pt x="5388" y="11105"/>
                    </a:cubicBezTo>
                    <a:cubicBezTo>
                      <a:pt x="5356" y="10885"/>
                      <a:pt x="5183" y="10709"/>
                      <a:pt x="5003" y="10709"/>
                    </a:cubicBezTo>
                    <a:close/>
                    <a:moveTo>
                      <a:pt x="5809" y="10709"/>
                    </a:moveTo>
                    <a:cubicBezTo>
                      <a:pt x="5628" y="10709"/>
                      <a:pt x="5509" y="10885"/>
                      <a:pt x="5542" y="11105"/>
                    </a:cubicBezTo>
                    <a:cubicBezTo>
                      <a:pt x="5575" y="11327"/>
                      <a:pt x="5749" y="11508"/>
                      <a:pt x="5932" y="11508"/>
                    </a:cubicBezTo>
                    <a:cubicBezTo>
                      <a:pt x="6115" y="11508"/>
                      <a:pt x="6234" y="11327"/>
                      <a:pt x="6199" y="11105"/>
                    </a:cubicBezTo>
                    <a:cubicBezTo>
                      <a:pt x="6164" y="10885"/>
                      <a:pt x="5989" y="10709"/>
                      <a:pt x="5809" y="10709"/>
                    </a:cubicBezTo>
                    <a:close/>
                    <a:moveTo>
                      <a:pt x="6603" y="10709"/>
                    </a:moveTo>
                    <a:cubicBezTo>
                      <a:pt x="6423" y="10709"/>
                      <a:pt x="6305" y="10885"/>
                      <a:pt x="6340" y="11105"/>
                    </a:cubicBezTo>
                    <a:cubicBezTo>
                      <a:pt x="6376" y="11327"/>
                      <a:pt x="6552" y="11508"/>
                      <a:pt x="6735" y="11508"/>
                    </a:cubicBezTo>
                    <a:cubicBezTo>
                      <a:pt x="6917" y="11508"/>
                      <a:pt x="7034" y="11327"/>
                      <a:pt x="6997" y="11105"/>
                    </a:cubicBezTo>
                    <a:cubicBezTo>
                      <a:pt x="6959" y="10885"/>
                      <a:pt x="6784" y="10709"/>
                      <a:pt x="6603" y="10709"/>
                    </a:cubicBezTo>
                    <a:close/>
                    <a:moveTo>
                      <a:pt x="7409" y="10709"/>
                    </a:moveTo>
                    <a:cubicBezTo>
                      <a:pt x="7228" y="10709"/>
                      <a:pt x="7113" y="10885"/>
                      <a:pt x="7150" y="11105"/>
                    </a:cubicBezTo>
                    <a:cubicBezTo>
                      <a:pt x="7188" y="11327"/>
                      <a:pt x="7367" y="11508"/>
                      <a:pt x="7550" y="11508"/>
                    </a:cubicBezTo>
                    <a:cubicBezTo>
                      <a:pt x="7732" y="11508"/>
                      <a:pt x="7847" y="11327"/>
                      <a:pt x="7807" y="11105"/>
                    </a:cubicBezTo>
                    <a:cubicBezTo>
                      <a:pt x="7767" y="10885"/>
                      <a:pt x="7589" y="10709"/>
                      <a:pt x="7409" y="10709"/>
                    </a:cubicBezTo>
                    <a:close/>
                    <a:moveTo>
                      <a:pt x="8203" y="10709"/>
                    </a:moveTo>
                    <a:cubicBezTo>
                      <a:pt x="8023" y="10709"/>
                      <a:pt x="7909" y="10885"/>
                      <a:pt x="7949" y="11105"/>
                    </a:cubicBezTo>
                    <a:cubicBezTo>
                      <a:pt x="7989" y="11327"/>
                      <a:pt x="8170" y="11508"/>
                      <a:pt x="8353" y="11508"/>
                    </a:cubicBezTo>
                    <a:cubicBezTo>
                      <a:pt x="8535" y="11508"/>
                      <a:pt x="8648" y="11327"/>
                      <a:pt x="8606" y="11105"/>
                    </a:cubicBezTo>
                    <a:cubicBezTo>
                      <a:pt x="8564" y="10885"/>
                      <a:pt x="8384" y="10709"/>
                      <a:pt x="8203" y="10709"/>
                    </a:cubicBezTo>
                    <a:close/>
                    <a:moveTo>
                      <a:pt x="9009" y="10709"/>
                    </a:moveTo>
                    <a:cubicBezTo>
                      <a:pt x="8829" y="10709"/>
                      <a:pt x="8717" y="10885"/>
                      <a:pt x="8759" y="11105"/>
                    </a:cubicBezTo>
                    <a:cubicBezTo>
                      <a:pt x="8802" y="11327"/>
                      <a:pt x="8985" y="11508"/>
                      <a:pt x="9167" y="11508"/>
                    </a:cubicBezTo>
                    <a:cubicBezTo>
                      <a:pt x="9349" y="11508"/>
                      <a:pt x="9461" y="11327"/>
                      <a:pt x="9416" y="11105"/>
                    </a:cubicBezTo>
                    <a:cubicBezTo>
                      <a:pt x="9371" y="10885"/>
                      <a:pt x="9190" y="10709"/>
                      <a:pt x="9009" y="10709"/>
                    </a:cubicBezTo>
                    <a:close/>
                    <a:moveTo>
                      <a:pt x="9803" y="10709"/>
                    </a:moveTo>
                    <a:cubicBezTo>
                      <a:pt x="9623" y="10709"/>
                      <a:pt x="9513" y="10885"/>
                      <a:pt x="9558" y="11105"/>
                    </a:cubicBezTo>
                    <a:cubicBezTo>
                      <a:pt x="9603" y="11327"/>
                      <a:pt x="9789" y="11508"/>
                      <a:pt x="9970" y="11508"/>
                    </a:cubicBezTo>
                    <a:cubicBezTo>
                      <a:pt x="10153" y="11508"/>
                      <a:pt x="10262" y="11327"/>
                      <a:pt x="10215" y="11105"/>
                    </a:cubicBezTo>
                    <a:cubicBezTo>
                      <a:pt x="10167" y="10885"/>
                      <a:pt x="9983" y="10709"/>
                      <a:pt x="9803" y="10709"/>
                    </a:cubicBezTo>
                    <a:close/>
                    <a:moveTo>
                      <a:pt x="10609" y="10709"/>
                    </a:moveTo>
                    <a:cubicBezTo>
                      <a:pt x="10429" y="10709"/>
                      <a:pt x="10321" y="10885"/>
                      <a:pt x="10369" y="11105"/>
                    </a:cubicBezTo>
                    <a:cubicBezTo>
                      <a:pt x="10416" y="11327"/>
                      <a:pt x="10603" y="11508"/>
                      <a:pt x="10785" y="11508"/>
                    </a:cubicBezTo>
                    <a:cubicBezTo>
                      <a:pt x="10968" y="11508"/>
                      <a:pt x="11074" y="11327"/>
                      <a:pt x="11025" y="11105"/>
                    </a:cubicBezTo>
                    <a:cubicBezTo>
                      <a:pt x="10975" y="10885"/>
                      <a:pt x="10790" y="10709"/>
                      <a:pt x="10609" y="10709"/>
                    </a:cubicBezTo>
                    <a:close/>
                    <a:moveTo>
                      <a:pt x="11403" y="10709"/>
                    </a:moveTo>
                    <a:cubicBezTo>
                      <a:pt x="11223" y="10709"/>
                      <a:pt x="11117" y="10885"/>
                      <a:pt x="11167" y="11105"/>
                    </a:cubicBezTo>
                    <a:cubicBezTo>
                      <a:pt x="11217" y="11327"/>
                      <a:pt x="11406" y="11508"/>
                      <a:pt x="11588" y="11508"/>
                    </a:cubicBezTo>
                    <a:cubicBezTo>
                      <a:pt x="11771" y="11508"/>
                      <a:pt x="11875" y="11327"/>
                      <a:pt x="11823" y="11105"/>
                    </a:cubicBezTo>
                    <a:cubicBezTo>
                      <a:pt x="11771" y="10885"/>
                      <a:pt x="11584" y="10709"/>
                      <a:pt x="11403" y="10709"/>
                    </a:cubicBezTo>
                    <a:close/>
                    <a:moveTo>
                      <a:pt x="12210" y="10709"/>
                    </a:moveTo>
                    <a:cubicBezTo>
                      <a:pt x="12029" y="10709"/>
                      <a:pt x="11925" y="10885"/>
                      <a:pt x="11978" y="11105"/>
                    </a:cubicBezTo>
                    <a:cubicBezTo>
                      <a:pt x="12030" y="11327"/>
                      <a:pt x="12221" y="11508"/>
                      <a:pt x="12403" y="11508"/>
                    </a:cubicBezTo>
                    <a:cubicBezTo>
                      <a:pt x="12586" y="11508"/>
                      <a:pt x="12689" y="11327"/>
                      <a:pt x="12634" y="11105"/>
                    </a:cubicBezTo>
                    <a:cubicBezTo>
                      <a:pt x="12580" y="10885"/>
                      <a:pt x="12390" y="10709"/>
                      <a:pt x="12210" y="10709"/>
                    </a:cubicBezTo>
                    <a:close/>
                    <a:moveTo>
                      <a:pt x="13004" y="10709"/>
                    </a:moveTo>
                    <a:cubicBezTo>
                      <a:pt x="12823" y="10709"/>
                      <a:pt x="12722" y="10885"/>
                      <a:pt x="12776" y="11105"/>
                    </a:cubicBezTo>
                    <a:cubicBezTo>
                      <a:pt x="12831" y="11327"/>
                      <a:pt x="13024" y="11508"/>
                      <a:pt x="13207" y="11508"/>
                    </a:cubicBezTo>
                    <a:cubicBezTo>
                      <a:pt x="13389" y="11508"/>
                      <a:pt x="13490" y="11327"/>
                      <a:pt x="13433" y="11105"/>
                    </a:cubicBezTo>
                    <a:cubicBezTo>
                      <a:pt x="13376" y="10885"/>
                      <a:pt x="13184" y="10709"/>
                      <a:pt x="13004" y="10709"/>
                    </a:cubicBezTo>
                    <a:close/>
                    <a:moveTo>
                      <a:pt x="1902" y="11684"/>
                    </a:moveTo>
                    <a:cubicBezTo>
                      <a:pt x="1719" y="11684"/>
                      <a:pt x="1588" y="11866"/>
                      <a:pt x="1609" y="12092"/>
                    </a:cubicBezTo>
                    <a:cubicBezTo>
                      <a:pt x="1631" y="12320"/>
                      <a:pt x="1798" y="12505"/>
                      <a:pt x="1983" y="12505"/>
                    </a:cubicBezTo>
                    <a:cubicBezTo>
                      <a:pt x="2167" y="12505"/>
                      <a:pt x="2298" y="12320"/>
                      <a:pt x="2275" y="12092"/>
                    </a:cubicBezTo>
                    <a:cubicBezTo>
                      <a:pt x="2251" y="11866"/>
                      <a:pt x="2084" y="11684"/>
                      <a:pt x="1902" y="11684"/>
                    </a:cubicBezTo>
                    <a:close/>
                    <a:moveTo>
                      <a:pt x="2707" y="11684"/>
                    </a:moveTo>
                    <a:cubicBezTo>
                      <a:pt x="2525" y="11684"/>
                      <a:pt x="2395" y="11866"/>
                      <a:pt x="2419" y="12092"/>
                    </a:cubicBezTo>
                    <a:cubicBezTo>
                      <a:pt x="2443" y="12320"/>
                      <a:pt x="2613" y="12505"/>
                      <a:pt x="2798" y="12505"/>
                    </a:cubicBezTo>
                    <a:cubicBezTo>
                      <a:pt x="2982" y="12505"/>
                      <a:pt x="3111" y="12320"/>
                      <a:pt x="3085" y="12092"/>
                    </a:cubicBezTo>
                    <a:cubicBezTo>
                      <a:pt x="3059" y="11866"/>
                      <a:pt x="2890" y="11684"/>
                      <a:pt x="2707" y="11684"/>
                    </a:cubicBezTo>
                    <a:close/>
                    <a:moveTo>
                      <a:pt x="5147" y="11684"/>
                    </a:moveTo>
                    <a:cubicBezTo>
                      <a:pt x="4964" y="11684"/>
                      <a:pt x="4841" y="11866"/>
                      <a:pt x="4873" y="12092"/>
                    </a:cubicBezTo>
                    <a:cubicBezTo>
                      <a:pt x="4904" y="12320"/>
                      <a:pt x="5079" y="12505"/>
                      <a:pt x="5264" y="12505"/>
                    </a:cubicBezTo>
                    <a:cubicBezTo>
                      <a:pt x="5449" y="12505"/>
                      <a:pt x="5572" y="12320"/>
                      <a:pt x="5538" y="12092"/>
                    </a:cubicBezTo>
                    <a:cubicBezTo>
                      <a:pt x="5505" y="11866"/>
                      <a:pt x="5330" y="11684"/>
                      <a:pt x="5147" y="11684"/>
                    </a:cubicBezTo>
                    <a:close/>
                    <a:moveTo>
                      <a:pt x="5953" y="11684"/>
                    </a:moveTo>
                    <a:cubicBezTo>
                      <a:pt x="5769" y="11684"/>
                      <a:pt x="5649" y="11866"/>
                      <a:pt x="5683" y="12092"/>
                    </a:cubicBezTo>
                    <a:cubicBezTo>
                      <a:pt x="5717" y="12320"/>
                      <a:pt x="5894" y="12505"/>
                      <a:pt x="6079" y="12505"/>
                    </a:cubicBezTo>
                    <a:cubicBezTo>
                      <a:pt x="6264" y="12505"/>
                      <a:pt x="6385" y="12320"/>
                      <a:pt x="6349" y="12092"/>
                    </a:cubicBezTo>
                    <a:cubicBezTo>
                      <a:pt x="6313" y="11866"/>
                      <a:pt x="6135" y="11684"/>
                      <a:pt x="5953" y="11684"/>
                    </a:cubicBezTo>
                    <a:close/>
                    <a:moveTo>
                      <a:pt x="6771" y="11684"/>
                    </a:moveTo>
                    <a:cubicBezTo>
                      <a:pt x="6588" y="11684"/>
                      <a:pt x="6469" y="11866"/>
                      <a:pt x="6505" y="12092"/>
                    </a:cubicBezTo>
                    <a:cubicBezTo>
                      <a:pt x="6541" y="12320"/>
                      <a:pt x="6721" y="12505"/>
                      <a:pt x="6906" y="12505"/>
                    </a:cubicBezTo>
                    <a:cubicBezTo>
                      <a:pt x="7091" y="12505"/>
                      <a:pt x="7209" y="12320"/>
                      <a:pt x="7170" y="12092"/>
                    </a:cubicBezTo>
                    <a:cubicBezTo>
                      <a:pt x="7132" y="11866"/>
                      <a:pt x="6953" y="11684"/>
                      <a:pt x="6771" y="11684"/>
                    </a:cubicBezTo>
                    <a:close/>
                    <a:moveTo>
                      <a:pt x="7576" y="11684"/>
                    </a:moveTo>
                    <a:cubicBezTo>
                      <a:pt x="7393" y="11684"/>
                      <a:pt x="7276" y="11866"/>
                      <a:pt x="7315" y="12092"/>
                    </a:cubicBezTo>
                    <a:cubicBezTo>
                      <a:pt x="7354" y="12320"/>
                      <a:pt x="7536" y="12505"/>
                      <a:pt x="7721" y="12505"/>
                    </a:cubicBezTo>
                    <a:cubicBezTo>
                      <a:pt x="7905" y="12505"/>
                      <a:pt x="8022" y="12320"/>
                      <a:pt x="7980" y="12092"/>
                    </a:cubicBezTo>
                    <a:cubicBezTo>
                      <a:pt x="7940" y="11866"/>
                      <a:pt x="7758" y="11684"/>
                      <a:pt x="7576" y="11684"/>
                    </a:cubicBezTo>
                    <a:close/>
                    <a:moveTo>
                      <a:pt x="8393" y="11684"/>
                    </a:moveTo>
                    <a:cubicBezTo>
                      <a:pt x="8211" y="11684"/>
                      <a:pt x="8096" y="11866"/>
                      <a:pt x="8137" y="12092"/>
                    </a:cubicBezTo>
                    <a:cubicBezTo>
                      <a:pt x="8179" y="12320"/>
                      <a:pt x="8362" y="12505"/>
                      <a:pt x="8547" y="12505"/>
                    </a:cubicBezTo>
                    <a:cubicBezTo>
                      <a:pt x="8732" y="12505"/>
                      <a:pt x="8846" y="12320"/>
                      <a:pt x="8803" y="12092"/>
                    </a:cubicBezTo>
                    <a:cubicBezTo>
                      <a:pt x="8759" y="11866"/>
                      <a:pt x="8576" y="11684"/>
                      <a:pt x="8393" y="11684"/>
                    </a:cubicBezTo>
                    <a:close/>
                    <a:moveTo>
                      <a:pt x="9200" y="11684"/>
                    </a:moveTo>
                    <a:cubicBezTo>
                      <a:pt x="9017" y="11684"/>
                      <a:pt x="8904" y="11866"/>
                      <a:pt x="8947" y="12092"/>
                    </a:cubicBezTo>
                    <a:cubicBezTo>
                      <a:pt x="8991" y="12320"/>
                      <a:pt x="9177" y="12505"/>
                      <a:pt x="9362" y="12505"/>
                    </a:cubicBezTo>
                    <a:cubicBezTo>
                      <a:pt x="9547" y="12505"/>
                      <a:pt x="9659" y="12320"/>
                      <a:pt x="9613" y="12092"/>
                    </a:cubicBezTo>
                    <a:cubicBezTo>
                      <a:pt x="9567" y="11866"/>
                      <a:pt x="9382" y="11684"/>
                      <a:pt x="9200" y="11684"/>
                    </a:cubicBezTo>
                    <a:close/>
                    <a:moveTo>
                      <a:pt x="10005" y="11684"/>
                    </a:moveTo>
                    <a:cubicBezTo>
                      <a:pt x="9823" y="11684"/>
                      <a:pt x="9712" y="11866"/>
                      <a:pt x="9758" y="12092"/>
                    </a:cubicBezTo>
                    <a:cubicBezTo>
                      <a:pt x="9804" y="12320"/>
                      <a:pt x="9993" y="12505"/>
                      <a:pt x="10177" y="12505"/>
                    </a:cubicBezTo>
                    <a:cubicBezTo>
                      <a:pt x="10362" y="12505"/>
                      <a:pt x="10472" y="12320"/>
                      <a:pt x="10423" y="12092"/>
                    </a:cubicBezTo>
                    <a:cubicBezTo>
                      <a:pt x="10375" y="11866"/>
                      <a:pt x="10188" y="11684"/>
                      <a:pt x="10005" y="11684"/>
                    </a:cubicBezTo>
                    <a:close/>
                    <a:moveTo>
                      <a:pt x="10823" y="11684"/>
                    </a:moveTo>
                    <a:cubicBezTo>
                      <a:pt x="10640" y="11684"/>
                      <a:pt x="10531" y="11866"/>
                      <a:pt x="10580" y="12092"/>
                    </a:cubicBezTo>
                    <a:cubicBezTo>
                      <a:pt x="10629" y="12320"/>
                      <a:pt x="10819" y="12505"/>
                      <a:pt x="11003" y="12505"/>
                    </a:cubicBezTo>
                    <a:cubicBezTo>
                      <a:pt x="11189" y="12505"/>
                      <a:pt x="11297" y="12320"/>
                      <a:pt x="11245" y="12092"/>
                    </a:cubicBezTo>
                    <a:cubicBezTo>
                      <a:pt x="11195" y="11866"/>
                      <a:pt x="11006" y="11684"/>
                      <a:pt x="10823" y="11684"/>
                    </a:cubicBezTo>
                    <a:close/>
                    <a:moveTo>
                      <a:pt x="11628" y="11684"/>
                    </a:moveTo>
                    <a:cubicBezTo>
                      <a:pt x="11446" y="11684"/>
                      <a:pt x="11339" y="11866"/>
                      <a:pt x="11390" y="12092"/>
                    </a:cubicBezTo>
                    <a:cubicBezTo>
                      <a:pt x="11442" y="12320"/>
                      <a:pt x="11634" y="12505"/>
                      <a:pt x="11818" y="12505"/>
                    </a:cubicBezTo>
                    <a:cubicBezTo>
                      <a:pt x="12003" y="12505"/>
                      <a:pt x="12109" y="12320"/>
                      <a:pt x="12055" y="12092"/>
                    </a:cubicBezTo>
                    <a:cubicBezTo>
                      <a:pt x="12002" y="11866"/>
                      <a:pt x="11811" y="11684"/>
                      <a:pt x="11628" y="11684"/>
                    </a:cubicBezTo>
                    <a:close/>
                    <a:moveTo>
                      <a:pt x="12446" y="11684"/>
                    </a:moveTo>
                    <a:cubicBezTo>
                      <a:pt x="12263" y="11684"/>
                      <a:pt x="12159" y="11866"/>
                      <a:pt x="12213" y="12092"/>
                    </a:cubicBezTo>
                    <a:cubicBezTo>
                      <a:pt x="12267" y="12320"/>
                      <a:pt x="12461" y="12505"/>
                      <a:pt x="12645" y="12505"/>
                    </a:cubicBezTo>
                    <a:cubicBezTo>
                      <a:pt x="12830" y="12505"/>
                      <a:pt x="12934" y="12320"/>
                      <a:pt x="12878" y="12092"/>
                    </a:cubicBezTo>
                    <a:cubicBezTo>
                      <a:pt x="12822" y="11866"/>
                      <a:pt x="12629" y="11684"/>
                      <a:pt x="12446" y="11684"/>
                    </a:cubicBezTo>
                    <a:close/>
                    <a:moveTo>
                      <a:pt x="14059" y="11684"/>
                    </a:moveTo>
                    <a:cubicBezTo>
                      <a:pt x="13876" y="11684"/>
                      <a:pt x="13775" y="11866"/>
                      <a:pt x="13834" y="12092"/>
                    </a:cubicBezTo>
                    <a:cubicBezTo>
                      <a:pt x="13893" y="12320"/>
                      <a:pt x="14091" y="12505"/>
                      <a:pt x="14276" y="12505"/>
                    </a:cubicBezTo>
                    <a:cubicBezTo>
                      <a:pt x="14460" y="12505"/>
                      <a:pt x="14561" y="12320"/>
                      <a:pt x="14499" y="12092"/>
                    </a:cubicBezTo>
                    <a:cubicBezTo>
                      <a:pt x="14439" y="11866"/>
                      <a:pt x="14241" y="11684"/>
                      <a:pt x="14059" y="11684"/>
                    </a:cubicBezTo>
                    <a:close/>
                    <a:moveTo>
                      <a:pt x="1999" y="12680"/>
                    </a:moveTo>
                    <a:cubicBezTo>
                      <a:pt x="1814" y="12680"/>
                      <a:pt x="1681" y="12868"/>
                      <a:pt x="1703" y="13100"/>
                    </a:cubicBezTo>
                    <a:cubicBezTo>
                      <a:pt x="1725" y="13333"/>
                      <a:pt x="1895" y="13524"/>
                      <a:pt x="2082" y="13524"/>
                    </a:cubicBezTo>
                    <a:cubicBezTo>
                      <a:pt x="2270" y="13524"/>
                      <a:pt x="2402" y="13333"/>
                      <a:pt x="2378" y="13100"/>
                    </a:cubicBezTo>
                    <a:cubicBezTo>
                      <a:pt x="2354" y="12868"/>
                      <a:pt x="2184" y="12680"/>
                      <a:pt x="1999" y="12680"/>
                    </a:cubicBezTo>
                    <a:close/>
                    <a:moveTo>
                      <a:pt x="2828" y="12680"/>
                    </a:moveTo>
                    <a:cubicBezTo>
                      <a:pt x="2643" y="12680"/>
                      <a:pt x="2512" y="12868"/>
                      <a:pt x="2537" y="13100"/>
                    </a:cubicBezTo>
                    <a:cubicBezTo>
                      <a:pt x="2561" y="13333"/>
                      <a:pt x="2734" y="13524"/>
                      <a:pt x="2921" y="13524"/>
                    </a:cubicBezTo>
                    <a:cubicBezTo>
                      <a:pt x="3108" y="13524"/>
                      <a:pt x="3238" y="13333"/>
                      <a:pt x="3212" y="13100"/>
                    </a:cubicBezTo>
                    <a:cubicBezTo>
                      <a:pt x="3185" y="12868"/>
                      <a:pt x="3013" y="12680"/>
                      <a:pt x="2828" y="12680"/>
                    </a:cubicBezTo>
                    <a:close/>
                    <a:moveTo>
                      <a:pt x="5291" y="12680"/>
                    </a:moveTo>
                    <a:cubicBezTo>
                      <a:pt x="5106" y="12680"/>
                      <a:pt x="4982" y="12868"/>
                      <a:pt x="5014" y="13100"/>
                    </a:cubicBezTo>
                    <a:cubicBezTo>
                      <a:pt x="5046" y="13333"/>
                      <a:pt x="5224" y="13524"/>
                      <a:pt x="5411" y="13524"/>
                    </a:cubicBezTo>
                    <a:cubicBezTo>
                      <a:pt x="5599" y="13524"/>
                      <a:pt x="5723" y="13333"/>
                      <a:pt x="5688" y="13100"/>
                    </a:cubicBezTo>
                    <a:cubicBezTo>
                      <a:pt x="5654" y="12868"/>
                      <a:pt x="5476" y="12680"/>
                      <a:pt x="5291" y="12680"/>
                    </a:cubicBezTo>
                    <a:close/>
                    <a:moveTo>
                      <a:pt x="6108" y="12680"/>
                    </a:moveTo>
                    <a:cubicBezTo>
                      <a:pt x="5922" y="12680"/>
                      <a:pt x="5801" y="12868"/>
                      <a:pt x="5835" y="13100"/>
                    </a:cubicBezTo>
                    <a:cubicBezTo>
                      <a:pt x="5870" y="13333"/>
                      <a:pt x="6051" y="13524"/>
                      <a:pt x="6238" y="13524"/>
                    </a:cubicBezTo>
                    <a:cubicBezTo>
                      <a:pt x="6426" y="13524"/>
                      <a:pt x="6547" y="13333"/>
                      <a:pt x="6510" y="13100"/>
                    </a:cubicBezTo>
                    <a:cubicBezTo>
                      <a:pt x="6473" y="12868"/>
                      <a:pt x="6293" y="12680"/>
                      <a:pt x="6108" y="12680"/>
                    </a:cubicBezTo>
                    <a:close/>
                    <a:moveTo>
                      <a:pt x="6938" y="12680"/>
                    </a:moveTo>
                    <a:cubicBezTo>
                      <a:pt x="6752" y="12680"/>
                      <a:pt x="6632" y="12868"/>
                      <a:pt x="6669" y="13100"/>
                    </a:cubicBezTo>
                    <a:cubicBezTo>
                      <a:pt x="6707" y="13333"/>
                      <a:pt x="6889" y="13524"/>
                      <a:pt x="7077" y="13524"/>
                    </a:cubicBezTo>
                    <a:cubicBezTo>
                      <a:pt x="7264" y="13524"/>
                      <a:pt x="7383" y="13333"/>
                      <a:pt x="7344" y="13100"/>
                    </a:cubicBezTo>
                    <a:cubicBezTo>
                      <a:pt x="7304" y="12868"/>
                      <a:pt x="7123" y="12680"/>
                      <a:pt x="6938" y="12680"/>
                    </a:cubicBezTo>
                    <a:close/>
                    <a:moveTo>
                      <a:pt x="7755" y="12680"/>
                    </a:moveTo>
                    <a:cubicBezTo>
                      <a:pt x="7569" y="12680"/>
                      <a:pt x="7451" y="12868"/>
                      <a:pt x="7491" y="13100"/>
                    </a:cubicBezTo>
                    <a:cubicBezTo>
                      <a:pt x="7531" y="13333"/>
                      <a:pt x="7716" y="13524"/>
                      <a:pt x="7904" y="13524"/>
                    </a:cubicBezTo>
                    <a:cubicBezTo>
                      <a:pt x="8090" y="13524"/>
                      <a:pt x="8208" y="13333"/>
                      <a:pt x="8166" y="13100"/>
                    </a:cubicBezTo>
                    <a:cubicBezTo>
                      <a:pt x="8124" y="12868"/>
                      <a:pt x="7940" y="12680"/>
                      <a:pt x="7755" y="12680"/>
                    </a:cubicBezTo>
                    <a:close/>
                    <a:moveTo>
                      <a:pt x="9402" y="12680"/>
                    </a:moveTo>
                    <a:cubicBezTo>
                      <a:pt x="9216" y="12680"/>
                      <a:pt x="9102" y="12868"/>
                      <a:pt x="9147" y="13100"/>
                    </a:cubicBezTo>
                    <a:cubicBezTo>
                      <a:pt x="9192" y="13333"/>
                      <a:pt x="9381" y="13524"/>
                      <a:pt x="9569" y="13524"/>
                    </a:cubicBezTo>
                    <a:cubicBezTo>
                      <a:pt x="9756" y="13524"/>
                      <a:pt x="9869" y="13333"/>
                      <a:pt x="9822" y="13100"/>
                    </a:cubicBezTo>
                    <a:cubicBezTo>
                      <a:pt x="9775" y="12868"/>
                      <a:pt x="9587" y="12680"/>
                      <a:pt x="9402" y="12680"/>
                    </a:cubicBezTo>
                    <a:close/>
                    <a:moveTo>
                      <a:pt x="10219" y="12680"/>
                    </a:moveTo>
                    <a:cubicBezTo>
                      <a:pt x="10034" y="12680"/>
                      <a:pt x="9922" y="12868"/>
                      <a:pt x="9969" y="13100"/>
                    </a:cubicBezTo>
                    <a:cubicBezTo>
                      <a:pt x="10017" y="13333"/>
                      <a:pt x="10209" y="13524"/>
                      <a:pt x="10396" y="13524"/>
                    </a:cubicBezTo>
                    <a:cubicBezTo>
                      <a:pt x="10583" y="13524"/>
                      <a:pt x="10694" y="13333"/>
                      <a:pt x="10644" y="13100"/>
                    </a:cubicBezTo>
                    <a:cubicBezTo>
                      <a:pt x="10594" y="12868"/>
                      <a:pt x="10404" y="12680"/>
                      <a:pt x="10219" y="12680"/>
                    </a:cubicBezTo>
                    <a:close/>
                    <a:moveTo>
                      <a:pt x="11036" y="12680"/>
                    </a:moveTo>
                    <a:cubicBezTo>
                      <a:pt x="10851" y="12680"/>
                      <a:pt x="10741" y="12868"/>
                      <a:pt x="10792" y="13100"/>
                    </a:cubicBezTo>
                    <a:cubicBezTo>
                      <a:pt x="10842" y="13333"/>
                      <a:pt x="11035" y="13524"/>
                      <a:pt x="11222" y="13524"/>
                    </a:cubicBezTo>
                    <a:cubicBezTo>
                      <a:pt x="11410" y="13524"/>
                      <a:pt x="11518" y="13333"/>
                      <a:pt x="11466" y="13100"/>
                    </a:cubicBezTo>
                    <a:cubicBezTo>
                      <a:pt x="11414" y="12868"/>
                      <a:pt x="11222" y="12680"/>
                      <a:pt x="11036" y="12680"/>
                    </a:cubicBezTo>
                    <a:close/>
                    <a:moveTo>
                      <a:pt x="6264" y="13718"/>
                    </a:moveTo>
                    <a:cubicBezTo>
                      <a:pt x="6076" y="13718"/>
                      <a:pt x="5953" y="13911"/>
                      <a:pt x="5988" y="14150"/>
                    </a:cubicBezTo>
                    <a:cubicBezTo>
                      <a:pt x="6024" y="14390"/>
                      <a:pt x="6207" y="14586"/>
                      <a:pt x="6398" y="14586"/>
                    </a:cubicBezTo>
                    <a:cubicBezTo>
                      <a:pt x="6588" y="14586"/>
                      <a:pt x="6711" y="14390"/>
                      <a:pt x="6673" y="14150"/>
                    </a:cubicBezTo>
                    <a:cubicBezTo>
                      <a:pt x="6635" y="13911"/>
                      <a:pt x="6452" y="13718"/>
                      <a:pt x="6264" y="13718"/>
                    </a:cubicBezTo>
                    <a:close/>
                    <a:moveTo>
                      <a:pt x="7105" y="13718"/>
                    </a:moveTo>
                    <a:cubicBezTo>
                      <a:pt x="6917" y="13718"/>
                      <a:pt x="6795" y="13911"/>
                      <a:pt x="6834" y="14150"/>
                    </a:cubicBezTo>
                    <a:cubicBezTo>
                      <a:pt x="6872" y="14390"/>
                      <a:pt x="7058" y="14586"/>
                      <a:pt x="7248" y="14586"/>
                    </a:cubicBezTo>
                    <a:cubicBezTo>
                      <a:pt x="7438" y="14586"/>
                      <a:pt x="7558" y="14390"/>
                      <a:pt x="7518" y="14150"/>
                    </a:cubicBezTo>
                    <a:cubicBezTo>
                      <a:pt x="7477" y="13911"/>
                      <a:pt x="7293" y="13718"/>
                      <a:pt x="7105" y="13718"/>
                    </a:cubicBezTo>
                    <a:close/>
                    <a:moveTo>
                      <a:pt x="9604" y="13718"/>
                    </a:moveTo>
                    <a:cubicBezTo>
                      <a:pt x="9416" y="13718"/>
                      <a:pt x="9301" y="13911"/>
                      <a:pt x="9347" y="14150"/>
                    </a:cubicBezTo>
                    <a:cubicBezTo>
                      <a:pt x="9394" y="14390"/>
                      <a:pt x="9586" y="14586"/>
                      <a:pt x="9776" y="14586"/>
                    </a:cubicBezTo>
                    <a:cubicBezTo>
                      <a:pt x="9966" y="14586"/>
                      <a:pt x="10080" y="14390"/>
                      <a:pt x="10031" y="14150"/>
                    </a:cubicBezTo>
                    <a:cubicBezTo>
                      <a:pt x="9983" y="13911"/>
                      <a:pt x="9791" y="13718"/>
                      <a:pt x="9604" y="13718"/>
                    </a:cubicBezTo>
                    <a:close/>
                    <a:moveTo>
                      <a:pt x="10433" y="13718"/>
                    </a:moveTo>
                    <a:cubicBezTo>
                      <a:pt x="10245" y="13718"/>
                      <a:pt x="10132" y="13911"/>
                      <a:pt x="10181" y="14150"/>
                    </a:cubicBezTo>
                    <a:cubicBezTo>
                      <a:pt x="10230" y="14390"/>
                      <a:pt x="10425" y="14586"/>
                      <a:pt x="10614" y="14586"/>
                    </a:cubicBezTo>
                    <a:cubicBezTo>
                      <a:pt x="10804" y="14586"/>
                      <a:pt x="10917" y="14390"/>
                      <a:pt x="10865" y="14150"/>
                    </a:cubicBezTo>
                    <a:cubicBezTo>
                      <a:pt x="10814" y="13911"/>
                      <a:pt x="10620" y="13718"/>
                      <a:pt x="10433" y="13718"/>
                    </a:cubicBezTo>
                    <a:close/>
                    <a:moveTo>
                      <a:pt x="11274" y="13718"/>
                    </a:moveTo>
                    <a:cubicBezTo>
                      <a:pt x="11086" y="13718"/>
                      <a:pt x="10975" y="13911"/>
                      <a:pt x="11027" y="14150"/>
                    </a:cubicBezTo>
                    <a:cubicBezTo>
                      <a:pt x="11079" y="14390"/>
                      <a:pt x="11275" y="14586"/>
                      <a:pt x="11464" y="14586"/>
                    </a:cubicBezTo>
                    <a:cubicBezTo>
                      <a:pt x="11655" y="14586"/>
                      <a:pt x="11764" y="14390"/>
                      <a:pt x="11710" y="14150"/>
                    </a:cubicBezTo>
                    <a:cubicBezTo>
                      <a:pt x="11657" y="13911"/>
                      <a:pt x="11462" y="13718"/>
                      <a:pt x="11274" y="13718"/>
                    </a:cubicBezTo>
                    <a:close/>
                    <a:moveTo>
                      <a:pt x="12102" y="13718"/>
                    </a:moveTo>
                    <a:cubicBezTo>
                      <a:pt x="11915" y="13718"/>
                      <a:pt x="11807" y="13911"/>
                      <a:pt x="11861" y="14150"/>
                    </a:cubicBezTo>
                    <a:cubicBezTo>
                      <a:pt x="11915" y="14390"/>
                      <a:pt x="12113" y="14586"/>
                      <a:pt x="12303" y="14586"/>
                    </a:cubicBezTo>
                    <a:cubicBezTo>
                      <a:pt x="12493" y="14586"/>
                      <a:pt x="12601" y="14390"/>
                      <a:pt x="12544" y="14150"/>
                    </a:cubicBezTo>
                    <a:cubicBezTo>
                      <a:pt x="12488" y="13911"/>
                      <a:pt x="12290" y="13718"/>
                      <a:pt x="12102" y="13718"/>
                    </a:cubicBezTo>
                    <a:close/>
                    <a:moveTo>
                      <a:pt x="14603" y="13718"/>
                    </a:moveTo>
                    <a:cubicBezTo>
                      <a:pt x="14415" y="13718"/>
                      <a:pt x="14313" y="13911"/>
                      <a:pt x="14375" y="14150"/>
                    </a:cubicBezTo>
                    <a:cubicBezTo>
                      <a:pt x="14438" y="14390"/>
                      <a:pt x="14642" y="14586"/>
                      <a:pt x="14832" y="14586"/>
                    </a:cubicBezTo>
                    <a:cubicBezTo>
                      <a:pt x="15022" y="14586"/>
                      <a:pt x="15123" y="14390"/>
                      <a:pt x="15059" y="14150"/>
                    </a:cubicBezTo>
                    <a:cubicBezTo>
                      <a:pt x="14995" y="13911"/>
                      <a:pt x="14790" y="13718"/>
                      <a:pt x="14603" y="13718"/>
                    </a:cubicBezTo>
                    <a:close/>
                    <a:moveTo>
                      <a:pt x="6431" y="14776"/>
                    </a:moveTo>
                    <a:cubicBezTo>
                      <a:pt x="6241" y="14776"/>
                      <a:pt x="6116" y="14975"/>
                      <a:pt x="6153" y="15220"/>
                    </a:cubicBezTo>
                    <a:cubicBezTo>
                      <a:pt x="6190" y="15467"/>
                      <a:pt x="6376" y="15669"/>
                      <a:pt x="6569" y="15669"/>
                    </a:cubicBezTo>
                    <a:cubicBezTo>
                      <a:pt x="6762" y="15669"/>
                      <a:pt x="6886" y="15467"/>
                      <a:pt x="6847" y="15220"/>
                    </a:cubicBezTo>
                    <a:cubicBezTo>
                      <a:pt x="6808" y="14975"/>
                      <a:pt x="6622" y="14776"/>
                      <a:pt x="6431" y="14776"/>
                    </a:cubicBezTo>
                    <a:close/>
                    <a:moveTo>
                      <a:pt x="7284" y="14776"/>
                    </a:moveTo>
                    <a:cubicBezTo>
                      <a:pt x="7093" y="14776"/>
                      <a:pt x="6971" y="14975"/>
                      <a:pt x="7010" y="15220"/>
                    </a:cubicBezTo>
                    <a:cubicBezTo>
                      <a:pt x="7049" y="15467"/>
                      <a:pt x="7238" y="15669"/>
                      <a:pt x="7431" y="15669"/>
                    </a:cubicBezTo>
                    <a:cubicBezTo>
                      <a:pt x="7624" y="15669"/>
                      <a:pt x="7745" y="15467"/>
                      <a:pt x="7704" y="15220"/>
                    </a:cubicBezTo>
                    <a:cubicBezTo>
                      <a:pt x="7662" y="14975"/>
                      <a:pt x="7474" y="14776"/>
                      <a:pt x="7284" y="14776"/>
                    </a:cubicBezTo>
                    <a:close/>
                    <a:moveTo>
                      <a:pt x="10658" y="14776"/>
                    </a:moveTo>
                    <a:cubicBezTo>
                      <a:pt x="10468" y="14776"/>
                      <a:pt x="10354" y="14975"/>
                      <a:pt x="10404" y="15220"/>
                    </a:cubicBezTo>
                    <a:cubicBezTo>
                      <a:pt x="10455" y="15467"/>
                      <a:pt x="10653" y="15669"/>
                      <a:pt x="10845" y="15669"/>
                    </a:cubicBezTo>
                    <a:cubicBezTo>
                      <a:pt x="11038" y="15669"/>
                      <a:pt x="11151" y="15467"/>
                      <a:pt x="11098" y="15220"/>
                    </a:cubicBezTo>
                    <a:cubicBezTo>
                      <a:pt x="11046" y="14975"/>
                      <a:pt x="10849" y="14776"/>
                      <a:pt x="10658" y="14776"/>
                    </a:cubicBezTo>
                    <a:close/>
                    <a:moveTo>
                      <a:pt x="11499" y="14776"/>
                    </a:moveTo>
                    <a:cubicBezTo>
                      <a:pt x="11309" y="14776"/>
                      <a:pt x="11197" y="14975"/>
                      <a:pt x="11250" y="15220"/>
                    </a:cubicBezTo>
                    <a:cubicBezTo>
                      <a:pt x="11303" y="15467"/>
                      <a:pt x="11503" y="15669"/>
                      <a:pt x="11696" y="15669"/>
                    </a:cubicBezTo>
                    <a:cubicBezTo>
                      <a:pt x="11889" y="15669"/>
                      <a:pt x="11999" y="15467"/>
                      <a:pt x="11944" y="15220"/>
                    </a:cubicBezTo>
                    <a:cubicBezTo>
                      <a:pt x="11888" y="14975"/>
                      <a:pt x="11690" y="14776"/>
                      <a:pt x="11499" y="14776"/>
                    </a:cubicBezTo>
                    <a:close/>
                    <a:moveTo>
                      <a:pt x="12352" y="14776"/>
                    </a:moveTo>
                    <a:cubicBezTo>
                      <a:pt x="12162" y="14776"/>
                      <a:pt x="12052" y="14975"/>
                      <a:pt x="12107" y="15220"/>
                    </a:cubicBezTo>
                    <a:cubicBezTo>
                      <a:pt x="12163" y="15467"/>
                      <a:pt x="12366" y="15669"/>
                      <a:pt x="12558" y="15669"/>
                    </a:cubicBezTo>
                    <a:cubicBezTo>
                      <a:pt x="12751" y="15669"/>
                      <a:pt x="12859" y="15467"/>
                      <a:pt x="12801" y="15220"/>
                    </a:cubicBezTo>
                    <a:cubicBezTo>
                      <a:pt x="12743" y="14975"/>
                      <a:pt x="12542" y="14776"/>
                      <a:pt x="12352" y="14776"/>
                    </a:cubicBezTo>
                    <a:close/>
                    <a:moveTo>
                      <a:pt x="15728" y="14776"/>
                    </a:moveTo>
                    <a:cubicBezTo>
                      <a:pt x="15538" y="14776"/>
                      <a:pt x="15437" y="14975"/>
                      <a:pt x="15503" y="15220"/>
                    </a:cubicBezTo>
                    <a:cubicBezTo>
                      <a:pt x="15570" y="15467"/>
                      <a:pt x="15781" y="15669"/>
                      <a:pt x="15974" y="15669"/>
                    </a:cubicBezTo>
                    <a:cubicBezTo>
                      <a:pt x="16167" y="15669"/>
                      <a:pt x="16266" y="15467"/>
                      <a:pt x="16197" y="15220"/>
                    </a:cubicBezTo>
                    <a:cubicBezTo>
                      <a:pt x="16129" y="14975"/>
                      <a:pt x="15919" y="14776"/>
                      <a:pt x="15728" y="14776"/>
                    </a:cubicBezTo>
                    <a:close/>
                    <a:moveTo>
                      <a:pt x="6599" y="15876"/>
                    </a:moveTo>
                    <a:cubicBezTo>
                      <a:pt x="6405" y="15876"/>
                      <a:pt x="6279" y="16080"/>
                      <a:pt x="6317" y="16333"/>
                    </a:cubicBezTo>
                    <a:cubicBezTo>
                      <a:pt x="6355" y="16587"/>
                      <a:pt x="6544" y="16794"/>
                      <a:pt x="6740" y="16794"/>
                    </a:cubicBezTo>
                    <a:cubicBezTo>
                      <a:pt x="6936" y="16794"/>
                      <a:pt x="7062" y="16587"/>
                      <a:pt x="7021" y="16333"/>
                    </a:cubicBezTo>
                    <a:cubicBezTo>
                      <a:pt x="6981" y="16080"/>
                      <a:pt x="6792" y="15876"/>
                      <a:pt x="6599" y="15876"/>
                    </a:cubicBezTo>
                    <a:close/>
                    <a:moveTo>
                      <a:pt x="10884" y="15876"/>
                    </a:moveTo>
                    <a:cubicBezTo>
                      <a:pt x="10691" y="15876"/>
                      <a:pt x="10576" y="16080"/>
                      <a:pt x="10628" y="16333"/>
                    </a:cubicBezTo>
                    <a:cubicBezTo>
                      <a:pt x="10680" y="16587"/>
                      <a:pt x="10881" y="16794"/>
                      <a:pt x="11076" y="16794"/>
                    </a:cubicBezTo>
                    <a:cubicBezTo>
                      <a:pt x="11272" y="16794"/>
                      <a:pt x="11386" y="16587"/>
                      <a:pt x="11331" y="16333"/>
                    </a:cubicBezTo>
                    <a:cubicBezTo>
                      <a:pt x="11278" y="16080"/>
                      <a:pt x="11077" y="15876"/>
                      <a:pt x="10884" y="15876"/>
                    </a:cubicBezTo>
                    <a:close/>
                    <a:moveTo>
                      <a:pt x="16024" y="15876"/>
                    </a:moveTo>
                    <a:cubicBezTo>
                      <a:pt x="15831" y="15876"/>
                      <a:pt x="15729" y="16080"/>
                      <a:pt x="15797" y="16333"/>
                    </a:cubicBezTo>
                    <a:cubicBezTo>
                      <a:pt x="15866" y="16587"/>
                      <a:pt x="16081" y="16794"/>
                      <a:pt x="16277" y="16794"/>
                    </a:cubicBezTo>
                    <a:cubicBezTo>
                      <a:pt x="16472" y="16794"/>
                      <a:pt x="16573" y="16587"/>
                      <a:pt x="16502" y="16333"/>
                    </a:cubicBezTo>
                    <a:cubicBezTo>
                      <a:pt x="16431" y="16080"/>
                      <a:pt x="16217" y="15876"/>
                      <a:pt x="16024" y="15876"/>
                    </a:cubicBezTo>
                    <a:close/>
                    <a:moveTo>
                      <a:pt x="10258" y="16997"/>
                    </a:moveTo>
                    <a:cubicBezTo>
                      <a:pt x="10062" y="16997"/>
                      <a:pt x="9943" y="17207"/>
                      <a:pt x="9993" y="17466"/>
                    </a:cubicBezTo>
                    <a:cubicBezTo>
                      <a:pt x="10044" y="17728"/>
                      <a:pt x="10246" y="17942"/>
                      <a:pt x="10445" y="17942"/>
                    </a:cubicBezTo>
                    <a:cubicBezTo>
                      <a:pt x="10643" y="17942"/>
                      <a:pt x="10760" y="17728"/>
                      <a:pt x="10707" y="17466"/>
                    </a:cubicBezTo>
                    <a:cubicBezTo>
                      <a:pt x="10655" y="17207"/>
                      <a:pt x="10454" y="16997"/>
                      <a:pt x="10258" y="16997"/>
                    </a:cubicBezTo>
                    <a:close/>
                    <a:moveTo>
                      <a:pt x="11985" y="16997"/>
                    </a:moveTo>
                    <a:cubicBezTo>
                      <a:pt x="11789" y="16997"/>
                      <a:pt x="11676" y="17207"/>
                      <a:pt x="11732" y="17466"/>
                    </a:cubicBezTo>
                    <a:cubicBezTo>
                      <a:pt x="11789" y="17728"/>
                      <a:pt x="11995" y="17942"/>
                      <a:pt x="12194" y="17942"/>
                    </a:cubicBezTo>
                    <a:cubicBezTo>
                      <a:pt x="12392" y="17942"/>
                      <a:pt x="12505" y="17728"/>
                      <a:pt x="12446" y="17466"/>
                    </a:cubicBezTo>
                    <a:cubicBezTo>
                      <a:pt x="12387" y="17207"/>
                      <a:pt x="12182" y="16997"/>
                      <a:pt x="11985" y="16997"/>
                    </a:cubicBezTo>
                    <a:close/>
                    <a:moveTo>
                      <a:pt x="13726" y="16997"/>
                    </a:moveTo>
                    <a:cubicBezTo>
                      <a:pt x="13530" y="16997"/>
                      <a:pt x="13421" y="17207"/>
                      <a:pt x="13483" y="17466"/>
                    </a:cubicBezTo>
                    <a:cubicBezTo>
                      <a:pt x="13545" y="17728"/>
                      <a:pt x="13756" y="17942"/>
                      <a:pt x="13955" y="17942"/>
                    </a:cubicBezTo>
                    <a:cubicBezTo>
                      <a:pt x="14153" y="17942"/>
                      <a:pt x="14261" y="17728"/>
                      <a:pt x="14196" y="17466"/>
                    </a:cubicBezTo>
                    <a:cubicBezTo>
                      <a:pt x="14132" y="17207"/>
                      <a:pt x="13922" y="16997"/>
                      <a:pt x="13726" y="16997"/>
                    </a:cubicBezTo>
                    <a:close/>
                    <a:moveTo>
                      <a:pt x="14602" y="16997"/>
                    </a:moveTo>
                    <a:cubicBezTo>
                      <a:pt x="14405" y="16997"/>
                      <a:pt x="14300" y="17207"/>
                      <a:pt x="14364" y="17466"/>
                    </a:cubicBezTo>
                    <a:cubicBezTo>
                      <a:pt x="14429" y="17728"/>
                      <a:pt x="14642" y="17942"/>
                      <a:pt x="14841" y="17942"/>
                    </a:cubicBezTo>
                    <a:cubicBezTo>
                      <a:pt x="15039" y="17942"/>
                      <a:pt x="15145" y="17728"/>
                      <a:pt x="15078" y="17466"/>
                    </a:cubicBezTo>
                    <a:cubicBezTo>
                      <a:pt x="15011" y="17207"/>
                      <a:pt x="14798" y="16997"/>
                      <a:pt x="14602" y="16997"/>
                    </a:cubicBezTo>
                    <a:close/>
                    <a:moveTo>
                      <a:pt x="11359" y="18138"/>
                    </a:moveTo>
                    <a:cubicBezTo>
                      <a:pt x="11161" y="18138"/>
                      <a:pt x="11043" y="18353"/>
                      <a:pt x="11098" y="18621"/>
                    </a:cubicBezTo>
                    <a:cubicBezTo>
                      <a:pt x="11153" y="18891"/>
                      <a:pt x="11362" y="19110"/>
                      <a:pt x="11562" y="19110"/>
                    </a:cubicBezTo>
                    <a:cubicBezTo>
                      <a:pt x="11764" y="19110"/>
                      <a:pt x="11880" y="18891"/>
                      <a:pt x="11822" y="18621"/>
                    </a:cubicBezTo>
                    <a:cubicBezTo>
                      <a:pt x="11765" y="18353"/>
                      <a:pt x="11558" y="18138"/>
                      <a:pt x="11359" y="18138"/>
                    </a:cubicBezTo>
                    <a:close/>
                    <a:moveTo>
                      <a:pt x="12246" y="18138"/>
                    </a:moveTo>
                    <a:cubicBezTo>
                      <a:pt x="12048" y="18138"/>
                      <a:pt x="11933" y="18353"/>
                      <a:pt x="11991" y="18621"/>
                    </a:cubicBezTo>
                    <a:cubicBezTo>
                      <a:pt x="12049" y="18891"/>
                      <a:pt x="12259" y="19110"/>
                      <a:pt x="12460" y="19110"/>
                    </a:cubicBezTo>
                    <a:cubicBezTo>
                      <a:pt x="12662" y="19110"/>
                      <a:pt x="12776" y="18891"/>
                      <a:pt x="12715" y="18621"/>
                    </a:cubicBezTo>
                    <a:cubicBezTo>
                      <a:pt x="12655" y="18353"/>
                      <a:pt x="12445" y="18138"/>
                      <a:pt x="12246" y="18138"/>
                    </a:cubicBezTo>
                    <a:close/>
                    <a:moveTo>
                      <a:pt x="13122" y="18138"/>
                    </a:moveTo>
                    <a:cubicBezTo>
                      <a:pt x="12924" y="18138"/>
                      <a:pt x="12811" y="18353"/>
                      <a:pt x="12872" y="18621"/>
                    </a:cubicBezTo>
                    <a:cubicBezTo>
                      <a:pt x="12933" y="18891"/>
                      <a:pt x="13146" y="19110"/>
                      <a:pt x="13347" y="19110"/>
                    </a:cubicBezTo>
                    <a:cubicBezTo>
                      <a:pt x="13549" y="19110"/>
                      <a:pt x="13659" y="18891"/>
                      <a:pt x="13596" y="18621"/>
                    </a:cubicBezTo>
                    <a:cubicBezTo>
                      <a:pt x="13533" y="18353"/>
                      <a:pt x="13321" y="18138"/>
                      <a:pt x="13122" y="18138"/>
                    </a:cubicBezTo>
                    <a:close/>
                    <a:moveTo>
                      <a:pt x="14010" y="18138"/>
                    </a:moveTo>
                    <a:cubicBezTo>
                      <a:pt x="13811" y="18138"/>
                      <a:pt x="13701" y="18353"/>
                      <a:pt x="13765" y="18621"/>
                    </a:cubicBezTo>
                    <a:cubicBezTo>
                      <a:pt x="13829" y="18891"/>
                      <a:pt x="14044" y="19110"/>
                      <a:pt x="14246" y="19110"/>
                    </a:cubicBezTo>
                    <a:cubicBezTo>
                      <a:pt x="14447" y="19110"/>
                      <a:pt x="14556" y="18891"/>
                      <a:pt x="14489" y="18621"/>
                    </a:cubicBezTo>
                    <a:cubicBezTo>
                      <a:pt x="14423" y="18353"/>
                      <a:pt x="14209" y="18138"/>
                      <a:pt x="14010" y="18138"/>
                    </a:cubicBezTo>
                    <a:close/>
                    <a:moveTo>
                      <a:pt x="14898" y="18138"/>
                    </a:moveTo>
                    <a:cubicBezTo>
                      <a:pt x="14698" y="18138"/>
                      <a:pt x="14591" y="18353"/>
                      <a:pt x="14658" y="18621"/>
                    </a:cubicBezTo>
                    <a:cubicBezTo>
                      <a:pt x="14725" y="18891"/>
                      <a:pt x="14942" y="19110"/>
                      <a:pt x="15144" y="19110"/>
                    </a:cubicBezTo>
                    <a:cubicBezTo>
                      <a:pt x="15345" y="19110"/>
                      <a:pt x="15452" y="18891"/>
                      <a:pt x="15383" y="18621"/>
                    </a:cubicBezTo>
                    <a:cubicBezTo>
                      <a:pt x="15314" y="18353"/>
                      <a:pt x="15096" y="18138"/>
                      <a:pt x="14898" y="18138"/>
                    </a:cubicBezTo>
                    <a:close/>
                    <a:moveTo>
                      <a:pt x="15774" y="18138"/>
                    </a:moveTo>
                    <a:cubicBezTo>
                      <a:pt x="15575" y="18138"/>
                      <a:pt x="15470" y="18353"/>
                      <a:pt x="15540" y="18621"/>
                    </a:cubicBezTo>
                    <a:cubicBezTo>
                      <a:pt x="15610" y="18891"/>
                      <a:pt x="15829" y="19110"/>
                      <a:pt x="16031" y="19110"/>
                    </a:cubicBezTo>
                    <a:cubicBezTo>
                      <a:pt x="16232" y="19110"/>
                      <a:pt x="16336" y="18891"/>
                      <a:pt x="16264" y="18621"/>
                    </a:cubicBezTo>
                    <a:cubicBezTo>
                      <a:pt x="16192" y="18353"/>
                      <a:pt x="15973" y="18138"/>
                      <a:pt x="15774" y="18138"/>
                    </a:cubicBezTo>
                    <a:close/>
                    <a:moveTo>
                      <a:pt x="17538" y="18138"/>
                    </a:moveTo>
                    <a:cubicBezTo>
                      <a:pt x="17339" y="18138"/>
                      <a:pt x="17239" y="18353"/>
                      <a:pt x="17315" y="18621"/>
                    </a:cubicBezTo>
                    <a:cubicBezTo>
                      <a:pt x="17391" y="18891"/>
                      <a:pt x="17615" y="19110"/>
                      <a:pt x="17816" y="19110"/>
                    </a:cubicBezTo>
                    <a:cubicBezTo>
                      <a:pt x="18018" y="19110"/>
                      <a:pt x="18117" y="18891"/>
                      <a:pt x="18039" y="18621"/>
                    </a:cubicBezTo>
                    <a:cubicBezTo>
                      <a:pt x="17961" y="18353"/>
                      <a:pt x="17737" y="18138"/>
                      <a:pt x="17538" y="18138"/>
                    </a:cubicBezTo>
                    <a:close/>
                    <a:moveTo>
                      <a:pt x="18426" y="18138"/>
                    </a:moveTo>
                    <a:cubicBezTo>
                      <a:pt x="18227" y="18138"/>
                      <a:pt x="18129" y="18353"/>
                      <a:pt x="18208" y="18621"/>
                    </a:cubicBezTo>
                    <a:cubicBezTo>
                      <a:pt x="18287" y="18891"/>
                      <a:pt x="18513" y="19110"/>
                      <a:pt x="18715" y="19110"/>
                    </a:cubicBezTo>
                    <a:cubicBezTo>
                      <a:pt x="18917" y="19110"/>
                      <a:pt x="19013" y="18891"/>
                      <a:pt x="18932" y="18621"/>
                    </a:cubicBezTo>
                    <a:cubicBezTo>
                      <a:pt x="18851" y="18353"/>
                      <a:pt x="18625" y="18138"/>
                      <a:pt x="18426" y="18138"/>
                    </a:cubicBezTo>
                    <a:close/>
                    <a:moveTo>
                      <a:pt x="11608" y="19342"/>
                    </a:moveTo>
                    <a:cubicBezTo>
                      <a:pt x="11407" y="19342"/>
                      <a:pt x="11288" y="19565"/>
                      <a:pt x="11345" y="19841"/>
                    </a:cubicBezTo>
                    <a:cubicBezTo>
                      <a:pt x="11401" y="20118"/>
                      <a:pt x="11614" y="20344"/>
                      <a:pt x="11818" y="20344"/>
                    </a:cubicBezTo>
                    <a:cubicBezTo>
                      <a:pt x="12022" y="20344"/>
                      <a:pt x="12140" y="20118"/>
                      <a:pt x="12080" y="19841"/>
                    </a:cubicBezTo>
                    <a:cubicBezTo>
                      <a:pt x="12021" y="19565"/>
                      <a:pt x="11810" y="19342"/>
                      <a:pt x="11608" y="19342"/>
                    </a:cubicBezTo>
                    <a:close/>
                    <a:moveTo>
                      <a:pt x="12507" y="19342"/>
                    </a:moveTo>
                    <a:cubicBezTo>
                      <a:pt x="12306" y="19342"/>
                      <a:pt x="12190" y="19565"/>
                      <a:pt x="12250" y="19841"/>
                    </a:cubicBezTo>
                    <a:cubicBezTo>
                      <a:pt x="12309" y="20118"/>
                      <a:pt x="12524" y="20344"/>
                      <a:pt x="12728" y="20344"/>
                    </a:cubicBezTo>
                    <a:cubicBezTo>
                      <a:pt x="12933" y="20344"/>
                      <a:pt x="13047" y="20118"/>
                      <a:pt x="12985" y="19841"/>
                    </a:cubicBezTo>
                    <a:cubicBezTo>
                      <a:pt x="12922" y="19565"/>
                      <a:pt x="12710" y="19342"/>
                      <a:pt x="12507" y="19342"/>
                    </a:cubicBezTo>
                    <a:close/>
                    <a:moveTo>
                      <a:pt x="16093" y="19342"/>
                    </a:moveTo>
                    <a:cubicBezTo>
                      <a:pt x="15891" y="19342"/>
                      <a:pt x="15786" y="19565"/>
                      <a:pt x="15857" y="19841"/>
                    </a:cubicBezTo>
                    <a:cubicBezTo>
                      <a:pt x="15929" y="20118"/>
                      <a:pt x="16154" y="20344"/>
                      <a:pt x="16358" y="20344"/>
                    </a:cubicBezTo>
                    <a:cubicBezTo>
                      <a:pt x="16562" y="20344"/>
                      <a:pt x="16667" y="20118"/>
                      <a:pt x="16592" y="19841"/>
                    </a:cubicBezTo>
                    <a:cubicBezTo>
                      <a:pt x="16518" y="19565"/>
                      <a:pt x="16295" y="19342"/>
                      <a:pt x="16093" y="19342"/>
                    </a:cubicBezTo>
                    <a:close/>
                    <a:moveTo>
                      <a:pt x="18780" y="19342"/>
                    </a:moveTo>
                    <a:cubicBezTo>
                      <a:pt x="18578" y="19342"/>
                      <a:pt x="18480" y="19565"/>
                      <a:pt x="18561" y="19841"/>
                    </a:cubicBezTo>
                    <a:cubicBezTo>
                      <a:pt x="18642" y="20118"/>
                      <a:pt x="18873" y="20344"/>
                      <a:pt x="19078" y="20344"/>
                    </a:cubicBezTo>
                    <a:cubicBezTo>
                      <a:pt x="19283" y="20344"/>
                      <a:pt x="19380" y="20118"/>
                      <a:pt x="19296" y="19841"/>
                    </a:cubicBezTo>
                    <a:cubicBezTo>
                      <a:pt x="19212" y="19565"/>
                      <a:pt x="18982" y="19342"/>
                      <a:pt x="18780" y="19342"/>
                    </a:cubicBezTo>
                    <a:close/>
                    <a:moveTo>
                      <a:pt x="19668" y="19342"/>
                    </a:moveTo>
                    <a:cubicBezTo>
                      <a:pt x="19466" y="19342"/>
                      <a:pt x="19371" y="19565"/>
                      <a:pt x="19454" y="19841"/>
                    </a:cubicBezTo>
                    <a:cubicBezTo>
                      <a:pt x="19539" y="20118"/>
                      <a:pt x="19773" y="20344"/>
                      <a:pt x="19977" y="20344"/>
                    </a:cubicBezTo>
                    <a:cubicBezTo>
                      <a:pt x="20182" y="20344"/>
                      <a:pt x="20277" y="20118"/>
                      <a:pt x="20190" y="19841"/>
                    </a:cubicBezTo>
                    <a:cubicBezTo>
                      <a:pt x="20104" y="19565"/>
                      <a:pt x="19870" y="19342"/>
                      <a:pt x="19668" y="19342"/>
                    </a:cubicBezTo>
                    <a:close/>
                    <a:moveTo>
                      <a:pt x="20568" y="19342"/>
                    </a:moveTo>
                    <a:cubicBezTo>
                      <a:pt x="20366" y="19342"/>
                      <a:pt x="20273" y="19565"/>
                      <a:pt x="20360" y="19841"/>
                    </a:cubicBezTo>
                    <a:cubicBezTo>
                      <a:pt x="20447" y="20118"/>
                      <a:pt x="20684" y="20344"/>
                      <a:pt x="20888" y="20344"/>
                    </a:cubicBezTo>
                    <a:cubicBezTo>
                      <a:pt x="21093" y="20344"/>
                      <a:pt x="21185" y="20118"/>
                      <a:pt x="21095" y="19841"/>
                    </a:cubicBezTo>
                    <a:cubicBezTo>
                      <a:pt x="21005" y="19565"/>
                      <a:pt x="20770" y="19342"/>
                      <a:pt x="20568" y="19342"/>
                    </a:cubicBezTo>
                    <a:close/>
                    <a:moveTo>
                      <a:pt x="13691" y="20566"/>
                    </a:moveTo>
                    <a:cubicBezTo>
                      <a:pt x="13486" y="20566"/>
                      <a:pt x="13372" y="20796"/>
                      <a:pt x="13436" y="21080"/>
                    </a:cubicBezTo>
                    <a:cubicBezTo>
                      <a:pt x="13501" y="21366"/>
                      <a:pt x="13723" y="21600"/>
                      <a:pt x="13929" y="21600"/>
                    </a:cubicBezTo>
                    <a:cubicBezTo>
                      <a:pt x="14137" y="21600"/>
                      <a:pt x="14250" y="21366"/>
                      <a:pt x="14182" y="21080"/>
                    </a:cubicBezTo>
                    <a:cubicBezTo>
                      <a:pt x="14115" y="20796"/>
                      <a:pt x="13896" y="20566"/>
                      <a:pt x="13691" y="20566"/>
                    </a:cubicBezTo>
                    <a:close/>
                    <a:moveTo>
                      <a:pt x="14590" y="20566"/>
                    </a:moveTo>
                    <a:cubicBezTo>
                      <a:pt x="14385" y="20566"/>
                      <a:pt x="14274" y="20796"/>
                      <a:pt x="14341" y="21080"/>
                    </a:cubicBezTo>
                    <a:cubicBezTo>
                      <a:pt x="14410" y="21366"/>
                      <a:pt x="14633" y="21600"/>
                      <a:pt x="14840" y="21600"/>
                    </a:cubicBezTo>
                    <a:cubicBezTo>
                      <a:pt x="15048" y="21600"/>
                      <a:pt x="15158" y="21366"/>
                      <a:pt x="15088" y="21080"/>
                    </a:cubicBezTo>
                    <a:cubicBezTo>
                      <a:pt x="15018" y="20796"/>
                      <a:pt x="14795" y="20566"/>
                      <a:pt x="14590" y="20566"/>
                    </a:cubicBezTo>
                    <a:close/>
                    <a:moveTo>
                      <a:pt x="15501" y="20566"/>
                    </a:moveTo>
                    <a:cubicBezTo>
                      <a:pt x="15296" y="20566"/>
                      <a:pt x="15188" y="20796"/>
                      <a:pt x="15258" y="21080"/>
                    </a:cubicBezTo>
                    <a:cubicBezTo>
                      <a:pt x="15329" y="21366"/>
                      <a:pt x="15555" y="21600"/>
                      <a:pt x="15763" y="21600"/>
                    </a:cubicBezTo>
                    <a:cubicBezTo>
                      <a:pt x="15970" y="21600"/>
                      <a:pt x="16078" y="21366"/>
                      <a:pt x="16005" y="21080"/>
                    </a:cubicBezTo>
                    <a:cubicBezTo>
                      <a:pt x="15931" y="20796"/>
                      <a:pt x="15706" y="20566"/>
                      <a:pt x="15501" y="20566"/>
                    </a:cubicBezTo>
                    <a:close/>
                    <a:moveTo>
                      <a:pt x="17324" y="20566"/>
                    </a:moveTo>
                    <a:cubicBezTo>
                      <a:pt x="17119" y="20566"/>
                      <a:pt x="17015" y="20796"/>
                      <a:pt x="17092" y="21080"/>
                    </a:cubicBezTo>
                    <a:cubicBezTo>
                      <a:pt x="17169" y="21366"/>
                      <a:pt x="17401" y="21600"/>
                      <a:pt x="17608" y="21600"/>
                    </a:cubicBezTo>
                    <a:cubicBezTo>
                      <a:pt x="17816" y="21600"/>
                      <a:pt x="17919" y="21366"/>
                      <a:pt x="17838" y="21080"/>
                    </a:cubicBezTo>
                    <a:cubicBezTo>
                      <a:pt x="17759" y="20796"/>
                      <a:pt x="17528" y="20566"/>
                      <a:pt x="17324" y="20566"/>
                    </a:cubicBezTo>
                    <a:close/>
                    <a:moveTo>
                      <a:pt x="19146" y="20566"/>
                    </a:moveTo>
                    <a:cubicBezTo>
                      <a:pt x="18940" y="20566"/>
                      <a:pt x="18843" y="20796"/>
                      <a:pt x="18926" y="21080"/>
                    </a:cubicBezTo>
                    <a:cubicBezTo>
                      <a:pt x="19010" y="21366"/>
                      <a:pt x="19245" y="21600"/>
                      <a:pt x="19453" y="21600"/>
                    </a:cubicBezTo>
                    <a:cubicBezTo>
                      <a:pt x="19661" y="21600"/>
                      <a:pt x="19758" y="21366"/>
                      <a:pt x="19672" y="21080"/>
                    </a:cubicBezTo>
                    <a:cubicBezTo>
                      <a:pt x="19586" y="20796"/>
                      <a:pt x="19351" y="20566"/>
                      <a:pt x="19146" y="20566"/>
                    </a:cubicBezTo>
                    <a:close/>
                    <a:moveTo>
                      <a:pt x="20045" y="20566"/>
                    </a:moveTo>
                    <a:cubicBezTo>
                      <a:pt x="19841" y="20566"/>
                      <a:pt x="19745" y="20796"/>
                      <a:pt x="19831" y="21080"/>
                    </a:cubicBezTo>
                    <a:cubicBezTo>
                      <a:pt x="19918" y="21366"/>
                      <a:pt x="20157" y="21600"/>
                      <a:pt x="20364" y="21600"/>
                    </a:cubicBezTo>
                    <a:cubicBezTo>
                      <a:pt x="20572" y="21600"/>
                      <a:pt x="20668" y="21366"/>
                      <a:pt x="20578" y="21080"/>
                    </a:cubicBezTo>
                    <a:cubicBezTo>
                      <a:pt x="20489" y="20796"/>
                      <a:pt x="20251" y="20566"/>
                      <a:pt x="20045" y="20566"/>
                    </a:cubicBezTo>
                    <a:close/>
                    <a:moveTo>
                      <a:pt x="20957" y="20566"/>
                    </a:moveTo>
                    <a:cubicBezTo>
                      <a:pt x="20752" y="20566"/>
                      <a:pt x="20659" y="20796"/>
                      <a:pt x="20748" y="21080"/>
                    </a:cubicBezTo>
                    <a:cubicBezTo>
                      <a:pt x="20839" y="21366"/>
                      <a:pt x="21080" y="21600"/>
                      <a:pt x="21288" y="21600"/>
                    </a:cubicBezTo>
                    <a:cubicBezTo>
                      <a:pt x="21495" y="21600"/>
                      <a:pt x="21587" y="21366"/>
                      <a:pt x="21494" y="21080"/>
                    </a:cubicBezTo>
                    <a:cubicBezTo>
                      <a:pt x="21402" y="20796"/>
                      <a:pt x="21162" y="20566"/>
                      <a:pt x="20957" y="20566"/>
                    </a:cubicBezTo>
                    <a:close/>
                  </a:path>
                </a:pathLst>
              </a:custGeom>
              <a:solidFill>
                <a:srgbClr val="407E87">
                  <a:alpha val="67843"/>
                </a:srgbClr>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defRPr sz="1400">
                    <a:solidFill>
                      <a:srgbClr val="FFFFFF"/>
                    </a:solidFill>
                    <a:effectLst>
                      <a:outerShdw blurRad="38100" dist="12700" dir="5400000" rotWithShape="0">
                        <a:srgbClr val="000000">
                          <a:alpha val="50000"/>
                        </a:srgbClr>
                      </a:outerShdw>
                    </a:effectLst>
                  </a:defRPr>
                </a:pPr>
                <a:endParaRPr sz="637">
                  <a:solidFill>
                    <a:srgbClr val="FFFFFF"/>
                  </a:solidFill>
                  <a:effectLst>
                    <a:outerShdw blurRad="38100" dist="12700" dir="5400000" rotWithShape="0">
                      <a:srgbClr val="000000">
                        <a:alpha val="50000"/>
                      </a:srgbClr>
                    </a:outerShdw>
                  </a:effectLst>
                  <a:latin typeface="Calibri"/>
                </a:endParaRPr>
              </a:p>
            </p:txBody>
          </p:sp>
          <p:sp>
            <p:nvSpPr>
              <p:cNvPr id="19" name="Shape 9">
                <a:extLst>
                  <a:ext uri="{FF2B5EF4-FFF2-40B4-BE49-F238E27FC236}">
                    <a16:creationId xmlns:a16="http://schemas.microsoft.com/office/drawing/2014/main" id="{56358683-9A00-E289-5E52-E992F02B34AC}"/>
                  </a:ext>
                </a:extLst>
              </p:cNvPr>
              <p:cNvSpPr/>
              <p:nvPr/>
            </p:nvSpPr>
            <p:spPr>
              <a:xfrm>
                <a:off x="4830949" y="2435580"/>
                <a:ext cx="2446821" cy="2172863"/>
              </a:xfrm>
              <a:custGeom>
                <a:avLst/>
                <a:gdLst/>
                <a:ahLst/>
                <a:cxnLst>
                  <a:cxn ang="0">
                    <a:pos x="wd2" y="hd2"/>
                  </a:cxn>
                  <a:cxn ang="5400000">
                    <a:pos x="wd2" y="hd2"/>
                  </a:cxn>
                  <a:cxn ang="10800000">
                    <a:pos x="wd2" y="hd2"/>
                  </a:cxn>
                  <a:cxn ang="16200000">
                    <a:pos x="wd2" y="hd2"/>
                  </a:cxn>
                </a:cxnLst>
                <a:rect l="0" t="0" r="r" b="b"/>
                <a:pathLst>
                  <a:path w="21534" h="21600" extrusionOk="0">
                    <a:moveTo>
                      <a:pt x="4982" y="0"/>
                    </a:moveTo>
                    <a:cubicBezTo>
                      <a:pt x="4702" y="0"/>
                      <a:pt x="4465" y="171"/>
                      <a:pt x="4452" y="384"/>
                    </a:cubicBezTo>
                    <a:cubicBezTo>
                      <a:pt x="4439" y="598"/>
                      <a:pt x="4658" y="772"/>
                      <a:pt x="4942" y="772"/>
                    </a:cubicBezTo>
                    <a:cubicBezTo>
                      <a:pt x="5224" y="772"/>
                      <a:pt x="5462" y="598"/>
                      <a:pt x="5472" y="384"/>
                    </a:cubicBezTo>
                    <a:cubicBezTo>
                      <a:pt x="5482" y="171"/>
                      <a:pt x="5262" y="0"/>
                      <a:pt x="4982" y="0"/>
                    </a:cubicBezTo>
                    <a:close/>
                    <a:moveTo>
                      <a:pt x="6211" y="0"/>
                    </a:moveTo>
                    <a:cubicBezTo>
                      <a:pt x="5931" y="0"/>
                      <a:pt x="5695" y="171"/>
                      <a:pt x="5686" y="384"/>
                    </a:cubicBezTo>
                    <a:cubicBezTo>
                      <a:pt x="5677" y="598"/>
                      <a:pt x="5900" y="772"/>
                      <a:pt x="6183" y="772"/>
                    </a:cubicBezTo>
                    <a:cubicBezTo>
                      <a:pt x="6466" y="772"/>
                      <a:pt x="6700" y="598"/>
                      <a:pt x="6706" y="384"/>
                    </a:cubicBezTo>
                    <a:cubicBezTo>
                      <a:pt x="6712" y="171"/>
                      <a:pt x="6491" y="0"/>
                      <a:pt x="6211" y="0"/>
                    </a:cubicBezTo>
                    <a:close/>
                    <a:moveTo>
                      <a:pt x="7456" y="0"/>
                    </a:moveTo>
                    <a:cubicBezTo>
                      <a:pt x="7176" y="0"/>
                      <a:pt x="6945" y="171"/>
                      <a:pt x="6940" y="384"/>
                    </a:cubicBezTo>
                    <a:cubicBezTo>
                      <a:pt x="6934" y="598"/>
                      <a:pt x="7159" y="772"/>
                      <a:pt x="7442" y="772"/>
                    </a:cubicBezTo>
                    <a:cubicBezTo>
                      <a:pt x="7725" y="772"/>
                      <a:pt x="7957" y="598"/>
                      <a:pt x="7959" y="384"/>
                    </a:cubicBezTo>
                    <a:cubicBezTo>
                      <a:pt x="7962" y="171"/>
                      <a:pt x="7736" y="0"/>
                      <a:pt x="7456" y="0"/>
                    </a:cubicBezTo>
                    <a:close/>
                    <a:moveTo>
                      <a:pt x="16165" y="0"/>
                    </a:moveTo>
                    <a:cubicBezTo>
                      <a:pt x="15885" y="0"/>
                      <a:pt x="15674" y="171"/>
                      <a:pt x="15695" y="384"/>
                    </a:cubicBezTo>
                    <a:cubicBezTo>
                      <a:pt x="15715" y="598"/>
                      <a:pt x="15962" y="772"/>
                      <a:pt x="16244" y="772"/>
                    </a:cubicBezTo>
                    <a:cubicBezTo>
                      <a:pt x="16527" y="772"/>
                      <a:pt x="16737" y="598"/>
                      <a:pt x="16714" y="384"/>
                    </a:cubicBezTo>
                    <a:cubicBezTo>
                      <a:pt x="16691" y="171"/>
                      <a:pt x="16445" y="0"/>
                      <a:pt x="16165" y="0"/>
                    </a:cubicBezTo>
                    <a:close/>
                    <a:moveTo>
                      <a:pt x="17393" y="0"/>
                    </a:moveTo>
                    <a:cubicBezTo>
                      <a:pt x="17114" y="0"/>
                      <a:pt x="16906" y="171"/>
                      <a:pt x="16930" y="384"/>
                    </a:cubicBezTo>
                    <a:cubicBezTo>
                      <a:pt x="16954" y="598"/>
                      <a:pt x="17203" y="772"/>
                      <a:pt x="17486" y="772"/>
                    </a:cubicBezTo>
                    <a:cubicBezTo>
                      <a:pt x="17769" y="772"/>
                      <a:pt x="17977" y="598"/>
                      <a:pt x="17950" y="384"/>
                    </a:cubicBezTo>
                    <a:cubicBezTo>
                      <a:pt x="17923" y="171"/>
                      <a:pt x="17674" y="0"/>
                      <a:pt x="17393" y="0"/>
                    </a:cubicBezTo>
                    <a:close/>
                    <a:moveTo>
                      <a:pt x="18641" y="0"/>
                    </a:moveTo>
                    <a:cubicBezTo>
                      <a:pt x="18361" y="0"/>
                      <a:pt x="18156" y="171"/>
                      <a:pt x="18184" y="384"/>
                    </a:cubicBezTo>
                    <a:cubicBezTo>
                      <a:pt x="18212" y="598"/>
                      <a:pt x="18464" y="772"/>
                      <a:pt x="18747" y="772"/>
                    </a:cubicBezTo>
                    <a:cubicBezTo>
                      <a:pt x="19030" y="772"/>
                      <a:pt x="19235" y="598"/>
                      <a:pt x="19204" y="384"/>
                    </a:cubicBezTo>
                    <a:cubicBezTo>
                      <a:pt x="19173" y="171"/>
                      <a:pt x="18921" y="0"/>
                      <a:pt x="18641" y="0"/>
                    </a:cubicBezTo>
                    <a:close/>
                    <a:moveTo>
                      <a:pt x="3669" y="951"/>
                    </a:moveTo>
                    <a:cubicBezTo>
                      <a:pt x="3385" y="951"/>
                      <a:pt x="3142" y="1127"/>
                      <a:pt x="3125" y="1345"/>
                    </a:cubicBezTo>
                    <a:cubicBezTo>
                      <a:pt x="3108" y="1564"/>
                      <a:pt x="3326" y="1743"/>
                      <a:pt x="3613" y="1743"/>
                    </a:cubicBezTo>
                    <a:cubicBezTo>
                      <a:pt x="3900" y="1743"/>
                      <a:pt x="4144" y="1564"/>
                      <a:pt x="4158" y="1345"/>
                    </a:cubicBezTo>
                    <a:cubicBezTo>
                      <a:pt x="4171" y="1127"/>
                      <a:pt x="3953" y="951"/>
                      <a:pt x="3669" y="951"/>
                    </a:cubicBezTo>
                    <a:close/>
                    <a:moveTo>
                      <a:pt x="4915" y="951"/>
                    </a:moveTo>
                    <a:cubicBezTo>
                      <a:pt x="4631" y="951"/>
                      <a:pt x="4391" y="1127"/>
                      <a:pt x="4377" y="1345"/>
                    </a:cubicBezTo>
                    <a:cubicBezTo>
                      <a:pt x="4364" y="1564"/>
                      <a:pt x="4586" y="1743"/>
                      <a:pt x="4873" y="1743"/>
                    </a:cubicBezTo>
                    <a:cubicBezTo>
                      <a:pt x="5159" y="1743"/>
                      <a:pt x="5400" y="1564"/>
                      <a:pt x="5410" y="1345"/>
                    </a:cubicBezTo>
                    <a:cubicBezTo>
                      <a:pt x="5420" y="1127"/>
                      <a:pt x="5198" y="951"/>
                      <a:pt x="4915" y="951"/>
                    </a:cubicBezTo>
                    <a:close/>
                    <a:moveTo>
                      <a:pt x="6180" y="951"/>
                    </a:moveTo>
                    <a:cubicBezTo>
                      <a:pt x="5896" y="951"/>
                      <a:pt x="5658" y="1127"/>
                      <a:pt x="5649" y="1345"/>
                    </a:cubicBezTo>
                    <a:cubicBezTo>
                      <a:pt x="5640" y="1564"/>
                      <a:pt x="5865" y="1743"/>
                      <a:pt x="6152" y="1743"/>
                    </a:cubicBezTo>
                    <a:cubicBezTo>
                      <a:pt x="6439" y="1743"/>
                      <a:pt x="6676" y="1564"/>
                      <a:pt x="6682" y="1345"/>
                    </a:cubicBezTo>
                    <a:cubicBezTo>
                      <a:pt x="6689" y="1127"/>
                      <a:pt x="6464" y="951"/>
                      <a:pt x="6180" y="951"/>
                    </a:cubicBezTo>
                    <a:close/>
                    <a:moveTo>
                      <a:pt x="7445" y="951"/>
                    </a:moveTo>
                    <a:cubicBezTo>
                      <a:pt x="7161" y="951"/>
                      <a:pt x="6926" y="1127"/>
                      <a:pt x="6921" y="1345"/>
                    </a:cubicBezTo>
                    <a:cubicBezTo>
                      <a:pt x="6915" y="1564"/>
                      <a:pt x="7143" y="1743"/>
                      <a:pt x="7430" y="1743"/>
                    </a:cubicBezTo>
                    <a:cubicBezTo>
                      <a:pt x="7717" y="1743"/>
                      <a:pt x="7951" y="1564"/>
                      <a:pt x="7954" y="1345"/>
                    </a:cubicBezTo>
                    <a:cubicBezTo>
                      <a:pt x="7956" y="1127"/>
                      <a:pt x="7728" y="951"/>
                      <a:pt x="7445" y="951"/>
                    </a:cubicBezTo>
                    <a:close/>
                    <a:moveTo>
                      <a:pt x="8691" y="951"/>
                    </a:moveTo>
                    <a:cubicBezTo>
                      <a:pt x="8407" y="951"/>
                      <a:pt x="8176" y="1127"/>
                      <a:pt x="8174" y="1345"/>
                    </a:cubicBezTo>
                    <a:cubicBezTo>
                      <a:pt x="8172" y="1564"/>
                      <a:pt x="8403" y="1743"/>
                      <a:pt x="8690" y="1743"/>
                    </a:cubicBezTo>
                    <a:cubicBezTo>
                      <a:pt x="8977" y="1743"/>
                      <a:pt x="9208" y="1564"/>
                      <a:pt x="9207" y="1345"/>
                    </a:cubicBezTo>
                    <a:cubicBezTo>
                      <a:pt x="9206" y="1127"/>
                      <a:pt x="8975" y="951"/>
                      <a:pt x="8691" y="951"/>
                    </a:cubicBezTo>
                    <a:close/>
                    <a:moveTo>
                      <a:pt x="9956" y="951"/>
                    </a:moveTo>
                    <a:cubicBezTo>
                      <a:pt x="9672" y="951"/>
                      <a:pt x="9444" y="1127"/>
                      <a:pt x="9446" y="1345"/>
                    </a:cubicBezTo>
                    <a:cubicBezTo>
                      <a:pt x="9448" y="1564"/>
                      <a:pt x="9682" y="1743"/>
                      <a:pt x="9969" y="1743"/>
                    </a:cubicBezTo>
                    <a:cubicBezTo>
                      <a:pt x="10256" y="1743"/>
                      <a:pt x="10484" y="1564"/>
                      <a:pt x="10479" y="1345"/>
                    </a:cubicBezTo>
                    <a:cubicBezTo>
                      <a:pt x="10474" y="1127"/>
                      <a:pt x="10240" y="951"/>
                      <a:pt x="9956" y="951"/>
                    </a:cubicBezTo>
                    <a:close/>
                    <a:moveTo>
                      <a:pt x="11221" y="951"/>
                    </a:moveTo>
                    <a:cubicBezTo>
                      <a:pt x="10938" y="951"/>
                      <a:pt x="10712" y="1127"/>
                      <a:pt x="10718" y="1345"/>
                    </a:cubicBezTo>
                    <a:cubicBezTo>
                      <a:pt x="10724" y="1564"/>
                      <a:pt x="10961" y="1743"/>
                      <a:pt x="11248" y="1743"/>
                    </a:cubicBezTo>
                    <a:cubicBezTo>
                      <a:pt x="11535" y="1743"/>
                      <a:pt x="11760" y="1564"/>
                      <a:pt x="11751" y="1345"/>
                    </a:cubicBezTo>
                    <a:cubicBezTo>
                      <a:pt x="11742" y="1127"/>
                      <a:pt x="11505" y="951"/>
                      <a:pt x="11221" y="951"/>
                    </a:cubicBezTo>
                    <a:close/>
                    <a:moveTo>
                      <a:pt x="12468" y="951"/>
                    </a:moveTo>
                    <a:cubicBezTo>
                      <a:pt x="12185" y="951"/>
                      <a:pt x="11962" y="1127"/>
                      <a:pt x="11972" y="1345"/>
                    </a:cubicBezTo>
                    <a:cubicBezTo>
                      <a:pt x="11981" y="1564"/>
                      <a:pt x="12222" y="1743"/>
                      <a:pt x="12508" y="1743"/>
                    </a:cubicBezTo>
                    <a:cubicBezTo>
                      <a:pt x="12795" y="1743"/>
                      <a:pt x="13017" y="1564"/>
                      <a:pt x="13005" y="1345"/>
                    </a:cubicBezTo>
                    <a:cubicBezTo>
                      <a:pt x="12992" y="1127"/>
                      <a:pt x="12752" y="951"/>
                      <a:pt x="12468" y="951"/>
                    </a:cubicBezTo>
                    <a:close/>
                    <a:moveTo>
                      <a:pt x="13734" y="951"/>
                    </a:moveTo>
                    <a:cubicBezTo>
                      <a:pt x="13450" y="951"/>
                      <a:pt x="13231" y="1127"/>
                      <a:pt x="13244" y="1345"/>
                    </a:cubicBezTo>
                    <a:cubicBezTo>
                      <a:pt x="13257" y="1564"/>
                      <a:pt x="13501" y="1743"/>
                      <a:pt x="13788" y="1743"/>
                    </a:cubicBezTo>
                    <a:cubicBezTo>
                      <a:pt x="14074" y="1743"/>
                      <a:pt x="14294" y="1564"/>
                      <a:pt x="14277" y="1345"/>
                    </a:cubicBezTo>
                    <a:cubicBezTo>
                      <a:pt x="14261" y="1127"/>
                      <a:pt x="14017" y="951"/>
                      <a:pt x="13734" y="951"/>
                    </a:cubicBezTo>
                    <a:close/>
                    <a:moveTo>
                      <a:pt x="14999" y="951"/>
                    </a:moveTo>
                    <a:cubicBezTo>
                      <a:pt x="14715" y="951"/>
                      <a:pt x="14499" y="1127"/>
                      <a:pt x="14516" y="1345"/>
                    </a:cubicBezTo>
                    <a:cubicBezTo>
                      <a:pt x="14533" y="1564"/>
                      <a:pt x="14780" y="1743"/>
                      <a:pt x="15067" y="1743"/>
                    </a:cubicBezTo>
                    <a:cubicBezTo>
                      <a:pt x="15353" y="1743"/>
                      <a:pt x="15569" y="1564"/>
                      <a:pt x="15549" y="1345"/>
                    </a:cubicBezTo>
                    <a:cubicBezTo>
                      <a:pt x="15529" y="1127"/>
                      <a:pt x="15282" y="951"/>
                      <a:pt x="14999" y="951"/>
                    </a:cubicBezTo>
                    <a:close/>
                    <a:moveTo>
                      <a:pt x="16245" y="951"/>
                    </a:moveTo>
                    <a:cubicBezTo>
                      <a:pt x="15962" y="951"/>
                      <a:pt x="15749" y="1127"/>
                      <a:pt x="15770" y="1345"/>
                    </a:cubicBezTo>
                    <a:cubicBezTo>
                      <a:pt x="15791" y="1564"/>
                      <a:pt x="16040" y="1743"/>
                      <a:pt x="16327" y="1743"/>
                    </a:cubicBezTo>
                    <a:cubicBezTo>
                      <a:pt x="16614" y="1743"/>
                      <a:pt x="16827" y="1564"/>
                      <a:pt x="16803" y="1345"/>
                    </a:cubicBezTo>
                    <a:cubicBezTo>
                      <a:pt x="16779" y="1127"/>
                      <a:pt x="16529" y="951"/>
                      <a:pt x="16245" y="951"/>
                    </a:cubicBezTo>
                    <a:close/>
                    <a:moveTo>
                      <a:pt x="17512" y="951"/>
                    </a:moveTo>
                    <a:cubicBezTo>
                      <a:pt x="17228" y="951"/>
                      <a:pt x="17018" y="1127"/>
                      <a:pt x="17042" y="1345"/>
                    </a:cubicBezTo>
                    <a:cubicBezTo>
                      <a:pt x="17067" y="1564"/>
                      <a:pt x="17320" y="1743"/>
                      <a:pt x="17606" y="1743"/>
                    </a:cubicBezTo>
                    <a:cubicBezTo>
                      <a:pt x="17893" y="1743"/>
                      <a:pt x="18103" y="1564"/>
                      <a:pt x="18075" y="1345"/>
                    </a:cubicBezTo>
                    <a:cubicBezTo>
                      <a:pt x="18048" y="1127"/>
                      <a:pt x="17795" y="951"/>
                      <a:pt x="17512" y="951"/>
                    </a:cubicBezTo>
                    <a:close/>
                    <a:moveTo>
                      <a:pt x="18778" y="951"/>
                    </a:moveTo>
                    <a:cubicBezTo>
                      <a:pt x="18493" y="951"/>
                      <a:pt x="18287" y="1127"/>
                      <a:pt x="18315" y="1345"/>
                    </a:cubicBezTo>
                    <a:cubicBezTo>
                      <a:pt x="18344" y="1564"/>
                      <a:pt x="18599" y="1743"/>
                      <a:pt x="18886" y="1743"/>
                    </a:cubicBezTo>
                    <a:cubicBezTo>
                      <a:pt x="19173" y="1743"/>
                      <a:pt x="19380" y="1564"/>
                      <a:pt x="19348" y="1345"/>
                    </a:cubicBezTo>
                    <a:cubicBezTo>
                      <a:pt x="19317" y="1127"/>
                      <a:pt x="19061" y="951"/>
                      <a:pt x="18778" y="951"/>
                    </a:cubicBezTo>
                    <a:close/>
                    <a:moveTo>
                      <a:pt x="2318" y="1923"/>
                    </a:moveTo>
                    <a:cubicBezTo>
                      <a:pt x="2031" y="1923"/>
                      <a:pt x="1780" y="2103"/>
                      <a:pt x="1759" y="2327"/>
                    </a:cubicBezTo>
                    <a:cubicBezTo>
                      <a:pt x="1738" y="2552"/>
                      <a:pt x="1956" y="2736"/>
                      <a:pt x="2247" y="2736"/>
                    </a:cubicBezTo>
                    <a:cubicBezTo>
                      <a:pt x="2538" y="2736"/>
                      <a:pt x="2788" y="2552"/>
                      <a:pt x="2806" y="2327"/>
                    </a:cubicBezTo>
                    <a:cubicBezTo>
                      <a:pt x="2824" y="2103"/>
                      <a:pt x="2606" y="1923"/>
                      <a:pt x="2318" y="1923"/>
                    </a:cubicBezTo>
                    <a:close/>
                    <a:moveTo>
                      <a:pt x="3602" y="1923"/>
                    </a:moveTo>
                    <a:cubicBezTo>
                      <a:pt x="3314" y="1923"/>
                      <a:pt x="3067" y="2103"/>
                      <a:pt x="3050" y="2327"/>
                    </a:cubicBezTo>
                    <a:cubicBezTo>
                      <a:pt x="3032" y="2552"/>
                      <a:pt x="3254" y="2736"/>
                      <a:pt x="3544" y="2736"/>
                    </a:cubicBezTo>
                    <a:cubicBezTo>
                      <a:pt x="3835" y="2736"/>
                      <a:pt x="4082" y="2552"/>
                      <a:pt x="4096" y="2327"/>
                    </a:cubicBezTo>
                    <a:cubicBezTo>
                      <a:pt x="4110" y="2103"/>
                      <a:pt x="3889" y="1923"/>
                      <a:pt x="3602" y="1923"/>
                    </a:cubicBezTo>
                    <a:close/>
                    <a:moveTo>
                      <a:pt x="4867" y="1923"/>
                    </a:moveTo>
                    <a:cubicBezTo>
                      <a:pt x="4579" y="1923"/>
                      <a:pt x="4335" y="2103"/>
                      <a:pt x="4321" y="2327"/>
                    </a:cubicBezTo>
                    <a:cubicBezTo>
                      <a:pt x="4308" y="2552"/>
                      <a:pt x="4533" y="2736"/>
                      <a:pt x="4823" y="2736"/>
                    </a:cubicBezTo>
                    <a:cubicBezTo>
                      <a:pt x="5114" y="2736"/>
                      <a:pt x="5358" y="2552"/>
                      <a:pt x="5369" y="2327"/>
                    </a:cubicBezTo>
                    <a:cubicBezTo>
                      <a:pt x="5379" y="2103"/>
                      <a:pt x="5154" y="1923"/>
                      <a:pt x="4867" y="1923"/>
                    </a:cubicBezTo>
                    <a:close/>
                    <a:moveTo>
                      <a:pt x="6150" y="1923"/>
                    </a:moveTo>
                    <a:cubicBezTo>
                      <a:pt x="5862" y="1923"/>
                      <a:pt x="5622" y="2103"/>
                      <a:pt x="5612" y="2327"/>
                    </a:cubicBezTo>
                    <a:cubicBezTo>
                      <a:pt x="5602" y="2552"/>
                      <a:pt x="5831" y="2736"/>
                      <a:pt x="6121" y="2736"/>
                    </a:cubicBezTo>
                    <a:cubicBezTo>
                      <a:pt x="6412" y="2736"/>
                      <a:pt x="6653" y="2552"/>
                      <a:pt x="6659" y="2327"/>
                    </a:cubicBezTo>
                    <a:cubicBezTo>
                      <a:pt x="6665" y="2103"/>
                      <a:pt x="6437" y="1923"/>
                      <a:pt x="6150" y="1923"/>
                    </a:cubicBezTo>
                    <a:close/>
                    <a:moveTo>
                      <a:pt x="7414" y="1923"/>
                    </a:moveTo>
                    <a:cubicBezTo>
                      <a:pt x="7127" y="1923"/>
                      <a:pt x="6889" y="2103"/>
                      <a:pt x="6883" y="2327"/>
                    </a:cubicBezTo>
                    <a:cubicBezTo>
                      <a:pt x="6878" y="2552"/>
                      <a:pt x="7109" y="2736"/>
                      <a:pt x="7400" y="2736"/>
                    </a:cubicBezTo>
                    <a:cubicBezTo>
                      <a:pt x="7690" y="2736"/>
                      <a:pt x="7928" y="2552"/>
                      <a:pt x="7930" y="2327"/>
                    </a:cubicBezTo>
                    <a:cubicBezTo>
                      <a:pt x="7933" y="2103"/>
                      <a:pt x="7702" y="1923"/>
                      <a:pt x="7414" y="1923"/>
                    </a:cubicBezTo>
                    <a:close/>
                    <a:moveTo>
                      <a:pt x="8698" y="1923"/>
                    </a:moveTo>
                    <a:cubicBezTo>
                      <a:pt x="8410" y="1923"/>
                      <a:pt x="8176" y="2103"/>
                      <a:pt x="8174" y="2327"/>
                    </a:cubicBezTo>
                    <a:cubicBezTo>
                      <a:pt x="8172" y="2552"/>
                      <a:pt x="8406" y="2736"/>
                      <a:pt x="8697" y="2736"/>
                    </a:cubicBezTo>
                    <a:cubicBezTo>
                      <a:pt x="8988" y="2736"/>
                      <a:pt x="9222" y="2552"/>
                      <a:pt x="9220" y="2327"/>
                    </a:cubicBezTo>
                    <a:cubicBezTo>
                      <a:pt x="9219" y="2103"/>
                      <a:pt x="8986" y="1923"/>
                      <a:pt x="8698" y="1923"/>
                    </a:cubicBezTo>
                    <a:close/>
                    <a:moveTo>
                      <a:pt x="9981" y="1923"/>
                    </a:moveTo>
                    <a:cubicBezTo>
                      <a:pt x="9694" y="1923"/>
                      <a:pt x="9463" y="2103"/>
                      <a:pt x="9465" y="2327"/>
                    </a:cubicBezTo>
                    <a:cubicBezTo>
                      <a:pt x="9467" y="2552"/>
                      <a:pt x="9705" y="2736"/>
                      <a:pt x="9995" y="2736"/>
                    </a:cubicBezTo>
                    <a:cubicBezTo>
                      <a:pt x="10286" y="2736"/>
                      <a:pt x="10517" y="2552"/>
                      <a:pt x="10512" y="2327"/>
                    </a:cubicBezTo>
                    <a:cubicBezTo>
                      <a:pt x="10506" y="2103"/>
                      <a:pt x="10269" y="1923"/>
                      <a:pt x="9981" y="1923"/>
                    </a:cubicBezTo>
                    <a:close/>
                    <a:moveTo>
                      <a:pt x="11247" y="1923"/>
                    </a:moveTo>
                    <a:cubicBezTo>
                      <a:pt x="10959" y="1923"/>
                      <a:pt x="10731" y="2103"/>
                      <a:pt x="10737" y="2327"/>
                    </a:cubicBezTo>
                    <a:cubicBezTo>
                      <a:pt x="10743" y="2552"/>
                      <a:pt x="10983" y="2736"/>
                      <a:pt x="11274" y="2736"/>
                    </a:cubicBezTo>
                    <a:cubicBezTo>
                      <a:pt x="11565" y="2736"/>
                      <a:pt x="11792" y="2552"/>
                      <a:pt x="11783" y="2327"/>
                    </a:cubicBezTo>
                    <a:cubicBezTo>
                      <a:pt x="11774" y="2103"/>
                      <a:pt x="11535" y="1923"/>
                      <a:pt x="11247" y="1923"/>
                    </a:cubicBezTo>
                    <a:close/>
                    <a:moveTo>
                      <a:pt x="12531" y="1923"/>
                    </a:moveTo>
                    <a:cubicBezTo>
                      <a:pt x="12243" y="1923"/>
                      <a:pt x="12018" y="2103"/>
                      <a:pt x="12028" y="2327"/>
                    </a:cubicBezTo>
                    <a:cubicBezTo>
                      <a:pt x="12038" y="2552"/>
                      <a:pt x="12282" y="2736"/>
                      <a:pt x="12572" y="2736"/>
                    </a:cubicBezTo>
                    <a:cubicBezTo>
                      <a:pt x="12863" y="2736"/>
                      <a:pt x="13088" y="2552"/>
                      <a:pt x="13075" y="2327"/>
                    </a:cubicBezTo>
                    <a:cubicBezTo>
                      <a:pt x="13062" y="2103"/>
                      <a:pt x="12818" y="1923"/>
                      <a:pt x="12531" y="1923"/>
                    </a:cubicBezTo>
                    <a:close/>
                    <a:moveTo>
                      <a:pt x="13796" y="1923"/>
                    </a:moveTo>
                    <a:cubicBezTo>
                      <a:pt x="13509" y="1923"/>
                      <a:pt x="13286" y="2103"/>
                      <a:pt x="13300" y="2327"/>
                    </a:cubicBezTo>
                    <a:cubicBezTo>
                      <a:pt x="13314" y="2552"/>
                      <a:pt x="13561" y="2736"/>
                      <a:pt x="13852" y="2736"/>
                    </a:cubicBezTo>
                    <a:cubicBezTo>
                      <a:pt x="14142" y="2736"/>
                      <a:pt x="14364" y="2552"/>
                      <a:pt x="14347" y="2327"/>
                    </a:cubicBezTo>
                    <a:cubicBezTo>
                      <a:pt x="14331" y="2103"/>
                      <a:pt x="14083" y="1923"/>
                      <a:pt x="13796" y="1923"/>
                    </a:cubicBezTo>
                    <a:close/>
                    <a:moveTo>
                      <a:pt x="15080" y="1923"/>
                    </a:moveTo>
                    <a:cubicBezTo>
                      <a:pt x="14792" y="1923"/>
                      <a:pt x="14574" y="2103"/>
                      <a:pt x="14591" y="2327"/>
                    </a:cubicBezTo>
                    <a:cubicBezTo>
                      <a:pt x="14609" y="2552"/>
                      <a:pt x="14859" y="2736"/>
                      <a:pt x="15149" y="2736"/>
                    </a:cubicBezTo>
                    <a:cubicBezTo>
                      <a:pt x="15440" y="2736"/>
                      <a:pt x="15659" y="2552"/>
                      <a:pt x="15638" y="2327"/>
                    </a:cubicBezTo>
                    <a:cubicBezTo>
                      <a:pt x="15618" y="2103"/>
                      <a:pt x="15367" y="1923"/>
                      <a:pt x="15080" y="1923"/>
                    </a:cubicBezTo>
                    <a:close/>
                    <a:moveTo>
                      <a:pt x="16345" y="1923"/>
                    </a:moveTo>
                    <a:cubicBezTo>
                      <a:pt x="16058" y="1923"/>
                      <a:pt x="15842" y="2103"/>
                      <a:pt x="15864" y="2327"/>
                    </a:cubicBezTo>
                    <a:cubicBezTo>
                      <a:pt x="15885" y="2552"/>
                      <a:pt x="16138" y="2736"/>
                      <a:pt x="16428" y="2736"/>
                    </a:cubicBezTo>
                    <a:cubicBezTo>
                      <a:pt x="16719" y="2736"/>
                      <a:pt x="16935" y="2552"/>
                      <a:pt x="16910" y="2327"/>
                    </a:cubicBezTo>
                    <a:cubicBezTo>
                      <a:pt x="16885" y="2103"/>
                      <a:pt x="16632" y="1923"/>
                      <a:pt x="16345" y="1923"/>
                    </a:cubicBezTo>
                    <a:close/>
                    <a:moveTo>
                      <a:pt x="17629" y="1923"/>
                    </a:moveTo>
                    <a:cubicBezTo>
                      <a:pt x="17342" y="1923"/>
                      <a:pt x="17130" y="2103"/>
                      <a:pt x="17155" y="2327"/>
                    </a:cubicBezTo>
                    <a:cubicBezTo>
                      <a:pt x="17181" y="2552"/>
                      <a:pt x="17437" y="2736"/>
                      <a:pt x="17727" y="2736"/>
                    </a:cubicBezTo>
                    <a:cubicBezTo>
                      <a:pt x="18018" y="2736"/>
                      <a:pt x="18230" y="2552"/>
                      <a:pt x="18202" y="2327"/>
                    </a:cubicBezTo>
                    <a:cubicBezTo>
                      <a:pt x="18173" y="2103"/>
                      <a:pt x="17917" y="1923"/>
                      <a:pt x="17629" y="1923"/>
                    </a:cubicBezTo>
                    <a:close/>
                    <a:moveTo>
                      <a:pt x="18914" y="1923"/>
                    </a:moveTo>
                    <a:cubicBezTo>
                      <a:pt x="18626" y="1923"/>
                      <a:pt x="18417" y="2103"/>
                      <a:pt x="18446" y="2327"/>
                    </a:cubicBezTo>
                    <a:cubicBezTo>
                      <a:pt x="18476" y="2552"/>
                      <a:pt x="18735" y="2736"/>
                      <a:pt x="19026" y="2736"/>
                    </a:cubicBezTo>
                    <a:cubicBezTo>
                      <a:pt x="19316" y="2736"/>
                      <a:pt x="19525" y="2552"/>
                      <a:pt x="19493" y="2327"/>
                    </a:cubicBezTo>
                    <a:cubicBezTo>
                      <a:pt x="19460" y="2103"/>
                      <a:pt x="19201" y="1923"/>
                      <a:pt x="18914" y="1923"/>
                    </a:cubicBezTo>
                    <a:close/>
                    <a:moveTo>
                      <a:pt x="932" y="2916"/>
                    </a:moveTo>
                    <a:cubicBezTo>
                      <a:pt x="641" y="2916"/>
                      <a:pt x="383" y="3101"/>
                      <a:pt x="358" y="3331"/>
                    </a:cubicBezTo>
                    <a:cubicBezTo>
                      <a:pt x="332" y="3563"/>
                      <a:pt x="550" y="3752"/>
                      <a:pt x="844" y="3752"/>
                    </a:cubicBezTo>
                    <a:cubicBezTo>
                      <a:pt x="1138" y="3752"/>
                      <a:pt x="1396" y="3563"/>
                      <a:pt x="1418" y="3331"/>
                    </a:cubicBezTo>
                    <a:cubicBezTo>
                      <a:pt x="1441" y="3101"/>
                      <a:pt x="1223" y="2916"/>
                      <a:pt x="932" y="2916"/>
                    </a:cubicBezTo>
                    <a:close/>
                    <a:moveTo>
                      <a:pt x="2233" y="2916"/>
                    </a:moveTo>
                    <a:cubicBezTo>
                      <a:pt x="1941" y="2916"/>
                      <a:pt x="1688" y="3101"/>
                      <a:pt x="1666" y="3331"/>
                    </a:cubicBezTo>
                    <a:cubicBezTo>
                      <a:pt x="1644" y="3563"/>
                      <a:pt x="1865" y="3752"/>
                      <a:pt x="2160" y="3752"/>
                    </a:cubicBezTo>
                    <a:cubicBezTo>
                      <a:pt x="2454" y="3752"/>
                      <a:pt x="2709" y="3563"/>
                      <a:pt x="2727" y="3331"/>
                    </a:cubicBezTo>
                    <a:cubicBezTo>
                      <a:pt x="2746" y="3101"/>
                      <a:pt x="2524" y="2916"/>
                      <a:pt x="2233" y="2916"/>
                    </a:cubicBezTo>
                    <a:close/>
                    <a:moveTo>
                      <a:pt x="3535" y="2916"/>
                    </a:moveTo>
                    <a:cubicBezTo>
                      <a:pt x="3243" y="2916"/>
                      <a:pt x="2993" y="3101"/>
                      <a:pt x="2975" y="3331"/>
                    </a:cubicBezTo>
                    <a:cubicBezTo>
                      <a:pt x="2957" y="3563"/>
                      <a:pt x="3181" y="3752"/>
                      <a:pt x="3476" y="3752"/>
                    </a:cubicBezTo>
                    <a:cubicBezTo>
                      <a:pt x="3771" y="3752"/>
                      <a:pt x="4022" y="3563"/>
                      <a:pt x="4036" y="3331"/>
                    </a:cubicBezTo>
                    <a:cubicBezTo>
                      <a:pt x="4051" y="3101"/>
                      <a:pt x="3826" y="2916"/>
                      <a:pt x="3535" y="2916"/>
                    </a:cubicBezTo>
                    <a:close/>
                    <a:moveTo>
                      <a:pt x="4818" y="2916"/>
                    </a:moveTo>
                    <a:cubicBezTo>
                      <a:pt x="4527" y="2916"/>
                      <a:pt x="4279" y="3101"/>
                      <a:pt x="4265" y="3331"/>
                    </a:cubicBezTo>
                    <a:cubicBezTo>
                      <a:pt x="4251" y="3563"/>
                      <a:pt x="4479" y="3752"/>
                      <a:pt x="4774" y="3752"/>
                    </a:cubicBezTo>
                    <a:cubicBezTo>
                      <a:pt x="5068" y="3752"/>
                      <a:pt x="5316" y="3563"/>
                      <a:pt x="5327" y="3331"/>
                    </a:cubicBezTo>
                    <a:cubicBezTo>
                      <a:pt x="5337" y="3101"/>
                      <a:pt x="5109" y="2916"/>
                      <a:pt x="4818" y="2916"/>
                    </a:cubicBezTo>
                    <a:close/>
                    <a:moveTo>
                      <a:pt x="6120" y="2916"/>
                    </a:moveTo>
                    <a:cubicBezTo>
                      <a:pt x="5829" y="2916"/>
                      <a:pt x="5584" y="3101"/>
                      <a:pt x="5575" y="3331"/>
                    </a:cubicBezTo>
                    <a:cubicBezTo>
                      <a:pt x="5565" y="3563"/>
                      <a:pt x="5796" y="3752"/>
                      <a:pt x="6090" y="3752"/>
                    </a:cubicBezTo>
                    <a:cubicBezTo>
                      <a:pt x="6385" y="3752"/>
                      <a:pt x="6629" y="3563"/>
                      <a:pt x="6636" y="3331"/>
                    </a:cubicBezTo>
                    <a:cubicBezTo>
                      <a:pt x="6642" y="3101"/>
                      <a:pt x="6411" y="2916"/>
                      <a:pt x="6120" y="2916"/>
                    </a:cubicBezTo>
                    <a:close/>
                    <a:moveTo>
                      <a:pt x="7403" y="2916"/>
                    </a:moveTo>
                    <a:cubicBezTo>
                      <a:pt x="7112" y="2916"/>
                      <a:pt x="6870" y="3101"/>
                      <a:pt x="6865" y="3331"/>
                    </a:cubicBezTo>
                    <a:cubicBezTo>
                      <a:pt x="6859" y="3563"/>
                      <a:pt x="7093" y="3752"/>
                      <a:pt x="7388" y="3752"/>
                    </a:cubicBezTo>
                    <a:cubicBezTo>
                      <a:pt x="7683" y="3752"/>
                      <a:pt x="7923" y="3563"/>
                      <a:pt x="7926" y="3331"/>
                    </a:cubicBezTo>
                    <a:cubicBezTo>
                      <a:pt x="7928" y="3101"/>
                      <a:pt x="7695" y="2916"/>
                      <a:pt x="7403" y="2916"/>
                    </a:cubicBezTo>
                    <a:close/>
                    <a:moveTo>
                      <a:pt x="8705" y="2916"/>
                    </a:moveTo>
                    <a:cubicBezTo>
                      <a:pt x="8413" y="2916"/>
                      <a:pt x="8176" y="3101"/>
                      <a:pt x="8174" y="3331"/>
                    </a:cubicBezTo>
                    <a:cubicBezTo>
                      <a:pt x="8172" y="3563"/>
                      <a:pt x="8409" y="3752"/>
                      <a:pt x="8704" y="3752"/>
                    </a:cubicBezTo>
                    <a:cubicBezTo>
                      <a:pt x="8999" y="3752"/>
                      <a:pt x="9237" y="3563"/>
                      <a:pt x="9235" y="3331"/>
                    </a:cubicBezTo>
                    <a:cubicBezTo>
                      <a:pt x="9234" y="3101"/>
                      <a:pt x="8997" y="2916"/>
                      <a:pt x="8705" y="2916"/>
                    </a:cubicBezTo>
                    <a:close/>
                    <a:moveTo>
                      <a:pt x="9988" y="2916"/>
                    </a:moveTo>
                    <a:cubicBezTo>
                      <a:pt x="9698" y="2916"/>
                      <a:pt x="9463" y="3101"/>
                      <a:pt x="9465" y="3331"/>
                    </a:cubicBezTo>
                    <a:cubicBezTo>
                      <a:pt x="9467" y="3563"/>
                      <a:pt x="9708" y="3752"/>
                      <a:pt x="10002" y="3752"/>
                    </a:cubicBezTo>
                    <a:cubicBezTo>
                      <a:pt x="10297" y="3752"/>
                      <a:pt x="10531" y="3563"/>
                      <a:pt x="10526" y="3331"/>
                    </a:cubicBezTo>
                    <a:cubicBezTo>
                      <a:pt x="10520" y="3101"/>
                      <a:pt x="10280" y="2916"/>
                      <a:pt x="9988" y="2916"/>
                    </a:cubicBezTo>
                    <a:close/>
                    <a:moveTo>
                      <a:pt x="11291" y="2916"/>
                    </a:moveTo>
                    <a:cubicBezTo>
                      <a:pt x="10999" y="2916"/>
                      <a:pt x="10768" y="3101"/>
                      <a:pt x="10774" y="3331"/>
                    </a:cubicBezTo>
                    <a:cubicBezTo>
                      <a:pt x="10780" y="3563"/>
                      <a:pt x="11024" y="3752"/>
                      <a:pt x="11319" y="3752"/>
                    </a:cubicBezTo>
                    <a:cubicBezTo>
                      <a:pt x="11614" y="3752"/>
                      <a:pt x="11844" y="3563"/>
                      <a:pt x="11834" y="3331"/>
                    </a:cubicBezTo>
                    <a:cubicBezTo>
                      <a:pt x="11825" y="3101"/>
                      <a:pt x="11582" y="2916"/>
                      <a:pt x="11291" y="2916"/>
                    </a:cubicBezTo>
                    <a:close/>
                    <a:moveTo>
                      <a:pt x="12575" y="2916"/>
                    </a:moveTo>
                    <a:cubicBezTo>
                      <a:pt x="12284" y="2916"/>
                      <a:pt x="12055" y="3101"/>
                      <a:pt x="12065" y="3331"/>
                    </a:cubicBezTo>
                    <a:cubicBezTo>
                      <a:pt x="12075" y="3563"/>
                      <a:pt x="12323" y="3752"/>
                      <a:pt x="12617" y="3752"/>
                    </a:cubicBezTo>
                    <a:cubicBezTo>
                      <a:pt x="12912" y="3752"/>
                      <a:pt x="13140" y="3563"/>
                      <a:pt x="13126" y="3331"/>
                    </a:cubicBezTo>
                    <a:cubicBezTo>
                      <a:pt x="13113" y="3101"/>
                      <a:pt x="12866" y="2916"/>
                      <a:pt x="12575" y="2916"/>
                    </a:cubicBezTo>
                    <a:close/>
                    <a:moveTo>
                      <a:pt x="13877" y="2916"/>
                    </a:moveTo>
                    <a:cubicBezTo>
                      <a:pt x="13586" y="2916"/>
                      <a:pt x="13361" y="3101"/>
                      <a:pt x="13375" y="3331"/>
                    </a:cubicBezTo>
                    <a:cubicBezTo>
                      <a:pt x="13389" y="3563"/>
                      <a:pt x="13640" y="3752"/>
                      <a:pt x="13935" y="3752"/>
                    </a:cubicBezTo>
                    <a:cubicBezTo>
                      <a:pt x="14229" y="3752"/>
                      <a:pt x="14454" y="3563"/>
                      <a:pt x="14436" y="3331"/>
                    </a:cubicBezTo>
                    <a:cubicBezTo>
                      <a:pt x="14419" y="3101"/>
                      <a:pt x="14168" y="2916"/>
                      <a:pt x="13877" y="2916"/>
                    </a:cubicBezTo>
                    <a:close/>
                    <a:moveTo>
                      <a:pt x="15161" y="2916"/>
                    </a:moveTo>
                    <a:cubicBezTo>
                      <a:pt x="14870" y="2916"/>
                      <a:pt x="14648" y="3101"/>
                      <a:pt x="14666" y="3331"/>
                    </a:cubicBezTo>
                    <a:cubicBezTo>
                      <a:pt x="14684" y="3563"/>
                      <a:pt x="14938" y="3752"/>
                      <a:pt x="15232" y="3752"/>
                    </a:cubicBezTo>
                    <a:cubicBezTo>
                      <a:pt x="15527" y="3752"/>
                      <a:pt x="15748" y="3563"/>
                      <a:pt x="15727" y="3331"/>
                    </a:cubicBezTo>
                    <a:cubicBezTo>
                      <a:pt x="15706" y="3101"/>
                      <a:pt x="15452" y="2916"/>
                      <a:pt x="15161" y="2916"/>
                    </a:cubicBezTo>
                    <a:close/>
                    <a:moveTo>
                      <a:pt x="16463" y="2916"/>
                    </a:moveTo>
                    <a:cubicBezTo>
                      <a:pt x="16172" y="2916"/>
                      <a:pt x="15954" y="3101"/>
                      <a:pt x="15976" y="3331"/>
                    </a:cubicBezTo>
                    <a:cubicBezTo>
                      <a:pt x="15998" y="3563"/>
                      <a:pt x="16255" y="3752"/>
                      <a:pt x="16549" y="3752"/>
                    </a:cubicBezTo>
                    <a:cubicBezTo>
                      <a:pt x="16844" y="3752"/>
                      <a:pt x="17062" y="3563"/>
                      <a:pt x="17036" y="3331"/>
                    </a:cubicBezTo>
                    <a:cubicBezTo>
                      <a:pt x="17011" y="3101"/>
                      <a:pt x="16754" y="2916"/>
                      <a:pt x="16463" y="2916"/>
                    </a:cubicBezTo>
                    <a:close/>
                    <a:moveTo>
                      <a:pt x="17747" y="2916"/>
                    </a:moveTo>
                    <a:cubicBezTo>
                      <a:pt x="17457" y="2916"/>
                      <a:pt x="17241" y="3101"/>
                      <a:pt x="17267" y="3331"/>
                    </a:cubicBezTo>
                    <a:cubicBezTo>
                      <a:pt x="17293" y="3563"/>
                      <a:pt x="17554" y="3752"/>
                      <a:pt x="17848" y="3752"/>
                    </a:cubicBezTo>
                    <a:cubicBezTo>
                      <a:pt x="18142" y="3752"/>
                      <a:pt x="18358" y="3563"/>
                      <a:pt x="18328" y="3331"/>
                    </a:cubicBezTo>
                    <a:cubicBezTo>
                      <a:pt x="18299" y="3101"/>
                      <a:pt x="18039" y="2916"/>
                      <a:pt x="17747" y="2916"/>
                    </a:cubicBezTo>
                    <a:close/>
                    <a:moveTo>
                      <a:pt x="19051" y="2916"/>
                    </a:moveTo>
                    <a:cubicBezTo>
                      <a:pt x="18759" y="2916"/>
                      <a:pt x="18547" y="3101"/>
                      <a:pt x="18577" y="3331"/>
                    </a:cubicBezTo>
                    <a:cubicBezTo>
                      <a:pt x="18607" y="3563"/>
                      <a:pt x="18871" y="3752"/>
                      <a:pt x="19166" y="3752"/>
                    </a:cubicBezTo>
                    <a:cubicBezTo>
                      <a:pt x="19460" y="3752"/>
                      <a:pt x="19672" y="3563"/>
                      <a:pt x="19638" y="3331"/>
                    </a:cubicBezTo>
                    <a:cubicBezTo>
                      <a:pt x="19605" y="3101"/>
                      <a:pt x="19341" y="2916"/>
                      <a:pt x="19051" y="2916"/>
                    </a:cubicBezTo>
                    <a:close/>
                    <a:moveTo>
                      <a:pt x="828" y="3930"/>
                    </a:moveTo>
                    <a:cubicBezTo>
                      <a:pt x="533" y="3930"/>
                      <a:pt x="272" y="4121"/>
                      <a:pt x="245" y="4358"/>
                    </a:cubicBezTo>
                    <a:cubicBezTo>
                      <a:pt x="219" y="4595"/>
                      <a:pt x="439" y="4790"/>
                      <a:pt x="737" y="4790"/>
                    </a:cubicBezTo>
                    <a:cubicBezTo>
                      <a:pt x="1036" y="4790"/>
                      <a:pt x="1298" y="4595"/>
                      <a:pt x="1321" y="4358"/>
                    </a:cubicBezTo>
                    <a:cubicBezTo>
                      <a:pt x="1344" y="4121"/>
                      <a:pt x="1123" y="3930"/>
                      <a:pt x="828" y="3930"/>
                    </a:cubicBezTo>
                    <a:close/>
                    <a:moveTo>
                      <a:pt x="2147" y="3930"/>
                    </a:moveTo>
                    <a:cubicBezTo>
                      <a:pt x="1852" y="3930"/>
                      <a:pt x="1595" y="4121"/>
                      <a:pt x="1573" y="4358"/>
                    </a:cubicBezTo>
                    <a:cubicBezTo>
                      <a:pt x="1550" y="4595"/>
                      <a:pt x="1774" y="4790"/>
                      <a:pt x="2073" y="4790"/>
                    </a:cubicBezTo>
                    <a:cubicBezTo>
                      <a:pt x="2371" y="4790"/>
                      <a:pt x="2629" y="4595"/>
                      <a:pt x="2648" y="4358"/>
                    </a:cubicBezTo>
                    <a:cubicBezTo>
                      <a:pt x="2667" y="4121"/>
                      <a:pt x="2443" y="3930"/>
                      <a:pt x="2147" y="3930"/>
                    </a:cubicBezTo>
                    <a:close/>
                    <a:moveTo>
                      <a:pt x="3449" y="3930"/>
                    </a:moveTo>
                    <a:cubicBezTo>
                      <a:pt x="3154" y="3930"/>
                      <a:pt x="2900" y="4121"/>
                      <a:pt x="2882" y="4358"/>
                    </a:cubicBezTo>
                    <a:cubicBezTo>
                      <a:pt x="2863" y="4595"/>
                      <a:pt x="3090" y="4790"/>
                      <a:pt x="3389" y="4790"/>
                    </a:cubicBezTo>
                    <a:cubicBezTo>
                      <a:pt x="3688" y="4790"/>
                      <a:pt x="3942" y="4595"/>
                      <a:pt x="3957" y="4358"/>
                    </a:cubicBezTo>
                    <a:cubicBezTo>
                      <a:pt x="3972" y="4121"/>
                      <a:pt x="3744" y="3930"/>
                      <a:pt x="3449" y="3930"/>
                    </a:cubicBezTo>
                    <a:close/>
                    <a:moveTo>
                      <a:pt x="4770" y="3930"/>
                    </a:moveTo>
                    <a:cubicBezTo>
                      <a:pt x="4475" y="3930"/>
                      <a:pt x="4223" y="4121"/>
                      <a:pt x="4209" y="4358"/>
                    </a:cubicBezTo>
                    <a:cubicBezTo>
                      <a:pt x="4195" y="4595"/>
                      <a:pt x="4426" y="4790"/>
                      <a:pt x="4725" y="4790"/>
                    </a:cubicBezTo>
                    <a:cubicBezTo>
                      <a:pt x="5023" y="4790"/>
                      <a:pt x="5274" y="4595"/>
                      <a:pt x="5285" y="4358"/>
                    </a:cubicBezTo>
                    <a:cubicBezTo>
                      <a:pt x="5296" y="4121"/>
                      <a:pt x="5065" y="3930"/>
                      <a:pt x="4770" y="3930"/>
                    </a:cubicBezTo>
                    <a:close/>
                    <a:moveTo>
                      <a:pt x="6072" y="3930"/>
                    </a:moveTo>
                    <a:cubicBezTo>
                      <a:pt x="5777" y="3930"/>
                      <a:pt x="5529" y="4121"/>
                      <a:pt x="5518" y="4358"/>
                    </a:cubicBezTo>
                    <a:cubicBezTo>
                      <a:pt x="5508" y="4595"/>
                      <a:pt x="5742" y="4790"/>
                      <a:pt x="6041" y="4790"/>
                    </a:cubicBezTo>
                    <a:cubicBezTo>
                      <a:pt x="6340" y="4790"/>
                      <a:pt x="6587" y="4595"/>
                      <a:pt x="6594" y="4358"/>
                    </a:cubicBezTo>
                    <a:cubicBezTo>
                      <a:pt x="6601" y="4121"/>
                      <a:pt x="6367" y="3930"/>
                      <a:pt x="6072" y="3930"/>
                    </a:cubicBezTo>
                    <a:close/>
                    <a:moveTo>
                      <a:pt x="7392" y="3930"/>
                    </a:moveTo>
                    <a:cubicBezTo>
                      <a:pt x="7097" y="3930"/>
                      <a:pt x="6852" y="4121"/>
                      <a:pt x="6846" y="4358"/>
                    </a:cubicBezTo>
                    <a:cubicBezTo>
                      <a:pt x="6840" y="4595"/>
                      <a:pt x="7078" y="4790"/>
                      <a:pt x="7376" y="4790"/>
                    </a:cubicBezTo>
                    <a:cubicBezTo>
                      <a:pt x="7675" y="4790"/>
                      <a:pt x="7919" y="4595"/>
                      <a:pt x="7922" y="4358"/>
                    </a:cubicBezTo>
                    <a:cubicBezTo>
                      <a:pt x="7924" y="4121"/>
                      <a:pt x="7687" y="3930"/>
                      <a:pt x="7392" y="3930"/>
                    </a:cubicBezTo>
                    <a:close/>
                    <a:moveTo>
                      <a:pt x="8694" y="3930"/>
                    </a:moveTo>
                    <a:cubicBezTo>
                      <a:pt x="8398" y="3930"/>
                      <a:pt x="8157" y="4121"/>
                      <a:pt x="8155" y="4358"/>
                    </a:cubicBezTo>
                    <a:cubicBezTo>
                      <a:pt x="8154" y="4595"/>
                      <a:pt x="8394" y="4790"/>
                      <a:pt x="8693" y="4790"/>
                    </a:cubicBezTo>
                    <a:cubicBezTo>
                      <a:pt x="8992" y="4790"/>
                      <a:pt x="9232" y="4595"/>
                      <a:pt x="9231" y="4358"/>
                    </a:cubicBezTo>
                    <a:cubicBezTo>
                      <a:pt x="9230" y="4121"/>
                      <a:pt x="8989" y="3930"/>
                      <a:pt x="8694" y="3930"/>
                    </a:cubicBezTo>
                    <a:close/>
                    <a:moveTo>
                      <a:pt x="10014" y="3930"/>
                    </a:moveTo>
                    <a:cubicBezTo>
                      <a:pt x="9719" y="3930"/>
                      <a:pt x="9481" y="4121"/>
                      <a:pt x="9483" y="4358"/>
                    </a:cubicBezTo>
                    <a:cubicBezTo>
                      <a:pt x="9486" y="4595"/>
                      <a:pt x="9729" y="4790"/>
                      <a:pt x="10028" y="4790"/>
                    </a:cubicBezTo>
                    <a:cubicBezTo>
                      <a:pt x="10327" y="4790"/>
                      <a:pt x="10564" y="4595"/>
                      <a:pt x="10559" y="4358"/>
                    </a:cubicBezTo>
                    <a:cubicBezTo>
                      <a:pt x="10554" y="4121"/>
                      <a:pt x="10309" y="3930"/>
                      <a:pt x="10014" y="3930"/>
                    </a:cubicBezTo>
                    <a:close/>
                    <a:moveTo>
                      <a:pt x="11317" y="3930"/>
                    </a:moveTo>
                    <a:cubicBezTo>
                      <a:pt x="11021" y="3930"/>
                      <a:pt x="10786" y="4121"/>
                      <a:pt x="10793" y="4358"/>
                    </a:cubicBezTo>
                    <a:cubicBezTo>
                      <a:pt x="10799" y="4595"/>
                      <a:pt x="11046" y="4790"/>
                      <a:pt x="11345" y="4790"/>
                    </a:cubicBezTo>
                    <a:cubicBezTo>
                      <a:pt x="11644" y="4790"/>
                      <a:pt x="11878" y="4595"/>
                      <a:pt x="11868" y="4358"/>
                    </a:cubicBezTo>
                    <a:cubicBezTo>
                      <a:pt x="11859" y="4121"/>
                      <a:pt x="11612" y="3930"/>
                      <a:pt x="11317" y="3930"/>
                    </a:cubicBezTo>
                    <a:close/>
                    <a:moveTo>
                      <a:pt x="12637" y="3930"/>
                    </a:moveTo>
                    <a:cubicBezTo>
                      <a:pt x="12342" y="3930"/>
                      <a:pt x="12111" y="4121"/>
                      <a:pt x="12121" y="4358"/>
                    </a:cubicBezTo>
                    <a:cubicBezTo>
                      <a:pt x="12132" y="4595"/>
                      <a:pt x="12383" y="4790"/>
                      <a:pt x="12681" y="4790"/>
                    </a:cubicBezTo>
                    <a:cubicBezTo>
                      <a:pt x="12980" y="4790"/>
                      <a:pt x="13211" y="4595"/>
                      <a:pt x="13197" y="4358"/>
                    </a:cubicBezTo>
                    <a:cubicBezTo>
                      <a:pt x="13184" y="4121"/>
                      <a:pt x="12933" y="3930"/>
                      <a:pt x="12637" y="3930"/>
                    </a:cubicBezTo>
                    <a:close/>
                    <a:moveTo>
                      <a:pt x="13940" y="3930"/>
                    </a:moveTo>
                    <a:cubicBezTo>
                      <a:pt x="13645" y="3930"/>
                      <a:pt x="13416" y="4121"/>
                      <a:pt x="13431" y="4358"/>
                    </a:cubicBezTo>
                    <a:cubicBezTo>
                      <a:pt x="13445" y="4595"/>
                      <a:pt x="13700" y="4790"/>
                      <a:pt x="13998" y="4790"/>
                    </a:cubicBezTo>
                    <a:cubicBezTo>
                      <a:pt x="14296" y="4790"/>
                      <a:pt x="14525" y="4595"/>
                      <a:pt x="14507" y="4358"/>
                    </a:cubicBezTo>
                    <a:cubicBezTo>
                      <a:pt x="14489" y="4121"/>
                      <a:pt x="14235" y="3930"/>
                      <a:pt x="13940" y="3930"/>
                    </a:cubicBezTo>
                    <a:close/>
                    <a:moveTo>
                      <a:pt x="15242" y="3930"/>
                    </a:moveTo>
                    <a:cubicBezTo>
                      <a:pt x="14947" y="3930"/>
                      <a:pt x="14722" y="4121"/>
                      <a:pt x="14741" y="4358"/>
                    </a:cubicBezTo>
                    <a:cubicBezTo>
                      <a:pt x="14760" y="4595"/>
                      <a:pt x="15016" y="4790"/>
                      <a:pt x="15315" y="4790"/>
                    </a:cubicBezTo>
                    <a:cubicBezTo>
                      <a:pt x="15614" y="4790"/>
                      <a:pt x="15838" y="4595"/>
                      <a:pt x="15816" y="4358"/>
                    </a:cubicBezTo>
                    <a:cubicBezTo>
                      <a:pt x="15794" y="4121"/>
                      <a:pt x="15537" y="3930"/>
                      <a:pt x="15242" y="3930"/>
                    </a:cubicBezTo>
                    <a:close/>
                    <a:moveTo>
                      <a:pt x="17866" y="3930"/>
                    </a:moveTo>
                    <a:cubicBezTo>
                      <a:pt x="17571" y="3930"/>
                      <a:pt x="17353" y="4121"/>
                      <a:pt x="17379" y="4358"/>
                    </a:cubicBezTo>
                    <a:cubicBezTo>
                      <a:pt x="17406" y="4595"/>
                      <a:pt x="17671" y="4790"/>
                      <a:pt x="17969" y="4790"/>
                    </a:cubicBezTo>
                    <a:cubicBezTo>
                      <a:pt x="18268" y="4790"/>
                      <a:pt x="18485" y="4595"/>
                      <a:pt x="18455" y="4358"/>
                    </a:cubicBezTo>
                    <a:cubicBezTo>
                      <a:pt x="18425" y="4121"/>
                      <a:pt x="18161" y="3930"/>
                      <a:pt x="17866" y="3930"/>
                    </a:cubicBezTo>
                    <a:close/>
                    <a:moveTo>
                      <a:pt x="19187" y="3930"/>
                    </a:moveTo>
                    <a:cubicBezTo>
                      <a:pt x="18892" y="3930"/>
                      <a:pt x="18677" y="4121"/>
                      <a:pt x="18708" y="4358"/>
                    </a:cubicBezTo>
                    <a:cubicBezTo>
                      <a:pt x="18739" y="4595"/>
                      <a:pt x="19007" y="4790"/>
                      <a:pt x="19306" y="4790"/>
                    </a:cubicBezTo>
                    <a:cubicBezTo>
                      <a:pt x="19604" y="4790"/>
                      <a:pt x="19818" y="4595"/>
                      <a:pt x="19784" y="4358"/>
                    </a:cubicBezTo>
                    <a:cubicBezTo>
                      <a:pt x="19749" y="4121"/>
                      <a:pt x="19482" y="3930"/>
                      <a:pt x="19187" y="3930"/>
                    </a:cubicBezTo>
                    <a:close/>
                    <a:moveTo>
                      <a:pt x="725" y="4986"/>
                    </a:moveTo>
                    <a:cubicBezTo>
                      <a:pt x="426" y="4986"/>
                      <a:pt x="160" y="5183"/>
                      <a:pt x="133" y="5426"/>
                    </a:cubicBezTo>
                    <a:cubicBezTo>
                      <a:pt x="106" y="5671"/>
                      <a:pt x="329" y="5870"/>
                      <a:pt x="632" y="5870"/>
                    </a:cubicBezTo>
                    <a:cubicBezTo>
                      <a:pt x="934" y="5870"/>
                      <a:pt x="1200" y="5671"/>
                      <a:pt x="1224" y="5426"/>
                    </a:cubicBezTo>
                    <a:cubicBezTo>
                      <a:pt x="1248" y="5183"/>
                      <a:pt x="1024" y="4986"/>
                      <a:pt x="725" y="4986"/>
                    </a:cubicBezTo>
                    <a:close/>
                    <a:moveTo>
                      <a:pt x="2044" y="4986"/>
                    </a:moveTo>
                    <a:cubicBezTo>
                      <a:pt x="1745" y="4986"/>
                      <a:pt x="1483" y="5183"/>
                      <a:pt x="1461" y="5426"/>
                    </a:cubicBezTo>
                    <a:cubicBezTo>
                      <a:pt x="1437" y="5671"/>
                      <a:pt x="1664" y="5870"/>
                      <a:pt x="1967" y="5870"/>
                    </a:cubicBezTo>
                    <a:cubicBezTo>
                      <a:pt x="2270" y="5870"/>
                      <a:pt x="2531" y="5671"/>
                      <a:pt x="2551" y="5426"/>
                    </a:cubicBezTo>
                    <a:cubicBezTo>
                      <a:pt x="2570" y="5183"/>
                      <a:pt x="2344" y="4986"/>
                      <a:pt x="2044" y="4986"/>
                    </a:cubicBezTo>
                    <a:close/>
                    <a:moveTo>
                      <a:pt x="3383" y="4986"/>
                    </a:moveTo>
                    <a:cubicBezTo>
                      <a:pt x="3083" y="4986"/>
                      <a:pt x="2826" y="5183"/>
                      <a:pt x="2807" y="5426"/>
                    </a:cubicBezTo>
                    <a:cubicBezTo>
                      <a:pt x="2788" y="5671"/>
                      <a:pt x="3018" y="5870"/>
                      <a:pt x="3321" y="5870"/>
                    </a:cubicBezTo>
                    <a:cubicBezTo>
                      <a:pt x="3624" y="5870"/>
                      <a:pt x="3882" y="5671"/>
                      <a:pt x="3898" y="5426"/>
                    </a:cubicBezTo>
                    <a:cubicBezTo>
                      <a:pt x="3913" y="5183"/>
                      <a:pt x="3683" y="4986"/>
                      <a:pt x="3383" y="4986"/>
                    </a:cubicBezTo>
                    <a:close/>
                    <a:moveTo>
                      <a:pt x="4704" y="4986"/>
                    </a:moveTo>
                    <a:cubicBezTo>
                      <a:pt x="4404" y="4986"/>
                      <a:pt x="4149" y="5183"/>
                      <a:pt x="4134" y="5426"/>
                    </a:cubicBezTo>
                    <a:cubicBezTo>
                      <a:pt x="4120" y="5671"/>
                      <a:pt x="4354" y="5870"/>
                      <a:pt x="4657" y="5870"/>
                    </a:cubicBezTo>
                    <a:cubicBezTo>
                      <a:pt x="4959" y="5870"/>
                      <a:pt x="5214" y="5671"/>
                      <a:pt x="5226" y="5426"/>
                    </a:cubicBezTo>
                    <a:cubicBezTo>
                      <a:pt x="5237" y="5183"/>
                      <a:pt x="5003" y="4986"/>
                      <a:pt x="4704" y="4986"/>
                    </a:cubicBezTo>
                    <a:close/>
                    <a:moveTo>
                      <a:pt x="6042" y="4986"/>
                    </a:moveTo>
                    <a:cubicBezTo>
                      <a:pt x="5743" y="4986"/>
                      <a:pt x="5492" y="5183"/>
                      <a:pt x="5481" y="5426"/>
                    </a:cubicBezTo>
                    <a:cubicBezTo>
                      <a:pt x="5471" y="5671"/>
                      <a:pt x="5708" y="5870"/>
                      <a:pt x="6011" y="5870"/>
                    </a:cubicBezTo>
                    <a:cubicBezTo>
                      <a:pt x="6313" y="5870"/>
                      <a:pt x="6565" y="5671"/>
                      <a:pt x="6572" y="5426"/>
                    </a:cubicBezTo>
                    <a:cubicBezTo>
                      <a:pt x="6579" y="5183"/>
                      <a:pt x="6342" y="4986"/>
                      <a:pt x="6042" y="4986"/>
                    </a:cubicBezTo>
                    <a:close/>
                    <a:moveTo>
                      <a:pt x="7362" y="4986"/>
                    </a:moveTo>
                    <a:cubicBezTo>
                      <a:pt x="7063" y="4986"/>
                      <a:pt x="6815" y="5183"/>
                      <a:pt x="6809" y="5426"/>
                    </a:cubicBezTo>
                    <a:cubicBezTo>
                      <a:pt x="6802" y="5671"/>
                      <a:pt x="7043" y="5870"/>
                      <a:pt x="7346" y="5870"/>
                    </a:cubicBezTo>
                    <a:cubicBezTo>
                      <a:pt x="7649" y="5870"/>
                      <a:pt x="7896" y="5671"/>
                      <a:pt x="7899" y="5426"/>
                    </a:cubicBezTo>
                    <a:cubicBezTo>
                      <a:pt x="7902" y="5183"/>
                      <a:pt x="7662" y="4986"/>
                      <a:pt x="7362" y="4986"/>
                    </a:cubicBezTo>
                    <a:close/>
                    <a:moveTo>
                      <a:pt x="8701" y="4986"/>
                    </a:moveTo>
                    <a:cubicBezTo>
                      <a:pt x="8401" y="4986"/>
                      <a:pt x="8157" y="5183"/>
                      <a:pt x="8155" y="5426"/>
                    </a:cubicBezTo>
                    <a:cubicBezTo>
                      <a:pt x="8153" y="5671"/>
                      <a:pt x="8397" y="5870"/>
                      <a:pt x="8700" y="5870"/>
                    </a:cubicBezTo>
                    <a:cubicBezTo>
                      <a:pt x="9004" y="5870"/>
                      <a:pt x="9248" y="5671"/>
                      <a:pt x="9246" y="5426"/>
                    </a:cubicBezTo>
                    <a:cubicBezTo>
                      <a:pt x="9245" y="5183"/>
                      <a:pt x="9001" y="4986"/>
                      <a:pt x="8701" y="4986"/>
                    </a:cubicBezTo>
                    <a:close/>
                    <a:moveTo>
                      <a:pt x="10021" y="4986"/>
                    </a:moveTo>
                    <a:cubicBezTo>
                      <a:pt x="9722" y="4986"/>
                      <a:pt x="9481" y="5183"/>
                      <a:pt x="9483" y="5426"/>
                    </a:cubicBezTo>
                    <a:cubicBezTo>
                      <a:pt x="9486" y="5671"/>
                      <a:pt x="9734" y="5870"/>
                      <a:pt x="10036" y="5870"/>
                    </a:cubicBezTo>
                    <a:cubicBezTo>
                      <a:pt x="10339" y="5870"/>
                      <a:pt x="10580" y="5671"/>
                      <a:pt x="10574" y="5426"/>
                    </a:cubicBezTo>
                    <a:cubicBezTo>
                      <a:pt x="10569" y="5183"/>
                      <a:pt x="10321" y="4986"/>
                      <a:pt x="10021" y="4986"/>
                    </a:cubicBezTo>
                    <a:close/>
                    <a:moveTo>
                      <a:pt x="11361" y="4986"/>
                    </a:moveTo>
                    <a:cubicBezTo>
                      <a:pt x="11061" y="4986"/>
                      <a:pt x="10824" y="5183"/>
                      <a:pt x="10830" y="5426"/>
                    </a:cubicBezTo>
                    <a:cubicBezTo>
                      <a:pt x="10837" y="5671"/>
                      <a:pt x="11088" y="5870"/>
                      <a:pt x="11391" y="5870"/>
                    </a:cubicBezTo>
                    <a:cubicBezTo>
                      <a:pt x="11694" y="5870"/>
                      <a:pt x="11930" y="5671"/>
                      <a:pt x="11920" y="5426"/>
                    </a:cubicBezTo>
                    <a:cubicBezTo>
                      <a:pt x="11910" y="5183"/>
                      <a:pt x="11661" y="4986"/>
                      <a:pt x="11361" y="4986"/>
                    </a:cubicBezTo>
                    <a:close/>
                    <a:moveTo>
                      <a:pt x="12681" y="4986"/>
                    </a:moveTo>
                    <a:cubicBezTo>
                      <a:pt x="12382" y="4986"/>
                      <a:pt x="12148" y="5183"/>
                      <a:pt x="12159" y="5426"/>
                    </a:cubicBezTo>
                    <a:cubicBezTo>
                      <a:pt x="12170" y="5671"/>
                      <a:pt x="12424" y="5870"/>
                      <a:pt x="12726" y="5870"/>
                    </a:cubicBezTo>
                    <a:cubicBezTo>
                      <a:pt x="13030" y="5870"/>
                      <a:pt x="13263" y="5671"/>
                      <a:pt x="13249" y="5426"/>
                    </a:cubicBezTo>
                    <a:cubicBezTo>
                      <a:pt x="13235" y="5183"/>
                      <a:pt x="12981" y="4986"/>
                      <a:pt x="12681" y="4986"/>
                    </a:cubicBezTo>
                    <a:close/>
                    <a:moveTo>
                      <a:pt x="14003" y="4986"/>
                    </a:moveTo>
                    <a:cubicBezTo>
                      <a:pt x="13703" y="4986"/>
                      <a:pt x="13472" y="5183"/>
                      <a:pt x="13487" y="5426"/>
                    </a:cubicBezTo>
                    <a:cubicBezTo>
                      <a:pt x="13502" y="5671"/>
                      <a:pt x="13760" y="5870"/>
                      <a:pt x="14063" y="5870"/>
                    </a:cubicBezTo>
                    <a:cubicBezTo>
                      <a:pt x="14365" y="5870"/>
                      <a:pt x="14597" y="5671"/>
                      <a:pt x="14578" y="5426"/>
                    </a:cubicBezTo>
                    <a:cubicBezTo>
                      <a:pt x="14560" y="5183"/>
                      <a:pt x="14301" y="4986"/>
                      <a:pt x="14003" y="4986"/>
                    </a:cubicBezTo>
                    <a:close/>
                    <a:moveTo>
                      <a:pt x="15342" y="4986"/>
                    </a:moveTo>
                    <a:cubicBezTo>
                      <a:pt x="15042" y="4986"/>
                      <a:pt x="14815" y="5183"/>
                      <a:pt x="14834" y="5426"/>
                    </a:cubicBezTo>
                    <a:cubicBezTo>
                      <a:pt x="14853" y="5671"/>
                      <a:pt x="15115" y="5870"/>
                      <a:pt x="15418" y="5870"/>
                    </a:cubicBezTo>
                    <a:cubicBezTo>
                      <a:pt x="15720" y="5870"/>
                      <a:pt x="15947" y="5671"/>
                      <a:pt x="15925" y="5426"/>
                    </a:cubicBezTo>
                    <a:cubicBezTo>
                      <a:pt x="15902" y="5183"/>
                      <a:pt x="15641" y="4986"/>
                      <a:pt x="15342" y="4986"/>
                    </a:cubicBezTo>
                    <a:close/>
                    <a:moveTo>
                      <a:pt x="16663" y="4986"/>
                    </a:moveTo>
                    <a:cubicBezTo>
                      <a:pt x="16364" y="4986"/>
                      <a:pt x="16140" y="5183"/>
                      <a:pt x="16163" y="5426"/>
                    </a:cubicBezTo>
                    <a:cubicBezTo>
                      <a:pt x="16186" y="5671"/>
                      <a:pt x="16451" y="5870"/>
                      <a:pt x="16753" y="5870"/>
                    </a:cubicBezTo>
                    <a:cubicBezTo>
                      <a:pt x="17056" y="5870"/>
                      <a:pt x="17280" y="5671"/>
                      <a:pt x="17253" y="5426"/>
                    </a:cubicBezTo>
                    <a:cubicBezTo>
                      <a:pt x="17226" y="5183"/>
                      <a:pt x="16962" y="4986"/>
                      <a:pt x="16663" y="4986"/>
                    </a:cubicBezTo>
                    <a:close/>
                    <a:moveTo>
                      <a:pt x="18003" y="4986"/>
                    </a:moveTo>
                    <a:cubicBezTo>
                      <a:pt x="17704" y="4986"/>
                      <a:pt x="17483" y="5183"/>
                      <a:pt x="17510" y="5426"/>
                    </a:cubicBezTo>
                    <a:cubicBezTo>
                      <a:pt x="17538" y="5671"/>
                      <a:pt x="17807" y="5870"/>
                      <a:pt x="18109" y="5870"/>
                    </a:cubicBezTo>
                    <a:cubicBezTo>
                      <a:pt x="18412" y="5870"/>
                      <a:pt x="18632" y="5671"/>
                      <a:pt x="18601" y="5426"/>
                    </a:cubicBezTo>
                    <a:cubicBezTo>
                      <a:pt x="18570" y="5183"/>
                      <a:pt x="18302" y="4986"/>
                      <a:pt x="18003" y="4986"/>
                    </a:cubicBezTo>
                    <a:close/>
                    <a:moveTo>
                      <a:pt x="19324" y="4986"/>
                    </a:moveTo>
                    <a:cubicBezTo>
                      <a:pt x="19024" y="4986"/>
                      <a:pt x="18807" y="5183"/>
                      <a:pt x="18839" y="5426"/>
                    </a:cubicBezTo>
                    <a:cubicBezTo>
                      <a:pt x="18871" y="5671"/>
                      <a:pt x="19143" y="5870"/>
                      <a:pt x="19446" y="5870"/>
                    </a:cubicBezTo>
                    <a:cubicBezTo>
                      <a:pt x="19748" y="5870"/>
                      <a:pt x="19965" y="5671"/>
                      <a:pt x="19930" y="5426"/>
                    </a:cubicBezTo>
                    <a:cubicBezTo>
                      <a:pt x="19895" y="5183"/>
                      <a:pt x="19623" y="4986"/>
                      <a:pt x="19324" y="4986"/>
                    </a:cubicBezTo>
                    <a:close/>
                    <a:moveTo>
                      <a:pt x="602" y="6064"/>
                    </a:moveTo>
                    <a:cubicBezTo>
                      <a:pt x="299" y="6064"/>
                      <a:pt x="30" y="6266"/>
                      <a:pt x="2" y="6516"/>
                    </a:cubicBezTo>
                    <a:cubicBezTo>
                      <a:pt x="-26" y="6767"/>
                      <a:pt x="200" y="6973"/>
                      <a:pt x="507" y="6973"/>
                    </a:cubicBezTo>
                    <a:cubicBezTo>
                      <a:pt x="814" y="6973"/>
                      <a:pt x="1084" y="6767"/>
                      <a:pt x="1109" y="6516"/>
                    </a:cubicBezTo>
                    <a:cubicBezTo>
                      <a:pt x="1133" y="6266"/>
                      <a:pt x="906" y="6064"/>
                      <a:pt x="602" y="6064"/>
                    </a:cubicBezTo>
                    <a:close/>
                    <a:moveTo>
                      <a:pt x="1959" y="6064"/>
                    </a:moveTo>
                    <a:cubicBezTo>
                      <a:pt x="1656" y="6064"/>
                      <a:pt x="1391" y="6266"/>
                      <a:pt x="1367" y="6516"/>
                    </a:cubicBezTo>
                    <a:cubicBezTo>
                      <a:pt x="1343" y="6767"/>
                      <a:pt x="1573" y="6973"/>
                      <a:pt x="1880" y="6973"/>
                    </a:cubicBezTo>
                    <a:cubicBezTo>
                      <a:pt x="2187" y="6973"/>
                      <a:pt x="2453" y="6767"/>
                      <a:pt x="2473" y="6516"/>
                    </a:cubicBezTo>
                    <a:cubicBezTo>
                      <a:pt x="2493" y="6266"/>
                      <a:pt x="2263" y="6064"/>
                      <a:pt x="1959" y="6064"/>
                    </a:cubicBezTo>
                    <a:close/>
                    <a:moveTo>
                      <a:pt x="3298" y="6064"/>
                    </a:moveTo>
                    <a:cubicBezTo>
                      <a:pt x="2994" y="6064"/>
                      <a:pt x="2733" y="6266"/>
                      <a:pt x="2713" y="6516"/>
                    </a:cubicBezTo>
                    <a:cubicBezTo>
                      <a:pt x="2694" y="6767"/>
                      <a:pt x="2927" y="6973"/>
                      <a:pt x="3235" y="6973"/>
                    </a:cubicBezTo>
                    <a:cubicBezTo>
                      <a:pt x="3542" y="6973"/>
                      <a:pt x="3803" y="6767"/>
                      <a:pt x="3819" y="6516"/>
                    </a:cubicBezTo>
                    <a:cubicBezTo>
                      <a:pt x="3835" y="6266"/>
                      <a:pt x="3602" y="6064"/>
                      <a:pt x="3298" y="6064"/>
                    </a:cubicBezTo>
                    <a:close/>
                    <a:moveTo>
                      <a:pt x="4656" y="6064"/>
                    </a:moveTo>
                    <a:cubicBezTo>
                      <a:pt x="4352" y="6064"/>
                      <a:pt x="4093" y="6266"/>
                      <a:pt x="4078" y="6516"/>
                    </a:cubicBezTo>
                    <a:cubicBezTo>
                      <a:pt x="4063" y="6767"/>
                      <a:pt x="4300" y="6973"/>
                      <a:pt x="4608" y="6973"/>
                    </a:cubicBezTo>
                    <a:cubicBezTo>
                      <a:pt x="4915" y="6973"/>
                      <a:pt x="5173" y="6767"/>
                      <a:pt x="5185" y="6516"/>
                    </a:cubicBezTo>
                    <a:cubicBezTo>
                      <a:pt x="5196" y="6266"/>
                      <a:pt x="4959" y="6064"/>
                      <a:pt x="4656" y="6064"/>
                    </a:cubicBezTo>
                    <a:close/>
                    <a:moveTo>
                      <a:pt x="5994" y="6064"/>
                    </a:moveTo>
                    <a:cubicBezTo>
                      <a:pt x="5691" y="6064"/>
                      <a:pt x="5436" y="6266"/>
                      <a:pt x="5425" y="6516"/>
                    </a:cubicBezTo>
                    <a:cubicBezTo>
                      <a:pt x="5414" y="6767"/>
                      <a:pt x="5655" y="6973"/>
                      <a:pt x="5962" y="6973"/>
                    </a:cubicBezTo>
                    <a:cubicBezTo>
                      <a:pt x="6269" y="6973"/>
                      <a:pt x="6524" y="6767"/>
                      <a:pt x="6531" y="6516"/>
                    </a:cubicBezTo>
                    <a:cubicBezTo>
                      <a:pt x="6539" y="6266"/>
                      <a:pt x="6298" y="6064"/>
                      <a:pt x="5994" y="6064"/>
                    </a:cubicBezTo>
                    <a:close/>
                    <a:moveTo>
                      <a:pt x="7352" y="6064"/>
                    </a:moveTo>
                    <a:cubicBezTo>
                      <a:pt x="7048" y="6064"/>
                      <a:pt x="6796" y="6266"/>
                      <a:pt x="6790" y="6516"/>
                    </a:cubicBezTo>
                    <a:cubicBezTo>
                      <a:pt x="6783" y="6767"/>
                      <a:pt x="7028" y="6973"/>
                      <a:pt x="7335" y="6973"/>
                    </a:cubicBezTo>
                    <a:cubicBezTo>
                      <a:pt x="7642" y="6973"/>
                      <a:pt x="7893" y="6767"/>
                      <a:pt x="7896" y="6516"/>
                    </a:cubicBezTo>
                    <a:cubicBezTo>
                      <a:pt x="7899" y="6266"/>
                      <a:pt x="7655" y="6064"/>
                      <a:pt x="7352" y="6064"/>
                    </a:cubicBezTo>
                    <a:close/>
                    <a:moveTo>
                      <a:pt x="8690" y="6064"/>
                    </a:moveTo>
                    <a:cubicBezTo>
                      <a:pt x="8386" y="6064"/>
                      <a:pt x="8139" y="6266"/>
                      <a:pt x="8137" y="6516"/>
                    </a:cubicBezTo>
                    <a:cubicBezTo>
                      <a:pt x="8135" y="6767"/>
                      <a:pt x="8382" y="6973"/>
                      <a:pt x="8690" y="6973"/>
                    </a:cubicBezTo>
                    <a:cubicBezTo>
                      <a:pt x="8997" y="6973"/>
                      <a:pt x="9244" y="6767"/>
                      <a:pt x="9243" y="6516"/>
                    </a:cubicBezTo>
                    <a:cubicBezTo>
                      <a:pt x="9241" y="6266"/>
                      <a:pt x="8995" y="6064"/>
                      <a:pt x="8690" y="6064"/>
                    </a:cubicBezTo>
                    <a:close/>
                    <a:moveTo>
                      <a:pt x="10048" y="6064"/>
                    </a:moveTo>
                    <a:cubicBezTo>
                      <a:pt x="9744" y="6064"/>
                      <a:pt x="9500" y="6266"/>
                      <a:pt x="9502" y="6516"/>
                    </a:cubicBezTo>
                    <a:cubicBezTo>
                      <a:pt x="9504" y="6767"/>
                      <a:pt x="9755" y="6973"/>
                      <a:pt x="10062" y="6973"/>
                    </a:cubicBezTo>
                    <a:cubicBezTo>
                      <a:pt x="10370" y="6973"/>
                      <a:pt x="10614" y="6767"/>
                      <a:pt x="10608" y="6516"/>
                    </a:cubicBezTo>
                    <a:cubicBezTo>
                      <a:pt x="10602" y="6266"/>
                      <a:pt x="10352" y="6064"/>
                      <a:pt x="10048" y="6064"/>
                    </a:cubicBezTo>
                    <a:close/>
                    <a:moveTo>
                      <a:pt x="11387" y="6064"/>
                    </a:moveTo>
                    <a:cubicBezTo>
                      <a:pt x="11083" y="6064"/>
                      <a:pt x="10842" y="6266"/>
                      <a:pt x="10849" y="6516"/>
                    </a:cubicBezTo>
                    <a:cubicBezTo>
                      <a:pt x="10856" y="6767"/>
                      <a:pt x="11110" y="6973"/>
                      <a:pt x="11417" y="6973"/>
                    </a:cubicBezTo>
                    <a:cubicBezTo>
                      <a:pt x="11725" y="6973"/>
                      <a:pt x="11965" y="6767"/>
                      <a:pt x="11954" y="6516"/>
                    </a:cubicBezTo>
                    <a:cubicBezTo>
                      <a:pt x="11944" y="6266"/>
                      <a:pt x="11691" y="6064"/>
                      <a:pt x="11387" y="6064"/>
                    </a:cubicBezTo>
                    <a:close/>
                    <a:moveTo>
                      <a:pt x="12745" y="6064"/>
                    </a:moveTo>
                    <a:cubicBezTo>
                      <a:pt x="12441" y="6064"/>
                      <a:pt x="12204" y="6266"/>
                      <a:pt x="12215" y="6516"/>
                    </a:cubicBezTo>
                    <a:cubicBezTo>
                      <a:pt x="12226" y="6767"/>
                      <a:pt x="12485" y="6973"/>
                      <a:pt x="12791" y="6973"/>
                    </a:cubicBezTo>
                    <a:cubicBezTo>
                      <a:pt x="13099" y="6973"/>
                      <a:pt x="13336" y="6767"/>
                      <a:pt x="13321" y="6516"/>
                    </a:cubicBezTo>
                    <a:cubicBezTo>
                      <a:pt x="13307" y="6266"/>
                      <a:pt x="13048" y="6064"/>
                      <a:pt x="12745" y="6064"/>
                    </a:cubicBezTo>
                    <a:close/>
                    <a:moveTo>
                      <a:pt x="14084" y="6064"/>
                    </a:moveTo>
                    <a:cubicBezTo>
                      <a:pt x="13781" y="6064"/>
                      <a:pt x="13547" y="6266"/>
                      <a:pt x="13562" y="6516"/>
                    </a:cubicBezTo>
                    <a:cubicBezTo>
                      <a:pt x="13577" y="6767"/>
                      <a:pt x="13839" y="6973"/>
                      <a:pt x="14146" y="6973"/>
                    </a:cubicBezTo>
                    <a:cubicBezTo>
                      <a:pt x="14453" y="6973"/>
                      <a:pt x="14687" y="6767"/>
                      <a:pt x="14668" y="6516"/>
                    </a:cubicBezTo>
                    <a:cubicBezTo>
                      <a:pt x="14649" y="6266"/>
                      <a:pt x="14387" y="6064"/>
                      <a:pt x="14084" y="6064"/>
                    </a:cubicBezTo>
                    <a:close/>
                    <a:moveTo>
                      <a:pt x="15424" y="6064"/>
                    </a:moveTo>
                    <a:cubicBezTo>
                      <a:pt x="15120" y="6064"/>
                      <a:pt x="14889" y="6266"/>
                      <a:pt x="14909" y="6516"/>
                    </a:cubicBezTo>
                    <a:cubicBezTo>
                      <a:pt x="14929" y="6767"/>
                      <a:pt x="15194" y="6973"/>
                      <a:pt x="15501" y="6973"/>
                    </a:cubicBezTo>
                    <a:cubicBezTo>
                      <a:pt x="15808" y="6973"/>
                      <a:pt x="16039" y="6767"/>
                      <a:pt x="16015" y="6516"/>
                    </a:cubicBezTo>
                    <a:cubicBezTo>
                      <a:pt x="15992" y="6266"/>
                      <a:pt x="15727" y="6064"/>
                      <a:pt x="15424" y="6064"/>
                    </a:cubicBezTo>
                    <a:close/>
                    <a:moveTo>
                      <a:pt x="16781" y="6064"/>
                    </a:moveTo>
                    <a:cubicBezTo>
                      <a:pt x="16479" y="6064"/>
                      <a:pt x="16251" y="6266"/>
                      <a:pt x="16275" y="6516"/>
                    </a:cubicBezTo>
                    <a:cubicBezTo>
                      <a:pt x="16299" y="6767"/>
                      <a:pt x="16568" y="6973"/>
                      <a:pt x="16875" y="6973"/>
                    </a:cubicBezTo>
                    <a:cubicBezTo>
                      <a:pt x="17182" y="6973"/>
                      <a:pt x="17408" y="6767"/>
                      <a:pt x="17381" y="6516"/>
                    </a:cubicBezTo>
                    <a:cubicBezTo>
                      <a:pt x="17353" y="6266"/>
                      <a:pt x="17085" y="6064"/>
                      <a:pt x="16781" y="6064"/>
                    </a:cubicBezTo>
                    <a:close/>
                    <a:moveTo>
                      <a:pt x="18121" y="6064"/>
                    </a:moveTo>
                    <a:cubicBezTo>
                      <a:pt x="17818" y="6064"/>
                      <a:pt x="17594" y="6266"/>
                      <a:pt x="17623" y="6516"/>
                    </a:cubicBezTo>
                    <a:cubicBezTo>
                      <a:pt x="17651" y="6767"/>
                      <a:pt x="17924" y="6973"/>
                      <a:pt x="18231" y="6973"/>
                    </a:cubicBezTo>
                    <a:cubicBezTo>
                      <a:pt x="18538" y="6973"/>
                      <a:pt x="18761" y="6767"/>
                      <a:pt x="18729" y="6516"/>
                    </a:cubicBezTo>
                    <a:cubicBezTo>
                      <a:pt x="18697" y="6266"/>
                      <a:pt x="18425" y="6064"/>
                      <a:pt x="18121" y="6064"/>
                    </a:cubicBezTo>
                    <a:close/>
                    <a:moveTo>
                      <a:pt x="19480" y="6064"/>
                    </a:moveTo>
                    <a:cubicBezTo>
                      <a:pt x="19176" y="6064"/>
                      <a:pt x="18956" y="6266"/>
                      <a:pt x="18989" y="6516"/>
                    </a:cubicBezTo>
                    <a:cubicBezTo>
                      <a:pt x="19021" y="6767"/>
                      <a:pt x="19297" y="6973"/>
                      <a:pt x="19605" y="6973"/>
                    </a:cubicBezTo>
                    <a:cubicBezTo>
                      <a:pt x="19911" y="6973"/>
                      <a:pt x="20131" y="6767"/>
                      <a:pt x="20095" y="6516"/>
                    </a:cubicBezTo>
                    <a:cubicBezTo>
                      <a:pt x="20059" y="6266"/>
                      <a:pt x="19783" y="6064"/>
                      <a:pt x="19480" y="6064"/>
                    </a:cubicBezTo>
                    <a:close/>
                    <a:moveTo>
                      <a:pt x="1856" y="7184"/>
                    </a:moveTo>
                    <a:cubicBezTo>
                      <a:pt x="1548" y="7184"/>
                      <a:pt x="1279" y="7391"/>
                      <a:pt x="1255" y="7649"/>
                    </a:cubicBezTo>
                    <a:cubicBezTo>
                      <a:pt x="1230" y="7907"/>
                      <a:pt x="1463" y="8119"/>
                      <a:pt x="1774" y="8119"/>
                    </a:cubicBezTo>
                    <a:cubicBezTo>
                      <a:pt x="2086" y="8119"/>
                      <a:pt x="2356" y="7907"/>
                      <a:pt x="2377" y="7649"/>
                    </a:cubicBezTo>
                    <a:cubicBezTo>
                      <a:pt x="2397" y="7391"/>
                      <a:pt x="2164" y="7184"/>
                      <a:pt x="1856" y="7184"/>
                    </a:cubicBezTo>
                    <a:close/>
                    <a:moveTo>
                      <a:pt x="3232" y="7184"/>
                    </a:moveTo>
                    <a:cubicBezTo>
                      <a:pt x="2924" y="7184"/>
                      <a:pt x="2658" y="7391"/>
                      <a:pt x="2638" y="7649"/>
                    </a:cubicBezTo>
                    <a:cubicBezTo>
                      <a:pt x="2618" y="7907"/>
                      <a:pt x="2855" y="8119"/>
                      <a:pt x="3167" y="8119"/>
                    </a:cubicBezTo>
                    <a:cubicBezTo>
                      <a:pt x="3478" y="8119"/>
                      <a:pt x="3744" y="7907"/>
                      <a:pt x="3761" y="7649"/>
                    </a:cubicBezTo>
                    <a:cubicBezTo>
                      <a:pt x="3777" y="7391"/>
                      <a:pt x="3540" y="7184"/>
                      <a:pt x="3232" y="7184"/>
                    </a:cubicBezTo>
                    <a:close/>
                    <a:moveTo>
                      <a:pt x="4590" y="7184"/>
                    </a:moveTo>
                    <a:cubicBezTo>
                      <a:pt x="4281" y="7184"/>
                      <a:pt x="4019" y="7391"/>
                      <a:pt x="4003" y="7649"/>
                    </a:cubicBezTo>
                    <a:cubicBezTo>
                      <a:pt x="3988" y="7907"/>
                      <a:pt x="4228" y="8119"/>
                      <a:pt x="4540" y="8119"/>
                    </a:cubicBezTo>
                    <a:cubicBezTo>
                      <a:pt x="4851" y="8119"/>
                      <a:pt x="5114" y="7907"/>
                      <a:pt x="5126" y="7649"/>
                    </a:cubicBezTo>
                    <a:cubicBezTo>
                      <a:pt x="5138" y="7391"/>
                      <a:pt x="4897" y="7184"/>
                      <a:pt x="4590" y="7184"/>
                    </a:cubicBezTo>
                    <a:close/>
                    <a:moveTo>
                      <a:pt x="5965" y="7184"/>
                    </a:moveTo>
                    <a:cubicBezTo>
                      <a:pt x="5657" y="7184"/>
                      <a:pt x="5398" y="7391"/>
                      <a:pt x="5388" y="7649"/>
                    </a:cubicBezTo>
                    <a:cubicBezTo>
                      <a:pt x="5376" y="7907"/>
                      <a:pt x="5621" y="8119"/>
                      <a:pt x="5932" y="8119"/>
                    </a:cubicBezTo>
                    <a:cubicBezTo>
                      <a:pt x="6244" y="8119"/>
                      <a:pt x="6502" y="7907"/>
                      <a:pt x="6509" y="7649"/>
                    </a:cubicBezTo>
                    <a:cubicBezTo>
                      <a:pt x="6517" y="7391"/>
                      <a:pt x="6273" y="7184"/>
                      <a:pt x="5965" y="7184"/>
                    </a:cubicBezTo>
                    <a:close/>
                    <a:moveTo>
                      <a:pt x="7322" y="7184"/>
                    </a:moveTo>
                    <a:cubicBezTo>
                      <a:pt x="7014" y="7184"/>
                      <a:pt x="6759" y="7391"/>
                      <a:pt x="6752" y="7649"/>
                    </a:cubicBezTo>
                    <a:cubicBezTo>
                      <a:pt x="6746" y="7907"/>
                      <a:pt x="6993" y="8119"/>
                      <a:pt x="7305" y="8119"/>
                    </a:cubicBezTo>
                    <a:cubicBezTo>
                      <a:pt x="7617" y="8119"/>
                      <a:pt x="7871" y="7907"/>
                      <a:pt x="7874" y="7649"/>
                    </a:cubicBezTo>
                    <a:cubicBezTo>
                      <a:pt x="7877" y="7391"/>
                      <a:pt x="7630" y="7184"/>
                      <a:pt x="7322" y="7184"/>
                    </a:cubicBezTo>
                    <a:close/>
                    <a:moveTo>
                      <a:pt x="8698" y="7184"/>
                    </a:moveTo>
                    <a:cubicBezTo>
                      <a:pt x="8390" y="7184"/>
                      <a:pt x="8139" y="7391"/>
                      <a:pt x="8137" y="7649"/>
                    </a:cubicBezTo>
                    <a:cubicBezTo>
                      <a:pt x="8135" y="7907"/>
                      <a:pt x="8385" y="8119"/>
                      <a:pt x="8697" y="8119"/>
                    </a:cubicBezTo>
                    <a:cubicBezTo>
                      <a:pt x="9009" y="8119"/>
                      <a:pt x="9260" y="7907"/>
                      <a:pt x="9258" y="7649"/>
                    </a:cubicBezTo>
                    <a:cubicBezTo>
                      <a:pt x="9257" y="7391"/>
                      <a:pt x="9007" y="7184"/>
                      <a:pt x="8698" y="7184"/>
                    </a:cubicBezTo>
                    <a:close/>
                    <a:moveTo>
                      <a:pt x="10055" y="7184"/>
                    </a:moveTo>
                    <a:cubicBezTo>
                      <a:pt x="9748" y="7184"/>
                      <a:pt x="9500" y="7391"/>
                      <a:pt x="9502" y="7649"/>
                    </a:cubicBezTo>
                    <a:cubicBezTo>
                      <a:pt x="9504" y="7907"/>
                      <a:pt x="9759" y="8119"/>
                      <a:pt x="10070" y="8119"/>
                    </a:cubicBezTo>
                    <a:cubicBezTo>
                      <a:pt x="10382" y="8119"/>
                      <a:pt x="10630" y="7907"/>
                      <a:pt x="10624" y="7649"/>
                    </a:cubicBezTo>
                    <a:cubicBezTo>
                      <a:pt x="10618" y="7391"/>
                      <a:pt x="10364" y="7184"/>
                      <a:pt x="10055" y="7184"/>
                    </a:cubicBezTo>
                    <a:close/>
                    <a:moveTo>
                      <a:pt x="11432" y="7184"/>
                    </a:moveTo>
                    <a:cubicBezTo>
                      <a:pt x="11124" y="7184"/>
                      <a:pt x="10879" y="7391"/>
                      <a:pt x="10886" y="7649"/>
                    </a:cubicBezTo>
                    <a:cubicBezTo>
                      <a:pt x="10893" y="7907"/>
                      <a:pt x="11151" y="8119"/>
                      <a:pt x="11463" y="8119"/>
                    </a:cubicBezTo>
                    <a:cubicBezTo>
                      <a:pt x="11775" y="8119"/>
                      <a:pt x="12018" y="7907"/>
                      <a:pt x="12008" y="7649"/>
                    </a:cubicBezTo>
                    <a:cubicBezTo>
                      <a:pt x="11997" y="7391"/>
                      <a:pt x="11740" y="7184"/>
                      <a:pt x="11432" y="7184"/>
                    </a:cubicBezTo>
                    <a:close/>
                    <a:moveTo>
                      <a:pt x="12790" y="7184"/>
                    </a:moveTo>
                    <a:cubicBezTo>
                      <a:pt x="12482" y="7184"/>
                      <a:pt x="12241" y="7391"/>
                      <a:pt x="12252" y="7649"/>
                    </a:cubicBezTo>
                    <a:cubicBezTo>
                      <a:pt x="12264" y="7907"/>
                      <a:pt x="12526" y="8119"/>
                      <a:pt x="12837" y="8119"/>
                    </a:cubicBezTo>
                    <a:cubicBezTo>
                      <a:pt x="13149" y="8119"/>
                      <a:pt x="13389" y="7907"/>
                      <a:pt x="13374" y="7649"/>
                    </a:cubicBezTo>
                    <a:cubicBezTo>
                      <a:pt x="13359" y="7391"/>
                      <a:pt x="13098" y="7184"/>
                      <a:pt x="12790" y="7184"/>
                    </a:cubicBezTo>
                    <a:close/>
                    <a:moveTo>
                      <a:pt x="14166" y="7184"/>
                    </a:moveTo>
                    <a:cubicBezTo>
                      <a:pt x="13858" y="7184"/>
                      <a:pt x="13621" y="7391"/>
                      <a:pt x="13637" y="7649"/>
                    </a:cubicBezTo>
                    <a:cubicBezTo>
                      <a:pt x="13652" y="7907"/>
                      <a:pt x="13919" y="8119"/>
                      <a:pt x="14230" y="8119"/>
                    </a:cubicBezTo>
                    <a:cubicBezTo>
                      <a:pt x="14541" y="8119"/>
                      <a:pt x="14778" y="7907"/>
                      <a:pt x="14759" y="7649"/>
                    </a:cubicBezTo>
                    <a:cubicBezTo>
                      <a:pt x="14740" y="7391"/>
                      <a:pt x="14474" y="7184"/>
                      <a:pt x="14166" y="7184"/>
                    </a:cubicBezTo>
                    <a:close/>
                    <a:moveTo>
                      <a:pt x="15524" y="7184"/>
                    </a:moveTo>
                    <a:cubicBezTo>
                      <a:pt x="15216" y="7184"/>
                      <a:pt x="14983" y="7391"/>
                      <a:pt x="15003" y="7649"/>
                    </a:cubicBezTo>
                    <a:cubicBezTo>
                      <a:pt x="15023" y="7907"/>
                      <a:pt x="15292" y="8119"/>
                      <a:pt x="15604" y="8119"/>
                    </a:cubicBezTo>
                    <a:cubicBezTo>
                      <a:pt x="15915" y="8119"/>
                      <a:pt x="16149" y="7907"/>
                      <a:pt x="16125" y="7649"/>
                    </a:cubicBezTo>
                    <a:cubicBezTo>
                      <a:pt x="16101" y="7391"/>
                      <a:pt x="15832" y="7184"/>
                      <a:pt x="15524" y="7184"/>
                    </a:cubicBezTo>
                    <a:close/>
                    <a:moveTo>
                      <a:pt x="16901" y="7184"/>
                    </a:moveTo>
                    <a:cubicBezTo>
                      <a:pt x="16593" y="7184"/>
                      <a:pt x="16363" y="7391"/>
                      <a:pt x="16387" y="7649"/>
                    </a:cubicBezTo>
                    <a:cubicBezTo>
                      <a:pt x="16412" y="7907"/>
                      <a:pt x="16686" y="8119"/>
                      <a:pt x="16997" y="8119"/>
                    </a:cubicBezTo>
                    <a:cubicBezTo>
                      <a:pt x="17308" y="8119"/>
                      <a:pt x="17538" y="7907"/>
                      <a:pt x="17509" y="7649"/>
                    </a:cubicBezTo>
                    <a:cubicBezTo>
                      <a:pt x="17481" y="7391"/>
                      <a:pt x="17209" y="7184"/>
                      <a:pt x="16901" y="7184"/>
                    </a:cubicBezTo>
                    <a:close/>
                    <a:moveTo>
                      <a:pt x="18259" y="7184"/>
                    </a:moveTo>
                    <a:cubicBezTo>
                      <a:pt x="17951" y="7184"/>
                      <a:pt x="17725" y="7391"/>
                      <a:pt x="17754" y="7649"/>
                    </a:cubicBezTo>
                    <a:cubicBezTo>
                      <a:pt x="17783" y="7907"/>
                      <a:pt x="18060" y="8119"/>
                      <a:pt x="18371" y="8119"/>
                    </a:cubicBezTo>
                    <a:cubicBezTo>
                      <a:pt x="18683" y="8119"/>
                      <a:pt x="18909" y="7907"/>
                      <a:pt x="18876" y="7649"/>
                    </a:cubicBezTo>
                    <a:cubicBezTo>
                      <a:pt x="18843" y="7391"/>
                      <a:pt x="18567" y="7184"/>
                      <a:pt x="18259" y="7184"/>
                    </a:cubicBezTo>
                    <a:close/>
                    <a:moveTo>
                      <a:pt x="19636" y="7184"/>
                    </a:moveTo>
                    <a:cubicBezTo>
                      <a:pt x="19328" y="7184"/>
                      <a:pt x="19105" y="7391"/>
                      <a:pt x="19139" y="7649"/>
                    </a:cubicBezTo>
                    <a:cubicBezTo>
                      <a:pt x="19173" y="7907"/>
                      <a:pt x="19452" y="8119"/>
                      <a:pt x="19764" y="8119"/>
                    </a:cubicBezTo>
                    <a:cubicBezTo>
                      <a:pt x="20076" y="8119"/>
                      <a:pt x="20298" y="7907"/>
                      <a:pt x="20261" y="7649"/>
                    </a:cubicBezTo>
                    <a:cubicBezTo>
                      <a:pt x="20224" y="7391"/>
                      <a:pt x="19944" y="7184"/>
                      <a:pt x="19636" y="7184"/>
                    </a:cubicBezTo>
                    <a:close/>
                    <a:moveTo>
                      <a:pt x="8687" y="8325"/>
                    </a:moveTo>
                    <a:cubicBezTo>
                      <a:pt x="8374" y="8325"/>
                      <a:pt x="8120" y="8538"/>
                      <a:pt x="8118" y="8803"/>
                    </a:cubicBezTo>
                    <a:cubicBezTo>
                      <a:pt x="8116" y="9069"/>
                      <a:pt x="8370" y="9287"/>
                      <a:pt x="8686" y="9287"/>
                    </a:cubicBezTo>
                    <a:cubicBezTo>
                      <a:pt x="9003" y="9287"/>
                      <a:pt x="9258" y="9069"/>
                      <a:pt x="9256" y="8803"/>
                    </a:cubicBezTo>
                    <a:cubicBezTo>
                      <a:pt x="9255" y="8538"/>
                      <a:pt x="9000" y="8325"/>
                      <a:pt x="8687" y="8325"/>
                    </a:cubicBezTo>
                    <a:close/>
                    <a:moveTo>
                      <a:pt x="10082" y="8325"/>
                    </a:moveTo>
                    <a:cubicBezTo>
                      <a:pt x="9770" y="8325"/>
                      <a:pt x="9518" y="8538"/>
                      <a:pt x="9521" y="8803"/>
                    </a:cubicBezTo>
                    <a:cubicBezTo>
                      <a:pt x="9523" y="9069"/>
                      <a:pt x="9782" y="9287"/>
                      <a:pt x="10097" y="9287"/>
                    </a:cubicBezTo>
                    <a:cubicBezTo>
                      <a:pt x="10414" y="9287"/>
                      <a:pt x="10665" y="9069"/>
                      <a:pt x="10659" y="8803"/>
                    </a:cubicBezTo>
                    <a:cubicBezTo>
                      <a:pt x="10653" y="8538"/>
                      <a:pt x="10395" y="8325"/>
                      <a:pt x="10082" y="8325"/>
                    </a:cubicBezTo>
                    <a:close/>
                    <a:moveTo>
                      <a:pt x="11459" y="8325"/>
                    </a:moveTo>
                    <a:cubicBezTo>
                      <a:pt x="11146" y="8325"/>
                      <a:pt x="10898" y="8538"/>
                      <a:pt x="10905" y="8803"/>
                    </a:cubicBezTo>
                    <a:cubicBezTo>
                      <a:pt x="10912" y="9069"/>
                      <a:pt x="11174" y="9287"/>
                      <a:pt x="11491" y="9287"/>
                    </a:cubicBezTo>
                    <a:cubicBezTo>
                      <a:pt x="11807" y="9287"/>
                      <a:pt x="12054" y="9069"/>
                      <a:pt x="12043" y="8803"/>
                    </a:cubicBezTo>
                    <a:cubicBezTo>
                      <a:pt x="12032" y="8538"/>
                      <a:pt x="11771" y="8325"/>
                      <a:pt x="11459" y="8325"/>
                    </a:cubicBezTo>
                    <a:close/>
                    <a:moveTo>
                      <a:pt x="12853" y="8325"/>
                    </a:moveTo>
                    <a:cubicBezTo>
                      <a:pt x="12541" y="8325"/>
                      <a:pt x="12297" y="8538"/>
                      <a:pt x="12309" y="8803"/>
                    </a:cubicBezTo>
                    <a:cubicBezTo>
                      <a:pt x="12320" y="9069"/>
                      <a:pt x="12586" y="9287"/>
                      <a:pt x="12902" y="9287"/>
                    </a:cubicBezTo>
                    <a:cubicBezTo>
                      <a:pt x="13218" y="9287"/>
                      <a:pt x="13462" y="9069"/>
                      <a:pt x="13447" y="8803"/>
                    </a:cubicBezTo>
                    <a:cubicBezTo>
                      <a:pt x="13431" y="8538"/>
                      <a:pt x="13166" y="8325"/>
                      <a:pt x="12853" y="8325"/>
                    </a:cubicBezTo>
                    <a:close/>
                    <a:moveTo>
                      <a:pt x="14230" y="8325"/>
                    </a:moveTo>
                    <a:cubicBezTo>
                      <a:pt x="13918" y="8325"/>
                      <a:pt x="13677" y="8538"/>
                      <a:pt x="13693" y="8803"/>
                    </a:cubicBezTo>
                    <a:cubicBezTo>
                      <a:pt x="13709" y="9069"/>
                      <a:pt x="13980" y="9287"/>
                      <a:pt x="14295" y="9287"/>
                    </a:cubicBezTo>
                    <a:cubicBezTo>
                      <a:pt x="14611" y="9287"/>
                      <a:pt x="14852" y="9069"/>
                      <a:pt x="14831" y="8803"/>
                    </a:cubicBezTo>
                    <a:cubicBezTo>
                      <a:pt x="14812" y="8538"/>
                      <a:pt x="14542" y="8325"/>
                      <a:pt x="14230" y="8325"/>
                    </a:cubicBezTo>
                    <a:close/>
                    <a:moveTo>
                      <a:pt x="15625" y="8325"/>
                    </a:moveTo>
                    <a:cubicBezTo>
                      <a:pt x="15312" y="8325"/>
                      <a:pt x="15076" y="8538"/>
                      <a:pt x="15096" y="8803"/>
                    </a:cubicBezTo>
                    <a:cubicBezTo>
                      <a:pt x="15117" y="9069"/>
                      <a:pt x="15391" y="9287"/>
                      <a:pt x="15707" y="9287"/>
                    </a:cubicBezTo>
                    <a:cubicBezTo>
                      <a:pt x="16023" y="9287"/>
                      <a:pt x="16260" y="9069"/>
                      <a:pt x="16235" y="8803"/>
                    </a:cubicBezTo>
                    <a:cubicBezTo>
                      <a:pt x="16211" y="8538"/>
                      <a:pt x="15937" y="8325"/>
                      <a:pt x="15625" y="8325"/>
                    </a:cubicBezTo>
                    <a:close/>
                    <a:moveTo>
                      <a:pt x="17019" y="8325"/>
                    </a:moveTo>
                    <a:cubicBezTo>
                      <a:pt x="16707" y="8325"/>
                      <a:pt x="16474" y="8538"/>
                      <a:pt x="16500" y="8803"/>
                    </a:cubicBezTo>
                    <a:cubicBezTo>
                      <a:pt x="16525" y="9069"/>
                      <a:pt x="16803" y="9287"/>
                      <a:pt x="17118" y="9287"/>
                    </a:cubicBezTo>
                    <a:cubicBezTo>
                      <a:pt x="17435" y="9287"/>
                      <a:pt x="17667" y="9069"/>
                      <a:pt x="17637" y="8803"/>
                    </a:cubicBezTo>
                    <a:cubicBezTo>
                      <a:pt x="17608" y="8538"/>
                      <a:pt x="17332" y="8325"/>
                      <a:pt x="17019" y="8325"/>
                    </a:cubicBezTo>
                    <a:close/>
                    <a:moveTo>
                      <a:pt x="18397" y="8325"/>
                    </a:moveTo>
                    <a:cubicBezTo>
                      <a:pt x="18085" y="8325"/>
                      <a:pt x="17855" y="8538"/>
                      <a:pt x="17885" y="8803"/>
                    </a:cubicBezTo>
                    <a:cubicBezTo>
                      <a:pt x="17915" y="9069"/>
                      <a:pt x="18196" y="9287"/>
                      <a:pt x="18512" y="9287"/>
                    </a:cubicBezTo>
                    <a:cubicBezTo>
                      <a:pt x="18828" y="9287"/>
                      <a:pt x="19057" y="9069"/>
                      <a:pt x="19023" y="8803"/>
                    </a:cubicBezTo>
                    <a:cubicBezTo>
                      <a:pt x="18990" y="8538"/>
                      <a:pt x="18709" y="8325"/>
                      <a:pt x="18397" y="8325"/>
                    </a:cubicBezTo>
                    <a:close/>
                    <a:moveTo>
                      <a:pt x="8696" y="9487"/>
                    </a:moveTo>
                    <a:cubicBezTo>
                      <a:pt x="8379" y="9487"/>
                      <a:pt x="8120" y="9706"/>
                      <a:pt x="8118" y="9979"/>
                    </a:cubicBezTo>
                    <a:cubicBezTo>
                      <a:pt x="8116" y="10253"/>
                      <a:pt x="8373" y="10476"/>
                      <a:pt x="8695" y="10476"/>
                    </a:cubicBezTo>
                    <a:cubicBezTo>
                      <a:pt x="9016" y="10476"/>
                      <a:pt x="9275" y="10253"/>
                      <a:pt x="9273" y="9979"/>
                    </a:cubicBezTo>
                    <a:cubicBezTo>
                      <a:pt x="9271" y="9706"/>
                      <a:pt x="9014" y="9487"/>
                      <a:pt x="8696" y="9487"/>
                    </a:cubicBezTo>
                    <a:close/>
                    <a:moveTo>
                      <a:pt x="10090" y="9487"/>
                    </a:moveTo>
                    <a:cubicBezTo>
                      <a:pt x="9774" y="9487"/>
                      <a:pt x="9518" y="9706"/>
                      <a:pt x="9521" y="9979"/>
                    </a:cubicBezTo>
                    <a:cubicBezTo>
                      <a:pt x="9523" y="10253"/>
                      <a:pt x="9786" y="10476"/>
                      <a:pt x="10106" y="10476"/>
                    </a:cubicBezTo>
                    <a:cubicBezTo>
                      <a:pt x="10427" y="10476"/>
                      <a:pt x="10682" y="10253"/>
                      <a:pt x="10676" y="9979"/>
                    </a:cubicBezTo>
                    <a:cubicBezTo>
                      <a:pt x="10670" y="9706"/>
                      <a:pt x="10408" y="9487"/>
                      <a:pt x="10090" y="9487"/>
                    </a:cubicBezTo>
                    <a:close/>
                    <a:moveTo>
                      <a:pt x="11504" y="9487"/>
                    </a:moveTo>
                    <a:cubicBezTo>
                      <a:pt x="11186" y="9487"/>
                      <a:pt x="10935" y="9706"/>
                      <a:pt x="10942" y="9979"/>
                    </a:cubicBezTo>
                    <a:cubicBezTo>
                      <a:pt x="10950" y="10253"/>
                      <a:pt x="11216" y="10476"/>
                      <a:pt x="11537" y="10476"/>
                    </a:cubicBezTo>
                    <a:cubicBezTo>
                      <a:pt x="11858" y="10476"/>
                      <a:pt x="12108" y="10253"/>
                      <a:pt x="12097" y="9979"/>
                    </a:cubicBezTo>
                    <a:cubicBezTo>
                      <a:pt x="12086" y="9706"/>
                      <a:pt x="11821" y="9487"/>
                      <a:pt x="11504" y="9487"/>
                    </a:cubicBezTo>
                    <a:close/>
                    <a:moveTo>
                      <a:pt x="12917" y="9487"/>
                    </a:moveTo>
                    <a:cubicBezTo>
                      <a:pt x="12601" y="9487"/>
                      <a:pt x="12353" y="9706"/>
                      <a:pt x="12365" y="9979"/>
                    </a:cubicBezTo>
                    <a:cubicBezTo>
                      <a:pt x="12377" y="10253"/>
                      <a:pt x="12647" y="10476"/>
                      <a:pt x="12967" y="10476"/>
                    </a:cubicBezTo>
                    <a:cubicBezTo>
                      <a:pt x="13288" y="10476"/>
                      <a:pt x="13536" y="10253"/>
                      <a:pt x="13520" y="9979"/>
                    </a:cubicBezTo>
                    <a:cubicBezTo>
                      <a:pt x="13504" y="9706"/>
                      <a:pt x="13234" y="9487"/>
                      <a:pt x="12917" y="9487"/>
                    </a:cubicBezTo>
                    <a:close/>
                    <a:moveTo>
                      <a:pt x="14312" y="9487"/>
                    </a:moveTo>
                    <a:cubicBezTo>
                      <a:pt x="13996" y="9487"/>
                      <a:pt x="13751" y="9706"/>
                      <a:pt x="13768" y="9979"/>
                    </a:cubicBezTo>
                    <a:cubicBezTo>
                      <a:pt x="13784" y="10253"/>
                      <a:pt x="14059" y="10476"/>
                      <a:pt x="14380" y="10476"/>
                    </a:cubicBezTo>
                    <a:cubicBezTo>
                      <a:pt x="14700" y="10476"/>
                      <a:pt x="14944" y="10253"/>
                      <a:pt x="14924" y="9979"/>
                    </a:cubicBezTo>
                    <a:cubicBezTo>
                      <a:pt x="14903" y="9706"/>
                      <a:pt x="14628" y="9487"/>
                      <a:pt x="14312" y="9487"/>
                    </a:cubicBezTo>
                    <a:close/>
                    <a:moveTo>
                      <a:pt x="15726" y="9487"/>
                    </a:moveTo>
                    <a:cubicBezTo>
                      <a:pt x="15408" y="9487"/>
                      <a:pt x="15168" y="9706"/>
                      <a:pt x="15190" y="9979"/>
                    </a:cubicBezTo>
                    <a:cubicBezTo>
                      <a:pt x="15211" y="10253"/>
                      <a:pt x="15489" y="10476"/>
                      <a:pt x="15811" y="10476"/>
                    </a:cubicBezTo>
                    <a:cubicBezTo>
                      <a:pt x="16131" y="10476"/>
                      <a:pt x="16370" y="10253"/>
                      <a:pt x="16345" y="9979"/>
                    </a:cubicBezTo>
                    <a:cubicBezTo>
                      <a:pt x="16319" y="9706"/>
                      <a:pt x="16042" y="9487"/>
                      <a:pt x="15726" y="9487"/>
                    </a:cubicBezTo>
                    <a:close/>
                    <a:moveTo>
                      <a:pt x="17139" y="9487"/>
                    </a:moveTo>
                    <a:cubicBezTo>
                      <a:pt x="16822" y="9487"/>
                      <a:pt x="16586" y="9706"/>
                      <a:pt x="16612" y="9979"/>
                    </a:cubicBezTo>
                    <a:cubicBezTo>
                      <a:pt x="16638" y="10253"/>
                      <a:pt x="16920" y="10476"/>
                      <a:pt x="17240" y="10476"/>
                    </a:cubicBezTo>
                    <a:cubicBezTo>
                      <a:pt x="17561" y="10476"/>
                      <a:pt x="17797" y="10253"/>
                      <a:pt x="17767" y="9979"/>
                    </a:cubicBezTo>
                    <a:cubicBezTo>
                      <a:pt x="17737" y="9706"/>
                      <a:pt x="17456" y="9487"/>
                      <a:pt x="17139" y="9487"/>
                    </a:cubicBezTo>
                    <a:close/>
                    <a:moveTo>
                      <a:pt x="8686" y="10712"/>
                    </a:moveTo>
                    <a:cubicBezTo>
                      <a:pt x="8364" y="10712"/>
                      <a:pt x="8101" y="10939"/>
                      <a:pt x="8099" y="11220"/>
                    </a:cubicBezTo>
                    <a:cubicBezTo>
                      <a:pt x="8097" y="11503"/>
                      <a:pt x="8359" y="11733"/>
                      <a:pt x="8685" y="11733"/>
                    </a:cubicBezTo>
                    <a:cubicBezTo>
                      <a:pt x="9011" y="11733"/>
                      <a:pt x="9273" y="11503"/>
                      <a:pt x="9271" y="11220"/>
                    </a:cubicBezTo>
                    <a:cubicBezTo>
                      <a:pt x="9270" y="10939"/>
                      <a:pt x="9008" y="10712"/>
                      <a:pt x="8686" y="10712"/>
                    </a:cubicBezTo>
                    <a:close/>
                    <a:moveTo>
                      <a:pt x="10117" y="10712"/>
                    </a:moveTo>
                    <a:cubicBezTo>
                      <a:pt x="9796" y="10712"/>
                      <a:pt x="9537" y="10939"/>
                      <a:pt x="9540" y="11220"/>
                    </a:cubicBezTo>
                    <a:cubicBezTo>
                      <a:pt x="9542" y="11503"/>
                      <a:pt x="9808" y="11733"/>
                      <a:pt x="10133" y="11733"/>
                    </a:cubicBezTo>
                    <a:cubicBezTo>
                      <a:pt x="10460" y="11733"/>
                      <a:pt x="10718" y="11503"/>
                      <a:pt x="10712" y="11220"/>
                    </a:cubicBezTo>
                    <a:cubicBezTo>
                      <a:pt x="10705" y="10939"/>
                      <a:pt x="10439" y="10712"/>
                      <a:pt x="10117" y="10712"/>
                    </a:cubicBezTo>
                    <a:close/>
                    <a:moveTo>
                      <a:pt x="11549" y="10712"/>
                    </a:moveTo>
                    <a:cubicBezTo>
                      <a:pt x="11227" y="10712"/>
                      <a:pt x="10972" y="10939"/>
                      <a:pt x="10980" y="11220"/>
                    </a:cubicBezTo>
                    <a:cubicBezTo>
                      <a:pt x="10987" y="11503"/>
                      <a:pt x="11258" y="11733"/>
                      <a:pt x="11584" y="11733"/>
                    </a:cubicBezTo>
                    <a:cubicBezTo>
                      <a:pt x="11910" y="11733"/>
                      <a:pt x="12163" y="11503"/>
                      <a:pt x="12152" y="11220"/>
                    </a:cubicBezTo>
                    <a:cubicBezTo>
                      <a:pt x="12141" y="10939"/>
                      <a:pt x="11871" y="10712"/>
                      <a:pt x="11549" y="10712"/>
                    </a:cubicBezTo>
                    <a:close/>
                    <a:moveTo>
                      <a:pt x="12981" y="10712"/>
                    </a:moveTo>
                    <a:cubicBezTo>
                      <a:pt x="12659" y="10712"/>
                      <a:pt x="12408" y="10939"/>
                      <a:pt x="12421" y="11220"/>
                    </a:cubicBezTo>
                    <a:cubicBezTo>
                      <a:pt x="12433" y="11503"/>
                      <a:pt x="12707" y="11733"/>
                      <a:pt x="13033" y="11733"/>
                    </a:cubicBezTo>
                    <a:cubicBezTo>
                      <a:pt x="13359" y="11733"/>
                      <a:pt x="13609" y="11503"/>
                      <a:pt x="13593" y="11220"/>
                    </a:cubicBezTo>
                    <a:cubicBezTo>
                      <a:pt x="13577" y="10939"/>
                      <a:pt x="13303" y="10712"/>
                      <a:pt x="12981" y="10712"/>
                    </a:cubicBezTo>
                    <a:close/>
                    <a:moveTo>
                      <a:pt x="14395" y="10712"/>
                    </a:moveTo>
                    <a:cubicBezTo>
                      <a:pt x="14073" y="10712"/>
                      <a:pt x="13825" y="10939"/>
                      <a:pt x="13842" y="11220"/>
                    </a:cubicBezTo>
                    <a:cubicBezTo>
                      <a:pt x="13860" y="11503"/>
                      <a:pt x="14139" y="11733"/>
                      <a:pt x="14464" y="11733"/>
                    </a:cubicBezTo>
                    <a:cubicBezTo>
                      <a:pt x="14789" y="11733"/>
                      <a:pt x="15037" y="11503"/>
                      <a:pt x="15016" y="11220"/>
                    </a:cubicBezTo>
                    <a:cubicBezTo>
                      <a:pt x="14994" y="10939"/>
                      <a:pt x="14716" y="10712"/>
                      <a:pt x="14395" y="10712"/>
                    </a:cubicBezTo>
                    <a:close/>
                    <a:moveTo>
                      <a:pt x="15826" y="10712"/>
                    </a:moveTo>
                    <a:cubicBezTo>
                      <a:pt x="15504" y="10712"/>
                      <a:pt x="15261" y="10939"/>
                      <a:pt x="15283" y="11220"/>
                    </a:cubicBezTo>
                    <a:cubicBezTo>
                      <a:pt x="15306" y="11503"/>
                      <a:pt x="15587" y="11733"/>
                      <a:pt x="15913" y="11733"/>
                    </a:cubicBezTo>
                    <a:cubicBezTo>
                      <a:pt x="16239" y="11733"/>
                      <a:pt x="16482" y="11503"/>
                      <a:pt x="16456" y="11220"/>
                    </a:cubicBezTo>
                    <a:cubicBezTo>
                      <a:pt x="16430" y="10939"/>
                      <a:pt x="16148" y="10712"/>
                      <a:pt x="15826" y="10712"/>
                    </a:cubicBezTo>
                    <a:close/>
                    <a:moveTo>
                      <a:pt x="17258" y="10712"/>
                    </a:moveTo>
                    <a:cubicBezTo>
                      <a:pt x="16937" y="10712"/>
                      <a:pt x="16698" y="10939"/>
                      <a:pt x="16725" y="11220"/>
                    </a:cubicBezTo>
                    <a:cubicBezTo>
                      <a:pt x="16752" y="11503"/>
                      <a:pt x="17038" y="11733"/>
                      <a:pt x="17363" y="11733"/>
                    </a:cubicBezTo>
                    <a:cubicBezTo>
                      <a:pt x="17689" y="11733"/>
                      <a:pt x="17927" y="11503"/>
                      <a:pt x="17896" y="11220"/>
                    </a:cubicBezTo>
                    <a:cubicBezTo>
                      <a:pt x="17865" y="10939"/>
                      <a:pt x="17579" y="10712"/>
                      <a:pt x="17258" y="10712"/>
                    </a:cubicBezTo>
                    <a:close/>
                    <a:moveTo>
                      <a:pt x="10145" y="11959"/>
                    </a:moveTo>
                    <a:cubicBezTo>
                      <a:pt x="9819" y="11959"/>
                      <a:pt x="9556" y="12193"/>
                      <a:pt x="9558" y="12482"/>
                    </a:cubicBezTo>
                    <a:cubicBezTo>
                      <a:pt x="9561" y="12773"/>
                      <a:pt x="9831" y="13011"/>
                      <a:pt x="10162" y="13011"/>
                    </a:cubicBezTo>
                    <a:cubicBezTo>
                      <a:pt x="10493" y="13011"/>
                      <a:pt x="10755" y="12773"/>
                      <a:pt x="10748" y="12482"/>
                    </a:cubicBezTo>
                    <a:cubicBezTo>
                      <a:pt x="10742" y="12193"/>
                      <a:pt x="10472" y="11959"/>
                      <a:pt x="10145" y="11959"/>
                    </a:cubicBezTo>
                    <a:close/>
                    <a:moveTo>
                      <a:pt x="11595" y="11959"/>
                    </a:moveTo>
                    <a:cubicBezTo>
                      <a:pt x="11268" y="11959"/>
                      <a:pt x="11010" y="12193"/>
                      <a:pt x="11017" y="12482"/>
                    </a:cubicBezTo>
                    <a:cubicBezTo>
                      <a:pt x="11025" y="12773"/>
                      <a:pt x="11300" y="13011"/>
                      <a:pt x="11630" y="13011"/>
                    </a:cubicBezTo>
                    <a:cubicBezTo>
                      <a:pt x="11961" y="13011"/>
                      <a:pt x="12219" y="12773"/>
                      <a:pt x="12207" y="12482"/>
                    </a:cubicBezTo>
                    <a:cubicBezTo>
                      <a:pt x="12196" y="12193"/>
                      <a:pt x="11922" y="11959"/>
                      <a:pt x="11595" y="11959"/>
                    </a:cubicBezTo>
                    <a:close/>
                    <a:moveTo>
                      <a:pt x="13045" y="11959"/>
                    </a:moveTo>
                    <a:cubicBezTo>
                      <a:pt x="12719" y="11959"/>
                      <a:pt x="12464" y="12193"/>
                      <a:pt x="12477" y="12482"/>
                    </a:cubicBezTo>
                    <a:cubicBezTo>
                      <a:pt x="12490" y="12773"/>
                      <a:pt x="12769" y="13011"/>
                      <a:pt x="13099" y="13011"/>
                    </a:cubicBezTo>
                    <a:cubicBezTo>
                      <a:pt x="13430" y="13011"/>
                      <a:pt x="13684" y="12773"/>
                      <a:pt x="13667" y="12482"/>
                    </a:cubicBezTo>
                    <a:cubicBezTo>
                      <a:pt x="13650" y="12193"/>
                      <a:pt x="13372" y="11959"/>
                      <a:pt x="13045" y="11959"/>
                    </a:cubicBezTo>
                    <a:close/>
                    <a:moveTo>
                      <a:pt x="14496" y="11959"/>
                    </a:moveTo>
                    <a:cubicBezTo>
                      <a:pt x="14170" y="11959"/>
                      <a:pt x="13919" y="12193"/>
                      <a:pt x="13937" y="12482"/>
                    </a:cubicBezTo>
                    <a:cubicBezTo>
                      <a:pt x="13954" y="12773"/>
                      <a:pt x="14237" y="13011"/>
                      <a:pt x="14568" y="13011"/>
                    </a:cubicBezTo>
                    <a:cubicBezTo>
                      <a:pt x="14898" y="13011"/>
                      <a:pt x="15149" y="12773"/>
                      <a:pt x="15127" y="12482"/>
                    </a:cubicBezTo>
                    <a:cubicBezTo>
                      <a:pt x="15105" y="12193"/>
                      <a:pt x="14822" y="11959"/>
                      <a:pt x="14496" y="11959"/>
                    </a:cubicBezTo>
                    <a:close/>
                    <a:moveTo>
                      <a:pt x="15928" y="11959"/>
                    </a:moveTo>
                    <a:cubicBezTo>
                      <a:pt x="15601" y="11959"/>
                      <a:pt x="15354" y="12193"/>
                      <a:pt x="15377" y="12482"/>
                    </a:cubicBezTo>
                    <a:cubicBezTo>
                      <a:pt x="15400" y="12773"/>
                      <a:pt x="15687" y="13011"/>
                      <a:pt x="16017" y="13011"/>
                    </a:cubicBezTo>
                    <a:cubicBezTo>
                      <a:pt x="16348" y="13011"/>
                      <a:pt x="16595" y="12773"/>
                      <a:pt x="16568" y="12482"/>
                    </a:cubicBezTo>
                    <a:cubicBezTo>
                      <a:pt x="16541" y="12193"/>
                      <a:pt x="16254" y="11959"/>
                      <a:pt x="15928" y="11959"/>
                    </a:cubicBezTo>
                    <a:close/>
                    <a:moveTo>
                      <a:pt x="17378" y="11959"/>
                    </a:moveTo>
                    <a:cubicBezTo>
                      <a:pt x="17052" y="11959"/>
                      <a:pt x="16809" y="12193"/>
                      <a:pt x="16837" y="12482"/>
                    </a:cubicBezTo>
                    <a:cubicBezTo>
                      <a:pt x="16865" y="12773"/>
                      <a:pt x="17156" y="13011"/>
                      <a:pt x="17486" y="13011"/>
                    </a:cubicBezTo>
                    <a:cubicBezTo>
                      <a:pt x="17817" y="13011"/>
                      <a:pt x="18058" y="12773"/>
                      <a:pt x="18027" y="12482"/>
                    </a:cubicBezTo>
                    <a:cubicBezTo>
                      <a:pt x="17995" y="12193"/>
                      <a:pt x="17704" y="11959"/>
                      <a:pt x="17378" y="11959"/>
                    </a:cubicBezTo>
                    <a:close/>
                    <a:moveTo>
                      <a:pt x="10153" y="13248"/>
                    </a:moveTo>
                    <a:cubicBezTo>
                      <a:pt x="9822" y="13248"/>
                      <a:pt x="9555" y="13488"/>
                      <a:pt x="9558" y="13787"/>
                    </a:cubicBezTo>
                    <a:cubicBezTo>
                      <a:pt x="9561" y="14087"/>
                      <a:pt x="9836" y="14332"/>
                      <a:pt x="10171" y="14332"/>
                    </a:cubicBezTo>
                    <a:cubicBezTo>
                      <a:pt x="10507" y="14332"/>
                      <a:pt x="10774" y="14087"/>
                      <a:pt x="10767" y="13787"/>
                    </a:cubicBezTo>
                    <a:cubicBezTo>
                      <a:pt x="10760" y="13488"/>
                      <a:pt x="10485" y="13248"/>
                      <a:pt x="10153" y="13248"/>
                    </a:cubicBezTo>
                    <a:close/>
                    <a:moveTo>
                      <a:pt x="11622" y="13248"/>
                    </a:moveTo>
                    <a:cubicBezTo>
                      <a:pt x="11290" y="13248"/>
                      <a:pt x="11028" y="13488"/>
                      <a:pt x="11036" y="13787"/>
                    </a:cubicBezTo>
                    <a:cubicBezTo>
                      <a:pt x="11044" y="14087"/>
                      <a:pt x="11323" y="14332"/>
                      <a:pt x="11659" y="14332"/>
                    </a:cubicBezTo>
                    <a:cubicBezTo>
                      <a:pt x="11995" y="14332"/>
                      <a:pt x="12256" y="14087"/>
                      <a:pt x="12244" y="13787"/>
                    </a:cubicBezTo>
                    <a:cubicBezTo>
                      <a:pt x="12232" y="13488"/>
                      <a:pt x="11954" y="13248"/>
                      <a:pt x="11622" y="13248"/>
                    </a:cubicBezTo>
                    <a:close/>
                    <a:moveTo>
                      <a:pt x="13110" y="13248"/>
                    </a:moveTo>
                    <a:cubicBezTo>
                      <a:pt x="12779" y="13248"/>
                      <a:pt x="12520" y="13488"/>
                      <a:pt x="12533" y="13787"/>
                    </a:cubicBezTo>
                    <a:cubicBezTo>
                      <a:pt x="12546" y="14087"/>
                      <a:pt x="12829" y="14332"/>
                      <a:pt x="13165" y="14332"/>
                    </a:cubicBezTo>
                    <a:cubicBezTo>
                      <a:pt x="13501" y="14332"/>
                      <a:pt x="13759" y="14087"/>
                      <a:pt x="13742" y="13787"/>
                    </a:cubicBezTo>
                    <a:cubicBezTo>
                      <a:pt x="13725" y="13488"/>
                      <a:pt x="13442" y="13248"/>
                      <a:pt x="13110" y="13248"/>
                    </a:cubicBezTo>
                    <a:close/>
                    <a:moveTo>
                      <a:pt x="14580" y="13248"/>
                    </a:moveTo>
                    <a:cubicBezTo>
                      <a:pt x="14248" y="13248"/>
                      <a:pt x="13993" y="13488"/>
                      <a:pt x="14011" y="13787"/>
                    </a:cubicBezTo>
                    <a:cubicBezTo>
                      <a:pt x="14030" y="14087"/>
                      <a:pt x="14318" y="14332"/>
                      <a:pt x="14653" y="14332"/>
                    </a:cubicBezTo>
                    <a:cubicBezTo>
                      <a:pt x="14988" y="14332"/>
                      <a:pt x="15243" y="14087"/>
                      <a:pt x="15220" y="13787"/>
                    </a:cubicBezTo>
                    <a:cubicBezTo>
                      <a:pt x="15198" y="13488"/>
                      <a:pt x="14910" y="13248"/>
                      <a:pt x="14580" y="13248"/>
                    </a:cubicBezTo>
                    <a:close/>
                    <a:moveTo>
                      <a:pt x="16048" y="13248"/>
                    </a:moveTo>
                    <a:cubicBezTo>
                      <a:pt x="15716" y="13248"/>
                      <a:pt x="15466" y="13488"/>
                      <a:pt x="15490" y="13787"/>
                    </a:cubicBezTo>
                    <a:cubicBezTo>
                      <a:pt x="15513" y="14087"/>
                      <a:pt x="15804" y="14332"/>
                      <a:pt x="16140" y="14332"/>
                    </a:cubicBezTo>
                    <a:cubicBezTo>
                      <a:pt x="16476" y="14332"/>
                      <a:pt x="16726" y="14087"/>
                      <a:pt x="16698" y="13787"/>
                    </a:cubicBezTo>
                    <a:cubicBezTo>
                      <a:pt x="16671" y="13488"/>
                      <a:pt x="16379" y="13248"/>
                      <a:pt x="16048" y="13248"/>
                    </a:cubicBezTo>
                    <a:close/>
                    <a:moveTo>
                      <a:pt x="17516" y="13248"/>
                    </a:moveTo>
                    <a:cubicBezTo>
                      <a:pt x="17185" y="13248"/>
                      <a:pt x="16939" y="13488"/>
                      <a:pt x="16968" y="13787"/>
                    </a:cubicBezTo>
                    <a:cubicBezTo>
                      <a:pt x="16996" y="14087"/>
                      <a:pt x="17292" y="14332"/>
                      <a:pt x="17627" y="14332"/>
                    </a:cubicBezTo>
                    <a:cubicBezTo>
                      <a:pt x="17964" y="14332"/>
                      <a:pt x="18209" y="14087"/>
                      <a:pt x="18176" y="13787"/>
                    </a:cubicBezTo>
                    <a:cubicBezTo>
                      <a:pt x="18143" y="13488"/>
                      <a:pt x="17848" y="13248"/>
                      <a:pt x="17516" y="13248"/>
                    </a:cubicBezTo>
                    <a:close/>
                    <a:moveTo>
                      <a:pt x="8695" y="14579"/>
                    </a:moveTo>
                    <a:cubicBezTo>
                      <a:pt x="8358" y="14579"/>
                      <a:pt x="8083" y="14828"/>
                      <a:pt x="8081" y="15135"/>
                    </a:cubicBezTo>
                    <a:cubicBezTo>
                      <a:pt x="8078" y="15446"/>
                      <a:pt x="8352" y="15698"/>
                      <a:pt x="8694" y="15698"/>
                    </a:cubicBezTo>
                    <a:cubicBezTo>
                      <a:pt x="9035" y="15698"/>
                      <a:pt x="9310" y="15446"/>
                      <a:pt x="9308" y="15135"/>
                    </a:cubicBezTo>
                    <a:cubicBezTo>
                      <a:pt x="9306" y="14828"/>
                      <a:pt x="9032" y="14579"/>
                      <a:pt x="8695" y="14579"/>
                    </a:cubicBezTo>
                    <a:close/>
                    <a:moveTo>
                      <a:pt x="10181" y="14579"/>
                    </a:moveTo>
                    <a:cubicBezTo>
                      <a:pt x="9845" y="14579"/>
                      <a:pt x="9574" y="14828"/>
                      <a:pt x="9577" y="15135"/>
                    </a:cubicBezTo>
                    <a:cubicBezTo>
                      <a:pt x="9580" y="15446"/>
                      <a:pt x="9859" y="15698"/>
                      <a:pt x="10200" y="15698"/>
                    </a:cubicBezTo>
                    <a:cubicBezTo>
                      <a:pt x="10541" y="15698"/>
                      <a:pt x="10812" y="15446"/>
                      <a:pt x="10805" y="15135"/>
                    </a:cubicBezTo>
                    <a:cubicBezTo>
                      <a:pt x="10797" y="14828"/>
                      <a:pt x="10519" y="14579"/>
                      <a:pt x="10181" y="14579"/>
                    </a:cubicBezTo>
                    <a:close/>
                    <a:moveTo>
                      <a:pt x="11669" y="14579"/>
                    </a:moveTo>
                    <a:cubicBezTo>
                      <a:pt x="11332" y="14579"/>
                      <a:pt x="11065" y="14828"/>
                      <a:pt x="11073" y="15135"/>
                    </a:cubicBezTo>
                    <a:cubicBezTo>
                      <a:pt x="11082" y="15446"/>
                      <a:pt x="11365" y="15698"/>
                      <a:pt x="11706" y="15698"/>
                    </a:cubicBezTo>
                    <a:cubicBezTo>
                      <a:pt x="12048" y="15698"/>
                      <a:pt x="12313" y="15446"/>
                      <a:pt x="12300" y="15135"/>
                    </a:cubicBezTo>
                    <a:cubicBezTo>
                      <a:pt x="12288" y="14828"/>
                      <a:pt x="12006" y="14579"/>
                      <a:pt x="11669" y="14579"/>
                    </a:cubicBezTo>
                    <a:close/>
                    <a:moveTo>
                      <a:pt x="13174" y="14579"/>
                    </a:moveTo>
                    <a:cubicBezTo>
                      <a:pt x="12838" y="14579"/>
                      <a:pt x="12575" y="14828"/>
                      <a:pt x="12589" y="15135"/>
                    </a:cubicBezTo>
                    <a:cubicBezTo>
                      <a:pt x="12603" y="15446"/>
                      <a:pt x="12891" y="15698"/>
                      <a:pt x="13232" y="15698"/>
                    </a:cubicBezTo>
                    <a:cubicBezTo>
                      <a:pt x="13573" y="15698"/>
                      <a:pt x="13835" y="15446"/>
                      <a:pt x="13817" y="15135"/>
                    </a:cubicBezTo>
                    <a:cubicBezTo>
                      <a:pt x="13799" y="14828"/>
                      <a:pt x="13511" y="14579"/>
                      <a:pt x="13174" y="14579"/>
                    </a:cubicBezTo>
                    <a:close/>
                    <a:moveTo>
                      <a:pt x="14663" y="14579"/>
                    </a:moveTo>
                    <a:cubicBezTo>
                      <a:pt x="14326" y="14579"/>
                      <a:pt x="14067" y="14828"/>
                      <a:pt x="14086" y="15135"/>
                    </a:cubicBezTo>
                    <a:cubicBezTo>
                      <a:pt x="14105" y="15446"/>
                      <a:pt x="14398" y="15698"/>
                      <a:pt x="14738" y="15698"/>
                    </a:cubicBezTo>
                    <a:cubicBezTo>
                      <a:pt x="15079" y="15698"/>
                      <a:pt x="15338" y="15446"/>
                      <a:pt x="15314" y="15135"/>
                    </a:cubicBezTo>
                    <a:cubicBezTo>
                      <a:pt x="15291" y="14828"/>
                      <a:pt x="14999" y="14579"/>
                      <a:pt x="14663" y="14579"/>
                    </a:cubicBezTo>
                    <a:close/>
                    <a:moveTo>
                      <a:pt x="16168" y="14579"/>
                    </a:moveTo>
                    <a:cubicBezTo>
                      <a:pt x="15831" y="14579"/>
                      <a:pt x="15578" y="14828"/>
                      <a:pt x="15602" y="15135"/>
                    </a:cubicBezTo>
                    <a:cubicBezTo>
                      <a:pt x="15626" y="15446"/>
                      <a:pt x="15922" y="15698"/>
                      <a:pt x="16264" y="15698"/>
                    </a:cubicBezTo>
                    <a:cubicBezTo>
                      <a:pt x="16604" y="15698"/>
                      <a:pt x="16858" y="15446"/>
                      <a:pt x="16829" y="15135"/>
                    </a:cubicBezTo>
                    <a:cubicBezTo>
                      <a:pt x="16801" y="14828"/>
                      <a:pt x="16505" y="14579"/>
                      <a:pt x="16168" y="14579"/>
                    </a:cubicBezTo>
                    <a:close/>
                    <a:moveTo>
                      <a:pt x="17655" y="14579"/>
                    </a:moveTo>
                    <a:cubicBezTo>
                      <a:pt x="17319" y="14579"/>
                      <a:pt x="17069" y="14828"/>
                      <a:pt x="17099" y="15135"/>
                    </a:cubicBezTo>
                    <a:cubicBezTo>
                      <a:pt x="17128" y="15446"/>
                      <a:pt x="17429" y="15698"/>
                      <a:pt x="17770" y="15698"/>
                    </a:cubicBezTo>
                    <a:cubicBezTo>
                      <a:pt x="18111" y="15698"/>
                      <a:pt x="18360" y="15446"/>
                      <a:pt x="18326" y="15135"/>
                    </a:cubicBezTo>
                    <a:cubicBezTo>
                      <a:pt x="18292" y="14828"/>
                      <a:pt x="17992" y="14579"/>
                      <a:pt x="17655" y="14579"/>
                    </a:cubicBezTo>
                    <a:close/>
                    <a:moveTo>
                      <a:pt x="20650" y="14579"/>
                    </a:moveTo>
                    <a:cubicBezTo>
                      <a:pt x="20313" y="14579"/>
                      <a:pt x="20072" y="14828"/>
                      <a:pt x="20112" y="15135"/>
                    </a:cubicBezTo>
                    <a:cubicBezTo>
                      <a:pt x="20153" y="15446"/>
                      <a:pt x="20462" y="15698"/>
                      <a:pt x="20804" y="15698"/>
                    </a:cubicBezTo>
                    <a:cubicBezTo>
                      <a:pt x="21144" y="15698"/>
                      <a:pt x="21385" y="15446"/>
                      <a:pt x="21340" y="15135"/>
                    </a:cubicBezTo>
                    <a:cubicBezTo>
                      <a:pt x="21296" y="14828"/>
                      <a:pt x="20986" y="14579"/>
                      <a:pt x="20650" y="14579"/>
                    </a:cubicBezTo>
                    <a:close/>
                    <a:moveTo>
                      <a:pt x="10209" y="15952"/>
                    </a:moveTo>
                    <a:cubicBezTo>
                      <a:pt x="9868" y="15952"/>
                      <a:pt x="9593" y="16208"/>
                      <a:pt x="9596" y="16526"/>
                    </a:cubicBezTo>
                    <a:cubicBezTo>
                      <a:pt x="9599" y="16846"/>
                      <a:pt x="9882" y="17107"/>
                      <a:pt x="10228" y="17107"/>
                    </a:cubicBezTo>
                    <a:cubicBezTo>
                      <a:pt x="10575" y="17107"/>
                      <a:pt x="10850" y="16846"/>
                      <a:pt x="10843" y="16526"/>
                    </a:cubicBezTo>
                    <a:cubicBezTo>
                      <a:pt x="10835" y="16208"/>
                      <a:pt x="10552" y="15952"/>
                      <a:pt x="10209" y="15952"/>
                    </a:cubicBezTo>
                    <a:close/>
                    <a:moveTo>
                      <a:pt x="11715" y="15952"/>
                    </a:moveTo>
                    <a:cubicBezTo>
                      <a:pt x="11373" y="15952"/>
                      <a:pt x="11102" y="16208"/>
                      <a:pt x="11111" y="16526"/>
                    </a:cubicBezTo>
                    <a:cubicBezTo>
                      <a:pt x="11119" y="16846"/>
                      <a:pt x="11407" y="17107"/>
                      <a:pt x="11754" y="17107"/>
                    </a:cubicBezTo>
                    <a:cubicBezTo>
                      <a:pt x="12101" y="17107"/>
                      <a:pt x="12371" y="16846"/>
                      <a:pt x="12358" y="16526"/>
                    </a:cubicBezTo>
                    <a:cubicBezTo>
                      <a:pt x="12345" y="16208"/>
                      <a:pt x="12057" y="15952"/>
                      <a:pt x="11715" y="15952"/>
                    </a:cubicBezTo>
                    <a:close/>
                    <a:moveTo>
                      <a:pt x="13240" y="15952"/>
                    </a:moveTo>
                    <a:cubicBezTo>
                      <a:pt x="12898" y="15952"/>
                      <a:pt x="12631" y="16208"/>
                      <a:pt x="12645" y="16526"/>
                    </a:cubicBezTo>
                    <a:cubicBezTo>
                      <a:pt x="12659" y="16846"/>
                      <a:pt x="12952" y="17107"/>
                      <a:pt x="13298" y="17107"/>
                    </a:cubicBezTo>
                    <a:cubicBezTo>
                      <a:pt x="13645" y="17107"/>
                      <a:pt x="13911" y="16846"/>
                      <a:pt x="13893" y="16526"/>
                    </a:cubicBezTo>
                    <a:cubicBezTo>
                      <a:pt x="13874" y="16208"/>
                      <a:pt x="13582" y="15952"/>
                      <a:pt x="13240" y="15952"/>
                    </a:cubicBezTo>
                    <a:close/>
                    <a:moveTo>
                      <a:pt x="14765" y="15952"/>
                    </a:moveTo>
                    <a:cubicBezTo>
                      <a:pt x="14423" y="15952"/>
                      <a:pt x="14160" y="16208"/>
                      <a:pt x="14180" y="16526"/>
                    </a:cubicBezTo>
                    <a:cubicBezTo>
                      <a:pt x="14199" y="16846"/>
                      <a:pt x="14497" y="17107"/>
                      <a:pt x="14843" y="17107"/>
                    </a:cubicBezTo>
                    <a:cubicBezTo>
                      <a:pt x="15189" y="17107"/>
                      <a:pt x="15451" y="16846"/>
                      <a:pt x="15427" y="16526"/>
                    </a:cubicBezTo>
                    <a:cubicBezTo>
                      <a:pt x="15403" y="16208"/>
                      <a:pt x="15106" y="15952"/>
                      <a:pt x="14765" y="15952"/>
                    </a:cubicBezTo>
                    <a:close/>
                    <a:moveTo>
                      <a:pt x="16270" y="15952"/>
                    </a:moveTo>
                    <a:cubicBezTo>
                      <a:pt x="15928" y="15952"/>
                      <a:pt x="15670" y="16208"/>
                      <a:pt x="15695" y="16526"/>
                    </a:cubicBezTo>
                    <a:cubicBezTo>
                      <a:pt x="15720" y="16846"/>
                      <a:pt x="16022" y="17107"/>
                      <a:pt x="16369" y="17107"/>
                    </a:cubicBezTo>
                    <a:cubicBezTo>
                      <a:pt x="16715" y="17107"/>
                      <a:pt x="16972" y="16846"/>
                      <a:pt x="16943" y="16526"/>
                    </a:cubicBezTo>
                    <a:cubicBezTo>
                      <a:pt x="16913" y="16208"/>
                      <a:pt x="16612" y="15952"/>
                      <a:pt x="16270" y="15952"/>
                    </a:cubicBezTo>
                    <a:close/>
                    <a:moveTo>
                      <a:pt x="19320" y="15952"/>
                    </a:moveTo>
                    <a:cubicBezTo>
                      <a:pt x="18978" y="15952"/>
                      <a:pt x="18729" y="16208"/>
                      <a:pt x="18765" y="16526"/>
                    </a:cubicBezTo>
                    <a:cubicBezTo>
                      <a:pt x="18801" y="16846"/>
                      <a:pt x="19112" y="17107"/>
                      <a:pt x="19458" y="17107"/>
                    </a:cubicBezTo>
                    <a:cubicBezTo>
                      <a:pt x="19804" y="17107"/>
                      <a:pt x="20053" y="16846"/>
                      <a:pt x="20012" y="16526"/>
                    </a:cubicBezTo>
                    <a:cubicBezTo>
                      <a:pt x="19972" y="16208"/>
                      <a:pt x="19662" y="15952"/>
                      <a:pt x="19320" y="15952"/>
                    </a:cubicBezTo>
                    <a:close/>
                    <a:moveTo>
                      <a:pt x="20826" y="15952"/>
                    </a:moveTo>
                    <a:cubicBezTo>
                      <a:pt x="20483" y="15952"/>
                      <a:pt x="20239" y="16208"/>
                      <a:pt x="20281" y="16526"/>
                    </a:cubicBezTo>
                    <a:cubicBezTo>
                      <a:pt x="20323" y="16846"/>
                      <a:pt x="20638" y="17107"/>
                      <a:pt x="20985" y="17107"/>
                    </a:cubicBezTo>
                    <a:cubicBezTo>
                      <a:pt x="21331" y="17107"/>
                      <a:pt x="21574" y="16846"/>
                      <a:pt x="21528" y="16526"/>
                    </a:cubicBezTo>
                    <a:cubicBezTo>
                      <a:pt x="21482" y="16208"/>
                      <a:pt x="21167" y="15952"/>
                      <a:pt x="20826" y="15952"/>
                    </a:cubicBezTo>
                    <a:close/>
                    <a:moveTo>
                      <a:pt x="10219" y="17347"/>
                    </a:moveTo>
                    <a:cubicBezTo>
                      <a:pt x="9872" y="17347"/>
                      <a:pt x="9593" y="17611"/>
                      <a:pt x="9596" y="17939"/>
                    </a:cubicBezTo>
                    <a:cubicBezTo>
                      <a:pt x="9599" y="18270"/>
                      <a:pt x="9887" y="18539"/>
                      <a:pt x="10239" y="18539"/>
                    </a:cubicBezTo>
                    <a:cubicBezTo>
                      <a:pt x="10592" y="18539"/>
                      <a:pt x="10871" y="18270"/>
                      <a:pt x="10863" y="17939"/>
                    </a:cubicBezTo>
                    <a:cubicBezTo>
                      <a:pt x="10856" y="17611"/>
                      <a:pt x="10567" y="17347"/>
                      <a:pt x="10219" y="17347"/>
                    </a:cubicBezTo>
                    <a:close/>
                    <a:moveTo>
                      <a:pt x="11763" y="17347"/>
                    </a:moveTo>
                    <a:cubicBezTo>
                      <a:pt x="11415" y="17347"/>
                      <a:pt x="11140" y="17611"/>
                      <a:pt x="11148" y="17939"/>
                    </a:cubicBezTo>
                    <a:cubicBezTo>
                      <a:pt x="11157" y="18270"/>
                      <a:pt x="11450" y="18539"/>
                      <a:pt x="11802" y="18539"/>
                    </a:cubicBezTo>
                    <a:cubicBezTo>
                      <a:pt x="12155" y="18539"/>
                      <a:pt x="12429" y="18270"/>
                      <a:pt x="12416" y="17939"/>
                    </a:cubicBezTo>
                    <a:cubicBezTo>
                      <a:pt x="12402" y="17611"/>
                      <a:pt x="12110" y="17347"/>
                      <a:pt x="11763" y="17347"/>
                    </a:cubicBezTo>
                    <a:close/>
                    <a:moveTo>
                      <a:pt x="13305" y="17347"/>
                    </a:moveTo>
                    <a:cubicBezTo>
                      <a:pt x="12958" y="17347"/>
                      <a:pt x="12687" y="17611"/>
                      <a:pt x="12701" y="17939"/>
                    </a:cubicBezTo>
                    <a:cubicBezTo>
                      <a:pt x="12716" y="18270"/>
                      <a:pt x="13014" y="18539"/>
                      <a:pt x="13365" y="18539"/>
                    </a:cubicBezTo>
                    <a:cubicBezTo>
                      <a:pt x="13718" y="18539"/>
                      <a:pt x="13988" y="18270"/>
                      <a:pt x="13969" y="17939"/>
                    </a:cubicBezTo>
                    <a:cubicBezTo>
                      <a:pt x="13950" y="17611"/>
                      <a:pt x="13653" y="17347"/>
                      <a:pt x="13305" y="17347"/>
                    </a:cubicBezTo>
                    <a:close/>
                    <a:moveTo>
                      <a:pt x="14848" y="17347"/>
                    </a:moveTo>
                    <a:cubicBezTo>
                      <a:pt x="14501" y="17347"/>
                      <a:pt x="14235" y="17611"/>
                      <a:pt x="14254" y="17939"/>
                    </a:cubicBezTo>
                    <a:cubicBezTo>
                      <a:pt x="14275" y="18270"/>
                      <a:pt x="14578" y="18539"/>
                      <a:pt x="14930" y="18539"/>
                    </a:cubicBezTo>
                    <a:cubicBezTo>
                      <a:pt x="15281" y="18539"/>
                      <a:pt x="15547" y="18270"/>
                      <a:pt x="15522" y="17939"/>
                    </a:cubicBezTo>
                    <a:cubicBezTo>
                      <a:pt x="15498" y="17611"/>
                      <a:pt x="15195" y="17347"/>
                      <a:pt x="14848" y="17347"/>
                    </a:cubicBezTo>
                    <a:close/>
                    <a:moveTo>
                      <a:pt x="19477" y="17347"/>
                    </a:moveTo>
                    <a:cubicBezTo>
                      <a:pt x="19130" y="17347"/>
                      <a:pt x="18877" y="17611"/>
                      <a:pt x="18914" y="17939"/>
                    </a:cubicBezTo>
                    <a:cubicBezTo>
                      <a:pt x="18952" y="18270"/>
                      <a:pt x="19268" y="18539"/>
                      <a:pt x="19620" y="18539"/>
                    </a:cubicBezTo>
                    <a:cubicBezTo>
                      <a:pt x="19972" y="18539"/>
                      <a:pt x="20224" y="18270"/>
                      <a:pt x="20182" y="17939"/>
                    </a:cubicBezTo>
                    <a:cubicBezTo>
                      <a:pt x="20141" y="17611"/>
                      <a:pt x="19825" y="17347"/>
                      <a:pt x="19477" y="17347"/>
                    </a:cubicBezTo>
                    <a:close/>
                    <a:moveTo>
                      <a:pt x="10248" y="18826"/>
                    </a:moveTo>
                    <a:cubicBezTo>
                      <a:pt x="9895" y="18826"/>
                      <a:pt x="9611" y="19098"/>
                      <a:pt x="9614" y="19438"/>
                    </a:cubicBezTo>
                    <a:cubicBezTo>
                      <a:pt x="9618" y="19780"/>
                      <a:pt x="9911" y="20058"/>
                      <a:pt x="10268" y="20058"/>
                    </a:cubicBezTo>
                    <a:cubicBezTo>
                      <a:pt x="10627" y="20058"/>
                      <a:pt x="10911" y="19780"/>
                      <a:pt x="10903" y="19438"/>
                    </a:cubicBezTo>
                    <a:cubicBezTo>
                      <a:pt x="10895" y="19098"/>
                      <a:pt x="10602" y="18826"/>
                      <a:pt x="10248" y="18826"/>
                    </a:cubicBezTo>
                    <a:close/>
                    <a:moveTo>
                      <a:pt x="11810" y="18826"/>
                    </a:moveTo>
                    <a:cubicBezTo>
                      <a:pt x="11456" y="18826"/>
                      <a:pt x="11177" y="19098"/>
                      <a:pt x="11186" y="19438"/>
                    </a:cubicBezTo>
                    <a:cubicBezTo>
                      <a:pt x="11195" y="19780"/>
                      <a:pt x="11492" y="20058"/>
                      <a:pt x="11851" y="20058"/>
                    </a:cubicBezTo>
                    <a:cubicBezTo>
                      <a:pt x="12209" y="20058"/>
                      <a:pt x="12487" y="19780"/>
                      <a:pt x="12473" y="19438"/>
                    </a:cubicBezTo>
                    <a:cubicBezTo>
                      <a:pt x="12460" y="19098"/>
                      <a:pt x="12163" y="18826"/>
                      <a:pt x="11810" y="18826"/>
                    </a:cubicBezTo>
                    <a:close/>
                    <a:moveTo>
                      <a:pt x="13389" y="18826"/>
                    </a:moveTo>
                    <a:cubicBezTo>
                      <a:pt x="13036" y="18826"/>
                      <a:pt x="12761" y="19098"/>
                      <a:pt x="12776" y="19438"/>
                    </a:cubicBezTo>
                    <a:cubicBezTo>
                      <a:pt x="12791" y="19780"/>
                      <a:pt x="13094" y="20058"/>
                      <a:pt x="13452" y="20058"/>
                    </a:cubicBezTo>
                    <a:cubicBezTo>
                      <a:pt x="13810" y="20058"/>
                      <a:pt x="14084" y="19780"/>
                      <a:pt x="14065" y="19438"/>
                    </a:cubicBezTo>
                    <a:cubicBezTo>
                      <a:pt x="14045" y="19098"/>
                      <a:pt x="13743" y="18826"/>
                      <a:pt x="13389" y="18826"/>
                    </a:cubicBezTo>
                    <a:close/>
                    <a:moveTo>
                      <a:pt x="14951" y="18826"/>
                    </a:moveTo>
                    <a:cubicBezTo>
                      <a:pt x="14598" y="18826"/>
                      <a:pt x="14327" y="19098"/>
                      <a:pt x="14348" y="19438"/>
                    </a:cubicBezTo>
                    <a:cubicBezTo>
                      <a:pt x="14369" y="19780"/>
                      <a:pt x="14677" y="20058"/>
                      <a:pt x="15035" y="20058"/>
                    </a:cubicBezTo>
                    <a:cubicBezTo>
                      <a:pt x="15392" y="20058"/>
                      <a:pt x="15663" y="19780"/>
                      <a:pt x="15637" y="19438"/>
                    </a:cubicBezTo>
                    <a:cubicBezTo>
                      <a:pt x="15611" y="19098"/>
                      <a:pt x="15303" y="18826"/>
                      <a:pt x="14951" y="18826"/>
                    </a:cubicBezTo>
                    <a:close/>
                    <a:moveTo>
                      <a:pt x="11876" y="20326"/>
                    </a:moveTo>
                    <a:cubicBezTo>
                      <a:pt x="11517" y="20326"/>
                      <a:pt x="11233" y="20608"/>
                      <a:pt x="11242" y="20959"/>
                    </a:cubicBezTo>
                    <a:cubicBezTo>
                      <a:pt x="11251" y="21312"/>
                      <a:pt x="11554" y="21600"/>
                      <a:pt x="11919" y="21600"/>
                    </a:cubicBezTo>
                    <a:cubicBezTo>
                      <a:pt x="12283" y="21600"/>
                      <a:pt x="12566" y="21312"/>
                      <a:pt x="12552" y="20959"/>
                    </a:cubicBezTo>
                    <a:cubicBezTo>
                      <a:pt x="12537" y="20608"/>
                      <a:pt x="12235" y="20326"/>
                      <a:pt x="11876" y="20326"/>
                    </a:cubicBezTo>
                    <a:close/>
                    <a:moveTo>
                      <a:pt x="13455" y="20326"/>
                    </a:moveTo>
                    <a:cubicBezTo>
                      <a:pt x="13096" y="20326"/>
                      <a:pt x="12817" y="20608"/>
                      <a:pt x="12832" y="20959"/>
                    </a:cubicBezTo>
                    <a:cubicBezTo>
                      <a:pt x="12848" y="21312"/>
                      <a:pt x="13156" y="21600"/>
                      <a:pt x="13520" y="21600"/>
                    </a:cubicBezTo>
                    <a:cubicBezTo>
                      <a:pt x="13884" y="21600"/>
                      <a:pt x="14163" y="21312"/>
                      <a:pt x="14142" y="20959"/>
                    </a:cubicBezTo>
                    <a:cubicBezTo>
                      <a:pt x="14122" y="20608"/>
                      <a:pt x="13814" y="20326"/>
                      <a:pt x="13455" y="20326"/>
                    </a:cubicBezTo>
                    <a:close/>
                  </a:path>
                </a:pathLst>
              </a:custGeom>
              <a:solidFill>
                <a:srgbClr val="33B9A0"/>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defRPr sz="1400">
                    <a:solidFill>
                      <a:srgbClr val="FFFFFF"/>
                    </a:solidFill>
                    <a:effectLst>
                      <a:outerShdw blurRad="38100" dist="12700" dir="5400000" rotWithShape="0">
                        <a:srgbClr val="000000">
                          <a:alpha val="50000"/>
                        </a:srgbClr>
                      </a:outerShdw>
                    </a:effectLst>
                  </a:defRPr>
                </a:pPr>
                <a:endParaRPr sz="637" dirty="0">
                  <a:solidFill>
                    <a:srgbClr val="FFFFFF"/>
                  </a:solidFill>
                  <a:effectLst>
                    <a:outerShdw blurRad="38100" dist="12700" dir="5400000" rotWithShape="0">
                      <a:srgbClr val="000000">
                        <a:alpha val="50000"/>
                      </a:srgbClr>
                    </a:outerShdw>
                  </a:effectLst>
                  <a:latin typeface="Calibri"/>
                </a:endParaRPr>
              </a:p>
            </p:txBody>
          </p:sp>
          <p:sp>
            <p:nvSpPr>
              <p:cNvPr id="20" name="Shape 10">
                <a:extLst>
                  <a:ext uri="{FF2B5EF4-FFF2-40B4-BE49-F238E27FC236}">
                    <a16:creationId xmlns:a16="http://schemas.microsoft.com/office/drawing/2014/main" id="{5E4BA738-C982-DE64-4BFC-5099E8A316A1}"/>
                  </a:ext>
                </a:extLst>
              </p:cNvPr>
              <p:cNvSpPr/>
              <p:nvPr/>
            </p:nvSpPr>
            <p:spPr>
              <a:xfrm>
                <a:off x="9623811" y="3768229"/>
                <a:ext cx="2005096" cy="1340754"/>
              </a:xfrm>
              <a:custGeom>
                <a:avLst/>
                <a:gdLst/>
                <a:ahLst/>
                <a:cxnLst>
                  <a:cxn ang="0">
                    <a:pos x="wd2" y="hd2"/>
                  </a:cxn>
                  <a:cxn ang="5400000">
                    <a:pos x="wd2" y="hd2"/>
                  </a:cxn>
                  <a:cxn ang="10800000">
                    <a:pos x="wd2" y="hd2"/>
                  </a:cxn>
                  <a:cxn ang="16200000">
                    <a:pos x="wd2" y="hd2"/>
                  </a:cxn>
                </a:cxnLst>
                <a:rect l="0" t="0" r="r" b="b"/>
                <a:pathLst>
                  <a:path w="21376" h="21600" extrusionOk="0">
                    <a:moveTo>
                      <a:pt x="5773" y="0"/>
                    </a:moveTo>
                    <a:cubicBezTo>
                      <a:pt x="5372" y="0"/>
                      <a:pt x="5176" y="390"/>
                      <a:pt x="5336" y="874"/>
                    </a:cubicBezTo>
                    <a:cubicBezTo>
                      <a:pt x="5496" y="1361"/>
                      <a:pt x="5956" y="1758"/>
                      <a:pt x="6362" y="1758"/>
                    </a:cubicBezTo>
                    <a:cubicBezTo>
                      <a:pt x="6771" y="1758"/>
                      <a:pt x="6965" y="1361"/>
                      <a:pt x="6800" y="874"/>
                    </a:cubicBezTo>
                    <a:cubicBezTo>
                      <a:pt x="6635" y="390"/>
                      <a:pt x="6176" y="0"/>
                      <a:pt x="5773" y="0"/>
                    </a:cubicBezTo>
                    <a:close/>
                    <a:moveTo>
                      <a:pt x="9340" y="0"/>
                    </a:moveTo>
                    <a:cubicBezTo>
                      <a:pt x="8939" y="0"/>
                      <a:pt x="8752" y="390"/>
                      <a:pt x="8924" y="874"/>
                    </a:cubicBezTo>
                    <a:cubicBezTo>
                      <a:pt x="9097" y="1361"/>
                      <a:pt x="9569" y="1758"/>
                      <a:pt x="9975" y="1758"/>
                    </a:cubicBezTo>
                    <a:cubicBezTo>
                      <a:pt x="10383" y="1758"/>
                      <a:pt x="10568" y="1361"/>
                      <a:pt x="10389" y="874"/>
                    </a:cubicBezTo>
                    <a:cubicBezTo>
                      <a:pt x="10212" y="390"/>
                      <a:pt x="9743" y="0"/>
                      <a:pt x="9340" y="0"/>
                    </a:cubicBezTo>
                    <a:close/>
                    <a:moveTo>
                      <a:pt x="2894" y="2157"/>
                    </a:moveTo>
                    <a:cubicBezTo>
                      <a:pt x="2485" y="2157"/>
                      <a:pt x="2277" y="2561"/>
                      <a:pt x="2429" y="3059"/>
                    </a:cubicBezTo>
                    <a:cubicBezTo>
                      <a:pt x="2582" y="3563"/>
                      <a:pt x="3041" y="3971"/>
                      <a:pt x="3455" y="3971"/>
                    </a:cubicBezTo>
                    <a:cubicBezTo>
                      <a:pt x="3868" y="3971"/>
                      <a:pt x="4074" y="3563"/>
                      <a:pt x="3916" y="3059"/>
                    </a:cubicBezTo>
                    <a:cubicBezTo>
                      <a:pt x="3759" y="2561"/>
                      <a:pt x="3301" y="2157"/>
                      <a:pt x="2894" y="2157"/>
                    </a:cubicBezTo>
                    <a:close/>
                    <a:moveTo>
                      <a:pt x="4698" y="2157"/>
                    </a:moveTo>
                    <a:cubicBezTo>
                      <a:pt x="4291" y="2157"/>
                      <a:pt x="4088" y="2561"/>
                      <a:pt x="4246" y="3059"/>
                    </a:cubicBezTo>
                    <a:cubicBezTo>
                      <a:pt x="4406" y="3563"/>
                      <a:pt x="4870" y="3971"/>
                      <a:pt x="5283" y="3971"/>
                    </a:cubicBezTo>
                    <a:cubicBezTo>
                      <a:pt x="5697" y="3971"/>
                      <a:pt x="5899" y="3563"/>
                      <a:pt x="5734" y="3059"/>
                    </a:cubicBezTo>
                    <a:cubicBezTo>
                      <a:pt x="5570" y="2561"/>
                      <a:pt x="5107" y="2157"/>
                      <a:pt x="4698" y="2157"/>
                    </a:cubicBezTo>
                    <a:close/>
                    <a:moveTo>
                      <a:pt x="6503" y="2157"/>
                    </a:moveTo>
                    <a:cubicBezTo>
                      <a:pt x="6095" y="2157"/>
                      <a:pt x="5898" y="2561"/>
                      <a:pt x="6063" y="3059"/>
                    </a:cubicBezTo>
                    <a:cubicBezTo>
                      <a:pt x="6229" y="3563"/>
                      <a:pt x="6698" y="3971"/>
                      <a:pt x="7112" y="3971"/>
                    </a:cubicBezTo>
                    <a:cubicBezTo>
                      <a:pt x="7526" y="3971"/>
                      <a:pt x="7722" y="3563"/>
                      <a:pt x="7551" y="3059"/>
                    </a:cubicBezTo>
                    <a:cubicBezTo>
                      <a:pt x="7381" y="2561"/>
                      <a:pt x="6913" y="2157"/>
                      <a:pt x="6503" y="2157"/>
                    </a:cubicBezTo>
                    <a:close/>
                    <a:moveTo>
                      <a:pt x="8309" y="2157"/>
                    </a:moveTo>
                    <a:cubicBezTo>
                      <a:pt x="7900" y="2157"/>
                      <a:pt x="7709" y="2561"/>
                      <a:pt x="7880" y="3059"/>
                    </a:cubicBezTo>
                    <a:cubicBezTo>
                      <a:pt x="8053" y="3563"/>
                      <a:pt x="8526" y="3971"/>
                      <a:pt x="8941" y="3971"/>
                    </a:cubicBezTo>
                    <a:cubicBezTo>
                      <a:pt x="9354" y="3971"/>
                      <a:pt x="9545" y="3563"/>
                      <a:pt x="9367" y="3059"/>
                    </a:cubicBezTo>
                    <a:cubicBezTo>
                      <a:pt x="9191" y="2561"/>
                      <a:pt x="8718" y="2157"/>
                      <a:pt x="8309" y="2157"/>
                    </a:cubicBezTo>
                    <a:close/>
                    <a:moveTo>
                      <a:pt x="10115" y="2157"/>
                    </a:moveTo>
                    <a:cubicBezTo>
                      <a:pt x="9707" y="2157"/>
                      <a:pt x="9520" y="2561"/>
                      <a:pt x="9698" y="3059"/>
                    </a:cubicBezTo>
                    <a:cubicBezTo>
                      <a:pt x="9877" y="3563"/>
                      <a:pt x="10357" y="3971"/>
                      <a:pt x="10770" y="3971"/>
                    </a:cubicBezTo>
                    <a:cubicBezTo>
                      <a:pt x="11184" y="3971"/>
                      <a:pt x="11369" y="3563"/>
                      <a:pt x="11185" y="3059"/>
                    </a:cubicBezTo>
                    <a:cubicBezTo>
                      <a:pt x="11003" y="2561"/>
                      <a:pt x="10524" y="2157"/>
                      <a:pt x="10115" y="2157"/>
                    </a:cubicBezTo>
                    <a:close/>
                    <a:moveTo>
                      <a:pt x="11944" y="2157"/>
                    </a:moveTo>
                    <a:cubicBezTo>
                      <a:pt x="11535" y="2157"/>
                      <a:pt x="11354" y="2561"/>
                      <a:pt x="11538" y="3059"/>
                    </a:cubicBezTo>
                    <a:cubicBezTo>
                      <a:pt x="11723" y="3563"/>
                      <a:pt x="12208" y="3971"/>
                      <a:pt x="12622" y="3971"/>
                    </a:cubicBezTo>
                    <a:cubicBezTo>
                      <a:pt x="13036" y="3971"/>
                      <a:pt x="13215" y="3563"/>
                      <a:pt x="13024" y="3059"/>
                    </a:cubicBezTo>
                    <a:cubicBezTo>
                      <a:pt x="12835" y="2561"/>
                      <a:pt x="12352" y="2157"/>
                      <a:pt x="11944" y="2157"/>
                    </a:cubicBezTo>
                    <a:close/>
                    <a:moveTo>
                      <a:pt x="1729" y="4383"/>
                    </a:moveTo>
                    <a:cubicBezTo>
                      <a:pt x="1313" y="4383"/>
                      <a:pt x="1099" y="4797"/>
                      <a:pt x="1249" y="5313"/>
                    </a:cubicBezTo>
                    <a:cubicBezTo>
                      <a:pt x="1400" y="5831"/>
                      <a:pt x="1863" y="6254"/>
                      <a:pt x="2284" y="6254"/>
                    </a:cubicBezTo>
                    <a:cubicBezTo>
                      <a:pt x="2703" y="6254"/>
                      <a:pt x="2917" y="5831"/>
                      <a:pt x="2760" y="5313"/>
                    </a:cubicBezTo>
                    <a:cubicBezTo>
                      <a:pt x="2605" y="4797"/>
                      <a:pt x="2143" y="4383"/>
                      <a:pt x="1729" y="4383"/>
                    </a:cubicBezTo>
                    <a:close/>
                    <a:moveTo>
                      <a:pt x="3578" y="4383"/>
                    </a:moveTo>
                    <a:cubicBezTo>
                      <a:pt x="3163" y="4383"/>
                      <a:pt x="2954" y="4797"/>
                      <a:pt x="3111" y="5313"/>
                    </a:cubicBezTo>
                    <a:cubicBezTo>
                      <a:pt x="3269" y="5831"/>
                      <a:pt x="3738" y="6254"/>
                      <a:pt x="4158" y="6254"/>
                    </a:cubicBezTo>
                    <a:cubicBezTo>
                      <a:pt x="4578" y="6254"/>
                      <a:pt x="4786" y="5831"/>
                      <a:pt x="4623" y="5313"/>
                    </a:cubicBezTo>
                    <a:cubicBezTo>
                      <a:pt x="4460" y="4797"/>
                      <a:pt x="3993" y="4383"/>
                      <a:pt x="3578" y="4383"/>
                    </a:cubicBezTo>
                    <a:close/>
                    <a:moveTo>
                      <a:pt x="5407" y="4383"/>
                    </a:moveTo>
                    <a:cubicBezTo>
                      <a:pt x="4992" y="4383"/>
                      <a:pt x="4787" y="4797"/>
                      <a:pt x="4951" y="5313"/>
                    </a:cubicBezTo>
                    <a:cubicBezTo>
                      <a:pt x="5115" y="5831"/>
                      <a:pt x="5590" y="6254"/>
                      <a:pt x="6010" y="6254"/>
                    </a:cubicBezTo>
                    <a:cubicBezTo>
                      <a:pt x="6430" y="6254"/>
                      <a:pt x="6632" y="5831"/>
                      <a:pt x="6462" y="5313"/>
                    </a:cubicBezTo>
                    <a:cubicBezTo>
                      <a:pt x="6293" y="4797"/>
                      <a:pt x="5821" y="4383"/>
                      <a:pt x="5407" y="4383"/>
                    </a:cubicBezTo>
                    <a:close/>
                    <a:moveTo>
                      <a:pt x="7256" y="4383"/>
                    </a:moveTo>
                    <a:cubicBezTo>
                      <a:pt x="6842" y="4383"/>
                      <a:pt x="6643" y="4797"/>
                      <a:pt x="6814" y="5313"/>
                    </a:cubicBezTo>
                    <a:cubicBezTo>
                      <a:pt x="6985" y="5831"/>
                      <a:pt x="7463" y="6254"/>
                      <a:pt x="7883" y="6254"/>
                    </a:cubicBezTo>
                    <a:cubicBezTo>
                      <a:pt x="8305" y="6254"/>
                      <a:pt x="8501" y="5831"/>
                      <a:pt x="8325" y="5313"/>
                    </a:cubicBezTo>
                    <a:cubicBezTo>
                      <a:pt x="8149" y="4797"/>
                      <a:pt x="7672" y="4383"/>
                      <a:pt x="7256" y="4383"/>
                    </a:cubicBezTo>
                    <a:close/>
                    <a:moveTo>
                      <a:pt x="9084" y="4383"/>
                    </a:moveTo>
                    <a:cubicBezTo>
                      <a:pt x="8669" y="4383"/>
                      <a:pt x="8477" y="4797"/>
                      <a:pt x="8654" y="5313"/>
                    </a:cubicBezTo>
                    <a:cubicBezTo>
                      <a:pt x="8832" y="5831"/>
                      <a:pt x="9316" y="6254"/>
                      <a:pt x="9736" y="6254"/>
                    </a:cubicBezTo>
                    <a:cubicBezTo>
                      <a:pt x="10157" y="6254"/>
                      <a:pt x="10347" y="5831"/>
                      <a:pt x="10164" y="5313"/>
                    </a:cubicBezTo>
                    <a:cubicBezTo>
                      <a:pt x="9982" y="4797"/>
                      <a:pt x="9500" y="4383"/>
                      <a:pt x="9084" y="4383"/>
                    </a:cubicBezTo>
                    <a:close/>
                    <a:moveTo>
                      <a:pt x="10935" y="4383"/>
                    </a:moveTo>
                    <a:cubicBezTo>
                      <a:pt x="10521" y="4383"/>
                      <a:pt x="10333" y="4797"/>
                      <a:pt x="10516" y="5313"/>
                    </a:cubicBezTo>
                    <a:cubicBezTo>
                      <a:pt x="10701" y="5831"/>
                      <a:pt x="11192" y="6254"/>
                      <a:pt x="11611" y="6254"/>
                    </a:cubicBezTo>
                    <a:cubicBezTo>
                      <a:pt x="12033" y="6254"/>
                      <a:pt x="12218" y="5831"/>
                      <a:pt x="12028" y="5313"/>
                    </a:cubicBezTo>
                    <a:cubicBezTo>
                      <a:pt x="11839" y="4797"/>
                      <a:pt x="11351" y="4383"/>
                      <a:pt x="10935" y="4383"/>
                    </a:cubicBezTo>
                    <a:close/>
                    <a:moveTo>
                      <a:pt x="12764" y="4383"/>
                    </a:moveTo>
                    <a:cubicBezTo>
                      <a:pt x="12349" y="4383"/>
                      <a:pt x="12166" y="4797"/>
                      <a:pt x="12356" y="5313"/>
                    </a:cubicBezTo>
                    <a:cubicBezTo>
                      <a:pt x="12548" y="5831"/>
                      <a:pt x="13044" y="6254"/>
                      <a:pt x="13465" y="6254"/>
                    </a:cubicBezTo>
                    <a:cubicBezTo>
                      <a:pt x="13885" y="6254"/>
                      <a:pt x="14064" y="5831"/>
                      <a:pt x="13867" y="5313"/>
                    </a:cubicBezTo>
                    <a:cubicBezTo>
                      <a:pt x="13672" y="4797"/>
                      <a:pt x="13179" y="4383"/>
                      <a:pt x="12764" y="4383"/>
                    </a:cubicBezTo>
                    <a:close/>
                    <a:moveTo>
                      <a:pt x="20123" y="4383"/>
                    </a:moveTo>
                    <a:cubicBezTo>
                      <a:pt x="19710" y="4383"/>
                      <a:pt x="19547" y="4797"/>
                      <a:pt x="19764" y="5313"/>
                    </a:cubicBezTo>
                    <a:cubicBezTo>
                      <a:pt x="19982" y="5831"/>
                      <a:pt x="20501" y="6254"/>
                      <a:pt x="20920" y="6254"/>
                    </a:cubicBezTo>
                    <a:cubicBezTo>
                      <a:pt x="21340" y="6254"/>
                      <a:pt x="21498" y="5831"/>
                      <a:pt x="21275" y="5313"/>
                    </a:cubicBezTo>
                    <a:cubicBezTo>
                      <a:pt x="21052" y="4797"/>
                      <a:pt x="20538" y="4383"/>
                      <a:pt x="20123" y="4383"/>
                    </a:cubicBezTo>
                    <a:close/>
                    <a:moveTo>
                      <a:pt x="541" y="6643"/>
                    </a:moveTo>
                    <a:cubicBezTo>
                      <a:pt x="120" y="6643"/>
                      <a:pt x="-102" y="7071"/>
                      <a:pt x="46" y="7604"/>
                    </a:cubicBezTo>
                    <a:cubicBezTo>
                      <a:pt x="195" y="8139"/>
                      <a:pt x="662" y="8575"/>
                      <a:pt x="1089" y="8575"/>
                    </a:cubicBezTo>
                    <a:cubicBezTo>
                      <a:pt x="1516" y="8575"/>
                      <a:pt x="1736" y="8139"/>
                      <a:pt x="1582" y="7604"/>
                    </a:cubicBezTo>
                    <a:cubicBezTo>
                      <a:pt x="1428" y="7071"/>
                      <a:pt x="963" y="6643"/>
                      <a:pt x="541" y="6643"/>
                    </a:cubicBezTo>
                    <a:close/>
                    <a:moveTo>
                      <a:pt x="2414" y="6643"/>
                    </a:moveTo>
                    <a:cubicBezTo>
                      <a:pt x="1992" y="6643"/>
                      <a:pt x="1776" y="7071"/>
                      <a:pt x="1931" y="7604"/>
                    </a:cubicBezTo>
                    <a:cubicBezTo>
                      <a:pt x="2087" y="8139"/>
                      <a:pt x="2559" y="8575"/>
                      <a:pt x="2988" y="8575"/>
                    </a:cubicBezTo>
                    <a:cubicBezTo>
                      <a:pt x="3414" y="8575"/>
                      <a:pt x="3629" y="8139"/>
                      <a:pt x="3467" y="7604"/>
                    </a:cubicBezTo>
                    <a:cubicBezTo>
                      <a:pt x="3306" y="7071"/>
                      <a:pt x="2835" y="6643"/>
                      <a:pt x="2414" y="6643"/>
                    </a:cubicBezTo>
                    <a:close/>
                    <a:moveTo>
                      <a:pt x="4286" y="6643"/>
                    </a:moveTo>
                    <a:cubicBezTo>
                      <a:pt x="3865" y="6643"/>
                      <a:pt x="3654" y="7071"/>
                      <a:pt x="3816" y="7604"/>
                    </a:cubicBezTo>
                    <a:cubicBezTo>
                      <a:pt x="3979" y="8139"/>
                      <a:pt x="4457" y="8575"/>
                      <a:pt x="4885" y="8575"/>
                    </a:cubicBezTo>
                    <a:cubicBezTo>
                      <a:pt x="5311" y="8575"/>
                      <a:pt x="5521" y="8139"/>
                      <a:pt x="5352" y="7604"/>
                    </a:cubicBezTo>
                    <a:cubicBezTo>
                      <a:pt x="5184" y="7071"/>
                      <a:pt x="4707" y="6643"/>
                      <a:pt x="4286" y="6643"/>
                    </a:cubicBezTo>
                    <a:close/>
                    <a:moveTo>
                      <a:pt x="6159" y="6643"/>
                    </a:moveTo>
                    <a:cubicBezTo>
                      <a:pt x="5738" y="6643"/>
                      <a:pt x="5533" y="7071"/>
                      <a:pt x="5702" y="7604"/>
                    </a:cubicBezTo>
                    <a:cubicBezTo>
                      <a:pt x="5872" y="8139"/>
                      <a:pt x="6355" y="8575"/>
                      <a:pt x="6782" y="8575"/>
                    </a:cubicBezTo>
                    <a:cubicBezTo>
                      <a:pt x="7209" y="8575"/>
                      <a:pt x="7413" y="8139"/>
                      <a:pt x="7238" y="7604"/>
                    </a:cubicBezTo>
                    <a:cubicBezTo>
                      <a:pt x="7063" y="7071"/>
                      <a:pt x="6581" y="6643"/>
                      <a:pt x="6159" y="6643"/>
                    </a:cubicBezTo>
                    <a:close/>
                    <a:moveTo>
                      <a:pt x="8009" y="6643"/>
                    </a:moveTo>
                    <a:cubicBezTo>
                      <a:pt x="7588" y="6643"/>
                      <a:pt x="7388" y="7071"/>
                      <a:pt x="7564" y="7604"/>
                    </a:cubicBezTo>
                    <a:cubicBezTo>
                      <a:pt x="7741" y="8139"/>
                      <a:pt x="8230" y="8575"/>
                      <a:pt x="8657" y="8575"/>
                    </a:cubicBezTo>
                    <a:cubicBezTo>
                      <a:pt x="9085" y="8575"/>
                      <a:pt x="9283" y="8139"/>
                      <a:pt x="9100" y="7604"/>
                    </a:cubicBezTo>
                    <a:cubicBezTo>
                      <a:pt x="8919" y="7071"/>
                      <a:pt x="8431" y="6643"/>
                      <a:pt x="8009" y="6643"/>
                    </a:cubicBezTo>
                    <a:close/>
                    <a:moveTo>
                      <a:pt x="9882" y="6643"/>
                    </a:moveTo>
                    <a:cubicBezTo>
                      <a:pt x="9461" y="6643"/>
                      <a:pt x="9267" y="7071"/>
                      <a:pt x="9450" y="7604"/>
                    </a:cubicBezTo>
                    <a:cubicBezTo>
                      <a:pt x="9634" y="8139"/>
                      <a:pt x="10128" y="8575"/>
                      <a:pt x="10555" y="8575"/>
                    </a:cubicBezTo>
                    <a:cubicBezTo>
                      <a:pt x="10983" y="8575"/>
                      <a:pt x="11174" y="8139"/>
                      <a:pt x="10985" y="7604"/>
                    </a:cubicBezTo>
                    <a:cubicBezTo>
                      <a:pt x="10796" y="7071"/>
                      <a:pt x="10305" y="6643"/>
                      <a:pt x="9882" y="6643"/>
                    </a:cubicBezTo>
                    <a:close/>
                    <a:moveTo>
                      <a:pt x="11756" y="6643"/>
                    </a:moveTo>
                    <a:cubicBezTo>
                      <a:pt x="11335" y="6643"/>
                      <a:pt x="11146" y="7071"/>
                      <a:pt x="11335" y="7604"/>
                    </a:cubicBezTo>
                    <a:cubicBezTo>
                      <a:pt x="11526" y="8139"/>
                      <a:pt x="12027" y="8575"/>
                      <a:pt x="12453" y="8575"/>
                    </a:cubicBezTo>
                    <a:cubicBezTo>
                      <a:pt x="12882" y="8575"/>
                      <a:pt x="13068" y="8139"/>
                      <a:pt x="12872" y="7604"/>
                    </a:cubicBezTo>
                    <a:cubicBezTo>
                      <a:pt x="12677" y="7071"/>
                      <a:pt x="12178" y="6643"/>
                      <a:pt x="11756" y="6643"/>
                    </a:cubicBezTo>
                    <a:close/>
                    <a:moveTo>
                      <a:pt x="13629" y="6643"/>
                    </a:moveTo>
                    <a:cubicBezTo>
                      <a:pt x="13208" y="6643"/>
                      <a:pt x="13025" y="7071"/>
                      <a:pt x="13221" y="7604"/>
                    </a:cubicBezTo>
                    <a:cubicBezTo>
                      <a:pt x="13419" y="8139"/>
                      <a:pt x="13925" y="8575"/>
                      <a:pt x="14353" y="8575"/>
                    </a:cubicBezTo>
                    <a:cubicBezTo>
                      <a:pt x="14781" y="8575"/>
                      <a:pt x="14960" y="8139"/>
                      <a:pt x="14757" y="7604"/>
                    </a:cubicBezTo>
                    <a:cubicBezTo>
                      <a:pt x="14555" y="7071"/>
                      <a:pt x="14051" y="6643"/>
                      <a:pt x="13629" y="6643"/>
                    </a:cubicBezTo>
                    <a:close/>
                    <a:moveTo>
                      <a:pt x="15503" y="6643"/>
                    </a:moveTo>
                    <a:cubicBezTo>
                      <a:pt x="15082" y="6643"/>
                      <a:pt x="14904" y="7071"/>
                      <a:pt x="15107" y="7604"/>
                    </a:cubicBezTo>
                    <a:cubicBezTo>
                      <a:pt x="15312" y="8139"/>
                      <a:pt x="15825" y="8575"/>
                      <a:pt x="16252" y="8575"/>
                    </a:cubicBezTo>
                    <a:cubicBezTo>
                      <a:pt x="16678" y="8575"/>
                      <a:pt x="16854" y="8139"/>
                      <a:pt x="16644" y="7604"/>
                    </a:cubicBezTo>
                    <a:cubicBezTo>
                      <a:pt x="16435" y="7071"/>
                      <a:pt x="15924" y="6643"/>
                      <a:pt x="15503" y="6643"/>
                    </a:cubicBezTo>
                    <a:close/>
                    <a:moveTo>
                      <a:pt x="3122" y="9040"/>
                    </a:moveTo>
                    <a:cubicBezTo>
                      <a:pt x="2693" y="9040"/>
                      <a:pt x="2476" y="9481"/>
                      <a:pt x="2637" y="10033"/>
                    </a:cubicBezTo>
                    <a:cubicBezTo>
                      <a:pt x="2798" y="10586"/>
                      <a:pt x="3279" y="11038"/>
                      <a:pt x="3715" y="11038"/>
                    </a:cubicBezTo>
                    <a:cubicBezTo>
                      <a:pt x="4148" y="11038"/>
                      <a:pt x="4364" y="10586"/>
                      <a:pt x="4197" y="10033"/>
                    </a:cubicBezTo>
                    <a:cubicBezTo>
                      <a:pt x="4031" y="9481"/>
                      <a:pt x="3550" y="9040"/>
                      <a:pt x="3122" y="9040"/>
                    </a:cubicBezTo>
                    <a:close/>
                    <a:moveTo>
                      <a:pt x="5017" y="9040"/>
                    </a:moveTo>
                    <a:cubicBezTo>
                      <a:pt x="4588" y="9040"/>
                      <a:pt x="4377" y="9481"/>
                      <a:pt x="4544" y="10033"/>
                    </a:cubicBezTo>
                    <a:cubicBezTo>
                      <a:pt x="4712" y="10586"/>
                      <a:pt x="5201" y="11038"/>
                      <a:pt x="5635" y="11038"/>
                    </a:cubicBezTo>
                    <a:cubicBezTo>
                      <a:pt x="6069" y="11038"/>
                      <a:pt x="6279" y="10586"/>
                      <a:pt x="6105" y="10033"/>
                    </a:cubicBezTo>
                    <a:cubicBezTo>
                      <a:pt x="5931" y="9481"/>
                      <a:pt x="5445" y="9040"/>
                      <a:pt x="5017" y="9040"/>
                    </a:cubicBezTo>
                    <a:close/>
                    <a:moveTo>
                      <a:pt x="6913" y="9040"/>
                    </a:moveTo>
                    <a:cubicBezTo>
                      <a:pt x="6484" y="9040"/>
                      <a:pt x="6278" y="9481"/>
                      <a:pt x="6452" y="10033"/>
                    </a:cubicBezTo>
                    <a:cubicBezTo>
                      <a:pt x="6628" y="10586"/>
                      <a:pt x="7123" y="11038"/>
                      <a:pt x="7556" y="11038"/>
                    </a:cubicBezTo>
                    <a:cubicBezTo>
                      <a:pt x="7990" y="11038"/>
                      <a:pt x="8195" y="10586"/>
                      <a:pt x="8014" y="10033"/>
                    </a:cubicBezTo>
                    <a:cubicBezTo>
                      <a:pt x="7833" y="9481"/>
                      <a:pt x="7341" y="9040"/>
                      <a:pt x="6913" y="9040"/>
                    </a:cubicBezTo>
                    <a:close/>
                    <a:moveTo>
                      <a:pt x="8807" y="9040"/>
                    </a:moveTo>
                    <a:cubicBezTo>
                      <a:pt x="8379" y="9040"/>
                      <a:pt x="8179" y="9481"/>
                      <a:pt x="8361" y="10033"/>
                    </a:cubicBezTo>
                    <a:cubicBezTo>
                      <a:pt x="8543" y="10586"/>
                      <a:pt x="9043" y="11038"/>
                      <a:pt x="9477" y="11038"/>
                    </a:cubicBezTo>
                    <a:cubicBezTo>
                      <a:pt x="9912" y="11038"/>
                      <a:pt x="10110" y="10586"/>
                      <a:pt x="9921" y="10033"/>
                    </a:cubicBezTo>
                    <a:cubicBezTo>
                      <a:pt x="9734" y="9481"/>
                      <a:pt x="9236" y="9040"/>
                      <a:pt x="8807" y="9040"/>
                    </a:cubicBezTo>
                    <a:close/>
                    <a:moveTo>
                      <a:pt x="10703" y="9040"/>
                    </a:moveTo>
                    <a:cubicBezTo>
                      <a:pt x="10274" y="9040"/>
                      <a:pt x="10080" y="9481"/>
                      <a:pt x="10269" y="10033"/>
                    </a:cubicBezTo>
                    <a:cubicBezTo>
                      <a:pt x="10459" y="10586"/>
                      <a:pt x="10964" y="11038"/>
                      <a:pt x="11399" y="11038"/>
                    </a:cubicBezTo>
                    <a:cubicBezTo>
                      <a:pt x="11834" y="11038"/>
                      <a:pt x="12025" y="10586"/>
                      <a:pt x="11829" y="10033"/>
                    </a:cubicBezTo>
                    <a:cubicBezTo>
                      <a:pt x="11634" y="9481"/>
                      <a:pt x="11132" y="9040"/>
                      <a:pt x="10703" y="9040"/>
                    </a:cubicBezTo>
                    <a:close/>
                    <a:moveTo>
                      <a:pt x="12599" y="9040"/>
                    </a:moveTo>
                    <a:cubicBezTo>
                      <a:pt x="12171" y="9040"/>
                      <a:pt x="11981" y="9481"/>
                      <a:pt x="12177" y="10033"/>
                    </a:cubicBezTo>
                    <a:cubicBezTo>
                      <a:pt x="12374" y="10586"/>
                      <a:pt x="12887" y="11038"/>
                      <a:pt x="13320" y="11038"/>
                    </a:cubicBezTo>
                    <a:cubicBezTo>
                      <a:pt x="13755" y="11038"/>
                      <a:pt x="13942" y="10586"/>
                      <a:pt x="13739" y="10033"/>
                    </a:cubicBezTo>
                    <a:cubicBezTo>
                      <a:pt x="13537" y="9481"/>
                      <a:pt x="13028" y="9040"/>
                      <a:pt x="12599" y="9040"/>
                    </a:cubicBezTo>
                    <a:close/>
                    <a:moveTo>
                      <a:pt x="14518" y="9040"/>
                    </a:moveTo>
                    <a:cubicBezTo>
                      <a:pt x="14089" y="9040"/>
                      <a:pt x="13906" y="9481"/>
                      <a:pt x="14109" y="10033"/>
                    </a:cubicBezTo>
                    <a:cubicBezTo>
                      <a:pt x="14313" y="10586"/>
                      <a:pt x="14830" y="11038"/>
                      <a:pt x="15265" y="11038"/>
                    </a:cubicBezTo>
                    <a:cubicBezTo>
                      <a:pt x="15700" y="11038"/>
                      <a:pt x="15879" y="10586"/>
                      <a:pt x="15669" y="10033"/>
                    </a:cubicBezTo>
                    <a:cubicBezTo>
                      <a:pt x="15460" y="9481"/>
                      <a:pt x="14947" y="9040"/>
                      <a:pt x="14518" y="9040"/>
                    </a:cubicBezTo>
                    <a:close/>
                    <a:moveTo>
                      <a:pt x="16414" y="9040"/>
                    </a:moveTo>
                    <a:cubicBezTo>
                      <a:pt x="15987" y="9040"/>
                      <a:pt x="15807" y="9481"/>
                      <a:pt x="16018" y="10033"/>
                    </a:cubicBezTo>
                    <a:cubicBezTo>
                      <a:pt x="16229" y="10586"/>
                      <a:pt x="16753" y="11038"/>
                      <a:pt x="17187" y="11038"/>
                    </a:cubicBezTo>
                    <a:cubicBezTo>
                      <a:pt x="17621" y="11038"/>
                      <a:pt x="17797" y="10586"/>
                      <a:pt x="17580" y="10033"/>
                    </a:cubicBezTo>
                    <a:cubicBezTo>
                      <a:pt x="17364" y="9481"/>
                      <a:pt x="16842" y="9040"/>
                      <a:pt x="16414" y="9040"/>
                    </a:cubicBezTo>
                    <a:close/>
                    <a:moveTo>
                      <a:pt x="18310" y="9040"/>
                    </a:moveTo>
                    <a:cubicBezTo>
                      <a:pt x="17882" y="9040"/>
                      <a:pt x="17709" y="9481"/>
                      <a:pt x="17927" y="10033"/>
                    </a:cubicBezTo>
                    <a:cubicBezTo>
                      <a:pt x="18145" y="10586"/>
                      <a:pt x="18675" y="11038"/>
                      <a:pt x="19109" y="11038"/>
                    </a:cubicBezTo>
                    <a:cubicBezTo>
                      <a:pt x="19543" y="11038"/>
                      <a:pt x="19712" y="10586"/>
                      <a:pt x="19487" y="10033"/>
                    </a:cubicBezTo>
                    <a:cubicBezTo>
                      <a:pt x="19264" y="9481"/>
                      <a:pt x="18738" y="9040"/>
                      <a:pt x="18310" y="9040"/>
                    </a:cubicBezTo>
                    <a:close/>
                    <a:moveTo>
                      <a:pt x="3830" y="11471"/>
                    </a:moveTo>
                    <a:cubicBezTo>
                      <a:pt x="3394" y="11471"/>
                      <a:pt x="3176" y="11929"/>
                      <a:pt x="3341" y="12497"/>
                    </a:cubicBezTo>
                    <a:cubicBezTo>
                      <a:pt x="3508" y="13069"/>
                      <a:pt x="4000" y="13536"/>
                      <a:pt x="4443" y="13536"/>
                    </a:cubicBezTo>
                    <a:cubicBezTo>
                      <a:pt x="4883" y="13536"/>
                      <a:pt x="5101" y="13069"/>
                      <a:pt x="4928" y="12497"/>
                    </a:cubicBezTo>
                    <a:cubicBezTo>
                      <a:pt x="4757" y="11929"/>
                      <a:pt x="4265" y="11471"/>
                      <a:pt x="3830" y="11471"/>
                    </a:cubicBezTo>
                    <a:close/>
                    <a:moveTo>
                      <a:pt x="5770" y="11471"/>
                    </a:moveTo>
                    <a:cubicBezTo>
                      <a:pt x="5334" y="11471"/>
                      <a:pt x="5122" y="11929"/>
                      <a:pt x="5295" y="12497"/>
                    </a:cubicBezTo>
                    <a:cubicBezTo>
                      <a:pt x="5469" y="13069"/>
                      <a:pt x="5967" y="13536"/>
                      <a:pt x="6409" y="13536"/>
                    </a:cubicBezTo>
                    <a:cubicBezTo>
                      <a:pt x="6850" y="13536"/>
                      <a:pt x="7062" y="13069"/>
                      <a:pt x="6881" y="12497"/>
                    </a:cubicBezTo>
                    <a:cubicBezTo>
                      <a:pt x="6702" y="11929"/>
                      <a:pt x="6205" y="11471"/>
                      <a:pt x="5770" y="11471"/>
                    </a:cubicBezTo>
                    <a:close/>
                    <a:moveTo>
                      <a:pt x="7711" y="11471"/>
                    </a:moveTo>
                    <a:cubicBezTo>
                      <a:pt x="7275" y="11471"/>
                      <a:pt x="7068" y="11929"/>
                      <a:pt x="7248" y="12497"/>
                    </a:cubicBezTo>
                    <a:cubicBezTo>
                      <a:pt x="7430" y="13069"/>
                      <a:pt x="7936" y="13536"/>
                      <a:pt x="8377" y="13536"/>
                    </a:cubicBezTo>
                    <a:cubicBezTo>
                      <a:pt x="8818" y="13536"/>
                      <a:pt x="9023" y="13069"/>
                      <a:pt x="8835" y="12497"/>
                    </a:cubicBezTo>
                    <a:cubicBezTo>
                      <a:pt x="8649" y="11929"/>
                      <a:pt x="8146" y="11471"/>
                      <a:pt x="7711" y="11471"/>
                    </a:cubicBezTo>
                    <a:close/>
                    <a:moveTo>
                      <a:pt x="9627" y="11471"/>
                    </a:moveTo>
                    <a:cubicBezTo>
                      <a:pt x="9192" y="11471"/>
                      <a:pt x="8992" y="11929"/>
                      <a:pt x="9179" y="12497"/>
                    </a:cubicBezTo>
                    <a:cubicBezTo>
                      <a:pt x="9368" y="13069"/>
                      <a:pt x="9879" y="13536"/>
                      <a:pt x="10321" y="13536"/>
                    </a:cubicBezTo>
                    <a:cubicBezTo>
                      <a:pt x="10763" y="13536"/>
                      <a:pt x="10962" y="13069"/>
                      <a:pt x="10767" y="12497"/>
                    </a:cubicBezTo>
                    <a:cubicBezTo>
                      <a:pt x="10574" y="11929"/>
                      <a:pt x="10064" y="11471"/>
                      <a:pt x="9627" y="11471"/>
                    </a:cubicBezTo>
                    <a:close/>
                    <a:moveTo>
                      <a:pt x="11569" y="11471"/>
                    </a:moveTo>
                    <a:cubicBezTo>
                      <a:pt x="11133" y="11471"/>
                      <a:pt x="10939" y="11929"/>
                      <a:pt x="11134" y="12497"/>
                    </a:cubicBezTo>
                    <a:cubicBezTo>
                      <a:pt x="11330" y="13069"/>
                      <a:pt x="11846" y="13536"/>
                      <a:pt x="12288" y="13536"/>
                    </a:cubicBezTo>
                    <a:cubicBezTo>
                      <a:pt x="12730" y="13536"/>
                      <a:pt x="12922" y="13069"/>
                      <a:pt x="12720" y="12497"/>
                    </a:cubicBezTo>
                    <a:cubicBezTo>
                      <a:pt x="12519" y="11929"/>
                      <a:pt x="12005" y="11471"/>
                      <a:pt x="11569" y="11471"/>
                    </a:cubicBezTo>
                    <a:close/>
                    <a:moveTo>
                      <a:pt x="13487" y="11471"/>
                    </a:moveTo>
                    <a:cubicBezTo>
                      <a:pt x="13052" y="11471"/>
                      <a:pt x="12862" y="11929"/>
                      <a:pt x="13064" y="12497"/>
                    </a:cubicBezTo>
                    <a:cubicBezTo>
                      <a:pt x="13268" y="13069"/>
                      <a:pt x="13792" y="13536"/>
                      <a:pt x="14233" y="13536"/>
                    </a:cubicBezTo>
                    <a:cubicBezTo>
                      <a:pt x="14676" y="13536"/>
                      <a:pt x="14862" y="13069"/>
                      <a:pt x="14653" y="12497"/>
                    </a:cubicBezTo>
                    <a:cubicBezTo>
                      <a:pt x="14444" y="11929"/>
                      <a:pt x="13924" y="11471"/>
                      <a:pt x="13487" y="11471"/>
                    </a:cubicBezTo>
                    <a:close/>
                    <a:moveTo>
                      <a:pt x="15429" y="11471"/>
                    </a:moveTo>
                    <a:cubicBezTo>
                      <a:pt x="14993" y="11471"/>
                      <a:pt x="14809" y="11929"/>
                      <a:pt x="15019" y="12497"/>
                    </a:cubicBezTo>
                    <a:cubicBezTo>
                      <a:pt x="15230" y="13069"/>
                      <a:pt x="15759" y="13536"/>
                      <a:pt x="16201" y="13536"/>
                    </a:cubicBezTo>
                    <a:cubicBezTo>
                      <a:pt x="16643" y="13536"/>
                      <a:pt x="16823" y="13069"/>
                      <a:pt x="16606" y="12497"/>
                    </a:cubicBezTo>
                    <a:cubicBezTo>
                      <a:pt x="16390" y="11929"/>
                      <a:pt x="15864" y="11471"/>
                      <a:pt x="15429" y="11471"/>
                    </a:cubicBezTo>
                    <a:close/>
                    <a:moveTo>
                      <a:pt x="17347" y="11471"/>
                    </a:moveTo>
                    <a:cubicBezTo>
                      <a:pt x="16912" y="11471"/>
                      <a:pt x="16734" y="11929"/>
                      <a:pt x="16950" y="12497"/>
                    </a:cubicBezTo>
                    <a:cubicBezTo>
                      <a:pt x="17169" y="13069"/>
                      <a:pt x="17706" y="13536"/>
                      <a:pt x="18147" y="13536"/>
                    </a:cubicBezTo>
                    <a:cubicBezTo>
                      <a:pt x="18588" y="13536"/>
                      <a:pt x="18764" y="13069"/>
                      <a:pt x="18539" y="12497"/>
                    </a:cubicBezTo>
                    <a:cubicBezTo>
                      <a:pt x="18316" y="11929"/>
                      <a:pt x="17782" y="11471"/>
                      <a:pt x="17347" y="11471"/>
                    </a:cubicBezTo>
                    <a:close/>
                    <a:moveTo>
                      <a:pt x="4584" y="14005"/>
                    </a:moveTo>
                    <a:cubicBezTo>
                      <a:pt x="4140" y="14005"/>
                      <a:pt x="3921" y="14478"/>
                      <a:pt x="4092" y="15064"/>
                    </a:cubicBezTo>
                    <a:cubicBezTo>
                      <a:pt x="4265" y="15658"/>
                      <a:pt x="4768" y="16141"/>
                      <a:pt x="5218" y="16141"/>
                    </a:cubicBezTo>
                    <a:cubicBezTo>
                      <a:pt x="5666" y="16141"/>
                      <a:pt x="5885" y="15658"/>
                      <a:pt x="5705" y="15064"/>
                    </a:cubicBezTo>
                    <a:cubicBezTo>
                      <a:pt x="5529" y="14478"/>
                      <a:pt x="5026" y="14005"/>
                      <a:pt x="4584" y="14005"/>
                    </a:cubicBezTo>
                    <a:close/>
                    <a:moveTo>
                      <a:pt x="14398" y="14005"/>
                    </a:moveTo>
                    <a:cubicBezTo>
                      <a:pt x="13957" y="14005"/>
                      <a:pt x="13766" y="14478"/>
                      <a:pt x="13974" y="15064"/>
                    </a:cubicBezTo>
                    <a:cubicBezTo>
                      <a:pt x="14186" y="15658"/>
                      <a:pt x="14722" y="16141"/>
                      <a:pt x="15170" y="16141"/>
                    </a:cubicBezTo>
                    <a:cubicBezTo>
                      <a:pt x="15621" y="16141"/>
                      <a:pt x="15807" y="15658"/>
                      <a:pt x="15589" y="15064"/>
                    </a:cubicBezTo>
                    <a:cubicBezTo>
                      <a:pt x="15375" y="14478"/>
                      <a:pt x="14843" y="14005"/>
                      <a:pt x="14398" y="14005"/>
                    </a:cubicBezTo>
                    <a:close/>
                    <a:moveTo>
                      <a:pt x="16363" y="14005"/>
                    </a:moveTo>
                    <a:cubicBezTo>
                      <a:pt x="15919" y="14005"/>
                      <a:pt x="15736" y="14478"/>
                      <a:pt x="15952" y="15064"/>
                    </a:cubicBezTo>
                    <a:cubicBezTo>
                      <a:pt x="16171" y="15658"/>
                      <a:pt x="16713" y="16141"/>
                      <a:pt x="17162" y="16141"/>
                    </a:cubicBezTo>
                    <a:cubicBezTo>
                      <a:pt x="17611" y="16141"/>
                      <a:pt x="17791" y="15658"/>
                      <a:pt x="17566" y="15064"/>
                    </a:cubicBezTo>
                    <a:cubicBezTo>
                      <a:pt x="17343" y="14478"/>
                      <a:pt x="16806" y="14005"/>
                      <a:pt x="16363" y="14005"/>
                    </a:cubicBezTo>
                    <a:close/>
                    <a:moveTo>
                      <a:pt x="18326" y="14005"/>
                    </a:moveTo>
                    <a:cubicBezTo>
                      <a:pt x="17884" y="14005"/>
                      <a:pt x="17705" y="14478"/>
                      <a:pt x="17929" y="15064"/>
                    </a:cubicBezTo>
                    <a:cubicBezTo>
                      <a:pt x="18156" y="15658"/>
                      <a:pt x="18704" y="16141"/>
                      <a:pt x="19153" y="16141"/>
                    </a:cubicBezTo>
                    <a:cubicBezTo>
                      <a:pt x="19602" y="16141"/>
                      <a:pt x="19778" y="15658"/>
                      <a:pt x="19545" y="15064"/>
                    </a:cubicBezTo>
                    <a:cubicBezTo>
                      <a:pt x="19315" y="14478"/>
                      <a:pt x="18769" y="14005"/>
                      <a:pt x="18326" y="14005"/>
                    </a:cubicBezTo>
                    <a:close/>
                    <a:moveTo>
                      <a:pt x="17342" y="16607"/>
                    </a:moveTo>
                    <a:cubicBezTo>
                      <a:pt x="16891" y="16607"/>
                      <a:pt x="16706" y="17096"/>
                      <a:pt x="16931" y="17705"/>
                    </a:cubicBezTo>
                    <a:cubicBezTo>
                      <a:pt x="17157" y="18318"/>
                      <a:pt x="17711" y="18818"/>
                      <a:pt x="18169" y="18818"/>
                    </a:cubicBezTo>
                    <a:cubicBezTo>
                      <a:pt x="18626" y="18818"/>
                      <a:pt x="18806" y="18318"/>
                      <a:pt x="18573" y="17705"/>
                    </a:cubicBezTo>
                    <a:cubicBezTo>
                      <a:pt x="18342" y="17096"/>
                      <a:pt x="17793" y="16607"/>
                      <a:pt x="17342" y="16607"/>
                    </a:cubicBezTo>
                    <a:close/>
                    <a:moveTo>
                      <a:pt x="18367" y="19312"/>
                    </a:moveTo>
                    <a:cubicBezTo>
                      <a:pt x="17907" y="19312"/>
                      <a:pt x="17723" y="19818"/>
                      <a:pt x="17956" y="20448"/>
                    </a:cubicBezTo>
                    <a:cubicBezTo>
                      <a:pt x="18191" y="21084"/>
                      <a:pt x="18757" y="21600"/>
                      <a:pt x="19223" y="21600"/>
                    </a:cubicBezTo>
                    <a:cubicBezTo>
                      <a:pt x="19688" y="21600"/>
                      <a:pt x="19868" y="21084"/>
                      <a:pt x="19626" y="20448"/>
                    </a:cubicBezTo>
                    <a:cubicBezTo>
                      <a:pt x="19388" y="19818"/>
                      <a:pt x="18825" y="19312"/>
                      <a:pt x="18367" y="19312"/>
                    </a:cubicBezTo>
                    <a:close/>
                  </a:path>
                </a:pathLst>
              </a:custGeom>
              <a:solidFill>
                <a:srgbClr val="407E87"/>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defRPr sz="1400">
                    <a:solidFill>
                      <a:srgbClr val="FFFFFF"/>
                    </a:solidFill>
                    <a:effectLst>
                      <a:outerShdw blurRad="38100" dist="12700" dir="5400000" rotWithShape="0">
                        <a:srgbClr val="000000">
                          <a:alpha val="50000"/>
                        </a:srgbClr>
                      </a:outerShdw>
                    </a:effectLst>
                  </a:defRPr>
                </a:pPr>
                <a:endParaRPr sz="637" dirty="0">
                  <a:solidFill>
                    <a:srgbClr val="FFFFFF"/>
                  </a:solidFill>
                  <a:effectLst>
                    <a:outerShdw blurRad="38100" dist="12700" dir="5400000" rotWithShape="0">
                      <a:srgbClr val="000000">
                        <a:alpha val="50000"/>
                      </a:srgbClr>
                    </a:outerShdw>
                  </a:effectLst>
                  <a:latin typeface="Calibri"/>
                </a:endParaRPr>
              </a:p>
            </p:txBody>
          </p:sp>
          <p:sp>
            <p:nvSpPr>
              <p:cNvPr id="21" name="Shape 11">
                <a:extLst>
                  <a:ext uri="{FF2B5EF4-FFF2-40B4-BE49-F238E27FC236}">
                    <a16:creationId xmlns:a16="http://schemas.microsoft.com/office/drawing/2014/main" id="{6D7AE49A-F30C-B449-B40C-ADFF358A419C}"/>
                  </a:ext>
                </a:extLst>
              </p:cNvPr>
              <p:cNvSpPr/>
              <p:nvPr/>
            </p:nvSpPr>
            <p:spPr>
              <a:xfrm>
                <a:off x="2078512" y="3045580"/>
                <a:ext cx="2151746" cy="2621795"/>
              </a:xfrm>
              <a:custGeom>
                <a:avLst/>
                <a:gdLst/>
                <a:ahLst/>
                <a:cxnLst>
                  <a:cxn ang="0">
                    <a:pos x="wd2" y="hd2"/>
                  </a:cxn>
                  <a:cxn ang="5400000">
                    <a:pos x="wd2" y="hd2"/>
                  </a:cxn>
                  <a:cxn ang="10800000">
                    <a:pos x="wd2" y="hd2"/>
                  </a:cxn>
                  <a:cxn ang="16200000">
                    <a:pos x="wd2" y="hd2"/>
                  </a:cxn>
                </a:cxnLst>
                <a:rect l="0" t="0" r="r" b="b"/>
                <a:pathLst>
                  <a:path w="21443" h="21600" extrusionOk="0">
                    <a:moveTo>
                      <a:pt x="9809" y="0"/>
                    </a:moveTo>
                    <a:cubicBezTo>
                      <a:pt x="9466" y="0"/>
                      <a:pt x="9113" y="167"/>
                      <a:pt x="9023" y="374"/>
                    </a:cubicBezTo>
                    <a:cubicBezTo>
                      <a:pt x="8932" y="583"/>
                      <a:pt x="9140" y="754"/>
                      <a:pt x="9487" y="754"/>
                    </a:cubicBezTo>
                    <a:cubicBezTo>
                      <a:pt x="9835" y="754"/>
                      <a:pt x="10188" y="583"/>
                      <a:pt x="10275" y="374"/>
                    </a:cubicBezTo>
                    <a:cubicBezTo>
                      <a:pt x="10361" y="167"/>
                      <a:pt x="10153" y="0"/>
                      <a:pt x="9809" y="0"/>
                    </a:cubicBezTo>
                    <a:close/>
                    <a:moveTo>
                      <a:pt x="11344" y="0"/>
                    </a:moveTo>
                    <a:cubicBezTo>
                      <a:pt x="11001" y="0"/>
                      <a:pt x="10652" y="167"/>
                      <a:pt x="10567" y="374"/>
                    </a:cubicBezTo>
                    <a:cubicBezTo>
                      <a:pt x="10481" y="583"/>
                      <a:pt x="10693" y="754"/>
                      <a:pt x="11040" y="754"/>
                    </a:cubicBezTo>
                    <a:cubicBezTo>
                      <a:pt x="11388" y="754"/>
                      <a:pt x="11738" y="583"/>
                      <a:pt x="11820" y="374"/>
                    </a:cubicBezTo>
                    <a:cubicBezTo>
                      <a:pt x="11901" y="167"/>
                      <a:pt x="11688" y="0"/>
                      <a:pt x="11344" y="0"/>
                    </a:cubicBezTo>
                    <a:close/>
                    <a:moveTo>
                      <a:pt x="12858" y="0"/>
                    </a:moveTo>
                    <a:cubicBezTo>
                      <a:pt x="12514" y="0"/>
                      <a:pt x="12171" y="167"/>
                      <a:pt x="12090" y="374"/>
                    </a:cubicBezTo>
                    <a:cubicBezTo>
                      <a:pt x="12009" y="583"/>
                      <a:pt x="12224" y="754"/>
                      <a:pt x="12572" y="754"/>
                    </a:cubicBezTo>
                    <a:cubicBezTo>
                      <a:pt x="12920" y="754"/>
                      <a:pt x="13265" y="583"/>
                      <a:pt x="13342" y="374"/>
                    </a:cubicBezTo>
                    <a:cubicBezTo>
                      <a:pt x="13419" y="167"/>
                      <a:pt x="13202" y="0"/>
                      <a:pt x="12858" y="0"/>
                    </a:cubicBezTo>
                    <a:close/>
                    <a:moveTo>
                      <a:pt x="6310" y="928"/>
                    </a:moveTo>
                    <a:cubicBezTo>
                      <a:pt x="5961" y="928"/>
                      <a:pt x="5595" y="1100"/>
                      <a:pt x="5492" y="1313"/>
                    </a:cubicBezTo>
                    <a:cubicBezTo>
                      <a:pt x="5388" y="1528"/>
                      <a:pt x="5589" y="1703"/>
                      <a:pt x="5942" y="1703"/>
                    </a:cubicBezTo>
                    <a:cubicBezTo>
                      <a:pt x="6295" y="1703"/>
                      <a:pt x="6663" y="1528"/>
                      <a:pt x="6762" y="1313"/>
                    </a:cubicBezTo>
                    <a:cubicBezTo>
                      <a:pt x="6861" y="1100"/>
                      <a:pt x="6658" y="928"/>
                      <a:pt x="6310" y="928"/>
                    </a:cubicBezTo>
                    <a:close/>
                    <a:moveTo>
                      <a:pt x="7865" y="928"/>
                    </a:moveTo>
                    <a:cubicBezTo>
                      <a:pt x="7517" y="928"/>
                      <a:pt x="7154" y="1100"/>
                      <a:pt x="7056" y="1313"/>
                    </a:cubicBezTo>
                    <a:cubicBezTo>
                      <a:pt x="6958" y="1528"/>
                      <a:pt x="7163" y="1703"/>
                      <a:pt x="7516" y="1703"/>
                    </a:cubicBezTo>
                    <a:cubicBezTo>
                      <a:pt x="7869" y="1703"/>
                      <a:pt x="8233" y="1528"/>
                      <a:pt x="8327" y="1313"/>
                    </a:cubicBezTo>
                    <a:cubicBezTo>
                      <a:pt x="8421" y="1100"/>
                      <a:pt x="8214" y="928"/>
                      <a:pt x="7865" y="928"/>
                    </a:cubicBezTo>
                    <a:close/>
                    <a:moveTo>
                      <a:pt x="9421" y="928"/>
                    </a:moveTo>
                    <a:cubicBezTo>
                      <a:pt x="9072" y="928"/>
                      <a:pt x="8715" y="1100"/>
                      <a:pt x="8622" y="1313"/>
                    </a:cubicBezTo>
                    <a:cubicBezTo>
                      <a:pt x="8528" y="1528"/>
                      <a:pt x="8738" y="1703"/>
                      <a:pt x="9090" y="1703"/>
                    </a:cubicBezTo>
                    <a:cubicBezTo>
                      <a:pt x="9443" y="1703"/>
                      <a:pt x="9802" y="1528"/>
                      <a:pt x="9892" y="1313"/>
                    </a:cubicBezTo>
                    <a:cubicBezTo>
                      <a:pt x="9981" y="1100"/>
                      <a:pt x="9769" y="928"/>
                      <a:pt x="9421" y="928"/>
                    </a:cubicBezTo>
                    <a:close/>
                    <a:moveTo>
                      <a:pt x="10956" y="928"/>
                    </a:moveTo>
                    <a:cubicBezTo>
                      <a:pt x="10607" y="928"/>
                      <a:pt x="10253" y="1100"/>
                      <a:pt x="10165" y="1313"/>
                    </a:cubicBezTo>
                    <a:cubicBezTo>
                      <a:pt x="10077" y="1528"/>
                      <a:pt x="10291" y="1703"/>
                      <a:pt x="10643" y="1703"/>
                    </a:cubicBezTo>
                    <a:cubicBezTo>
                      <a:pt x="10996" y="1703"/>
                      <a:pt x="11352" y="1528"/>
                      <a:pt x="11436" y="1313"/>
                    </a:cubicBezTo>
                    <a:cubicBezTo>
                      <a:pt x="11520" y="1100"/>
                      <a:pt x="11304" y="928"/>
                      <a:pt x="10956" y="928"/>
                    </a:cubicBezTo>
                    <a:close/>
                    <a:moveTo>
                      <a:pt x="12512" y="928"/>
                    </a:moveTo>
                    <a:cubicBezTo>
                      <a:pt x="12163" y="928"/>
                      <a:pt x="11814" y="1100"/>
                      <a:pt x="11731" y="1313"/>
                    </a:cubicBezTo>
                    <a:cubicBezTo>
                      <a:pt x="11647" y="1528"/>
                      <a:pt x="11865" y="1703"/>
                      <a:pt x="12218" y="1703"/>
                    </a:cubicBezTo>
                    <a:cubicBezTo>
                      <a:pt x="12571" y="1703"/>
                      <a:pt x="12921" y="1528"/>
                      <a:pt x="13001" y="1313"/>
                    </a:cubicBezTo>
                    <a:cubicBezTo>
                      <a:pt x="13080" y="1100"/>
                      <a:pt x="12861" y="928"/>
                      <a:pt x="12512" y="928"/>
                    </a:cubicBezTo>
                    <a:close/>
                    <a:moveTo>
                      <a:pt x="14068" y="928"/>
                    </a:moveTo>
                    <a:cubicBezTo>
                      <a:pt x="13720" y="928"/>
                      <a:pt x="13374" y="1100"/>
                      <a:pt x="13296" y="1313"/>
                    </a:cubicBezTo>
                    <a:cubicBezTo>
                      <a:pt x="13218" y="1528"/>
                      <a:pt x="13440" y="1703"/>
                      <a:pt x="13792" y="1703"/>
                    </a:cubicBezTo>
                    <a:cubicBezTo>
                      <a:pt x="14145" y="1703"/>
                      <a:pt x="14493" y="1528"/>
                      <a:pt x="14567" y="1313"/>
                    </a:cubicBezTo>
                    <a:cubicBezTo>
                      <a:pt x="14641" y="1100"/>
                      <a:pt x="14417" y="928"/>
                      <a:pt x="14068" y="928"/>
                    </a:cubicBezTo>
                    <a:close/>
                    <a:moveTo>
                      <a:pt x="7436" y="1874"/>
                    </a:moveTo>
                    <a:cubicBezTo>
                      <a:pt x="7082" y="1874"/>
                      <a:pt x="6713" y="2051"/>
                      <a:pt x="6613" y="2270"/>
                    </a:cubicBezTo>
                    <a:cubicBezTo>
                      <a:pt x="6511" y="2491"/>
                      <a:pt x="6719" y="2671"/>
                      <a:pt x="7077" y="2671"/>
                    </a:cubicBezTo>
                    <a:cubicBezTo>
                      <a:pt x="7435" y="2671"/>
                      <a:pt x="7805" y="2491"/>
                      <a:pt x="7902" y="2270"/>
                    </a:cubicBezTo>
                    <a:cubicBezTo>
                      <a:pt x="7999" y="2051"/>
                      <a:pt x="7789" y="1874"/>
                      <a:pt x="7436" y="1874"/>
                    </a:cubicBezTo>
                    <a:close/>
                    <a:moveTo>
                      <a:pt x="9012" y="1874"/>
                    </a:moveTo>
                    <a:cubicBezTo>
                      <a:pt x="8659" y="1874"/>
                      <a:pt x="8294" y="2051"/>
                      <a:pt x="8199" y="2270"/>
                    </a:cubicBezTo>
                    <a:cubicBezTo>
                      <a:pt x="8102" y="2491"/>
                      <a:pt x="8314" y="2671"/>
                      <a:pt x="8672" y="2671"/>
                    </a:cubicBezTo>
                    <a:cubicBezTo>
                      <a:pt x="9030" y="2671"/>
                      <a:pt x="9395" y="2491"/>
                      <a:pt x="9487" y="2270"/>
                    </a:cubicBezTo>
                    <a:cubicBezTo>
                      <a:pt x="9579" y="2051"/>
                      <a:pt x="9366" y="1874"/>
                      <a:pt x="9012" y="1874"/>
                    </a:cubicBezTo>
                    <a:close/>
                    <a:moveTo>
                      <a:pt x="10590" y="1874"/>
                    </a:moveTo>
                    <a:cubicBezTo>
                      <a:pt x="10236" y="1874"/>
                      <a:pt x="9876" y="2051"/>
                      <a:pt x="9785" y="2270"/>
                    </a:cubicBezTo>
                    <a:cubicBezTo>
                      <a:pt x="9694" y="2491"/>
                      <a:pt x="9910" y="2671"/>
                      <a:pt x="10268" y="2671"/>
                    </a:cubicBezTo>
                    <a:cubicBezTo>
                      <a:pt x="10626" y="2671"/>
                      <a:pt x="10988" y="2491"/>
                      <a:pt x="11075" y="2270"/>
                    </a:cubicBezTo>
                    <a:cubicBezTo>
                      <a:pt x="11161" y="2051"/>
                      <a:pt x="10943" y="1874"/>
                      <a:pt x="10590" y="1874"/>
                    </a:cubicBezTo>
                    <a:close/>
                    <a:moveTo>
                      <a:pt x="12145" y="1874"/>
                    </a:moveTo>
                    <a:cubicBezTo>
                      <a:pt x="11791" y="1874"/>
                      <a:pt x="11435" y="2051"/>
                      <a:pt x="11350" y="2270"/>
                    </a:cubicBezTo>
                    <a:cubicBezTo>
                      <a:pt x="11264" y="2491"/>
                      <a:pt x="11484" y="2671"/>
                      <a:pt x="11842" y="2671"/>
                    </a:cubicBezTo>
                    <a:cubicBezTo>
                      <a:pt x="12201" y="2671"/>
                      <a:pt x="12557" y="2491"/>
                      <a:pt x="12639" y="2270"/>
                    </a:cubicBezTo>
                    <a:cubicBezTo>
                      <a:pt x="12720" y="2051"/>
                      <a:pt x="12499" y="1874"/>
                      <a:pt x="12145" y="1874"/>
                    </a:cubicBezTo>
                    <a:close/>
                    <a:moveTo>
                      <a:pt x="13722" y="1874"/>
                    </a:moveTo>
                    <a:cubicBezTo>
                      <a:pt x="13369" y="1874"/>
                      <a:pt x="13017" y="2051"/>
                      <a:pt x="12937" y="2270"/>
                    </a:cubicBezTo>
                    <a:cubicBezTo>
                      <a:pt x="12856" y="2491"/>
                      <a:pt x="13081" y="2671"/>
                      <a:pt x="13438" y="2671"/>
                    </a:cubicBezTo>
                    <a:cubicBezTo>
                      <a:pt x="13796" y="2671"/>
                      <a:pt x="14149" y="2491"/>
                      <a:pt x="14226" y="2270"/>
                    </a:cubicBezTo>
                    <a:cubicBezTo>
                      <a:pt x="14302" y="2051"/>
                      <a:pt x="14076" y="1874"/>
                      <a:pt x="13722" y="1874"/>
                    </a:cubicBezTo>
                    <a:close/>
                    <a:moveTo>
                      <a:pt x="15299" y="1874"/>
                    </a:moveTo>
                    <a:cubicBezTo>
                      <a:pt x="14945" y="1874"/>
                      <a:pt x="14598" y="2051"/>
                      <a:pt x="14523" y="2270"/>
                    </a:cubicBezTo>
                    <a:cubicBezTo>
                      <a:pt x="14448" y="2491"/>
                      <a:pt x="14676" y="2671"/>
                      <a:pt x="15034" y="2671"/>
                    </a:cubicBezTo>
                    <a:cubicBezTo>
                      <a:pt x="15392" y="2671"/>
                      <a:pt x="15741" y="2491"/>
                      <a:pt x="15812" y="2270"/>
                    </a:cubicBezTo>
                    <a:cubicBezTo>
                      <a:pt x="15882" y="2051"/>
                      <a:pt x="15653" y="1874"/>
                      <a:pt x="15299" y="1874"/>
                    </a:cubicBezTo>
                    <a:close/>
                    <a:moveTo>
                      <a:pt x="5410" y="2837"/>
                    </a:moveTo>
                    <a:cubicBezTo>
                      <a:pt x="5051" y="2837"/>
                      <a:pt x="4672" y="3018"/>
                      <a:pt x="4562" y="3244"/>
                    </a:cubicBezTo>
                    <a:cubicBezTo>
                      <a:pt x="4452" y="3471"/>
                      <a:pt x="4657" y="3657"/>
                      <a:pt x="5021" y="3657"/>
                    </a:cubicBezTo>
                    <a:cubicBezTo>
                      <a:pt x="5384" y="3657"/>
                      <a:pt x="5765" y="3471"/>
                      <a:pt x="5871" y="3244"/>
                    </a:cubicBezTo>
                    <a:cubicBezTo>
                      <a:pt x="5976" y="3018"/>
                      <a:pt x="5769" y="2837"/>
                      <a:pt x="5410" y="2837"/>
                    </a:cubicBezTo>
                    <a:close/>
                    <a:moveTo>
                      <a:pt x="7007" y="2837"/>
                    </a:moveTo>
                    <a:cubicBezTo>
                      <a:pt x="6648" y="2837"/>
                      <a:pt x="6273" y="3018"/>
                      <a:pt x="6169" y="3244"/>
                    </a:cubicBezTo>
                    <a:cubicBezTo>
                      <a:pt x="6065" y="3471"/>
                      <a:pt x="6274" y="3657"/>
                      <a:pt x="6637" y="3657"/>
                    </a:cubicBezTo>
                    <a:cubicBezTo>
                      <a:pt x="7000" y="3657"/>
                      <a:pt x="7377" y="3471"/>
                      <a:pt x="7477" y="3244"/>
                    </a:cubicBezTo>
                    <a:cubicBezTo>
                      <a:pt x="7577" y="3018"/>
                      <a:pt x="7366" y="2837"/>
                      <a:pt x="7007" y="2837"/>
                    </a:cubicBezTo>
                    <a:close/>
                    <a:moveTo>
                      <a:pt x="8604" y="2837"/>
                    </a:moveTo>
                    <a:cubicBezTo>
                      <a:pt x="8246" y="2837"/>
                      <a:pt x="7875" y="3018"/>
                      <a:pt x="7776" y="3244"/>
                    </a:cubicBezTo>
                    <a:cubicBezTo>
                      <a:pt x="7677" y="3471"/>
                      <a:pt x="7891" y="3657"/>
                      <a:pt x="8254" y="3657"/>
                    </a:cubicBezTo>
                    <a:cubicBezTo>
                      <a:pt x="8618" y="3657"/>
                      <a:pt x="8989" y="3471"/>
                      <a:pt x="9084" y="3244"/>
                    </a:cubicBezTo>
                    <a:cubicBezTo>
                      <a:pt x="9178" y="3018"/>
                      <a:pt x="8963" y="2837"/>
                      <a:pt x="8604" y="2837"/>
                    </a:cubicBezTo>
                    <a:close/>
                    <a:moveTo>
                      <a:pt x="10180" y="2837"/>
                    </a:moveTo>
                    <a:cubicBezTo>
                      <a:pt x="9822" y="2837"/>
                      <a:pt x="9456" y="3018"/>
                      <a:pt x="9362" y="3244"/>
                    </a:cubicBezTo>
                    <a:cubicBezTo>
                      <a:pt x="9269" y="3471"/>
                      <a:pt x="9487" y="3657"/>
                      <a:pt x="9850" y="3657"/>
                    </a:cubicBezTo>
                    <a:cubicBezTo>
                      <a:pt x="10214" y="3657"/>
                      <a:pt x="10582" y="3471"/>
                      <a:pt x="10671" y="3244"/>
                    </a:cubicBezTo>
                    <a:cubicBezTo>
                      <a:pt x="10760" y="3018"/>
                      <a:pt x="10540" y="2837"/>
                      <a:pt x="10180" y="2837"/>
                    </a:cubicBezTo>
                    <a:close/>
                    <a:moveTo>
                      <a:pt x="11778" y="2837"/>
                    </a:moveTo>
                    <a:cubicBezTo>
                      <a:pt x="11419" y="2837"/>
                      <a:pt x="11057" y="3018"/>
                      <a:pt x="10969" y="3244"/>
                    </a:cubicBezTo>
                    <a:cubicBezTo>
                      <a:pt x="10881" y="3471"/>
                      <a:pt x="11103" y="3657"/>
                      <a:pt x="11467" y="3657"/>
                    </a:cubicBezTo>
                    <a:cubicBezTo>
                      <a:pt x="11830" y="3657"/>
                      <a:pt x="12193" y="3471"/>
                      <a:pt x="12277" y="3244"/>
                    </a:cubicBezTo>
                    <a:cubicBezTo>
                      <a:pt x="12361" y="3018"/>
                      <a:pt x="12138" y="2837"/>
                      <a:pt x="11778" y="2837"/>
                    </a:cubicBezTo>
                    <a:close/>
                    <a:moveTo>
                      <a:pt x="13376" y="2837"/>
                    </a:moveTo>
                    <a:cubicBezTo>
                      <a:pt x="13018" y="2837"/>
                      <a:pt x="12660" y="3018"/>
                      <a:pt x="12577" y="3244"/>
                    </a:cubicBezTo>
                    <a:cubicBezTo>
                      <a:pt x="12494" y="3471"/>
                      <a:pt x="12721" y="3657"/>
                      <a:pt x="13084" y="3657"/>
                    </a:cubicBezTo>
                    <a:cubicBezTo>
                      <a:pt x="13448" y="3657"/>
                      <a:pt x="13807" y="3471"/>
                      <a:pt x="13885" y="3244"/>
                    </a:cubicBezTo>
                    <a:cubicBezTo>
                      <a:pt x="13964" y="3018"/>
                      <a:pt x="13735" y="2837"/>
                      <a:pt x="13376" y="2837"/>
                    </a:cubicBezTo>
                    <a:close/>
                    <a:moveTo>
                      <a:pt x="14975" y="2837"/>
                    </a:moveTo>
                    <a:cubicBezTo>
                      <a:pt x="14615" y="2837"/>
                      <a:pt x="14262" y="3018"/>
                      <a:pt x="14185" y="3244"/>
                    </a:cubicBezTo>
                    <a:cubicBezTo>
                      <a:pt x="14107" y="3471"/>
                      <a:pt x="14338" y="3657"/>
                      <a:pt x="14702" y="3657"/>
                    </a:cubicBezTo>
                    <a:cubicBezTo>
                      <a:pt x="15065" y="3657"/>
                      <a:pt x="15419" y="3471"/>
                      <a:pt x="15492" y="3244"/>
                    </a:cubicBezTo>
                    <a:cubicBezTo>
                      <a:pt x="15565" y="3018"/>
                      <a:pt x="15333" y="2837"/>
                      <a:pt x="14975" y="2837"/>
                    </a:cubicBezTo>
                    <a:close/>
                    <a:moveTo>
                      <a:pt x="16551" y="2837"/>
                    </a:moveTo>
                    <a:cubicBezTo>
                      <a:pt x="16192" y="2837"/>
                      <a:pt x="15843" y="3018"/>
                      <a:pt x="15772" y="3244"/>
                    </a:cubicBezTo>
                    <a:cubicBezTo>
                      <a:pt x="15699" y="3471"/>
                      <a:pt x="15935" y="3657"/>
                      <a:pt x="16298" y="3657"/>
                    </a:cubicBezTo>
                    <a:cubicBezTo>
                      <a:pt x="16662" y="3657"/>
                      <a:pt x="17012" y="3471"/>
                      <a:pt x="17080" y="3244"/>
                    </a:cubicBezTo>
                    <a:cubicBezTo>
                      <a:pt x="17148" y="3018"/>
                      <a:pt x="16910" y="2837"/>
                      <a:pt x="16551" y="2837"/>
                    </a:cubicBezTo>
                    <a:close/>
                    <a:moveTo>
                      <a:pt x="4940" y="3852"/>
                    </a:moveTo>
                    <a:cubicBezTo>
                      <a:pt x="4575" y="3852"/>
                      <a:pt x="4189" y="4040"/>
                      <a:pt x="4076" y="4273"/>
                    </a:cubicBezTo>
                    <a:cubicBezTo>
                      <a:pt x="3963" y="4507"/>
                      <a:pt x="4170" y="4698"/>
                      <a:pt x="4539" y="4698"/>
                    </a:cubicBezTo>
                    <a:cubicBezTo>
                      <a:pt x="4908" y="4698"/>
                      <a:pt x="5295" y="4507"/>
                      <a:pt x="5404" y="4273"/>
                    </a:cubicBezTo>
                    <a:cubicBezTo>
                      <a:pt x="5512" y="4040"/>
                      <a:pt x="5304" y="3852"/>
                      <a:pt x="4940" y="3852"/>
                    </a:cubicBezTo>
                    <a:close/>
                    <a:moveTo>
                      <a:pt x="6557" y="3852"/>
                    </a:moveTo>
                    <a:cubicBezTo>
                      <a:pt x="6193" y="3852"/>
                      <a:pt x="5812" y="4040"/>
                      <a:pt x="5705" y="4273"/>
                    </a:cubicBezTo>
                    <a:cubicBezTo>
                      <a:pt x="5597" y="4507"/>
                      <a:pt x="5808" y="4698"/>
                      <a:pt x="6177" y="4698"/>
                    </a:cubicBezTo>
                    <a:cubicBezTo>
                      <a:pt x="6546" y="4698"/>
                      <a:pt x="6929" y="4507"/>
                      <a:pt x="7032" y="4273"/>
                    </a:cubicBezTo>
                    <a:cubicBezTo>
                      <a:pt x="7135" y="4040"/>
                      <a:pt x="6922" y="3852"/>
                      <a:pt x="6557" y="3852"/>
                    </a:cubicBezTo>
                    <a:close/>
                    <a:moveTo>
                      <a:pt x="8176" y="3852"/>
                    </a:moveTo>
                    <a:cubicBezTo>
                      <a:pt x="7812" y="3852"/>
                      <a:pt x="7434" y="4040"/>
                      <a:pt x="7332" y="4273"/>
                    </a:cubicBezTo>
                    <a:cubicBezTo>
                      <a:pt x="7230" y="4507"/>
                      <a:pt x="7446" y="4698"/>
                      <a:pt x="7815" y="4698"/>
                    </a:cubicBezTo>
                    <a:cubicBezTo>
                      <a:pt x="8184" y="4698"/>
                      <a:pt x="8562" y="4507"/>
                      <a:pt x="8660" y="4273"/>
                    </a:cubicBezTo>
                    <a:cubicBezTo>
                      <a:pt x="8757" y="4040"/>
                      <a:pt x="8540" y="3852"/>
                      <a:pt x="8176" y="3852"/>
                    </a:cubicBezTo>
                    <a:close/>
                    <a:moveTo>
                      <a:pt x="9773" y="3852"/>
                    </a:moveTo>
                    <a:cubicBezTo>
                      <a:pt x="9409" y="3852"/>
                      <a:pt x="9036" y="4040"/>
                      <a:pt x="8939" y="4273"/>
                    </a:cubicBezTo>
                    <a:cubicBezTo>
                      <a:pt x="8843" y="4507"/>
                      <a:pt x="9063" y="4698"/>
                      <a:pt x="9432" y="4698"/>
                    </a:cubicBezTo>
                    <a:cubicBezTo>
                      <a:pt x="9801" y="4698"/>
                      <a:pt x="10176" y="4507"/>
                      <a:pt x="10268" y="4273"/>
                    </a:cubicBezTo>
                    <a:cubicBezTo>
                      <a:pt x="10359" y="4040"/>
                      <a:pt x="10137" y="3852"/>
                      <a:pt x="9773" y="3852"/>
                    </a:cubicBezTo>
                    <a:close/>
                    <a:moveTo>
                      <a:pt x="11392" y="3852"/>
                    </a:moveTo>
                    <a:cubicBezTo>
                      <a:pt x="11027" y="3852"/>
                      <a:pt x="10659" y="4040"/>
                      <a:pt x="10568" y="4273"/>
                    </a:cubicBezTo>
                    <a:cubicBezTo>
                      <a:pt x="10477" y="4507"/>
                      <a:pt x="10702" y="4698"/>
                      <a:pt x="11071" y="4698"/>
                    </a:cubicBezTo>
                    <a:cubicBezTo>
                      <a:pt x="11440" y="4698"/>
                      <a:pt x="11809" y="4507"/>
                      <a:pt x="11895" y="4273"/>
                    </a:cubicBezTo>
                    <a:cubicBezTo>
                      <a:pt x="11982" y="4040"/>
                      <a:pt x="11756" y="3852"/>
                      <a:pt x="11392" y="3852"/>
                    </a:cubicBezTo>
                    <a:close/>
                    <a:moveTo>
                      <a:pt x="13010" y="3852"/>
                    </a:moveTo>
                    <a:cubicBezTo>
                      <a:pt x="12646" y="3852"/>
                      <a:pt x="12282" y="4040"/>
                      <a:pt x="12197" y="4273"/>
                    </a:cubicBezTo>
                    <a:cubicBezTo>
                      <a:pt x="12111" y="4507"/>
                      <a:pt x="12341" y="4698"/>
                      <a:pt x="12710" y="4698"/>
                    </a:cubicBezTo>
                    <a:cubicBezTo>
                      <a:pt x="13078" y="4698"/>
                      <a:pt x="13444" y="4507"/>
                      <a:pt x="13525" y="4273"/>
                    </a:cubicBezTo>
                    <a:cubicBezTo>
                      <a:pt x="13605" y="4040"/>
                      <a:pt x="13374" y="3852"/>
                      <a:pt x="13010" y="3852"/>
                    </a:cubicBezTo>
                    <a:close/>
                    <a:moveTo>
                      <a:pt x="14629" y="3852"/>
                    </a:moveTo>
                    <a:cubicBezTo>
                      <a:pt x="14264" y="3852"/>
                      <a:pt x="13905" y="4040"/>
                      <a:pt x="13826" y="4273"/>
                    </a:cubicBezTo>
                    <a:cubicBezTo>
                      <a:pt x="13745" y="4507"/>
                      <a:pt x="13979" y="4698"/>
                      <a:pt x="14348" y="4698"/>
                    </a:cubicBezTo>
                    <a:cubicBezTo>
                      <a:pt x="14716" y="4698"/>
                      <a:pt x="15077" y="4507"/>
                      <a:pt x="15153" y="4273"/>
                    </a:cubicBezTo>
                    <a:cubicBezTo>
                      <a:pt x="15228" y="4040"/>
                      <a:pt x="14993" y="3852"/>
                      <a:pt x="14629" y="3852"/>
                    </a:cubicBezTo>
                    <a:close/>
                    <a:moveTo>
                      <a:pt x="16248" y="3852"/>
                    </a:moveTo>
                    <a:cubicBezTo>
                      <a:pt x="15884" y="3852"/>
                      <a:pt x="15529" y="4040"/>
                      <a:pt x="15454" y="4273"/>
                    </a:cubicBezTo>
                    <a:cubicBezTo>
                      <a:pt x="15380" y="4507"/>
                      <a:pt x="15618" y="4698"/>
                      <a:pt x="15987" y="4698"/>
                    </a:cubicBezTo>
                    <a:cubicBezTo>
                      <a:pt x="16356" y="4698"/>
                      <a:pt x="16712" y="4507"/>
                      <a:pt x="16782" y="4273"/>
                    </a:cubicBezTo>
                    <a:cubicBezTo>
                      <a:pt x="16852" y="4040"/>
                      <a:pt x="16612" y="3852"/>
                      <a:pt x="16248" y="3852"/>
                    </a:cubicBezTo>
                    <a:close/>
                    <a:moveTo>
                      <a:pt x="17867" y="3852"/>
                    </a:moveTo>
                    <a:cubicBezTo>
                      <a:pt x="17503" y="3852"/>
                      <a:pt x="17152" y="4040"/>
                      <a:pt x="17083" y="4273"/>
                    </a:cubicBezTo>
                    <a:cubicBezTo>
                      <a:pt x="17014" y="4507"/>
                      <a:pt x="17258" y="4698"/>
                      <a:pt x="17626" y="4698"/>
                    </a:cubicBezTo>
                    <a:cubicBezTo>
                      <a:pt x="17995" y="4698"/>
                      <a:pt x="18347" y="4507"/>
                      <a:pt x="18411" y="4273"/>
                    </a:cubicBezTo>
                    <a:cubicBezTo>
                      <a:pt x="18475" y="4040"/>
                      <a:pt x="18231" y="3852"/>
                      <a:pt x="17867" y="3852"/>
                    </a:cubicBezTo>
                    <a:close/>
                    <a:moveTo>
                      <a:pt x="19486" y="3852"/>
                    </a:moveTo>
                    <a:cubicBezTo>
                      <a:pt x="19121" y="3852"/>
                      <a:pt x="18775" y="4040"/>
                      <a:pt x="18712" y="4273"/>
                    </a:cubicBezTo>
                    <a:cubicBezTo>
                      <a:pt x="18649" y="4507"/>
                      <a:pt x="18896" y="4698"/>
                      <a:pt x="19265" y="4698"/>
                    </a:cubicBezTo>
                    <a:cubicBezTo>
                      <a:pt x="19634" y="4698"/>
                      <a:pt x="19981" y="4507"/>
                      <a:pt x="20040" y="4273"/>
                    </a:cubicBezTo>
                    <a:cubicBezTo>
                      <a:pt x="20099" y="4040"/>
                      <a:pt x="19851" y="3852"/>
                      <a:pt x="19486" y="3852"/>
                    </a:cubicBezTo>
                    <a:close/>
                    <a:moveTo>
                      <a:pt x="6087" y="4885"/>
                    </a:moveTo>
                    <a:cubicBezTo>
                      <a:pt x="5718" y="4885"/>
                      <a:pt x="5328" y="5080"/>
                      <a:pt x="5218" y="5319"/>
                    </a:cubicBezTo>
                    <a:cubicBezTo>
                      <a:pt x="5107" y="5561"/>
                      <a:pt x="5320" y="5758"/>
                      <a:pt x="5695" y="5758"/>
                    </a:cubicBezTo>
                    <a:cubicBezTo>
                      <a:pt x="6069" y="5758"/>
                      <a:pt x="6460" y="5561"/>
                      <a:pt x="6567" y="5319"/>
                    </a:cubicBezTo>
                    <a:cubicBezTo>
                      <a:pt x="6672" y="5080"/>
                      <a:pt x="6457" y="4885"/>
                      <a:pt x="6087" y="4885"/>
                    </a:cubicBezTo>
                    <a:close/>
                    <a:moveTo>
                      <a:pt x="7727" y="4885"/>
                    </a:moveTo>
                    <a:cubicBezTo>
                      <a:pt x="7357" y="4885"/>
                      <a:pt x="6972" y="5080"/>
                      <a:pt x="6868" y="5319"/>
                    </a:cubicBezTo>
                    <a:cubicBezTo>
                      <a:pt x="6762" y="5561"/>
                      <a:pt x="6980" y="5758"/>
                      <a:pt x="7354" y="5758"/>
                    </a:cubicBezTo>
                    <a:cubicBezTo>
                      <a:pt x="7729" y="5758"/>
                      <a:pt x="8115" y="5561"/>
                      <a:pt x="8215" y="5319"/>
                    </a:cubicBezTo>
                    <a:cubicBezTo>
                      <a:pt x="8315" y="5080"/>
                      <a:pt x="8097" y="4885"/>
                      <a:pt x="7727" y="4885"/>
                    </a:cubicBezTo>
                    <a:close/>
                    <a:moveTo>
                      <a:pt x="9366" y="4885"/>
                    </a:moveTo>
                    <a:cubicBezTo>
                      <a:pt x="8996" y="4885"/>
                      <a:pt x="8616" y="5080"/>
                      <a:pt x="8517" y="5319"/>
                    </a:cubicBezTo>
                    <a:cubicBezTo>
                      <a:pt x="8418" y="5561"/>
                      <a:pt x="8640" y="5758"/>
                      <a:pt x="9014" y="5758"/>
                    </a:cubicBezTo>
                    <a:cubicBezTo>
                      <a:pt x="9389" y="5758"/>
                      <a:pt x="9770" y="5561"/>
                      <a:pt x="9865" y="5319"/>
                    </a:cubicBezTo>
                    <a:cubicBezTo>
                      <a:pt x="9960" y="5080"/>
                      <a:pt x="9736" y="4885"/>
                      <a:pt x="9366" y="4885"/>
                    </a:cubicBezTo>
                    <a:close/>
                    <a:moveTo>
                      <a:pt x="11005" y="4885"/>
                    </a:moveTo>
                    <a:cubicBezTo>
                      <a:pt x="10635" y="4885"/>
                      <a:pt x="10260" y="5080"/>
                      <a:pt x="10167" y="5319"/>
                    </a:cubicBezTo>
                    <a:cubicBezTo>
                      <a:pt x="10073" y="5561"/>
                      <a:pt x="10299" y="5758"/>
                      <a:pt x="10674" y="5758"/>
                    </a:cubicBezTo>
                    <a:cubicBezTo>
                      <a:pt x="11048" y="5758"/>
                      <a:pt x="11425" y="5561"/>
                      <a:pt x="11514" y="5319"/>
                    </a:cubicBezTo>
                    <a:cubicBezTo>
                      <a:pt x="11603" y="5080"/>
                      <a:pt x="11375" y="4885"/>
                      <a:pt x="11005" y="4885"/>
                    </a:cubicBezTo>
                    <a:close/>
                    <a:moveTo>
                      <a:pt x="12645" y="4885"/>
                    </a:moveTo>
                    <a:cubicBezTo>
                      <a:pt x="12275" y="4885"/>
                      <a:pt x="11903" y="5080"/>
                      <a:pt x="11816" y="5319"/>
                    </a:cubicBezTo>
                    <a:cubicBezTo>
                      <a:pt x="11728" y="5561"/>
                      <a:pt x="11960" y="5758"/>
                      <a:pt x="12334" y="5758"/>
                    </a:cubicBezTo>
                    <a:cubicBezTo>
                      <a:pt x="12709" y="5758"/>
                      <a:pt x="13081" y="5561"/>
                      <a:pt x="13164" y="5319"/>
                    </a:cubicBezTo>
                    <a:cubicBezTo>
                      <a:pt x="13247" y="5080"/>
                      <a:pt x="13014" y="4885"/>
                      <a:pt x="12645" y="4885"/>
                    </a:cubicBezTo>
                    <a:close/>
                    <a:moveTo>
                      <a:pt x="14284" y="4885"/>
                    </a:moveTo>
                    <a:cubicBezTo>
                      <a:pt x="13914" y="4885"/>
                      <a:pt x="13548" y="5080"/>
                      <a:pt x="13466" y="5319"/>
                    </a:cubicBezTo>
                    <a:cubicBezTo>
                      <a:pt x="13384" y="5561"/>
                      <a:pt x="13619" y="5758"/>
                      <a:pt x="13994" y="5758"/>
                    </a:cubicBezTo>
                    <a:cubicBezTo>
                      <a:pt x="14369" y="5758"/>
                      <a:pt x="14736" y="5561"/>
                      <a:pt x="14814" y="5319"/>
                    </a:cubicBezTo>
                    <a:cubicBezTo>
                      <a:pt x="14891" y="5080"/>
                      <a:pt x="14654" y="4885"/>
                      <a:pt x="14284" y="4885"/>
                    </a:cubicBezTo>
                    <a:close/>
                    <a:moveTo>
                      <a:pt x="15924" y="4885"/>
                    </a:moveTo>
                    <a:cubicBezTo>
                      <a:pt x="15554" y="4885"/>
                      <a:pt x="15193" y="5080"/>
                      <a:pt x="15116" y="5319"/>
                    </a:cubicBezTo>
                    <a:cubicBezTo>
                      <a:pt x="15039" y="5561"/>
                      <a:pt x="15281" y="5758"/>
                      <a:pt x="15655" y="5758"/>
                    </a:cubicBezTo>
                    <a:cubicBezTo>
                      <a:pt x="16029" y="5758"/>
                      <a:pt x="16392" y="5561"/>
                      <a:pt x="16465" y="5319"/>
                    </a:cubicBezTo>
                    <a:cubicBezTo>
                      <a:pt x="16536" y="5080"/>
                      <a:pt x="16293" y="4885"/>
                      <a:pt x="15924" y="4885"/>
                    </a:cubicBezTo>
                    <a:close/>
                    <a:moveTo>
                      <a:pt x="17564" y="4885"/>
                    </a:moveTo>
                    <a:cubicBezTo>
                      <a:pt x="17194" y="4885"/>
                      <a:pt x="16837" y="5080"/>
                      <a:pt x="16766" y="5319"/>
                    </a:cubicBezTo>
                    <a:cubicBezTo>
                      <a:pt x="16695" y="5561"/>
                      <a:pt x="16941" y="5758"/>
                      <a:pt x="17315" y="5758"/>
                    </a:cubicBezTo>
                    <a:cubicBezTo>
                      <a:pt x="17690" y="5758"/>
                      <a:pt x="18047" y="5561"/>
                      <a:pt x="18114" y="5319"/>
                    </a:cubicBezTo>
                    <a:cubicBezTo>
                      <a:pt x="18180" y="5080"/>
                      <a:pt x="17934" y="4885"/>
                      <a:pt x="17564" y="4885"/>
                    </a:cubicBezTo>
                    <a:close/>
                    <a:moveTo>
                      <a:pt x="19203" y="4885"/>
                    </a:moveTo>
                    <a:cubicBezTo>
                      <a:pt x="18833" y="4885"/>
                      <a:pt x="18481" y="5080"/>
                      <a:pt x="18416" y="5319"/>
                    </a:cubicBezTo>
                    <a:cubicBezTo>
                      <a:pt x="18351" y="5561"/>
                      <a:pt x="18601" y="5758"/>
                      <a:pt x="18976" y="5758"/>
                    </a:cubicBezTo>
                    <a:cubicBezTo>
                      <a:pt x="19350" y="5758"/>
                      <a:pt x="19703" y="5561"/>
                      <a:pt x="19764" y="5319"/>
                    </a:cubicBezTo>
                    <a:cubicBezTo>
                      <a:pt x="19824" y="5080"/>
                      <a:pt x="19573" y="4885"/>
                      <a:pt x="19203" y="4885"/>
                    </a:cubicBezTo>
                    <a:close/>
                    <a:moveTo>
                      <a:pt x="20865" y="4885"/>
                    </a:moveTo>
                    <a:cubicBezTo>
                      <a:pt x="20495" y="4885"/>
                      <a:pt x="20147" y="5080"/>
                      <a:pt x="20088" y="5319"/>
                    </a:cubicBezTo>
                    <a:cubicBezTo>
                      <a:pt x="20028" y="5561"/>
                      <a:pt x="20283" y="5758"/>
                      <a:pt x="20658" y="5758"/>
                    </a:cubicBezTo>
                    <a:cubicBezTo>
                      <a:pt x="21032" y="5758"/>
                      <a:pt x="21380" y="5561"/>
                      <a:pt x="21435" y="5319"/>
                    </a:cubicBezTo>
                    <a:cubicBezTo>
                      <a:pt x="21490" y="5080"/>
                      <a:pt x="21235" y="4885"/>
                      <a:pt x="20865" y="4885"/>
                    </a:cubicBezTo>
                    <a:close/>
                    <a:moveTo>
                      <a:pt x="5597" y="5954"/>
                    </a:moveTo>
                    <a:cubicBezTo>
                      <a:pt x="5221" y="5954"/>
                      <a:pt x="4825" y="6153"/>
                      <a:pt x="4711" y="6401"/>
                    </a:cubicBezTo>
                    <a:cubicBezTo>
                      <a:pt x="4597" y="6650"/>
                      <a:pt x="4812" y="6853"/>
                      <a:pt x="5192" y="6853"/>
                    </a:cubicBezTo>
                    <a:cubicBezTo>
                      <a:pt x="5572" y="6853"/>
                      <a:pt x="5971" y="6650"/>
                      <a:pt x="6081" y="6401"/>
                    </a:cubicBezTo>
                    <a:cubicBezTo>
                      <a:pt x="6190" y="6153"/>
                      <a:pt x="5972" y="5954"/>
                      <a:pt x="5597" y="5954"/>
                    </a:cubicBezTo>
                    <a:close/>
                    <a:moveTo>
                      <a:pt x="7278" y="5954"/>
                    </a:moveTo>
                    <a:cubicBezTo>
                      <a:pt x="6903" y="5954"/>
                      <a:pt x="6511" y="6153"/>
                      <a:pt x="6403" y="6401"/>
                    </a:cubicBezTo>
                    <a:cubicBezTo>
                      <a:pt x="6295" y="6650"/>
                      <a:pt x="6514" y="6853"/>
                      <a:pt x="6894" y="6853"/>
                    </a:cubicBezTo>
                    <a:cubicBezTo>
                      <a:pt x="7275" y="6853"/>
                      <a:pt x="7667" y="6650"/>
                      <a:pt x="7771" y="6401"/>
                    </a:cubicBezTo>
                    <a:cubicBezTo>
                      <a:pt x="7874" y="6153"/>
                      <a:pt x="7654" y="5954"/>
                      <a:pt x="7278" y="5954"/>
                    </a:cubicBezTo>
                    <a:close/>
                    <a:moveTo>
                      <a:pt x="8938" y="5954"/>
                    </a:moveTo>
                    <a:cubicBezTo>
                      <a:pt x="8563" y="5954"/>
                      <a:pt x="8176" y="6153"/>
                      <a:pt x="8074" y="6401"/>
                    </a:cubicBezTo>
                    <a:cubicBezTo>
                      <a:pt x="7971" y="6650"/>
                      <a:pt x="8195" y="6853"/>
                      <a:pt x="8575" y="6853"/>
                    </a:cubicBezTo>
                    <a:cubicBezTo>
                      <a:pt x="8956" y="6853"/>
                      <a:pt x="9345" y="6650"/>
                      <a:pt x="9442" y="6401"/>
                    </a:cubicBezTo>
                    <a:cubicBezTo>
                      <a:pt x="9540" y="6153"/>
                      <a:pt x="9314" y="5954"/>
                      <a:pt x="8938" y="5954"/>
                    </a:cubicBezTo>
                    <a:close/>
                    <a:moveTo>
                      <a:pt x="10597" y="5954"/>
                    </a:moveTo>
                    <a:cubicBezTo>
                      <a:pt x="10222" y="5954"/>
                      <a:pt x="9841" y="6153"/>
                      <a:pt x="9744" y="6401"/>
                    </a:cubicBezTo>
                    <a:cubicBezTo>
                      <a:pt x="9647" y="6650"/>
                      <a:pt x="9876" y="6853"/>
                      <a:pt x="10257" y="6853"/>
                    </a:cubicBezTo>
                    <a:cubicBezTo>
                      <a:pt x="10637" y="6853"/>
                      <a:pt x="11021" y="6650"/>
                      <a:pt x="11112" y="6401"/>
                    </a:cubicBezTo>
                    <a:cubicBezTo>
                      <a:pt x="11204" y="6153"/>
                      <a:pt x="10973" y="5954"/>
                      <a:pt x="10597" y="5954"/>
                    </a:cubicBezTo>
                    <a:close/>
                    <a:moveTo>
                      <a:pt x="12258" y="5954"/>
                    </a:moveTo>
                    <a:cubicBezTo>
                      <a:pt x="11883" y="5954"/>
                      <a:pt x="11505" y="6153"/>
                      <a:pt x="11415" y="6401"/>
                    </a:cubicBezTo>
                    <a:cubicBezTo>
                      <a:pt x="11324" y="6650"/>
                      <a:pt x="11559" y="6853"/>
                      <a:pt x="11938" y="6853"/>
                    </a:cubicBezTo>
                    <a:cubicBezTo>
                      <a:pt x="12319" y="6853"/>
                      <a:pt x="12698" y="6650"/>
                      <a:pt x="12784" y="6401"/>
                    </a:cubicBezTo>
                    <a:cubicBezTo>
                      <a:pt x="12870" y="6153"/>
                      <a:pt x="12633" y="5954"/>
                      <a:pt x="12258" y="5954"/>
                    </a:cubicBezTo>
                    <a:close/>
                    <a:moveTo>
                      <a:pt x="13939" y="5954"/>
                    </a:moveTo>
                    <a:cubicBezTo>
                      <a:pt x="13563" y="5954"/>
                      <a:pt x="13191" y="6153"/>
                      <a:pt x="13107" y="6401"/>
                    </a:cubicBezTo>
                    <a:cubicBezTo>
                      <a:pt x="13022" y="6650"/>
                      <a:pt x="13260" y="6853"/>
                      <a:pt x="13641" y="6853"/>
                    </a:cubicBezTo>
                    <a:cubicBezTo>
                      <a:pt x="14021" y="6853"/>
                      <a:pt x="14395" y="6650"/>
                      <a:pt x="14476" y="6401"/>
                    </a:cubicBezTo>
                    <a:cubicBezTo>
                      <a:pt x="14555" y="6153"/>
                      <a:pt x="14315" y="5954"/>
                      <a:pt x="13939" y="5954"/>
                    </a:cubicBezTo>
                    <a:close/>
                    <a:moveTo>
                      <a:pt x="15600" y="5954"/>
                    </a:moveTo>
                    <a:cubicBezTo>
                      <a:pt x="15225" y="5954"/>
                      <a:pt x="14857" y="6153"/>
                      <a:pt x="14778" y="6401"/>
                    </a:cubicBezTo>
                    <a:cubicBezTo>
                      <a:pt x="14699" y="6650"/>
                      <a:pt x="14942" y="6853"/>
                      <a:pt x="15323" y="6853"/>
                    </a:cubicBezTo>
                    <a:cubicBezTo>
                      <a:pt x="15703" y="6853"/>
                      <a:pt x="16072" y="6650"/>
                      <a:pt x="16147" y="6401"/>
                    </a:cubicBezTo>
                    <a:cubicBezTo>
                      <a:pt x="16221" y="6153"/>
                      <a:pt x="15975" y="5954"/>
                      <a:pt x="15600" y="5954"/>
                    </a:cubicBezTo>
                    <a:close/>
                    <a:moveTo>
                      <a:pt x="17261" y="5954"/>
                    </a:moveTo>
                    <a:cubicBezTo>
                      <a:pt x="16886" y="5954"/>
                      <a:pt x="16522" y="6153"/>
                      <a:pt x="16449" y="6401"/>
                    </a:cubicBezTo>
                    <a:cubicBezTo>
                      <a:pt x="16375" y="6650"/>
                      <a:pt x="16625" y="6853"/>
                      <a:pt x="17005" y="6853"/>
                    </a:cubicBezTo>
                    <a:cubicBezTo>
                      <a:pt x="17385" y="6853"/>
                      <a:pt x="17749" y="6650"/>
                      <a:pt x="17817" y="6401"/>
                    </a:cubicBezTo>
                    <a:cubicBezTo>
                      <a:pt x="17886" y="6153"/>
                      <a:pt x="17636" y="5954"/>
                      <a:pt x="17261" y="5954"/>
                    </a:cubicBezTo>
                    <a:close/>
                    <a:moveTo>
                      <a:pt x="18943" y="5954"/>
                    </a:moveTo>
                    <a:cubicBezTo>
                      <a:pt x="18567" y="5954"/>
                      <a:pt x="18208" y="6153"/>
                      <a:pt x="18141" y="6401"/>
                    </a:cubicBezTo>
                    <a:cubicBezTo>
                      <a:pt x="18074" y="6650"/>
                      <a:pt x="18327" y="6853"/>
                      <a:pt x="18708" y="6853"/>
                    </a:cubicBezTo>
                    <a:cubicBezTo>
                      <a:pt x="19088" y="6853"/>
                      <a:pt x="19447" y="6650"/>
                      <a:pt x="19510" y="6401"/>
                    </a:cubicBezTo>
                    <a:cubicBezTo>
                      <a:pt x="19572" y="6153"/>
                      <a:pt x="19318" y="5954"/>
                      <a:pt x="18943" y="5954"/>
                    </a:cubicBezTo>
                    <a:close/>
                    <a:moveTo>
                      <a:pt x="6809" y="7057"/>
                    </a:moveTo>
                    <a:cubicBezTo>
                      <a:pt x="6428" y="7057"/>
                      <a:pt x="6029" y="7263"/>
                      <a:pt x="5917" y="7518"/>
                    </a:cubicBezTo>
                    <a:cubicBezTo>
                      <a:pt x="5805" y="7775"/>
                      <a:pt x="6027" y="7984"/>
                      <a:pt x="6414" y="7984"/>
                    </a:cubicBezTo>
                    <a:cubicBezTo>
                      <a:pt x="6800" y="7984"/>
                      <a:pt x="7200" y="7775"/>
                      <a:pt x="7307" y="7518"/>
                    </a:cubicBezTo>
                    <a:cubicBezTo>
                      <a:pt x="7414" y="7263"/>
                      <a:pt x="7190" y="7057"/>
                      <a:pt x="6809" y="7057"/>
                    </a:cubicBezTo>
                    <a:close/>
                    <a:moveTo>
                      <a:pt x="8489" y="7057"/>
                    </a:moveTo>
                    <a:cubicBezTo>
                      <a:pt x="8108" y="7057"/>
                      <a:pt x="7714" y="7263"/>
                      <a:pt x="7608" y="7518"/>
                    </a:cubicBezTo>
                    <a:cubicBezTo>
                      <a:pt x="7502" y="7775"/>
                      <a:pt x="7730" y="7984"/>
                      <a:pt x="8116" y="7984"/>
                    </a:cubicBezTo>
                    <a:cubicBezTo>
                      <a:pt x="8502" y="7984"/>
                      <a:pt x="8898" y="7775"/>
                      <a:pt x="8999" y="7518"/>
                    </a:cubicBezTo>
                    <a:cubicBezTo>
                      <a:pt x="9099" y="7263"/>
                      <a:pt x="8871" y="7057"/>
                      <a:pt x="8489" y="7057"/>
                    </a:cubicBezTo>
                    <a:close/>
                    <a:moveTo>
                      <a:pt x="10191" y="7057"/>
                    </a:moveTo>
                    <a:cubicBezTo>
                      <a:pt x="9810" y="7057"/>
                      <a:pt x="9421" y="7263"/>
                      <a:pt x="9321" y="7518"/>
                    </a:cubicBezTo>
                    <a:cubicBezTo>
                      <a:pt x="9221" y="7775"/>
                      <a:pt x="9453" y="7984"/>
                      <a:pt x="9840" y="7984"/>
                    </a:cubicBezTo>
                    <a:cubicBezTo>
                      <a:pt x="10226" y="7984"/>
                      <a:pt x="10616" y="7775"/>
                      <a:pt x="10711" y="7518"/>
                    </a:cubicBezTo>
                    <a:cubicBezTo>
                      <a:pt x="10806" y="7263"/>
                      <a:pt x="10573" y="7057"/>
                      <a:pt x="10191" y="7057"/>
                    </a:cubicBezTo>
                    <a:close/>
                    <a:moveTo>
                      <a:pt x="11872" y="7057"/>
                    </a:moveTo>
                    <a:cubicBezTo>
                      <a:pt x="11491" y="7057"/>
                      <a:pt x="11106" y="7263"/>
                      <a:pt x="11013" y="7518"/>
                    </a:cubicBezTo>
                    <a:cubicBezTo>
                      <a:pt x="10919" y="7775"/>
                      <a:pt x="11157" y="7984"/>
                      <a:pt x="11543" y="7984"/>
                    </a:cubicBezTo>
                    <a:cubicBezTo>
                      <a:pt x="11929" y="7984"/>
                      <a:pt x="12315" y="7775"/>
                      <a:pt x="12404" y="7518"/>
                    </a:cubicBezTo>
                    <a:cubicBezTo>
                      <a:pt x="12492" y="7263"/>
                      <a:pt x="12254" y="7057"/>
                      <a:pt x="11872" y="7057"/>
                    </a:cubicBezTo>
                    <a:close/>
                    <a:moveTo>
                      <a:pt x="13575" y="7057"/>
                    </a:moveTo>
                    <a:cubicBezTo>
                      <a:pt x="13193" y="7057"/>
                      <a:pt x="12813" y="7263"/>
                      <a:pt x="12726" y="7518"/>
                    </a:cubicBezTo>
                    <a:cubicBezTo>
                      <a:pt x="12638" y="7775"/>
                      <a:pt x="12880" y="7984"/>
                      <a:pt x="13266" y="7984"/>
                    </a:cubicBezTo>
                    <a:cubicBezTo>
                      <a:pt x="13652" y="7984"/>
                      <a:pt x="14033" y="7775"/>
                      <a:pt x="14116" y="7518"/>
                    </a:cubicBezTo>
                    <a:cubicBezTo>
                      <a:pt x="14198" y="7263"/>
                      <a:pt x="13956" y="7057"/>
                      <a:pt x="13575" y="7057"/>
                    </a:cubicBezTo>
                    <a:close/>
                    <a:moveTo>
                      <a:pt x="15256" y="7057"/>
                    </a:moveTo>
                    <a:cubicBezTo>
                      <a:pt x="14875" y="7057"/>
                      <a:pt x="14500" y="7263"/>
                      <a:pt x="14419" y="7518"/>
                    </a:cubicBezTo>
                    <a:cubicBezTo>
                      <a:pt x="14337" y="7775"/>
                      <a:pt x="14584" y="7984"/>
                      <a:pt x="14970" y="7984"/>
                    </a:cubicBezTo>
                    <a:cubicBezTo>
                      <a:pt x="15356" y="7984"/>
                      <a:pt x="15732" y="7775"/>
                      <a:pt x="15809" y="7518"/>
                    </a:cubicBezTo>
                    <a:cubicBezTo>
                      <a:pt x="15886" y="7263"/>
                      <a:pt x="15637" y="7057"/>
                      <a:pt x="15256" y="7057"/>
                    </a:cubicBezTo>
                    <a:close/>
                    <a:moveTo>
                      <a:pt x="16958" y="7057"/>
                    </a:moveTo>
                    <a:cubicBezTo>
                      <a:pt x="16577" y="7057"/>
                      <a:pt x="16207" y="7263"/>
                      <a:pt x="16132" y="7518"/>
                    </a:cubicBezTo>
                    <a:cubicBezTo>
                      <a:pt x="16056" y="7775"/>
                      <a:pt x="16308" y="7984"/>
                      <a:pt x="16694" y="7984"/>
                    </a:cubicBezTo>
                    <a:cubicBezTo>
                      <a:pt x="17081" y="7984"/>
                      <a:pt x="17451" y="7775"/>
                      <a:pt x="17522" y="7518"/>
                    </a:cubicBezTo>
                    <a:cubicBezTo>
                      <a:pt x="17592" y="7263"/>
                      <a:pt x="17340" y="7057"/>
                      <a:pt x="16958" y="7057"/>
                    </a:cubicBezTo>
                    <a:close/>
                    <a:moveTo>
                      <a:pt x="18640" y="7057"/>
                    </a:moveTo>
                    <a:cubicBezTo>
                      <a:pt x="18258" y="7057"/>
                      <a:pt x="17893" y="7263"/>
                      <a:pt x="17824" y="7518"/>
                    </a:cubicBezTo>
                    <a:cubicBezTo>
                      <a:pt x="17754" y="7775"/>
                      <a:pt x="18011" y="7984"/>
                      <a:pt x="18397" y="7984"/>
                    </a:cubicBezTo>
                    <a:cubicBezTo>
                      <a:pt x="18784" y="7984"/>
                      <a:pt x="19150" y="7775"/>
                      <a:pt x="19215" y="7518"/>
                    </a:cubicBezTo>
                    <a:cubicBezTo>
                      <a:pt x="19279" y="7263"/>
                      <a:pt x="19021" y="7057"/>
                      <a:pt x="18640" y="7057"/>
                    </a:cubicBezTo>
                    <a:close/>
                    <a:moveTo>
                      <a:pt x="8042" y="8195"/>
                    </a:moveTo>
                    <a:cubicBezTo>
                      <a:pt x="7655" y="8195"/>
                      <a:pt x="7253" y="8407"/>
                      <a:pt x="7144" y="8671"/>
                    </a:cubicBezTo>
                    <a:cubicBezTo>
                      <a:pt x="7034" y="8936"/>
                      <a:pt x="7264" y="9152"/>
                      <a:pt x="7656" y="9152"/>
                    </a:cubicBezTo>
                    <a:cubicBezTo>
                      <a:pt x="8049" y="9152"/>
                      <a:pt x="8453" y="8936"/>
                      <a:pt x="8557" y="8671"/>
                    </a:cubicBezTo>
                    <a:cubicBezTo>
                      <a:pt x="8661" y="8407"/>
                      <a:pt x="8429" y="8195"/>
                      <a:pt x="8042" y="8195"/>
                    </a:cubicBezTo>
                    <a:close/>
                    <a:moveTo>
                      <a:pt x="9743" y="8195"/>
                    </a:moveTo>
                    <a:cubicBezTo>
                      <a:pt x="9355" y="8195"/>
                      <a:pt x="8959" y="8407"/>
                      <a:pt x="8857" y="8671"/>
                    </a:cubicBezTo>
                    <a:cubicBezTo>
                      <a:pt x="8753" y="8936"/>
                      <a:pt x="8988" y="9152"/>
                      <a:pt x="9380" y="9152"/>
                    </a:cubicBezTo>
                    <a:cubicBezTo>
                      <a:pt x="9773" y="9152"/>
                      <a:pt x="10170" y="8936"/>
                      <a:pt x="10269" y="8671"/>
                    </a:cubicBezTo>
                    <a:cubicBezTo>
                      <a:pt x="10366" y="8407"/>
                      <a:pt x="10131" y="8195"/>
                      <a:pt x="9743" y="8195"/>
                    </a:cubicBezTo>
                    <a:close/>
                    <a:moveTo>
                      <a:pt x="11466" y="8195"/>
                    </a:moveTo>
                    <a:cubicBezTo>
                      <a:pt x="11079" y="8195"/>
                      <a:pt x="10687" y="8407"/>
                      <a:pt x="10591" y="8671"/>
                    </a:cubicBezTo>
                    <a:cubicBezTo>
                      <a:pt x="10494" y="8936"/>
                      <a:pt x="10734" y="9152"/>
                      <a:pt x="11126" y="9152"/>
                    </a:cubicBezTo>
                    <a:cubicBezTo>
                      <a:pt x="11518" y="9152"/>
                      <a:pt x="11912" y="8936"/>
                      <a:pt x="12003" y="8671"/>
                    </a:cubicBezTo>
                    <a:cubicBezTo>
                      <a:pt x="12095" y="8407"/>
                      <a:pt x="11853" y="8195"/>
                      <a:pt x="11466" y="8195"/>
                    </a:cubicBezTo>
                    <a:close/>
                    <a:moveTo>
                      <a:pt x="13189" y="8195"/>
                    </a:moveTo>
                    <a:cubicBezTo>
                      <a:pt x="12801" y="8195"/>
                      <a:pt x="12415" y="8407"/>
                      <a:pt x="12325" y="8671"/>
                    </a:cubicBezTo>
                    <a:cubicBezTo>
                      <a:pt x="12234" y="8936"/>
                      <a:pt x="12478" y="9152"/>
                      <a:pt x="12871" y="9152"/>
                    </a:cubicBezTo>
                    <a:cubicBezTo>
                      <a:pt x="13263" y="9152"/>
                      <a:pt x="13651" y="8936"/>
                      <a:pt x="13737" y="8671"/>
                    </a:cubicBezTo>
                    <a:cubicBezTo>
                      <a:pt x="13822" y="8407"/>
                      <a:pt x="13576" y="8195"/>
                      <a:pt x="13189" y="8195"/>
                    </a:cubicBezTo>
                    <a:close/>
                    <a:moveTo>
                      <a:pt x="14912" y="8195"/>
                    </a:moveTo>
                    <a:cubicBezTo>
                      <a:pt x="14525" y="8195"/>
                      <a:pt x="14143" y="8407"/>
                      <a:pt x="14059" y="8671"/>
                    </a:cubicBezTo>
                    <a:cubicBezTo>
                      <a:pt x="13975" y="8936"/>
                      <a:pt x="14225" y="9152"/>
                      <a:pt x="14617" y="9152"/>
                    </a:cubicBezTo>
                    <a:cubicBezTo>
                      <a:pt x="15010" y="9152"/>
                      <a:pt x="15393" y="8936"/>
                      <a:pt x="15472" y="8671"/>
                    </a:cubicBezTo>
                    <a:cubicBezTo>
                      <a:pt x="15551" y="8407"/>
                      <a:pt x="15300" y="8195"/>
                      <a:pt x="14912" y="8195"/>
                    </a:cubicBezTo>
                    <a:close/>
                    <a:moveTo>
                      <a:pt x="16635" y="8195"/>
                    </a:moveTo>
                    <a:cubicBezTo>
                      <a:pt x="16248" y="8195"/>
                      <a:pt x="15871" y="8407"/>
                      <a:pt x="15793" y="8671"/>
                    </a:cubicBezTo>
                    <a:cubicBezTo>
                      <a:pt x="15715" y="8936"/>
                      <a:pt x="15970" y="9152"/>
                      <a:pt x="16363" y="9152"/>
                    </a:cubicBezTo>
                    <a:cubicBezTo>
                      <a:pt x="16755" y="9152"/>
                      <a:pt x="17133" y="8936"/>
                      <a:pt x="17206" y="8671"/>
                    </a:cubicBezTo>
                    <a:cubicBezTo>
                      <a:pt x="17279" y="8407"/>
                      <a:pt x="17023" y="8195"/>
                      <a:pt x="16635" y="8195"/>
                    </a:cubicBezTo>
                    <a:close/>
                    <a:moveTo>
                      <a:pt x="18359" y="8195"/>
                    </a:moveTo>
                    <a:cubicBezTo>
                      <a:pt x="17971" y="8195"/>
                      <a:pt x="17600" y="8407"/>
                      <a:pt x="17528" y="8671"/>
                    </a:cubicBezTo>
                    <a:cubicBezTo>
                      <a:pt x="17456" y="8936"/>
                      <a:pt x="17716" y="9152"/>
                      <a:pt x="18109" y="9152"/>
                    </a:cubicBezTo>
                    <a:cubicBezTo>
                      <a:pt x="18501" y="9152"/>
                      <a:pt x="18874" y="8936"/>
                      <a:pt x="18941" y="8671"/>
                    </a:cubicBezTo>
                    <a:cubicBezTo>
                      <a:pt x="19007" y="8407"/>
                      <a:pt x="18747" y="8195"/>
                      <a:pt x="18359" y="8195"/>
                    </a:cubicBezTo>
                    <a:close/>
                    <a:moveTo>
                      <a:pt x="7553" y="9351"/>
                    </a:moveTo>
                    <a:cubicBezTo>
                      <a:pt x="7159" y="9351"/>
                      <a:pt x="6749" y="9570"/>
                      <a:pt x="6637" y="9842"/>
                    </a:cubicBezTo>
                    <a:cubicBezTo>
                      <a:pt x="6524" y="10116"/>
                      <a:pt x="6756" y="10339"/>
                      <a:pt x="7154" y="10339"/>
                    </a:cubicBezTo>
                    <a:cubicBezTo>
                      <a:pt x="7553" y="10339"/>
                      <a:pt x="7965" y="10116"/>
                      <a:pt x="8072" y="9842"/>
                    </a:cubicBezTo>
                    <a:cubicBezTo>
                      <a:pt x="8179" y="9570"/>
                      <a:pt x="7946" y="9351"/>
                      <a:pt x="7553" y="9351"/>
                    </a:cubicBezTo>
                    <a:close/>
                    <a:moveTo>
                      <a:pt x="9317" y="9351"/>
                    </a:moveTo>
                    <a:cubicBezTo>
                      <a:pt x="8923" y="9351"/>
                      <a:pt x="8519" y="9570"/>
                      <a:pt x="8413" y="9842"/>
                    </a:cubicBezTo>
                    <a:cubicBezTo>
                      <a:pt x="8307" y="10116"/>
                      <a:pt x="8543" y="10339"/>
                      <a:pt x="8942" y="10339"/>
                    </a:cubicBezTo>
                    <a:cubicBezTo>
                      <a:pt x="9341" y="10339"/>
                      <a:pt x="9747" y="10116"/>
                      <a:pt x="9848" y="9842"/>
                    </a:cubicBezTo>
                    <a:cubicBezTo>
                      <a:pt x="9949" y="9570"/>
                      <a:pt x="9711" y="9351"/>
                      <a:pt x="9317" y="9351"/>
                    </a:cubicBezTo>
                    <a:close/>
                    <a:moveTo>
                      <a:pt x="11061" y="9351"/>
                    </a:moveTo>
                    <a:cubicBezTo>
                      <a:pt x="10668" y="9351"/>
                      <a:pt x="10267" y="9570"/>
                      <a:pt x="10168" y="9842"/>
                    </a:cubicBezTo>
                    <a:cubicBezTo>
                      <a:pt x="10068" y="10116"/>
                      <a:pt x="10310" y="10339"/>
                      <a:pt x="10709" y="10339"/>
                    </a:cubicBezTo>
                    <a:cubicBezTo>
                      <a:pt x="11107" y="10339"/>
                      <a:pt x="11509" y="10116"/>
                      <a:pt x="11604" y="9842"/>
                    </a:cubicBezTo>
                    <a:cubicBezTo>
                      <a:pt x="11698" y="9570"/>
                      <a:pt x="11454" y="9351"/>
                      <a:pt x="11061" y="9351"/>
                    </a:cubicBezTo>
                    <a:close/>
                    <a:moveTo>
                      <a:pt x="12804" y="9351"/>
                    </a:moveTo>
                    <a:cubicBezTo>
                      <a:pt x="12410" y="9351"/>
                      <a:pt x="12016" y="9570"/>
                      <a:pt x="11923" y="9842"/>
                    </a:cubicBezTo>
                    <a:cubicBezTo>
                      <a:pt x="11830" y="10116"/>
                      <a:pt x="12076" y="10339"/>
                      <a:pt x="12476" y="10339"/>
                    </a:cubicBezTo>
                    <a:cubicBezTo>
                      <a:pt x="12875" y="10339"/>
                      <a:pt x="13270" y="10116"/>
                      <a:pt x="13358" y="9842"/>
                    </a:cubicBezTo>
                    <a:cubicBezTo>
                      <a:pt x="13446" y="9570"/>
                      <a:pt x="13198" y="9351"/>
                      <a:pt x="12804" y="9351"/>
                    </a:cubicBezTo>
                    <a:close/>
                    <a:moveTo>
                      <a:pt x="14548" y="9351"/>
                    </a:moveTo>
                    <a:cubicBezTo>
                      <a:pt x="14155" y="9351"/>
                      <a:pt x="13765" y="9570"/>
                      <a:pt x="13679" y="9842"/>
                    </a:cubicBezTo>
                    <a:cubicBezTo>
                      <a:pt x="13591" y="10116"/>
                      <a:pt x="13844" y="10339"/>
                      <a:pt x="14243" y="10339"/>
                    </a:cubicBezTo>
                    <a:cubicBezTo>
                      <a:pt x="14642" y="10339"/>
                      <a:pt x="15032" y="10116"/>
                      <a:pt x="15114" y="9842"/>
                    </a:cubicBezTo>
                    <a:cubicBezTo>
                      <a:pt x="15196" y="9570"/>
                      <a:pt x="14942" y="9351"/>
                      <a:pt x="14548" y="9351"/>
                    </a:cubicBezTo>
                    <a:close/>
                    <a:moveTo>
                      <a:pt x="16292" y="9351"/>
                    </a:moveTo>
                    <a:cubicBezTo>
                      <a:pt x="15898" y="9351"/>
                      <a:pt x="15514" y="9570"/>
                      <a:pt x="15434" y="9842"/>
                    </a:cubicBezTo>
                    <a:cubicBezTo>
                      <a:pt x="15353" y="10116"/>
                      <a:pt x="15612" y="10339"/>
                      <a:pt x="16010" y="10339"/>
                    </a:cubicBezTo>
                    <a:cubicBezTo>
                      <a:pt x="16409" y="10339"/>
                      <a:pt x="16794" y="10116"/>
                      <a:pt x="16870" y="9842"/>
                    </a:cubicBezTo>
                    <a:cubicBezTo>
                      <a:pt x="16945" y="9570"/>
                      <a:pt x="16686" y="9351"/>
                      <a:pt x="16292" y="9351"/>
                    </a:cubicBezTo>
                    <a:close/>
                    <a:moveTo>
                      <a:pt x="7064" y="10576"/>
                    </a:moveTo>
                    <a:cubicBezTo>
                      <a:pt x="6664" y="10576"/>
                      <a:pt x="6246" y="10802"/>
                      <a:pt x="6130" y="11084"/>
                    </a:cubicBezTo>
                    <a:cubicBezTo>
                      <a:pt x="6013" y="11367"/>
                      <a:pt x="6247" y="11598"/>
                      <a:pt x="6653" y="11598"/>
                    </a:cubicBezTo>
                    <a:cubicBezTo>
                      <a:pt x="7058" y="11598"/>
                      <a:pt x="7478" y="11367"/>
                      <a:pt x="7589" y="11084"/>
                    </a:cubicBezTo>
                    <a:cubicBezTo>
                      <a:pt x="7700" y="10802"/>
                      <a:pt x="7464" y="10576"/>
                      <a:pt x="7064" y="10576"/>
                    </a:cubicBezTo>
                    <a:close/>
                    <a:moveTo>
                      <a:pt x="8849" y="10576"/>
                    </a:moveTo>
                    <a:cubicBezTo>
                      <a:pt x="8449" y="10576"/>
                      <a:pt x="8037" y="10802"/>
                      <a:pt x="7927" y="11084"/>
                    </a:cubicBezTo>
                    <a:cubicBezTo>
                      <a:pt x="7817" y="11367"/>
                      <a:pt x="8055" y="11598"/>
                      <a:pt x="8461" y="11598"/>
                    </a:cubicBezTo>
                    <a:cubicBezTo>
                      <a:pt x="8867" y="11598"/>
                      <a:pt x="9281" y="11367"/>
                      <a:pt x="9386" y="11084"/>
                    </a:cubicBezTo>
                    <a:cubicBezTo>
                      <a:pt x="9490" y="10802"/>
                      <a:pt x="9249" y="10576"/>
                      <a:pt x="8849" y="10576"/>
                    </a:cubicBezTo>
                    <a:close/>
                    <a:moveTo>
                      <a:pt x="10635" y="10576"/>
                    </a:moveTo>
                    <a:cubicBezTo>
                      <a:pt x="10235" y="10576"/>
                      <a:pt x="9827" y="10802"/>
                      <a:pt x="9724" y="11084"/>
                    </a:cubicBezTo>
                    <a:cubicBezTo>
                      <a:pt x="9621" y="11367"/>
                      <a:pt x="9866" y="11598"/>
                      <a:pt x="10271" y="11598"/>
                    </a:cubicBezTo>
                    <a:cubicBezTo>
                      <a:pt x="10677" y="11598"/>
                      <a:pt x="11086" y="11367"/>
                      <a:pt x="11184" y="11084"/>
                    </a:cubicBezTo>
                    <a:cubicBezTo>
                      <a:pt x="11281" y="10802"/>
                      <a:pt x="11034" y="10576"/>
                      <a:pt x="10635" y="10576"/>
                    </a:cubicBezTo>
                    <a:close/>
                    <a:moveTo>
                      <a:pt x="12398" y="10576"/>
                    </a:moveTo>
                    <a:cubicBezTo>
                      <a:pt x="11998" y="10576"/>
                      <a:pt x="11597" y="10802"/>
                      <a:pt x="11500" y="11084"/>
                    </a:cubicBezTo>
                    <a:cubicBezTo>
                      <a:pt x="11404" y="11367"/>
                      <a:pt x="11654" y="11598"/>
                      <a:pt x="12060" y="11598"/>
                    </a:cubicBezTo>
                    <a:cubicBezTo>
                      <a:pt x="12465" y="11598"/>
                      <a:pt x="12868" y="11367"/>
                      <a:pt x="12959" y="11084"/>
                    </a:cubicBezTo>
                    <a:cubicBezTo>
                      <a:pt x="13050" y="10802"/>
                      <a:pt x="12798" y="10576"/>
                      <a:pt x="12398" y="10576"/>
                    </a:cubicBezTo>
                    <a:close/>
                    <a:moveTo>
                      <a:pt x="14184" y="10576"/>
                    </a:moveTo>
                    <a:cubicBezTo>
                      <a:pt x="13784" y="10576"/>
                      <a:pt x="13388" y="10802"/>
                      <a:pt x="13298" y="11084"/>
                    </a:cubicBezTo>
                    <a:cubicBezTo>
                      <a:pt x="13208" y="11367"/>
                      <a:pt x="13464" y="11598"/>
                      <a:pt x="13869" y="11598"/>
                    </a:cubicBezTo>
                    <a:cubicBezTo>
                      <a:pt x="14275" y="11598"/>
                      <a:pt x="14673" y="11367"/>
                      <a:pt x="14758" y="11084"/>
                    </a:cubicBezTo>
                    <a:cubicBezTo>
                      <a:pt x="14842" y="10802"/>
                      <a:pt x="14584" y="10576"/>
                      <a:pt x="14184" y="10576"/>
                    </a:cubicBezTo>
                    <a:close/>
                    <a:moveTo>
                      <a:pt x="6576" y="11820"/>
                    </a:moveTo>
                    <a:cubicBezTo>
                      <a:pt x="6170" y="11820"/>
                      <a:pt x="5743" y="12054"/>
                      <a:pt x="5623" y="12344"/>
                    </a:cubicBezTo>
                    <a:cubicBezTo>
                      <a:pt x="5503" y="12637"/>
                      <a:pt x="5739" y="12876"/>
                      <a:pt x="6151" y="12876"/>
                    </a:cubicBezTo>
                    <a:cubicBezTo>
                      <a:pt x="6563" y="12876"/>
                      <a:pt x="6992" y="12637"/>
                      <a:pt x="7107" y="12344"/>
                    </a:cubicBezTo>
                    <a:cubicBezTo>
                      <a:pt x="7222" y="12054"/>
                      <a:pt x="6983" y="11820"/>
                      <a:pt x="6576" y="11820"/>
                    </a:cubicBezTo>
                    <a:close/>
                    <a:moveTo>
                      <a:pt x="8382" y="11820"/>
                    </a:moveTo>
                    <a:cubicBezTo>
                      <a:pt x="7975" y="11820"/>
                      <a:pt x="7555" y="12054"/>
                      <a:pt x="7442" y="12344"/>
                    </a:cubicBezTo>
                    <a:cubicBezTo>
                      <a:pt x="7328" y="12637"/>
                      <a:pt x="7569" y="12876"/>
                      <a:pt x="7981" y="12876"/>
                    </a:cubicBezTo>
                    <a:cubicBezTo>
                      <a:pt x="8394" y="12876"/>
                      <a:pt x="8816" y="12637"/>
                      <a:pt x="8925" y="12344"/>
                    </a:cubicBezTo>
                    <a:cubicBezTo>
                      <a:pt x="9032" y="12054"/>
                      <a:pt x="8789" y="11820"/>
                      <a:pt x="8382" y="11820"/>
                    </a:cubicBezTo>
                    <a:close/>
                    <a:moveTo>
                      <a:pt x="10188" y="11820"/>
                    </a:moveTo>
                    <a:cubicBezTo>
                      <a:pt x="9782" y="11820"/>
                      <a:pt x="9366" y="12054"/>
                      <a:pt x="9260" y="12344"/>
                    </a:cubicBezTo>
                    <a:cubicBezTo>
                      <a:pt x="9153" y="12637"/>
                      <a:pt x="9400" y="12876"/>
                      <a:pt x="9812" y="12876"/>
                    </a:cubicBezTo>
                    <a:cubicBezTo>
                      <a:pt x="10225" y="12876"/>
                      <a:pt x="10642" y="12637"/>
                      <a:pt x="10743" y="12344"/>
                    </a:cubicBezTo>
                    <a:cubicBezTo>
                      <a:pt x="10844" y="12054"/>
                      <a:pt x="10595" y="11820"/>
                      <a:pt x="10188" y="11820"/>
                    </a:cubicBezTo>
                    <a:close/>
                    <a:moveTo>
                      <a:pt x="11994" y="11820"/>
                    </a:moveTo>
                    <a:cubicBezTo>
                      <a:pt x="11587" y="11820"/>
                      <a:pt x="11177" y="12054"/>
                      <a:pt x="11078" y="12344"/>
                    </a:cubicBezTo>
                    <a:cubicBezTo>
                      <a:pt x="10978" y="12637"/>
                      <a:pt x="11230" y="12876"/>
                      <a:pt x="11643" y="12876"/>
                    </a:cubicBezTo>
                    <a:cubicBezTo>
                      <a:pt x="12055" y="12876"/>
                      <a:pt x="12467" y="12637"/>
                      <a:pt x="12561" y="12344"/>
                    </a:cubicBezTo>
                    <a:cubicBezTo>
                      <a:pt x="12655" y="12054"/>
                      <a:pt x="12401" y="11820"/>
                      <a:pt x="11994" y="11820"/>
                    </a:cubicBezTo>
                    <a:close/>
                    <a:moveTo>
                      <a:pt x="4221" y="13116"/>
                    </a:moveTo>
                    <a:cubicBezTo>
                      <a:pt x="3807" y="13116"/>
                      <a:pt x="3366" y="13358"/>
                      <a:pt x="3235" y="13657"/>
                    </a:cubicBezTo>
                    <a:cubicBezTo>
                      <a:pt x="3103" y="13961"/>
                      <a:pt x="3335" y="14208"/>
                      <a:pt x="3754" y="14208"/>
                    </a:cubicBezTo>
                    <a:cubicBezTo>
                      <a:pt x="4174" y="14208"/>
                      <a:pt x="4617" y="13961"/>
                      <a:pt x="4744" y="13657"/>
                    </a:cubicBezTo>
                    <a:cubicBezTo>
                      <a:pt x="4869" y="13358"/>
                      <a:pt x="4634" y="13116"/>
                      <a:pt x="4221" y="13116"/>
                    </a:cubicBezTo>
                    <a:close/>
                    <a:moveTo>
                      <a:pt x="6047" y="13116"/>
                    </a:moveTo>
                    <a:cubicBezTo>
                      <a:pt x="5634" y="13116"/>
                      <a:pt x="5197" y="13358"/>
                      <a:pt x="5074" y="13657"/>
                    </a:cubicBezTo>
                    <a:cubicBezTo>
                      <a:pt x="4949" y="13961"/>
                      <a:pt x="5188" y="14208"/>
                      <a:pt x="5607" y="14208"/>
                    </a:cubicBezTo>
                    <a:cubicBezTo>
                      <a:pt x="6026" y="14208"/>
                      <a:pt x="6464" y="13961"/>
                      <a:pt x="6583" y="13657"/>
                    </a:cubicBezTo>
                    <a:cubicBezTo>
                      <a:pt x="6701" y="13358"/>
                      <a:pt x="6461" y="13116"/>
                      <a:pt x="6047" y="13116"/>
                    </a:cubicBezTo>
                    <a:close/>
                    <a:moveTo>
                      <a:pt x="7894" y="13116"/>
                    </a:moveTo>
                    <a:cubicBezTo>
                      <a:pt x="7481" y="13116"/>
                      <a:pt x="7051" y="13358"/>
                      <a:pt x="6935" y="13657"/>
                    </a:cubicBezTo>
                    <a:cubicBezTo>
                      <a:pt x="6816" y="13961"/>
                      <a:pt x="7060" y="14208"/>
                      <a:pt x="7479" y="14208"/>
                    </a:cubicBezTo>
                    <a:cubicBezTo>
                      <a:pt x="7899" y="14208"/>
                      <a:pt x="8331" y="13961"/>
                      <a:pt x="8443" y="13657"/>
                    </a:cubicBezTo>
                    <a:cubicBezTo>
                      <a:pt x="8554" y="13358"/>
                      <a:pt x="8308" y="13116"/>
                      <a:pt x="7894" y="13116"/>
                    </a:cubicBezTo>
                    <a:close/>
                    <a:moveTo>
                      <a:pt x="9721" y="13116"/>
                    </a:moveTo>
                    <a:cubicBezTo>
                      <a:pt x="9308" y="13116"/>
                      <a:pt x="8883" y="13358"/>
                      <a:pt x="8774" y="13657"/>
                    </a:cubicBezTo>
                    <a:cubicBezTo>
                      <a:pt x="8663" y="13961"/>
                      <a:pt x="8913" y="14208"/>
                      <a:pt x="9332" y="14208"/>
                    </a:cubicBezTo>
                    <a:cubicBezTo>
                      <a:pt x="9751" y="14208"/>
                      <a:pt x="10178" y="13961"/>
                      <a:pt x="10283" y="13657"/>
                    </a:cubicBezTo>
                    <a:cubicBezTo>
                      <a:pt x="10387" y="13358"/>
                      <a:pt x="10135" y="13116"/>
                      <a:pt x="9721" y="13116"/>
                    </a:cubicBezTo>
                    <a:close/>
                    <a:moveTo>
                      <a:pt x="3651" y="14446"/>
                    </a:moveTo>
                    <a:cubicBezTo>
                      <a:pt x="3230" y="14446"/>
                      <a:pt x="2780" y="14696"/>
                      <a:pt x="2644" y="15008"/>
                    </a:cubicBezTo>
                    <a:cubicBezTo>
                      <a:pt x="2507" y="15321"/>
                      <a:pt x="2742" y="15577"/>
                      <a:pt x="3168" y="15577"/>
                    </a:cubicBezTo>
                    <a:cubicBezTo>
                      <a:pt x="3595" y="15577"/>
                      <a:pt x="4048" y="15321"/>
                      <a:pt x="4178" y="15008"/>
                    </a:cubicBezTo>
                    <a:cubicBezTo>
                      <a:pt x="4308" y="14696"/>
                      <a:pt x="4072" y="14446"/>
                      <a:pt x="3651" y="14446"/>
                    </a:cubicBezTo>
                    <a:close/>
                    <a:moveTo>
                      <a:pt x="5519" y="14446"/>
                    </a:moveTo>
                    <a:cubicBezTo>
                      <a:pt x="5098" y="14446"/>
                      <a:pt x="4654" y="14696"/>
                      <a:pt x="4525" y="15008"/>
                    </a:cubicBezTo>
                    <a:cubicBezTo>
                      <a:pt x="4396" y="15321"/>
                      <a:pt x="4637" y="15577"/>
                      <a:pt x="5063" y="15577"/>
                    </a:cubicBezTo>
                    <a:cubicBezTo>
                      <a:pt x="5490" y="15577"/>
                      <a:pt x="5937" y="15321"/>
                      <a:pt x="6060" y="15008"/>
                    </a:cubicBezTo>
                    <a:cubicBezTo>
                      <a:pt x="6183" y="14696"/>
                      <a:pt x="5940" y="14446"/>
                      <a:pt x="5519" y="14446"/>
                    </a:cubicBezTo>
                    <a:close/>
                    <a:moveTo>
                      <a:pt x="7387" y="14446"/>
                    </a:moveTo>
                    <a:cubicBezTo>
                      <a:pt x="6966" y="14446"/>
                      <a:pt x="6528" y="14696"/>
                      <a:pt x="6406" y="15008"/>
                    </a:cubicBezTo>
                    <a:cubicBezTo>
                      <a:pt x="6284" y="15321"/>
                      <a:pt x="6531" y="15577"/>
                      <a:pt x="6958" y="15577"/>
                    </a:cubicBezTo>
                    <a:cubicBezTo>
                      <a:pt x="7385" y="15577"/>
                      <a:pt x="7825" y="15321"/>
                      <a:pt x="7941" y="15008"/>
                    </a:cubicBezTo>
                    <a:cubicBezTo>
                      <a:pt x="8056" y="14696"/>
                      <a:pt x="7808" y="14446"/>
                      <a:pt x="7387" y="14446"/>
                    </a:cubicBezTo>
                    <a:close/>
                    <a:moveTo>
                      <a:pt x="3060" y="15830"/>
                    </a:moveTo>
                    <a:cubicBezTo>
                      <a:pt x="2633" y="15830"/>
                      <a:pt x="2172" y="16088"/>
                      <a:pt x="2032" y="16410"/>
                    </a:cubicBezTo>
                    <a:cubicBezTo>
                      <a:pt x="1890" y="16736"/>
                      <a:pt x="2127" y="17000"/>
                      <a:pt x="2561" y="17000"/>
                    </a:cubicBezTo>
                    <a:cubicBezTo>
                      <a:pt x="2996" y="17000"/>
                      <a:pt x="3457" y="16736"/>
                      <a:pt x="3593" y="16410"/>
                    </a:cubicBezTo>
                    <a:cubicBezTo>
                      <a:pt x="3727" y="16088"/>
                      <a:pt x="3489" y="15830"/>
                      <a:pt x="3060" y="15830"/>
                    </a:cubicBezTo>
                    <a:close/>
                    <a:moveTo>
                      <a:pt x="4949" y="15830"/>
                    </a:moveTo>
                    <a:cubicBezTo>
                      <a:pt x="4521" y="15830"/>
                      <a:pt x="4067" y="16088"/>
                      <a:pt x="3934" y="16410"/>
                    </a:cubicBezTo>
                    <a:cubicBezTo>
                      <a:pt x="3800" y="16736"/>
                      <a:pt x="4044" y="17000"/>
                      <a:pt x="4478" y="17000"/>
                    </a:cubicBezTo>
                    <a:cubicBezTo>
                      <a:pt x="4912" y="17000"/>
                      <a:pt x="5368" y="16736"/>
                      <a:pt x="5496" y="16410"/>
                    </a:cubicBezTo>
                    <a:cubicBezTo>
                      <a:pt x="5623" y="16088"/>
                      <a:pt x="5377" y="15830"/>
                      <a:pt x="4949" y="15830"/>
                    </a:cubicBezTo>
                    <a:close/>
                    <a:moveTo>
                      <a:pt x="2450" y="17266"/>
                    </a:moveTo>
                    <a:cubicBezTo>
                      <a:pt x="2015" y="17266"/>
                      <a:pt x="1544" y="17534"/>
                      <a:pt x="1398" y="17867"/>
                    </a:cubicBezTo>
                    <a:cubicBezTo>
                      <a:pt x="1252" y="18204"/>
                      <a:pt x="1491" y="18479"/>
                      <a:pt x="1933" y="18479"/>
                    </a:cubicBezTo>
                    <a:cubicBezTo>
                      <a:pt x="2375" y="18479"/>
                      <a:pt x="2848" y="18204"/>
                      <a:pt x="2988" y="17867"/>
                    </a:cubicBezTo>
                    <a:cubicBezTo>
                      <a:pt x="3128" y="17534"/>
                      <a:pt x="2886" y="17266"/>
                      <a:pt x="2450" y="17266"/>
                    </a:cubicBezTo>
                    <a:close/>
                    <a:moveTo>
                      <a:pt x="4380" y="17266"/>
                    </a:moveTo>
                    <a:cubicBezTo>
                      <a:pt x="3945" y="17266"/>
                      <a:pt x="3481" y="17534"/>
                      <a:pt x="3343" y="17867"/>
                    </a:cubicBezTo>
                    <a:cubicBezTo>
                      <a:pt x="3204" y="18204"/>
                      <a:pt x="3449" y="18479"/>
                      <a:pt x="3891" y="18479"/>
                    </a:cubicBezTo>
                    <a:cubicBezTo>
                      <a:pt x="4333" y="18479"/>
                      <a:pt x="4801" y="18204"/>
                      <a:pt x="4934" y="17867"/>
                    </a:cubicBezTo>
                    <a:cubicBezTo>
                      <a:pt x="5065" y="17534"/>
                      <a:pt x="4816" y="17266"/>
                      <a:pt x="4380" y="17266"/>
                    </a:cubicBezTo>
                    <a:close/>
                    <a:moveTo>
                      <a:pt x="1799" y="18754"/>
                    </a:moveTo>
                    <a:cubicBezTo>
                      <a:pt x="1355" y="18754"/>
                      <a:pt x="874" y="19032"/>
                      <a:pt x="723" y="19378"/>
                    </a:cubicBezTo>
                    <a:cubicBezTo>
                      <a:pt x="571" y="19727"/>
                      <a:pt x="812" y="20012"/>
                      <a:pt x="1262" y="20012"/>
                    </a:cubicBezTo>
                    <a:cubicBezTo>
                      <a:pt x="1712" y="20012"/>
                      <a:pt x="2196" y="19727"/>
                      <a:pt x="2342" y="19378"/>
                    </a:cubicBezTo>
                    <a:cubicBezTo>
                      <a:pt x="2486" y="19032"/>
                      <a:pt x="2243" y="18754"/>
                      <a:pt x="1799" y="18754"/>
                    </a:cubicBezTo>
                    <a:close/>
                    <a:moveTo>
                      <a:pt x="3771" y="18754"/>
                    </a:moveTo>
                    <a:cubicBezTo>
                      <a:pt x="3327" y="18754"/>
                      <a:pt x="2852" y="19032"/>
                      <a:pt x="2710" y="19378"/>
                    </a:cubicBezTo>
                    <a:cubicBezTo>
                      <a:pt x="2566" y="19727"/>
                      <a:pt x="2813" y="20012"/>
                      <a:pt x="3263" y="20012"/>
                    </a:cubicBezTo>
                    <a:cubicBezTo>
                      <a:pt x="3713" y="20012"/>
                      <a:pt x="4192" y="19727"/>
                      <a:pt x="4329" y="19378"/>
                    </a:cubicBezTo>
                    <a:cubicBezTo>
                      <a:pt x="4465" y="19032"/>
                      <a:pt x="4214" y="18754"/>
                      <a:pt x="3771" y="18754"/>
                    </a:cubicBezTo>
                    <a:close/>
                    <a:moveTo>
                      <a:pt x="1148" y="20295"/>
                    </a:moveTo>
                    <a:cubicBezTo>
                      <a:pt x="697" y="20295"/>
                      <a:pt x="204" y="20583"/>
                      <a:pt x="48" y="20942"/>
                    </a:cubicBezTo>
                    <a:cubicBezTo>
                      <a:pt x="-110" y="21304"/>
                      <a:pt x="133" y="21600"/>
                      <a:pt x="592" y="21600"/>
                    </a:cubicBezTo>
                    <a:cubicBezTo>
                      <a:pt x="1050" y="21600"/>
                      <a:pt x="1546" y="21304"/>
                      <a:pt x="1697" y="20942"/>
                    </a:cubicBezTo>
                    <a:cubicBezTo>
                      <a:pt x="1846" y="20583"/>
                      <a:pt x="1600" y="20295"/>
                      <a:pt x="1148" y="20295"/>
                    </a:cubicBezTo>
                    <a:close/>
                    <a:moveTo>
                      <a:pt x="3162" y="20295"/>
                    </a:moveTo>
                    <a:cubicBezTo>
                      <a:pt x="2710" y="20295"/>
                      <a:pt x="2224" y="20583"/>
                      <a:pt x="2076" y="20942"/>
                    </a:cubicBezTo>
                    <a:cubicBezTo>
                      <a:pt x="1927" y="21304"/>
                      <a:pt x="2177" y="21600"/>
                      <a:pt x="2635" y="21600"/>
                    </a:cubicBezTo>
                    <a:cubicBezTo>
                      <a:pt x="3094" y="21600"/>
                      <a:pt x="3584" y="21304"/>
                      <a:pt x="3726" y="20942"/>
                    </a:cubicBezTo>
                    <a:cubicBezTo>
                      <a:pt x="3867" y="20583"/>
                      <a:pt x="3614" y="20295"/>
                      <a:pt x="3162" y="20295"/>
                    </a:cubicBezTo>
                    <a:close/>
                    <a:moveTo>
                      <a:pt x="5154" y="20295"/>
                    </a:moveTo>
                    <a:cubicBezTo>
                      <a:pt x="4702" y="20295"/>
                      <a:pt x="4223" y="20583"/>
                      <a:pt x="4084" y="20942"/>
                    </a:cubicBezTo>
                    <a:cubicBezTo>
                      <a:pt x="3943" y="21304"/>
                      <a:pt x="4199" y="21600"/>
                      <a:pt x="4658" y="21600"/>
                    </a:cubicBezTo>
                    <a:cubicBezTo>
                      <a:pt x="5117" y="21600"/>
                      <a:pt x="5599" y="21304"/>
                      <a:pt x="5733" y="20942"/>
                    </a:cubicBezTo>
                    <a:cubicBezTo>
                      <a:pt x="5865" y="20583"/>
                      <a:pt x="5606" y="20295"/>
                      <a:pt x="5154" y="20295"/>
                    </a:cubicBezTo>
                    <a:close/>
                  </a:path>
                </a:pathLst>
              </a:custGeom>
              <a:solidFill>
                <a:srgbClr val="3E7FBF"/>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defRPr sz="1400">
                    <a:solidFill>
                      <a:srgbClr val="FFFFFF"/>
                    </a:solidFill>
                    <a:effectLst>
                      <a:outerShdw blurRad="38100" dist="12700" dir="5400000" rotWithShape="0">
                        <a:srgbClr val="000000">
                          <a:alpha val="50000"/>
                        </a:srgbClr>
                      </a:outerShdw>
                    </a:effectLst>
                  </a:defRPr>
                </a:pPr>
                <a:endParaRPr sz="637" dirty="0">
                  <a:solidFill>
                    <a:srgbClr val="FFFFFF"/>
                  </a:solidFill>
                  <a:effectLst>
                    <a:outerShdw blurRad="38100" dist="12700" dir="5400000" rotWithShape="0">
                      <a:srgbClr val="000000">
                        <a:alpha val="50000"/>
                      </a:srgbClr>
                    </a:outerShdw>
                  </a:effectLst>
                  <a:latin typeface="Calibri"/>
                </a:endParaRPr>
              </a:p>
            </p:txBody>
          </p:sp>
        </p:grpSp>
        <p:sp>
          <p:nvSpPr>
            <p:cNvPr id="25" name="Teardrop 24">
              <a:extLst>
                <a:ext uri="{FF2B5EF4-FFF2-40B4-BE49-F238E27FC236}">
                  <a16:creationId xmlns:a16="http://schemas.microsoft.com/office/drawing/2014/main" id="{C137C8B8-014A-5982-7AC1-A13E7A43D820}"/>
                </a:ext>
              </a:extLst>
            </p:cNvPr>
            <p:cNvSpPr/>
            <p:nvPr/>
          </p:nvSpPr>
          <p:spPr>
            <a:xfrm rot="8079188">
              <a:off x="5814606" y="1324127"/>
              <a:ext cx="676787" cy="679234"/>
            </a:xfrm>
            <a:prstGeom prst="teardrop">
              <a:avLst>
                <a:gd name="adj" fmla="val 200000"/>
              </a:avLst>
            </a:prstGeom>
            <a:solidFill>
              <a:srgbClr val="8EB8E1"/>
            </a:solidFill>
            <a:ln>
              <a:solidFill>
                <a:srgbClr val="8EB8E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algn="ctr" defTabSz="554492"/>
              <a:endParaRPr lang="en-US" sz="819" kern="0">
                <a:solidFill>
                  <a:prstClr val="white"/>
                </a:solidFill>
                <a:latin typeface="Calibri"/>
              </a:endParaRPr>
            </a:p>
          </p:txBody>
        </p:sp>
        <p:sp>
          <p:nvSpPr>
            <p:cNvPr id="26" name="Oval 25">
              <a:extLst>
                <a:ext uri="{FF2B5EF4-FFF2-40B4-BE49-F238E27FC236}">
                  <a16:creationId xmlns:a16="http://schemas.microsoft.com/office/drawing/2014/main" id="{618F464C-4256-C28F-A473-C355A0E26795}"/>
                </a:ext>
              </a:extLst>
            </p:cNvPr>
            <p:cNvSpPr/>
            <p:nvPr/>
          </p:nvSpPr>
          <p:spPr>
            <a:xfrm>
              <a:off x="5999907" y="8051184"/>
              <a:ext cx="306191" cy="305088"/>
            </a:xfrm>
            <a:prstGeom prst="ellipse">
              <a:avLst/>
            </a:prstGeom>
            <a:solidFill>
              <a:srgbClr val="8EB8E1"/>
            </a:solidFill>
            <a:ln>
              <a:solidFill>
                <a:srgbClr val="8EB8E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algn="ctr" defTabSz="554492"/>
              <a:endParaRPr lang="en-US" sz="819" kern="0">
                <a:solidFill>
                  <a:prstClr val="white"/>
                </a:solidFill>
                <a:latin typeface="Calibri"/>
              </a:endParaRPr>
            </a:p>
          </p:txBody>
        </p:sp>
        <p:cxnSp>
          <p:nvCxnSpPr>
            <p:cNvPr id="27" name="Straight Connector 26">
              <a:extLst>
                <a:ext uri="{FF2B5EF4-FFF2-40B4-BE49-F238E27FC236}">
                  <a16:creationId xmlns:a16="http://schemas.microsoft.com/office/drawing/2014/main" id="{E239BD70-2E9A-1D58-E414-274F5D8C6DD4}"/>
                </a:ext>
              </a:extLst>
            </p:cNvPr>
            <p:cNvCxnSpPr>
              <a:cxnSpLocks/>
            </p:cNvCxnSpPr>
            <p:nvPr/>
          </p:nvCxnSpPr>
          <p:spPr>
            <a:xfrm flipV="1">
              <a:off x="6159345" y="2485142"/>
              <a:ext cx="0" cy="5566041"/>
            </a:xfrm>
            <a:prstGeom prst="line">
              <a:avLst/>
            </a:prstGeom>
            <a:ln w="28575">
              <a:solidFill>
                <a:srgbClr val="8EB8E1"/>
              </a:solidFill>
            </a:ln>
          </p:spPr>
          <p:style>
            <a:lnRef idx="1">
              <a:schemeClr val="accent1"/>
            </a:lnRef>
            <a:fillRef idx="0">
              <a:schemeClr val="accent1"/>
            </a:fillRef>
            <a:effectRef idx="0">
              <a:schemeClr val="accent1"/>
            </a:effectRef>
            <a:fontRef idx="minor">
              <a:schemeClr val="tx1"/>
            </a:fontRef>
          </p:style>
        </p:cxnSp>
        <p:sp>
          <p:nvSpPr>
            <p:cNvPr id="31" name="Teardrop 30">
              <a:extLst>
                <a:ext uri="{FF2B5EF4-FFF2-40B4-BE49-F238E27FC236}">
                  <a16:creationId xmlns:a16="http://schemas.microsoft.com/office/drawing/2014/main" id="{0255130C-C8F7-2C96-4520-265BFB502557}"/>
                </a:ext>
              </a:extLst>
            </p:cNvPr>
            <p:cNvSpPr/>
            <p:nvPr/>
          </p:nvSpPr>
          <p:spPr>
            <a:xfrm rot="8079188">
              <a:off x="9694694" y="1711446"/>
              <a:ext cx="676787" cy="679234"/>
            </a:xfrm>
            <a:prstGeom prst="teardrop">
              <a:avLst>
                <a:gd name="adj" fmla="val 200000"/>
              </a:avLst>
            </a:prstGeom>
            <a:solidFill>
              <a:srgbClr val="2A9A85"/>
            </a:solidFill>
            <a:ln>
              <a:solidFill>
                <a:srgbClr val="2A9A8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algn="ctr" defTabSz="554492"/>
              <a:endParaRPr lang="en-US" sz="819" kern="0">
                <a:solidFill>
                  <a:prstClr val="white"/>
                </a:solidFill>
                <a:latin typeface="Calibri"/>
              </a:endParaRPr>
            </a:p>
          </p:txBody>
        </p:sp>
        <p:sp>
          <p:nvSpPr>
            <p:cNvPr id="32" name="Oval 31">
              <a:extLst>
                <a:ext uri="{FF2B5EF4-FFF2-40B4-BE49-F238E27FC236}">
                  <a16:creationId xmlns:a16="http://schemas.microsoft.com/office/drawing/2014/main" id="{96AE6B3E-B4B1-9584-0229-0A65071C42DF}"/>
                </a:ext>
              </a:extLst>
            </p:cNvPr>
            <p:cNvSpPr/>
            <p:nvPr/>
          </p:nvSpPr>
          <p:spPr>
            <a:xfrm>
              <a:off x="9890741" y="8710130"/>
              <a:ext cx="306191" cy="305088"/>
            </a:xfrm>
            <a:prstGeom prst="ellipse">
              <a:avLst/>
            </a:prstGeom>
            <a:solidFill>
              <a:srgbClr val="2A9A8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algn="ctr" defTabSz="554492"/>
              <a:endParaRPr lang="en-US" sz="819" kern="0">
                <a:solidFill>
                  <a:prstClr val="white"/>
                </a:solidFill>
                <a:latin typeface="Calibri"/>
              </a:endParaRPr>
            </a:p>
          </p:txBody>
        </p:sp>
        <p:cxnSp>
          <p:nvCxnSpPr>
            <p:cNvPr id="33" name="Straight Connector 32">
              <a:extLst>
                <a:ext uri="{FF2B5EF4-FFF2-40B4-BE49-F238E27FC236}">
                  <a16:creationId xmlns:a16="http://schemas.microsoft.com/office/drawing/2014/main" id="{D0719C87-E8B3-38E6-892B-CD08B42E1740}"/>
                </a:ext>
              </a:extLst>
            </p:cNvPr>
            <p:cNvCxnSpPr>
              <a:cxnSpLocks/>
            </p:cNvCxnSpPr>
            <p:nvPr/>
          </p:nvCxnSpPr>
          <p:spPr>
            <a:xfrm flipH="1" flipV="1">
              <a:off x="10042808" y="1791296"/>
              <a:ext cx="2057" cy="6918832"/>
            </a:xfrm>
            <a:prstGeom prst="line">
              <a:avLst/>
            </a:prstGeom>
            <a:ln w="28575">
              <a:solidFill>
                <a:srgbClr val="2A9A85"/>
              </a:solidFill>
            </a:ln>
          </p:spPr>
          <p:style>
            <a:lnRef idx="1">
              <a:schemeClr val="accent1"/>
            </a:lnRef>
            <a:fillRef idx="0">
              <a:schemeClr val="accent1"/>
            </a:fillRef>
            <a:effectRef idx="0">
              <a:schemeClr val="accent1"/>
            </a:effectRef>
            <a:fontRef idx="minor">
              <a:schemeClr val="tx1"/>
            </a:fontRef>
          </p:style>
        </p:cxnSp>
        <p:sp>
          <p:nvSpPr>
            <p:cNvPr id="34" name="Teardrop 33">
              <a:extLst>
                <a:ext uri="{FF2B5EF4-FFF2-40B4-BE49-F238E27FC236}">
                  <a16:creationId xmlns:a16="http://schemas.microsoft.com/office/drawing/2014/main" id="{0D77F017-29E0-AB4F-E53B-B80E4A42AE5E}"/>
                </a:ext>
              </a:extLst>
            </p:cNvPr>
            <p:cNvSpPr/>
            <p:nvPr/>
          </p:nvSpPr>
          <p:spPr>
            <a:xfrm rot="8079188">
              <a:off x="15863634" y="2768431"/>
              <a:ext cx="676787" cy="679234"/>
            </a:xfrm>
            <a:prstGeom prst="teardrop">
              <a:avLst>
                <a:gd name="adj" fmla="val 200000"/>
              </a:avLst>
            </a:prstGeom>
            <a:solidFill>
              <a:srgbClr val="407E87"/>
            </a:solidFill>
            <a:ln>
              <a:solidFill>
                <a:srgbClr val="407E8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algn="ctr" defTabSz="554492"/>
              <a:endParaRPr lang="en-US" sz="819" kern="0">
                <a:solidFill>
                  <a:prstClr val="white"/>
                </a:solidFill>
                <a:latin typeface="Calibri"/>
              </a:endParaRPr>
            </a:p>
          </p:txBody>
        </p:sp>
        <p:sp>
          <p:nvSpPr>
            <p:cNvPr id="35" name="Oval 34">
              <a:extLst>
                <a:ext uri="{FF2B5EF4-FFF2-40B4-BE49-F238E27FC236}">
                  <a16:creationId xmlns:a16="http://schemas.microsoft.com/office/drawing/2014/main" id="{94906A26-944E-67FF-5CF1-7D6C07B88E3B}"/>
                </a:ext>
              </a:extLst>
            </p:cNvPr>
            <p:cNvSpPr/>
            <p:nvPr/>
          </p:nvSpPr>
          <p:spPr>
            <a:xfrm>
              <a:off x="16048933" y="8473787"/>
              <a:ext cx="306191" cy="305088"/>
            </a:xfrm>
            <a:prstGeom prst="ellipse">
              <a:avLst/>
            </a:prstGeom>
            <a:solidFill>
              <a:srgbClr val="407E87"/>
            </a:solidFill>
            <a:ln>
              <a:solidFill>
                <a:srgbClr val="407E8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587" tIns="20793" rIns="41587" bIns="20793" numCol="1" spcCol="0" rtlCol="0" fromWordArt="0" anchor="ctr" anchorCtr="0" forceAA="0" compatLnSpc="1">
              <a:prstTxWarp prst="textNoShape">
                <a:avLst/>
              </a:prstTxWarp>
              <a:noAutofit/>
            </a:bodyPr>
            <a:lstStyle/>
            <a:p>
              <a:pPr algn="ctr" defTabSz="554492"/>
              <a:endParaRPr lang="en-US" sz="819" kern="0">
                <a:solidFill>
                  <a:prstClr val="white"/>
                </a:solidFill>
                <a:latin typeface="Calibri"/>
              </a:endParaRPr>
            </a:p>
          </p:txBody>
        </p:sp>
        <p:cxnSp>
          <p:nvCxnSpPr>
            <p:cNvPr id="36" name="Straight Connector 35">
              <a:extLst>
                <a:ext uri="{FF2B5EF4-FFF2-40B4-BE49-F238E27FC236}">
                  <a16:creationId xmlns:a16="http://schemas.microsoft.com/office/drawing/2014/main" id="{7395FFF3-78F5-5B70-6ED2-B64B85CA71D0}"/>
                </a:ext>
              </a:extLst>
            </p:cNvPr>
            <p:cNvCxnSpPr>
              <a:cxnSpLocks/>
            </p:cNvCxnSpPr>
            <p:nvPr/>
          </p:nvCxnSpPr>
          <p:spPr>
            <a:xfrm flipV="1">
              <a:off x="16193004" y="3587461"/>
              <a:ext cx="0" cy="4886323"/>
            </a:xfrm>
            <a:prstGeom prst="line">
              <a:avLst/>
            </a:prstGeom>
            <a:ln w="28575">
              <a:solidFill>
                <a:srgbClr val="407E87"/>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E88279B-344C-2B7C-BD8C-15266032D642}"/>
                </a:ext>
              </a:extLst>
            </p:cNvPr>
            <p:cNvSpPr txBox="1"/>
            <p:nvPr/>
          </p:nvSpPr>
          <p:spPr>
            <a:xfrm>
              <a:off x="2189909" y="1385455"/>
              <a:ext cx="3200953" cy="1477806"/>
            </a:xfrm>
            <a:prstGeom prst="rect">
              <a:avLst/>
            </a:prstGeom>
            <a:noFill/>
          </p:spPr>
          <p:txBody>
            <a:bodyPr wrap="square" lIns="0" rIns="0" rtlCol="0" anchor="b">
              <a:spAutoFit/>
            </a:bodyPr>
            <a:lstStyle/>
            <a:p>
              <a:pPr algn="r" defTabSz="554492">
                <a:lnSpc>
                  <a:spcPct val="150000"/>
                </a:lnSpc>
              </a:pPr>
              <a:r>
                <a:rPr lang="ar-EG" sz="1213" b="1" kern="0" dirty="0">
                  <a:solidFill>
                    <a:srgbClr val="8EB8E1"/>
                  </a:solidFill>
                  <a:latin typeface="Neo Sans Arabic Bold" panose="020B0804030504040204" pitchFamily="34" charset="-78"/>
                  <a:cs typeface="Neo Sans Arabic Bold" panose="020B0804030504040204" pitchFamily="34" charset="-78"/>
                </a:rPr>
                <a:t>المحور الثالث</a:t>
              </a:r>
              <a:endParaRPr lang="en-GB" sz="1213" b="1" kern="0" dirty="0">
                <a:solidFill>
                  <a:srgbClr val="8EB8E1"/>
                </a:solidFill>
                <a:latin typeface="Neo Sans Arabic Bold" panose="020B0804030504040204" pitchFamily="34" charset="-78"/>
                <a:cs typeface="Neo Sans Arabic Bold" panose="020B0804030504040204" pitchFamily="34" charset="-78"/>
              </a:endParaRPr>
            </a:p>
            <a:p>
              <a:pPr algn="r" defTabSz="554492">
                <a:lnSpc>
                  <a:spcPct val="150000"/>
                </a:lnSpc>
              </a:pPr>
              <a:r>
                <a:rPr lang="ar-EG" sz="1213" kern="0" dirty="0">
                  <a:solidFill>
                    <a:srgbClr val="8EB8E1"/>
                  </a:solidFill>
                  <a:latin typeface="Neo Sans Arabic" panose="020B0504030504040204" pitchFamily="34" charset="-78"/>
                  <a:cs typeface="Neo Sans Arabic" panose="020B0504030504040204" pitchFamily="34" charset="-78"/>
                </a:rPr>
                <a:t>مكافحة المعلومات المضللة والتحيز الإعلامي</a:t>
              </a:r>
            </a:p>
          </p:txBody>
        </p:sp>
        <p:grpSp>
          <p:nvGrpSpPr>
            <p:cNvPr id="46" name="Group 45">
              <a:extLst>
                <a:ext uri="{FF2B5EF4-FFF2-40B4-BE49-F238E27FC236}">
                  <a16:creationId xmlns:a16="http://schemas.microsoft.com/office/drawing/2014/main" id="{2691D7F0-3E94-3E2C-B90C-A3A1A81C3361}"/>
                </a:ext>
              </a:extLst>
            </p:cNvPr>
            <p:cNvGrpSpPr/>
            <p:nvPr/>
          </p:nvGrpSpPr>
          <p:grpSpPr>
            <a:xfrm>
              <a:off x="6508477" y="2698772"/>
              <a:ext cx="3934349" cy="1477807"/>
              <a:chOff x="-347798" y="2742317"/>
              <a:chExt cx="3610027" cy="817039"/>
            </a:xfrm>
          </p:grpSpPr>
          <p:sp>
            <p:nvSpPr>
              <p:cNvPr id="47" name="TextBox 46">
                <a:extLst>
                  <a:ext uri="{FF2B5EF4-FFF2-40B4-BE49-F238E27FC236}">
                    <a16:creationId xmlns:a16="http://schemas.microsoft.com/office/drawing/2014/main" id="{61F1C2D0-F4E8-FF9F-A1D5-A5DF5D377928}"/>
                  </a:ext>
                </a:extLst>
              </p:cNvPr>
              <p:cNvSpPr txBox="1"/>
              <p:nvPr/>
            </p:nvSpPr>
            <p:spPr>
              <a:xfrm>
                <a:off x="-347798" y="2742317"/>
                <a:ext cx="2937087" cy="817039"/>
              </a:xfrm>
              <a:prstGeom prst="rect">
                <a:avLst/>
              </a:prstGeom>
              <a:noFill/>
            </p:spPr>
            <p:txBody>
              <a:bodyPr wrap="square" lIns="0" rIns="0" rtlCol="0" anchor="b">
                <a:spAutoFit/>
              </a:bodyPr>
              <a:lstStyle/>
              <a:p>
                <a:pPr algn="r" defTabSz="554492">
                  <a:lnSpc>
                    <a:spcPct val="150000"/>
                  </a:lnSpc>
                </a:pPr>
                <a:r>
                  <a:rPr lang="ar-EG" sz="1213" b="1" kern="0" dirty="0">
                    <a:solidFill>
                      <a:srgbClr val="33B9A0"/>
                    </a:solidFill>
                    <a:latin typeface="Neo Sans Arabic Bold" panose="020B0804030504040204" pitchFamily="34" charset="-78"/>
                    <a:cs typeface="Neo Sans Arabic Bold" panose="020B0804030504040204" pitchFamily="34" charset="-78"/>
                  </a:rPr>
                  <a:t>المحور الثاني</a:t>
                </a:r>
                <a:endParaRPr lang="en-GB" sz="1213" b="1" kern="0" dirty="0">
                  <a:solidFill>
                    <a:srgbClr val="33B9A0"/>
                  </a:solidFill>
                  <a:latin typeface="Neo Sans Arabic Bold" panose="020B0804030504040204" pitchFamily="34" charset="-78"/>
                  <a:cs typeface="Neo Sans Arabic Bold" panose="020B0804030504040204" pitchFamily="34" charset="-78"/>
                </a:endParaRPr>
              </a:p>
              <a:p>
                <a:pPr algn="r" defTabSz="554492">
                  <a:lnSpc>
                    <a:spcPct val="150000"/>
                  </a:lnSpc>
                </a:pPr>
                <a:r>
                  <a:rPr lang="ar-EG" sz="1213" kern="0" dirty="0">
                    <a:solidFill>
                      <a:srgbClr val="33B9A0"/>
                    </a:solidFill>
                    <a:latin typeface="Neo Sans Arabic" panose="020B0504030504040204" pitchFamily="34" charset="-78"/>
                    <a:cs typeface="Neo Sans Arabic" panose="020B0504030504040204" pitchFamily="34" charset="-78"/>
                  </a:rPr>
                  <a:t>توظيف وسائل التواصل الاجتماعي للتمثيل الوطني</a:t>
                </a:r>
              </a:p>
            </p:txBody>
          </p:sp>
          <p:sp>
            <p:nvSpPr>
              <p:cNvPr id="48" name="TextBox 47">
                <a:extLst>
                  <a:ext uri="{FF2B5EF4-FFF2-40B4-BE49-F238E27FC236}">
                    <a16:creationId xmlns:a16="http://schemas.microsoft.com/office/drawing/2014/main" id="{4D583A49-0E34-914C-A8FE-A270000C5D11}"/>
                  </a:ext>
                </a:extLst>
              </p:cNvPr>
              <p:cNvSpPr txBox="1"/>
              <p:nvPr/>
            </p:nvSpPr>
            <p:spPr>
              <a:xfrm>
                <a:off x="332936" y="3086922"/>
                <a:ext cx="2929293" cy="152230"/>
              </a:xfrm>
              <a:prstGeom prst="rect">
                <a:avLst/>
              </a:prstGeom>
              <a:noFill/>
            </p:spPr>
            <p:txBody>
              <a:bodyPr wrap="square" lIns="0" rIns="0" rtlCol="0" anchor="t">
                <a:spAutoFit/>
              </a:bodyPr>
              <a:lstStyle/>
              <a:p>
                <a:pPr algn="just" defTabSz="554492"/>
                <a:endParaRPr lang="en-US" sz="485" kern="0" dirty="0">
                  <a:solidFill>
                    <a:prstClr val="white">
                      <a:lumMod val="75000"/>
                    </a:prstClr>
                  </a:solidFill>
                </a:endParaRPr>
              </a:p>
            </p:txBody>
          </p:sp>
        </p:grpSp>
        <p:sp>
          <p:nvSpPr>
            <p:cNvPr id="50" name="TextBox 49">
              <a:extLst>
                <a:ext uri="{FF2B5EF4-FFF2-40B4-BE49-F238E27FC236}">
                  <a16:creationId xmlns:a16="http://schemas.microsoft.com/office/drawing/2014/main" id="{7DEDB535-18BE-CF63-D002-31BD1BD97779}"/>
                </a:ext>
              </a:extLst>
            </p:cNvPr>
            <p:cNvSpPr txBox="1"/>
            <p:nvPr/>
          </p:nvSpPr>
          <p:spPr>
            <a:xfrm>
              <a:off x="12391536" y="3419666"/>
              <a:ext cx="3200953" cy="862090"/>
            </a:xfrm>
            <a:prstGeom prst="rect">
              <a:avLst/>
            </a:prstGeom>
            <a:noFill/>
          </p:spPr>
          <p:txBody>
            <a:bodyPr wrap="square" lIns="0" rIns="0" rtlCol="0" anchor="b">
              <a:spAutoFit/>
            </a:bodyPr>
            <a:lstStyle/>
            <a:p>
              <a:pPr algn="r" defTabSz="554492"/>
              <a:r>
                <a:rPr lang="ar-EG" sz="1213" b="1" kern="0" dirty="0">
                  <a:solidFill>
                    <a:srgbClr val="407E87"/>
                  </a:solidFill>
                  <a:latin typeface="Neo Sans Arabic Bold" panose="020B0804030504040204" pitchFamily="34" charset="-78"/>
                  <a:cs typeface="Neo Sans Arabic Bold" panose="020B0804030504040204" pitchFamily="34" charset="-78"/>
                </a:rPr>
                <a:t>المحور الأول</a:t>
              </a:r>
              <a:endParaRPr lang="en-GB" sz="1213" b="1" kern="0" dirty="0">
                <a:solidFill>
                  <a:srgbClr val="407E87"/>
                </a:solidFill>
                <a:latin typeface="Neo Sans Arabic Bold" panose="020B0804030504040204" pitchFamily="34" charset="-78"/>
                <a:cs typeface="Neo Sans Arabic Bold" panose="020B0804030504040204" pitchFamily="34" charset="-78"/>
              </a:endParaRPr>
            </a:p>
            <a:p>
              <a:pPr algn="r" defTabSz="554492">
                <a:lnSpc>
                  <a:spcPct val="150000"/>
                </a:lnSpc>
              </a:pPr>
              <a:r>
                <a:rPr lang="ar-EG" sz="1213" kern="0" dirty="0">
                  <a:solidFill>
                    <a:srgbClr val="407E87"/>
                  </a:solidFill>
                  <a:latin typeface="Neo Sans Arabic" panose="020B0504030504040204" pitchFamily="34" charset="-78"/>
                  <a:cs typeface="Neo Sans Arabic" panose="020B0504030504040204" pitchFamily="34" charset="-78"/>
                </a:rPr>
                <a:t>إدارة السمعة الرقمية</a:t>
              </a:r>
            </a:p>
          </p:txBody>
        </p:sp>
      </p:grpSp>
      <p:pic>
        <p:nvPicPr>
          <p:cNvPr id="76" name="Graphic 75">
            <a:extLst>
              <a:ext uri="{FF2B5EF4-FFF2-40B4-BE49-F238E27FC236}">
                <a16:creationId xmlns:a16="http://schemas.microsoft.com/office/drawing/2014/main" id="{E3C0A93F-52F1-4C56-3B45-FA6C780120DC}"/>
              </a:ext>
            </a:extLst>
          </p:cNvPr>
          <p:cNvPicPr>
            <a:picLocks noChangeAspect="1"/>
          </p:cNvPicPr>
          <p:nvPr/>
        </p:nvPicPr>
        <p:blipFill>
          <a:blip r:embed="rId2">
            <a:biLevel thresh="50000"/>
            <a:extLst>
              <a:ext uri="{28A0092B-C50C-407E-A947-70E740481C1C}">
                <a14:useLocalDpi xmlns:a14="http://schemas.microsoft.com/office/drawing/2010/main" val="0"/>
              </a:ext>
            </a:extLst>
          </a:blip>
          <a:srcRect/>
          <a:stretch/>
        </p:blipFill>
        <p:spPr>
          <a:xfrm>
            <a:off x="6143100" y="1105525"/>
            <a:ext cx="244767" cy="302681"/>
          </a:xfrm>
          <a:prstGeom prst="rect">
            <a:avLst/>
          </a:prstGeom>
        </p:spPr>
      </p:pic>
      <p:pic>
        <p:nvPicPr>
          <p:cNvPr id="12" name="Graphic 76">
            <a:extLst>
              <a:ext uri="{FF2B5EF4-FFF2-40B4-BE49-F238E27FC236}">
                <a16:creationId xmlns:a16="http://schemas.microsoft.com/office/drawing/2014/main" id="{B6F9A845-8BC2-A646-169A-31257181AD72}"/>
              </a:ext>
            </a:extLst>
          </p:cNvPr>
          <p:cNvPicPr>
            <a:picLocks noChangeAspect="1"/>
          </p:cNvPicPr>
          <p:nvPr/>
        </p:nvPicPr>
        <p:blipFill>
          <a:blip r:embed="rId3">
            <a:biLevel thresh="25000"/>
            <a:extLst>
              <a:ext uri="{28A0092B-C50C-407E-A947-70E740481C1C}">
                <a14:useLocalDpi xmlns:a14="http://schemas.microsoft.com/office/drawing/2010/main" val="0"/>
              </a:ext>
            </a:extLst>
          </a:blip>
          <a:srcRect/>
          <a:stretch/>
        </p:blipFill>
        <p:spPr>
          <a:xfrm>
            <a:off x="3805924" y="875515"/>
            <a:ext cx="222526" cy="346024"/>
          </a:xfrm>
          <a:prstGeom prst="rect">
            <a:avLst/>
          </a:prstGeom>
        </p:spPr>
      </p:pic>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751891D1-E540-660B-31E5-1E70871637E9}"/>
                  </a:ext>
                </a:extLst>
              </p:cNvPr>
              <p:cNvGraphicFramePr>
                <a:graphicFrameLocks noChangeAspect="1"/>
              </p:cNvGraphicFramePr>
              <p:nvPr/>
            </p:nvGraphicFramePr>
            <p:xfrm>
              <a:off x="9838828" y="1756691"/>
              <a:ext cx="332899" cy="331671"/>
            </p:xfrm>
            <a:graphic>
              <a:graphicData uri="http://schemas.microsoft.com/office/powerpoint/2016/slidezoom">
                <pslz:sldZm>
                  <pslz:sldZmObj sldId="292" cId="2348647158">
                    <pslz:zmPr id="{89DDC43E-D619-4190-AB4B-2B0B4D3FF9E7}" returnToParent="0" imageType="cover" transitionDur="1000">
                      <p166:blipFill xmlns:p166="http://schemas.microsoft.com/office/powerpoint/2016/6/main">
                        <a:blip r:embed="rId4">
                          <a:extLst>
                            <a:ext uri="{28A0092B-C50C-407E-A947-70E740481C1C}">
                              <a14:useLocalDpi xmlns:a14="http://schemas.microsoft.com/office/drawing/2010/main" val="0"/>
                            </a:ext>
                          </a:extLst>
                        </a:blip>
                        <a:stretch>
                          <a:fillRect/>
                        </a:stretch>
                      </p166:blipFill>
                      <p166:spPr xmlns:p166="http://schemas.microsoft.com/office/powerpoint/2016/6/main">
                        <a:xfrm>
                          <a:off x="0" y="0"/>
                          <a:ext cx="332899" cy="331671"/>
                        </a:xfrm>
                        <a:prstGeom prst="rect">
                          <a:avLst/>
                        </a:prstGeom>
                        <a:ln w="3175">
                          <a:noFill/>
                        </a:ln>
                      </p166:spPr>
                    </pslz:zmPr>
                  </pslz:sldZmObj>
                </pslz:sldZm>
              </a:graphicData>
            </a:graphic>
          </p:graphicFrame>
        </mc:Choice>
        <mc:Fallback xmlns="">
          <p:pic>
            <p:nvPicPr>
              <p:cNvPr id="14" name="Slide Zoom 13">
                <a:hlinkClick r:id="rId5" action="ppaction://hlinksldjump"/>
                <a:extLst>
                  <a:ext uri="{FF2B5EF4-FFF2-40B4-BE49-F238E27FC236}">
                    <a16:creationId xmlns:a16="http://schemas.microsoft.com/office/drawing/2014/main" id="{765BD8DE-2F6B-A9CC-61E7-CFD11F52EADB}"/>
                  </a:ext>
                </a:extLst>
              </p:cNvPr>
              <p:cNvPicPr>
                <a:picLocks noGrp="1" noRot="1" noChangeAspect="1" noMove="1" noResize="1" noEditPoints="1" noAdjustHandles="1" noChangeArrowheads="1" noChangeShapeType="1"/>
              </p:cNvPicPr>
              <p:nvPr/>
            </p:nvPicPr>
            <p:blipFill>
              <a:blip r:embed="rId6">
                <a:extLst>
                  <a:ext uri="{28A0092B-C50C-407E-A947-70E740481C1C}">
                    <a14:useLocalDpi xmlns:a14="http://schemas.microsoft.com/office/drawing/2010/main" val="0"/>
                  </a:ext>
                </a:extLst>
              </a:blip>
              <a:stretch>
                <a:fillRect/>
              </a:stretch>
            </p:blipFill>
            <p:spPr>
              <a:xfrm>
                <a:off x="9838828" y="1756691"/>
                <a:ext cx="332899" cy="331671"/>
              </a:xfrm>
              <a:prstGeom prst="rect">
                <a:avLst/>
              </a:prstGeom>
              <a:ln w="3175">
                <a:noFill/>
              </a:ln>
            </p:spPr>
          </p:pic>
        </mc:Fallback>
      </mc:AlternateContent>
    </p:spTree>
    <p:extLst>
      <p:ext uri="{BB962C8B-B14F-4D97-AF65-F5344CB8AC3E}">
        <p14:creationId xmlns:p14="http://schemas.microsoft.com/office/powerpoint/2010/main" val="4217489212"/>
      </p:ext>
    </p:ext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929DB-8B16-800A-A5CC-44B8B523F2AE}"/>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214A8405-A026-A974-C501-B423ED460149}"/>
              </a:ext>
            </a:extLst>
          </p:cNvPr>
          <p:cNvPicPr>
            <a:picLocks noChangeAspect="1"/>
          </p:cNvPicPr>
          <p:nvPr/>
        </p:nvPicPr>
        <p:blipFill>
          <a:blip r:embed="rId2">
            <a:extLst>
              <a:ext uri="{28A0092B-C50C-407E-A947-70E740481C1C}">
                <a14:useLocalDpi xmlns:a14="http://schemas.microsoft.com/office/drawing/2010/main" val="0"/>
              </a:ext>
            </a:extLst>
          </a:blip>
          <a:srcRect l="5577" t="19359" r="-5577" b="20487"/>
          <a:stretch/>
        </p:blipFill>
        <p:spPr>
          <a:xfrm flipH="1">
            <a:off x="6345902" y="1924964"/>
            <a:ext cx="6517563" cy="5040688"/>
          </a:xfrm>
          <a:prstGeom prst="homePlate">
            <a:avLst/>
          </a:prstGeom>
        </p:spPr>
      </p:pic>
      <p:grpSp>
        <p:nvGrpSpPr>
          <p:cNvPr id="3" name="object 3">
            <a:extLst>
              <a:ext uri="{FF2B5EF4-FFF2-40B4-BE49-F238E27FC236}">
                <a16:creationId xmlns:a16="http://schemas.microsoft.com/office/drawing/2014/main" id="{170C88D7-6324-4B99-7E7C-7FEE1B3D5BC8}"/>
              </a:ext>
            </a:extLst>
          </p:cNvPr>
          <p:cNvGrpSpPr/>
          <p:nvPr/>
        </p:nvGrpSpPr>
        <p:grpSpPr>
          <a:xfrm flipH="1">
            <a:off x="-2149822" y="5181762"/>
            <a:ext cx="4012757" cy="2806736"/>
            <a:chOff x="13503008" y="6696033"/>
            <a:chExt cx="6617334" cy="4628515"/>
          </a:xfrm>
        </p:grpSpPr>
        <p:sp>
          <p:nvSpPr>
            <p:cNvPr id="4" name="object 4">
              <a:extLst>
                <a:ext uri="{FF2B5EF4-FFF2-40B4-BE49-F238E27FC236}">
                  <a16:creationId xmlns:a16="http://schemas.microsoft.com/office/drawing/2014/main" id="{1F5EA03E-B74D-401B-13F1-C1B595971128}"/>
                </a:ext>
              </a:extLst>
            </p:cNvPr>
            <p:cNvSpPr/>
            <p:nvPr/>
          </p:nvSpPr>
          <p:spPr>
            <a:xfrm>
              <a:off x="14546481" y="8567806"/>
              <a:ext cx="5294630" cy="2741295"/>
            </a:xfrm>
            <a:custGeom>
              <a:avLst/>
              <a:gdLst/>
              <a:ahLst/>
              <a:cxnLst/>
              <a:rect l="l" t="t" r="r" b="b"/>
              <a:pathLst>
                <a:path w="5294630" h="2741295">
                  <a:moveTo>
                    <a:pt x="1607" y="2740750"/>
                  </a:moveTo>
                  <a:lnTo>
                    <a:pt x="1578" y="2693255"/>
                  </a:lnTo>
                  <a:lnTo>
                    <a:pt x="1546" y="2642667"/>
                  </a:lnTo>
                  <a:lnTo>
                    <a:pt x="1515" y="2592078"/>
                  </a:lnTo>
                  <a:lnTo>
                    <a:pt x="1484" y="2541490"/>
                  </a:lnTo>
                  <a:lnTo>
                    <a:pt x="1453" y="2490902"/>
                  </a:lnTo>
                  <a:lnTo>
                    <a:pt x="1422" y="2440314"/>
                  </a:lnTo>
                  <a:lnTo>
                    <a:pt x="1391" y="2389725"/>
                  </a:lnTo>
                  <a:lnTo>
                    <a:pt x="1360" y="2339137"/>
                  </a:lnTo>
                  <a:lnTo>
                    <a:pt x="1329" y="2288549"/>
                  </a:lnTo>
                  <a:lnTo>
                    <a:pt x="1298" y="2237961"/>
                  </a:lnTo>
                  <a:lnTo>
                    <a:pt x="1267" y="2187373"/>
                  </a:lnTo>
                  <a:lnTo>
                    <a:pt x="1236" y="2136784"/>
                  </a:lnTo>
                  <a:lnTo>
                    <a:pt x="1205" y="2086196"/>
                  </a:lnTo>
                  <a:lnTo>
                    <a:pt x="1174" y="2035608"/>
                  </a:lnTo>
                  <a:lnTo>
                    <a:pt x="1143" y="1985020"/>
                  </a:lnTo>
                  <a:lnTo>
                    <a:pt x="1112" y="1934431"/>
                  </a:lnTo>
                  <a:lnTo>
                    <a:pt x="1081" y="1883843"/>
                  </a:lnTo>
                  <a:lnTo>
                    <a:pt x="1050" y="1833255"/>
                  </a:lnTo>
                  <a:lnTo>
                    <a:pt x="1019" y="1782667"/>
                  </a:lnTo>
                  <a:lnTo>
                    <a:pt x="989" y="1732078"/>
                  </a:lnTo>
                  <a:lnTo>
                    <a:pt x="958" y="1681490"/>
                  </a:lnTo>
                  <a:lnTo>
                    <a:pt x="927" y="1630902"/>
                  </a:lnTo>
                  <a:lnTo>
                    <a:pt x="896" y="1580314"/>
                  </a:lnTo>
                  <a:lnTo>
                    <a:pt x="865" y="1529725"/>
                  </a:lnTo>
                  <a:lnTo>
                    <a:pt x="834" y="1479137"/>
                  </a:lnTo>
                  <a:lnTo>
                    <a:pt x="803" y="1428549"/>
                  </a:lnTo>
                  <a:lnTo>
                    <a:pt x="772" y="1377961"/>
                  </a:lnTo>
                  <a:lnTo>
                    <a:pt x="741" y="1327372"/>
                  </a:lnTo>
                  <a:lnTo>
                    <a:pt x="711" y="1276784"/>
                  </a:lnTo>
                  <a:lnTo>
                    <a:pt x="680" y="1226196"/>
                  </a:lnTo>
                  <a:lnTo>
                    <a:pt x="649" y="1175608"/>
                  </a:lnTo>
                  <a:lnTo>
                    <a:pt x="618" y="1125019"/>
                  </a:lnTo>
                  <a:lnTo>
                    <a:pt x="587" y="1074431"/>
                  </a:lnTo>
                  <a:lnTo>
                    <a:pt x="557" y="1023843"/>
                  </a:lnTo>
                  <a:lnTo>
                    <a:pt x="526" y="973255"/>
                  </a:ln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7"/>
                  </a:lnTo>
                  <a:lnTo>
                    <a:pt x="819942" y="62471"/>
                  </a:lnTo>
                  <a:lnTo>
                    <a:pt x="865232" y="84829"/>
                  </a:lnTo>
                  <a:lnTo>
                    <a:pt x="909518" y="109679"/>
                  </a:lnTo>
                  <a:lnTo>
                    <a:pt x="951803" y="134689"/>
                  </a:lnTo>
                  <a:lnTo>
                    <a:pt x="998084" y="162110"/>
                  </a:lnTo>
                  <a:lnTo>
                    <a:pt x="1048239" y="191871"/>
                  </a:lnTo>
                  <a:lnTo>
                    <a:pt x="1102147" y="223898"/>
                  </a:lnTo>
                  <a:lnTo>
                    <a:pt x="1159688" y="258119"/>
                  </a:lnTo>
                  <a:lnTo>
                    <a:pt x="1220738" y="294461"/>
                  </a:lnTo>
                  <a:lnTo>
                    <a:pt x="1285178" y="332852"/>
                  </a:lnTo>
                  <a:lnTo>
                    <a:pt x="1318631" y="352792"/>
                  </a:lnTo>
                  <a:lnTo>
                    <a:pt x="1352885" y="373218"/>
                  </a:lnTo>
                  <a:lnTo>
                    <a:pt x="1387927" y="394119"/>
                  </a:lnTo>
                  <a:lnTo>
                    <a:pt x="1423739" y="415487"/>
                  </a:lnTo>
                  <a:lnTo>
                    <a:pt x="1460308" y="437312"/>
                  </a:lnTo>
                  <a:lnTo>
                    <a:pt x="1497618" y="459586"/>
                  </a:lnTo>
                  <a:lnTo>
                    <a:pt x="1535655" y="482299"/>
                  </a:lnTo>
                  <a:lnTo>
                    <a:pt x="1574402" y="505443"/>
                  </a:lnTo>
                  <a:lnTo>
                    <a:pt x="1613844" y="529007"/>
                  </a:lnTo>
                  <a:lnTo>
                    <a:pt x="1653967" y="552984"/>
                  </a:lnTo>
                  <a:lnTo>
                    <a:pt x="1694756" y="577364"/>
                  </a:lnTo>
                  <a:lnTo>
                    <a:pt x="1736194" y="602138"/>
                  </a:lnTo>
                  <a:lnTo>
                    <a:pt x="1778268" y="627296"/>
                  </a:lnTo>
                  <a:lnTo>
                    <a:pt x="1820961" y="652831"/>
                  </a:lnTo>
                  <a:lnTo>
                    <a:pt x="1864259" y="678732"/>
                  </a:lnTo>
                  <a:lnTo>
                    <a:pt x="1908147" y="704990"/>
                  </a:lnTo>
                  <a:lnTo>
                    <a:pt x="1952609" y="731597"/>
                  </a:lnTo>
                  <a:lnTo>
                    <a:pt x="1997630" y="758544"/>
                  </a:lnTo>
                  <a:lnTo>
                    <a:pt x="2043195" y="785821"/>
                  </a:lnTo>
                  <a:lnTo>
                    <a:pt x="2089289" y="813419"/>
                  </a:lnTo>
                  <a:lnTo>
                    <a:pt x="2135897" y="841329"/>
                  </a:lnTo>
                  <a:lnTo>
                    <a:pt x="2183003" y="869542"/>
                  </a:lnTo>
                  <a:lnTo>
                    <a:pt x="2230593" y="898049"/>
                  </a:lnTo>
                  <a:lnTo>
                    <a:pt x="2278650" y="926841"/>
                  </a:lnTo>
                  <a:lnTo>
                    <a:pt x="2327161" y="955908"/>
                  </a:lnTo>
                  <a:lnTo>
                    <a:pt x="2376110" y="985243"/>
                  </a:lnTo>
                  <a:lnTo>
                    <a:pt x="2425481" y="1014835"/>
                  </a:lnTo>
                  <a:lnTo>
                    <a:pt x="2475260" y="1044675"/>
                  </a:lnTo>
                  <a:lnTo>
                    <a:pt x="2525431" y="1074755"/>
                  </a:lnTo>
                  <a:lnTo>
                    <a:pt x="2575980" y="1105065"/>
                  </a:lnTo>
                  <a:lnTo>
                    <a:pt x="2626890" y="1135597"/>
                  </a:lnTo>
                  <a:lnTo>
                    <a:pt x="2678148" y="1166340"/>
                  </a:lnTo>
                  <a:lnTo>
                    <a:pt x="2729737" y="1197287"/>
                  </a:lnTo>
                  <a:lnTo>
                    <a:pt x="2781643" y="1228427"/>
                  </a:lnTo>
                  <a:lnTo>
                    <a:pt x="2833850" y="1259753"/>
                  </a:lnTo>
                  <a:lnTo>
                    <a:pt x="2886343" y="1291254"/>
                  </a:lnTo>
                  <a:lnTo>
                    <a:pt x="2939108" y="1322922"/>
                  </a:lnTo>
                  <a:lnTo>
                    <a:pt x="2992128" y="1354747"/>
                  </a:lnTo>
                  <a:lnTo>
                    <a:pt x="3045389" y="1386722"/>
                  </a:lnTo>
                  <a:lnTo>
                    <a:pt x="3098876" y="1418835"/>
                  </a:lnTo>
                  <a:lnTo>
                    <a:pt x="3152573" y="1451079"/>
                  </a:lnTo>
                  <a:lnTo>
                    <a:pt x="3206465" y="1483444"/>
                  </a:lnTo>
                  <a:lnTo>
                    <a:pt x="3260538" y="1515921"/>
                  </a:lnTo>
                  <a:lnTo>
                    <a:pt x="3314775" y="1548501"/>
                  </a:lnTo>
                  <a:lnTo>
                    <a:pt x="3369162" y="1581176"/>
                  </a:lnTo>
                  <a:lnTo>
                    <a:pt x="3423684" y="1613935"/>
                  </a:lnTo>
                  <a:lnTo>
                    <a:pt x="3478325" y="1646770"/>
                  </a:lnTo>
                  <a:lnTo>
                    <a:pt x="3533071" y="1679671"/>
                  </a:lnTo>
                  <a:lnTo>
                    <a:pt x="3587905" y="1712631"/>
                  </a:lnTo>
                  <a:lnTo>
                    <a:pt x="3642814" y="1745639"/>
                  </a:lnTo>
                  <a:lnTo>
                    <a:pt x="3697781" y="1778686"/>
                  </a:lnTo>
                  <a:lnTo>
                    <a:pt x="3752792" y="1811764"/>
                  </a:lnTo>
                  <a:lnTo>
                    <a:pt x="3807832" y="1844862"/>
                  </a:lnTo>
                  <a:lnTo>
                    <a:pt x="3862884" y="1877973"/>
                  </a:lnTo>
                  <a:lnTo>
                    <a:pt x="3917935" y="1911088"/>
                  </a:lnTo>
                  <a:lnTo>
                    <a:pt x="3972969" y="1944196"/>
                  </a:lnTo>
                  <a:lnTo>
                    <a:pt x="4027971" y="1977289"/>
                  </a:lnTo>
                  <a:lnTo>
                    <a:pt x="4082925" y="2010358"/>
                  </a:lnTo>
                  <a:lnTo>
                    <a:pt x="4137817" y="2043393"/>
                  </a:lnTo>
                  <a:lnTo>
                    <a:pt x="4192631" y="2076387"/>
                  </a:lnTo>
                  <a:lnTo>
                    <a:pt x="4247352" y="2109328"/>
                  </a:lnTo>
                  <a:lnTo>
                    <a:pt x="4301965" y="2142210"/>
                  </a:lnTo>
                  <a:lnTo>
                    <a:pt x="4356455" y="2175021"/>
                  </a:lnTo>
                  <a:lnTo>
                    <a:pt x="4410807" y="2207754"/>
                  </a:lnTo>
                  <a:lnTo>
                    <a:pt x="4465005" y="2240399"/>
                  </a:lnTo>
                  <a:lnTo>
                    <a:pt x="4519035" y="2272948"/>
                  </a:lnTo>
                  <a:lnTo>
                    <a:pt x="4572881" y="2305390"/>
                  </a:lnTo>
                  <a:lnTo>
                    <a:pt x="4626527" y="2337717"/>
                  </a:lnTo>
                  <a:lnTo>
                    <a:pt x="4679960" y="2369920"/>
                  </a:lnTo>
                  <a:lnTo>
                    <a:pt x="4733163" y="2401990"/>
                  </a:lnTo>
                  <a:lnTo>
                    <a:pt x="4786122" y="2433917"/>
                  </a:lnTo>
                  <a:lnTo>
                    <a:pt x="4838821" y="2465693"/>
                  </a:lnTo>
                  <a:lnTo>
                    <a:pt x="4891245" y="2497309"/>
                  </a:lnTo>
                  <a:lnTo>
                    <a:pt x="4943380" y="2528755"/>
                  </a:lnTo>
                  <a:lnTo>
                    <a:pt x="4995209" y="2560022"/>
                  </a:lnTo>
                  <a:lnTo>
                    <a:pt x="5046718" y="2591101"/>
                  </a:lnTo>
                  <a:lnTo>
                    <a:pt x="5097891" y="2621984"/>
                  </a:lnTo>
                  <a:lnTo>
                    <a:pt x="5148714" y="2652660"/>
                  </a:lnTo>
                  <a:lnTo>
                    <a:pt x="5199171" y="2683122"/>
                  </a:lnTo>
                  <a:lnTo>
                    <a:pt x="5249247" y="2713359"/>
                  </a:lnTo>
                  <a:lnTo>
                    <a:pt x="5294600" y="2740750"/>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 name="object 5">
              <a:extLst>
                <a:ext uri="{FF2B5EF4-FFF2-40B4-BE49-F238E27FC236}">
                  <a16:creationId xmlns:a16="http://schemas.microsoft.com/office/drawing/2014/main" id="{06ADC43E-A481-CA02-1204-49C6781BE1BF}"/>
                </a:ext>
              </a:extLst>
            </p:cNvPr>
            <p:cNvSpPr/>
            <p:nvPr/>
          </p:nvSpPr>
          <p:spPr>
            <a:xfrm>
              <a:off x="15400194" y="10328593"/>
              <a:ext cx="2305050" cy="980440"/>
            </a:xfrm>
            <a:custGeom>
              <a:avLst/>
              <a:gdLst/>
              <a:ahLst/>
              <a:cxnLst/>
              <a:rect l="l" t="t" r="r" b="b"/>
              <a:pathLst>
                <a:path w="2305050" h="980440">
                  <a:moveTo>
                    <a:pt x="530" y="979963"/>
                  </a:move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6"/>
                  </a:lnTo>
                  <a:lnTo>
                    <a:pt x="819942" y="62467"/>
                  </a:lnTo>
                  <a:lnTo>
                    <a:pt x="865232" y="84825"/>
                  </a:lnTo>
                  <a:lnTo>
                    <a:pt x="909518" y="109679"/>
                  </a:lnTo>
                  <a:lnTo>
                    <a:pt x="974681" y="148396"/>
                  </a:lnTo>
                  <a:lnTo>
                    <a:pt x="1008373" y="168569"/>
                  </a:lnTo>
                  <a:lnTo>
                    <a:pt x="1042782" y="189267"/>
                  </a:lnTo>
                  <a:lnTo>
                    <a:pt x="1077889" y="210478"/>
                  </a:lnTo>
                  <a:lnTo>
                    <a:pt x="1113677" y="232187"/>
                  </a:lnTo>
                  <a:lnTo>
                    <a:pt x="1150128" y="254383"/>
                  </a:lnTo>
                  <a:lnTo>
                    <a:pt x="1187224" y="277051"/>
                  </a:lnTo>
                  <a:lnTo>
                    <a:pt x="1224948" y="300179"/>
                  </a:lnTo>
                  <a:lnTo>
                    <a:pt x="1263280" y="323754"/>
                  </a:lnTo>
                  <a:lnTo>
                    <a:pt x="1302203" y="347762"/>
                  </a:lnTo>
                  <a:lnTo>
                    <a:pt x="1341700" y="372190"/>
                  </a:lnTo>
                  <a:lnTo>
                    <a:pt x="1381752" y="397025"/>
                  </a:lnTo>
                  <a:lnTo>
                    <a:pt x="1422342" y="422255"/>
                  </a:lnTo>
                  <a:lnTo>
                    <a:pt x="1463451" y="447864"/>
                  </a:lnTo>
                  <a:lnTo>
                    <a:pt x="1505062" y="473842"/>
                  </a:lnTo>
                  <a:lnTo>
                    <a:pt x="1547157" y="500174"/>
                  </a:lnTo>
                  <a:lnTo>
                    <a:pt x="1589718" y="526847"/>
                  </a:lnTo>
                  <a:lnTo>
                    <a:pt x="1632726" y="553848"/>
                  </a:lnTo>
                  <a:lnTo>
                    <a:pt x="1676165" y="581165"/>
                  </a:lnTo>
                  <a:lnTo>
                    <a:pt x="1720016" y="608783"/>
                  </a:lnTo>
                  <a:lnTo>
                    <a:pt x="1764262" y="636690"/>
                  </a:lnTo>
                  <a:lnTo>
                    <a:pt x="1808883" y="664872"/>
                  </a:lnTo>
                  <a:lnTo>
                    <a:pt x="1853863" y="693317"/>
                  </a:lnTo>
                  <a:lnTo>
                    <a:pt x="1899184" y="722011"/>
                  </a:lnTo>
                  <a:lnTo>
                    <a:pt x="1944828" y="750941"/>
                  </a:lnTo>
                  <a:lnTo>
                    <a:pt x="1990776" y="780094"/>
                  </a:lnTo>
                  <a:lnTo>
                    <a:pt x="2037011" y="809457"/>
                  </a:lnTo>
                  <a:lnTo>
                    <a:pt x="2083515" y="839017"/>
                  </a:lnTo>
                  <a:lnTo>
                    <a:pt x="2130270" y="868760"/>
                  </a:lnTo>
                  <a:lnTo>
                    <a:pt x="2177258" y="898673"/>
                  </a:lnTo>
                  <a:lnTo>
                    <a:pt x="2224461" y="928744"/>
                  </a:lnTo>
                  <a:lnTo>
                    <a:pt x="2271862" y="958958"/>
                  </a:lnTo>
                  <a:lnTo>
                    <a:pt x="2304796" y="979963"/>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object 6">
              <a:extLst>
                <a:ext uri="{FF2B5EF4-FFF2-40B4-BE49-F238E27FC236}">
                  <a16:creationId xmlns:a16="http://schemas.microsoft.com/office/drawing/2014/main" id="{46ED07FB-DAF2-2EEC-F018-E9F3A9333E46}"/>
                </a:ext>
              </a:extLst>
            </p:cNvPr>
            <p:cNvSpPr/>
            <p:nvPr/>
          </p:nvSpPr>
          <p:spPr>
            <a:xfrm>
              <a:off x="13518714" y="6711740"/>
              <a:ext cx="6585584" cy="4597400"/>
            </a:xfrm>
            <a:custGeom>
              <a:avLst/>
              <a:gdLst/>
              <a:ahLst/>
              <a:cxnLst/>
              <a:rect l="l" t="t" r="r" b="b"/>
              <a:pathLst>
                <a:path w="6585584" h="4597400">
                  <a:moveTo>
                    <a:pt x="2738" y="4596816"/>
                  </a:moveTo>
                  <a:lnTo>
                    <a:pt x="2688" y="4516366"/>
                  </a:lnTo>
                  <a:lnTo>
                    <a:pt x="2657" y="4465724"/>
                  </a:lnTo>
                  <a:lnTo>
                    <a:pt x="2625" y="4415083"/>
                  </a:lnTo>
                  <a:lnTo>
                    <a:pt x="2594" y="4364441"/>
                  </a:lnTo>
                  <a:lnTo>
                    <a:pt x="2562" y="4313800"/>
                  </a:lnTo>
                  <a:lnTo>
                    <a:pt x="2531" y="4263158"/>
                  </a:lnTo>
                  <a:lnTo>
                    <a:pt x="2500" y="4212517"/>
                  </a:lnTo>
                  <a:lnTo>
                    <a:pt x="2469" y="4161875"/>
                  </a:lnTo>
                  <a:lnTo>
                    <a:pt x="2437" y="4111234"/>
                  </a:lnTo>
                  <a:lnTo>
                    <a:pt x="2406" y="4060592"/>
                  </a:lnTo>
                  <a:lnTo>
                    <a:pt x="2375" y="4009951"/>
                  </a:lnTo>
                  <a:lnTo>
                    <a:pt x="2343" y="3959309"/>
                  </a:lnTo>
                  <a:lnTo>
                    <a:pt x="2312" y="3908668"/>
                  </a:lnTo>
                  <a:lnTo>
                    <a:pt x="2281" y="3858027"/>
                  </a:lnTo>
                  <a:lnTo>
                    <a:pt x="2250" y="3807385"/>
                  </a:lnTo>
                  <a:lnTo>
                    <a:pt x="2218" y="3756744"/>
                  </a:lnTo>
                  <a:lnTo>
                    <a:pt x="2187" y="3706102"/>
                  </a:lnTo>
                  <a:lnTo>
                    <a:pt x="2156" y="3655461"/>
                  </a:lnTo>
                  <a:lnTo>
                    <a:pt x="2125" y="3604819"/>
                  </a:lnTo>
                  <a:lnTo>
                    <a:pt x="2094" y="3554178"/>
                  </a:lnTo>
                  <a:lnTo>
                    <a:pt x="2062" y="3503536"/>
                  </a:lnTo>
                  <a:lnTo>
                    <a:pt x="2031" y="3452895"/>
                  </a:lnTo>
                  <a:lnTo>
                    <a:pt x="2000" y="3402253"/>
                  </a:lnTo>
                  <a:lnTo>
                    <a:pt x="1969" y="3351612"/>
                  </a:lnTo>
                  <a:lnTo>
                    <a:pt x="1938" y="3300970"/>
                  </a:lnTo>
                  <a:lnTo>
                    <a:pt x="1907" y="3250329"/>
                  </a:lnTo>
                  <a:lnTo>
                    <a:pt x="1875" y="3199688"/>
                  </a:lnTo>
                  <a:lnTo>
                    <a:pt x="1844" y="3149046"/>
                  </a:lnTo>
                  <a:lnTo>
                    <a:pt x="1813" y="3098405"/>
                  </a:lnTo>
                  <a:lnTo>
                    <a:pt x="1782" y="3047763"/>
                  </a:lnTo>
                  <a:lnTo>
                    <a:pt x="1751" y="2997122"/>
                  </a:lnTo>
                  <a:lnTo>
                    <a:pt x="1720" y="2946480"/>
                  </a:lnTo>
                  <a:lnTo>
                    <a:pt x="1689" y="2895839"/>
                  </a:lnTo>
                  <a:lnTo>
                    <a:pt x="1658" y="2845198"/>
                  </a:lnTo>
                  <a:lnTo>
                    <a:pt x="1626" y="2794556"/>
                  </a:lnTo>
                  <a:lnTo>
                    <a:pt x="1595" y="2743915"/>
                  </a:lnTo>
                  <a:lnTo>
                    <a:pt x="1564" y="2693273"/>
                  </a:lnTo>
                  <a:lnTo>
                    <a:pt x="1533" y="2642632"/>
                  </a:lnTo>
                  <a:lnTo>
                    <a:pt x="1502" y="2591991"/>
                  </a:lnTo>
                  <a:lnTo>
                    <a:pt x="1471" y="2541349"/>
                  </a:lnTo>
                  <a:lnTo>
                    <a:pt x="1440" y="2490708"/>
                  </a:lnTo>
                  <a:lnTo>
                    <a:pt x="1409" y="2440066"/>
                  </a:lnTo>
                  <a:lnTo>
                    <a:pt x="1378" y="2389425"/>
                  </a:lnTo>
                  <a:lnTo>
                    <a:pt x="1347" y="2338784"/>
                  </a:lnTo>
                  <a:lnTo>
                    <a:pt x="1316" y="2288142"/>
                  </a:lnTo>
                  <a:lnTo>
                    <a:pt x="1285" y="2237501"/>
                  </a:lnTo>
                  <a:lnTo>
                    <a:pt x="1254" y="2186860"/>
                  </a:lnTo>
                  <a:lnTo>
                    <a:pt x="1223" y="2136218"/>
                  </a:lnTo>
                  <a:lnTo>
                    <a:pt x="1192" y="2085577"/>
                  </a:lnTo>
                  <a:lnTo>
                    <a:pt x="1161" y="2034936"/>
                  </a:lnTo>
                  <a:lnTo>
                    <a:pt x="1130" y="1984294"/>
                  </a:lnTo>
                  <a:lnTo>
                    <a:pt x="1099" y="1933653"/>
                  </a:lnTo>
                  <a:lnTo>
                    <a:pt x="1068" y="1883011"/>
                  </a:lnTo>
                  <a:lnTo>
                    <a:pt x="1037" y="1832370"/>
                  </a:lnTo>
                  <a:lnTo>
                    <a:pt x="1006" y="1781729"/>
                  </a:lnTo>
                  <a:lnTo>
                    <a:pt x="975" y="1731087"/>
                  </a:lnTo>
                  <a:lnTo>
                    <a:pt x="944" y="1680446"/>
                  </a:lnTo>
                  <a:lnTo>
                    <a:pt x="913" y="1629805"/>
                  </a:lnTo>
                  <a:lnTo>
                    <a:pt x="882" y="1579164"/>
                  </a:lnTo>
                  <a:lnTo>
                    <a:pt x="851" y="1528522"/>
                  </a:lnTo>
                  <a:lnTo>
                    <a:pt x="820" y="1477881"/>
                  </a:lnTo>
                  <a:lnTo>
                    <a:pt x="790" y="1427240"/>
                  </a:lnTo>
                  <a:lnTo>
                    <a:pt x="759" y="1376598"/>
                  </a:lnTo>
                  <a:lnTo>
                    <a:pt x="728" y="1325957"/>
                  </a:lnTo>
                  <a:lnTo>
                    <a:pt x="697" y="1275316"/>
                  </a:lnTo>
                  <a:lnTo>
                    <a:pt x="666" y="1224674"/>
                  </a:lnTo>
                  <a:lnTo>
                    <a:pt x="635" y="1174033"/>
                  </a:lnTo>
                  <a:lnTo>
                    <a:pt x="604" y="1123392"/>
                  </a:lnTo>
                  <a:lnTo>
                    <a:pt x="573" y="1072751"/>
                  </a:lnTo>
                  <a:lnTo>
                    <a:pt x="542" y="1022109"/>
                  </a:lnTo>
                  <a:lnTo>
                    <a:pt x="512" y="971468"/>
                  </a:lnTo>
                  <a:lnTo>
                    <a:pt x="481" y="920827"/>
                  </a:lnTo>
                  <a:lnTo>
                    <a:pt x="450" y="870186"/>
                  </a:lnTo>
                  <a:lnTo>
                    <a:pt x="419" y="819544"/>
                  </a:lnTo>
                  <a:lnTo>
                    <a:pt x="388" y="768903"/>
                  </a:lnTo>
                  <a:lnTo>
                    <a:pt x="223" y="734879"/>
                  </a:lnTo>
                  <a:lnTo>
                    <a:pt x="0" y="700855"/>
                  </a:lnTo>
                  <a:lnTo>
                    <a:pt x="80" y="666843"/>
                  </a:lnTo>
                  <a:lnTo>
                    <a:pt x="828" y="632855"/>
                  </a:lnTo>
                  <a:lnTo>
                    <a:pt x="4076" y="582472"/>
                  </a:lnTo>
                  <a:lnTo>
                    <a:pt x="10153" y="533741"/>
                  </a:lnTo>
                  <a:lnTo>
                    <a:pt x="18976" y="486722"/>
                  </a:lnTo>
                  <a:lnTo>
                    <a:pt x="30457" y="441476"/>
                  </a:lnTo>
                  <a:lnTo>
                    <a:pt x="44513" y="398065"/>
                  </a:lnTo>
                  <a:lnTo>
                    <a:pt x="61058" y="356549"/>
                  </a:lnTo>
                  <a:lnTo>
                    <a:pt x="80007" y="316990"/>
                  </a:lnTo>
                  <a:lnTo>
                    <a:pt x="101275" y="279448"/>
                  </a:lnTo>
                  <a:lnTo>
                    <a:pt x="124777" y="243986"/>
                  </a:lnTo>
                  <a:lnTo>
                    <a:pt x="150426" y="210665"/>
                  </a:lnTo>
                  <a:lnTo>
                    <a:pt x="178140" y="179544"/>
                  </a:lnTo>
                  <a:lnTo>
                    <a:pt x="207831" y="150686"/>
                  </a:lnTo>
                  <a:lnTo>
                    <a:pt x="239415" y="124152"/>
                  </a:lnTo>
                  <a:lnTo>
                    <a:pt x="272808" y="100002"/>
                  </a:lnTo>
                  <a:lnTo>
                    <a:pt x="307922" y="78299"/>
                  </a:lnTo>
                  <a:lnTo>
                    <a:pt x="344675" y="59103"/>
                  </a:lnTo>
                  <a:lnTo>
                    <a:pt x="382979" y="42475"/>
                  </a:lnTo>
                  <a:lnTo>
                    <a:pt x="422751" y="28476"/>
                  </a:lnTo>
                  <a:lnTo>
                    <a:pt x="463905" y="17168"/>
                  </a:lnTo>
                  <a:lnTo>
                    <a:pt x="506355" y="8612"/>
                  </a:lnTo>
                  <a:lnTo>
                    <a:pt x="550018" y="2869"/>
                  </a:lnTo>
                  <a:lnTo>
                    <a:pt x="594806" y="0"/>
                  </a:lnTo>
                  <a:lnTo>
                    <a:pt x="640636" y="65"/>
                  </a:lnTo>
                  <a:lnTo>
                    <a:pt x="687423" y="3128"/>
                  </a:lnTo>
                  <a:lnTo>
                    <a:pt x="735080" y="9248"/>
                  </a:lnTo>
                  <a:lnTo>
                    <a:pt x="783523" y="18486"/>
                  </a:lnTo>
                  <a:lnTo>
                    <a:pt x="832667" y="30905"/>
                  </a:lnTo>
                  <a:lnTo>
                    <a:pt x="877258" y="45170"/>
                  </a:lnTo>
                  <a:lnTo>
                    <a:pt x="920547" y="62066"/>
                  </a:lnTo>
                  <a:lnTo>
                    <a:pt x="962740" y="81302"/>
                  </a:lnTo>
                  <a:lnTo>
                    <a:pt x="1004039" y="102588"/>
                  </a:lnTo>
                  <a:lnTo>
                    <a:pt x="1044650" y="125635"/>
                  </a:lnTo>
                  <a:lnTo>
                    <a:pt x="1082528" y="148044"/>
                  </a:lnTo>
                  <a:lnTo>
                    <a:pt x="1123845" y="172544"/>
                  </a:lnTo>
                  <a:lnTo>
                    <a:pt x="1168521" y="199084"/>
                  </a:lnTo>
                  <a:lnTo>
                    <a:pt x="1216474" y="227617"/>
                  </a:lnTo>
                  <a:lnTo>
                    <a:pt x="1267624" y="258093"/>
                  </a:lnTo>
                  <a:lnTo>
                    <a:pt x="1321890" y="290462"/>
                  </a:lnTo>
                  <a:lnTo>
                    <a:pt x="1379190" y="324676"/>
                  </a:lnTo>
                  <a:lnTo>
                    <a:pt x="1439445" y="360685"/>
                  </a:lnTo>
                  <a:lnTo>
                    <a:pt x="1502572" y="398440"/>
                  </a:lnTo>
                  <a:lnTo>
                    <a:pt x="1568491" y="437892"/>
                  </a:lnTo>
                  <a:lnTo>
                    <a:pt x="1602473" y="458238"/>
                  </a:lnTo>
                  <a:lnTo>
                    <a:pt x="1637122" y="478991"/>
                  </a:lnTo>
                  <a:lnTo>
                    <a:pt x="1672428" y="500143"/>
                  </a:lnTo>
                  <a:lnTo>
                    <a:pt x="1708382" y="521689"/>
                  </a:lnTo>
                  <a:lnTo>
                    <a:pt x="1744973" y="543622"/>
                  </a:lnTo>
                  <a:lnTo>
                    <a:pt x="1782192" y="565936"/>
                  </a:lnTo>
                  <a:lnTo>
                    <a:pt x="1820028" y="588625"/>
                  </a:lnTo>
                  <a:lnTo>
                    <a:pt x="1858470" y="611683"/>
                  </a:lnTo>
                  <a:lnTo>
                    <a:pt x="1897510" y="635103"/>
                  </a:lnTo>
                  <a:lnTo>
                    <a:pt x="1937136" y="658880"/>
                  </a:lnTo>
                  <a:lnTo>
                    <a:pt x="1977339" y="683008"/>
                  </a:lnTo>
                  <a:lnTo>
                    <a:pt x="2018108" y="707479"/>
                  </a:lnTo>
                  <a:lnTo>
                    <a:pt x="2059434" y="732289"/>
                  </a:lnTo>
                  <a:lnTo>
                    <a:pt x="2101306" y="757431"/>
                  </a:lnTo>
                  <a:lnTo>
                    <a:pt x="2143714" y="782899"/>
                  </a:lnTo>
                  <a:lnTo>
                    <a:pt x="2186648" y="808686"/>
                  </a:lnTo>
                  <a:lnTo>
                    <a:pt x="2230098" y="834787"/>
                  </a:lnTo>
                  <a:lnTo>
                    <a:pt x="2274054" y="861195"/>
                  </a:lnTo>
                  <a:lnTo>
                    <a:pt x="2318506" y="887904"/>
                  </a:lnTo>
                  <a:lnTo>
                    <a:pt x="2363444" y="914908"/>
                  </a:lnTo>
                  <a:lnTo>
                    <a:pt x="2408856" y="942201"/>
                  </a:lnTo>
                  <a:lnTo>
                    <a:pt x="2454735" y="969777"/>
                  </a:lnTo>
                  <a:lnTo>
                    <a:pt x="2501068" y="997630"/>
                  </a:lnTo>
                  <a:lnTo>
                    <a:pt x="2547847" y="1025753"/>
                  </a:lnTo>
                  <a:lnTo>
                    <a:pt x="2595060" y="1054140"/>
                  </a:lnTo>
                  <a:lnTo>
                    <a:pt x="2642699" y="1082785"/>
                  </a:lnTo>
                  <a:lnTo>
                    <a:pt x="2690752" y="1111683"/>
                  </a:lnTo>
                  <a:lnTo>
                    <a:pt x="2739210" y="1140826"/>
                  </a:lnTo>
                  <a:lnTo>
                    <a:pt x="2788063" y="1170209"/>
                  </a:lnTo>
                  <a:lnTo>
                    <a:pt x="2837300" y="1199825"/>
                  </a:lnTo>
                  <a:lnTo>
                    <a:pt x="2886911" y="1229669"/>
                  </a:lnTo>
                  <a:lnTo>
                    <a:pt x="2936887" y="1259734"/>
                  </a:lnTo>
                  <a:lnTo>
                    <a:pt x="2987217" y="1290014"/>
                  </a:lnTo>
                  <a:lnTo>
                    <a:pt x="3037891" y="1320503"/>
                  </a:lnTo>
                  <a:lnTo>
                    <a:pt x="3088898" y="1351195"/>
                  </a:lnTo>
                  <a:lnTo>
                    <a:pt x="3140230" y="1382083"/>
                  </a:lnTo>
                  <a:lnTo>
                    <a:pt x="3191875" y="1413162"/>
                  </a:lnTo>
                  <a:lnTo>
                    <a:pt x="3243823" y="1444426"/>
                  </a:lnTo>
                  <a:lnTo>
                    <a:pt x="3296065" y="1475867"/>
                  </a:lnTo>
                  <a:lnTo>
                    <a:pt x="3348591" y="1507481"/>
                  </a:lnTo>
                  <a:lnTo>
                    <a:pt x="3401389" y="1539260"/>
                  </a:lnTo>
                  <a:lnTo>
                    <a:pt x="3454451" y="1571199"/>
                  </a:lnTo>
                  <a:lnTo>
                    <a:pt x="3507765" y="1603292"/>
                  </a:lnTo>
                  <a:lnTo>
                    <a:pt x="3561323" y="1635532"/>
                  </a:lnTo>
                  <a:lnTo>
                    <a:pt x="3615113" y="1667913"/>
                  </a:lnTo>
                  <a:lnTo>
                    <a:pt x="3669126" y="1700430"/>
                  </a:lnTo>
                  <a:lnTo>
                    <a:pt x="3723351" y="1733075"/>
                  </a:lnTo>
                  <a:lnTo>
                    <a:pt x="3777779" y="1765844"/>
                  </a:lnTo>
                  <a:lnTo>
                    <a:pt x="3832399" y="1798729"/>
                  </a:lnTo>
                  <a:lnTo>
                    <a:pt x="3887201" y="1831724"/>
                  </a:lnTo>
                  <a:lnTo>
                    <a:pt x="3942175" y="1864824"/>
                  </a:lnTo>
                  <a:lnTo>
                    <a:pt x="3997311" y="1898022"/>
                  </a:lnTo>
                  <a:lnTo>
                    <a:pt x="4052599" y="1931313"/>
                  </a:lnTo>
                  <a:lnTo>
                    <a:pt x="4108029" y="1964689"/>
                  </a:lnTo>
                  <a:lnTo>
                    <a:pt x="4163590" y="1998145"/>
                  </a:lnTo>
                  <a:lnTo>
                    <a:pt x="4219273" y="2031674"/>
                  </a:lnTo>
                  <a:lnTo>
                    <a:pt x="4275067" y="2065271"/>
                  </a:lnTo>
                  <a:lnTo>
                    <a:pt x="4330963" y="2098930"/>
                  </a:lnTo>
                  <a:lnTo>
                    <a:pt x="4386949" y="2132643"/>
                  </a:lnTo>
                  <a:lnTo>
                    <a:pt x="4443017" y="2166406"/>
                  </a:lnTo>
                  <a:lnTo>
                    <a:pt x="4499155" y="2200211"/>
                  </a:lnTo>
                  <a:lnTo>
                    <a:pt x="4555354" y="2234053"/>
                  </a:lnTo>
                  <a:lnTo>
                    <a:pt x="4611604" y="2267926"/>
                  </a:lnTo>
                  <a:lnTo>
                    <a:pt x="4667895" y="2301823"/>
                  </a:lnTo>
                  <a:lnTo>
                    <a:pt x="4724216" y="2335738"/>
                  </a:lnTo>
                  <a:lnTo>
                    <a:pt x="4780557" y="2369666"/>
                  </a:lnTo>
                  <a:lnTo>
                    <a:pt x="4836909" y="2403599"/>
                  </a:lnTo>
                  <a:lnTo>
                    <a:pt x="4893260" y="2437533"/>
                  </a:lnTo>
                  <a:lnTo>
                    <a:pt x="4949602" y="2471460"/>
                  </a:lnTo>
                  <a:lnTo>
                    <a:pt x="5005923" y="2505374"/>
                  </a:lnTo>
                  <a:lnTo>
                    <a:pt x="5062214" y="2539270"/>
                  </a:lnTo>
                  <a:lnTo>
                    <a:pt x="5118465" y="2573141"/>
                  </a:lnTo>
                  <a:lnTo>
                    <a:pt x="5174666" y="2606981"/>
                  </a:lnTo>
                  <a:lnTo>
                    <a:pt x="5230805" y="2640784"/>
                  </a:lnTo>
                  <a:lnTo>
                    <a:pt x="5286875" y="2674544"/>
                  </a:lnTo>
                  <a:lnTo>
                    <a:pt x="5342863" y="2708255"/>
                  </a:lnTo>
                  <a:lnTo>
                    <a:pt x="5398760" y="2741910"/>
                  </a:lnTo>
                  <a:lnTo>
                    <a:pt x="5454557" y="2775503"/>
                  </a:lnTo>
                  <a:lnTo>
                    <a:pt x="5510242" y="2809028"/>
                  </a:lnTo>
                  <a:lnTo>
                    <a:pt x="5565806" y="2842480"/>
                  </a:lnTo>
                  <a:lnTo>
                    <a:pt x="5621238" y="2875851"/>
                  </a:lnTo>
                  <a:lnTo>
                    <a:pt x="5676529" y="2909136"/>
                  </a:lnTo>
                  <a:lnTo>
                    <a:pt x="5731669" y="2942328"/>
                  </a:lnTo>
                  <a:lnTo>
                    <a:pt x="5786646" y="2975422"/>
                  </a:lnTo>
                  <a:lnTo>
                    <a:pt x="5841452" y="3008412"/>
                  </a:lnTo>
                  <a:lnTo>
                    <a:pt x="5896076" y="3041290"/>
                  </a:lnTo>
                  <a:lnTo>
                    <a:pt x="5950508" y="3074051"/>
                  </a:lnTo>
                  <a:lnTo>
                    <a:pt x="6004738" y="3106689"/>
                  </a:lnTo>
                  <a:lnTo>
                    <a:pt x="6058755" y="3139198"/>
                  </a:lnTo>
                  <a:lnTo>
                    <a:pt x="6112550" y="3171571"/>
                  </a:lnTo>
                  <a:lnTo>
                    <a:pt x="6166113" y="3203803"/>
                  </a:lnTo>
                  <a:lnTo>
                    <a:pt x="6219432" y="3235887"/>
                  </a:lnTo>
                  <a:lnTo>
                    <a:pt x="6272499" y="3267817"/>
                  </a:lnTo>
                  <a:lnTo>
                    <a:pt x="6325303" y="3299587"/>
                  </a:lnTo>
                  <a:lnTo>
                    <a:pt x="6377835" y="3331190"/>
                  </a:lnTo>
                  <a:lnTo>
                    <a:pt x="6430083" y="3362621"/>
                  </a:lnTo>
                  <a:lnTo>
                    <a:pt x="6482038" y="3393874"/>
                  </a:lnTo>
                  <a:lnTo>
                    <a:pt x="6533689" y="3424942"/>
                  </a:lnTo>
                  <a:lnTo>
                    <a:pt x="6585027" y="3455819"/>
                  </a:lnTo>
                  <a:lnTo>
                    <a:pt x="6585385" y="3456034"/>
                  </a:lnTo>
                </a:path>
              </a:pathLst>
            </a:custGeom>
            <a:ln w="31412">
              <a:solidFill>
                <a:srgbClr val="6B8285"/>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22" name="Group 21">
            <a:extLst>
              <a:ext uri="{FF2B5EF4-FFF2-40B4-BE49-F238E27FC236}">
                <a16:creationId xmlns:a16="http://schemas.microsoft.com/office/drawing/2014/main" id="{5579D462-C8A3-7457-9755-E713411C44DC}"/>
              </a:ext>
            </a:extLst>
          </p:cNvPr>
          <p:cNvGrpSpPr/>
          <p:nvPr/>
        </p:nvGrpSpPr>
        <p:grpSpPr>
          <a:xfrm flipH="1">
            <a:off x="-9198" y="0"/>
            <a:ext cx="12210398" cy="2337727"/>
            <a:chOff x="-15874" y="0"/>
            <a:chExt cx="20135850" cy="3855085"/>
          </a:xfrm>
        </p:grpSpPr>
        <p:grpSp>
          <p:nvGrpSpPr>
            <p:cNvPr id="15" name="object 2">
              <a:extLst>
                <a:ext uri="{FF2B5EF4-FFF2-40B4-BE49-F238E27FC236}">
                  <a16:creationId xmlns:a16="http://schemas.microsoft.com/office/drawing/2014/main" id="{8C335457-D357-01E7-6F1F-6FA747A15D2E}"/>
                </a:ext>
              </a:extLst>
            </p:cNvPr>
            <p:cNvGrpSpPr/>
            <p:nvPr/>
          </p:nvGrpSpPr>
          <p:grpSpPr>
            <a:xfrm>
              <a:off x="-15874" y="0"/>
              <a:ext cx="20135850" cy="3855085"/>
              <a:chOff x="-15874" y="0"/>
              <a:chExt cx="20135850" cy="3855085"/>
            </a:xfrm>
          </p:grpSpPr>
          <p:sp>
            <p:nvSpPr>
              <p:cNvPr id="16" name="object 3">
                <a:extLst>
                  <a:ext uri="{FF2B5EF4-FFF2-40B4-BE49-F238E27FC236}">
                    <a16:creationId xmlns:a16="http://schemas.microsoft.com/office/drawing/2014/main" id="{A1396AB2-F7B5-BCD8-C997-48B47D013D99}"/>
                  </a:ext>
                </a:extLst>
              </p:cNvPr>
              <p:cNvSpPr/>
              <p:nvPr/>
            </p:nvSpPr>
            <p:spPr>
              <a:xfrm>
                <a:off x="148868" y="0"/>
                <a:ext cx="19955510" cy="3558540"/>
              </a:xfrm>
              <a:custGeom>
                <a:avLst/>
                <a:gdLst/>
                <a:ahLst/>
                <a:cxnLst/>
                <a:rect l="l" t="t" r="r" b="b"/>
                <a:pathLst>
                  <a:path w="19955510" h="3558540">
                    <a:moveTo>
                      <a:pt x="19955231" y="0"/>
                    </a:moveTo>
                    <a:lnTo>
                      <a:pt x="0" y="0"/>
                    </a:lnTo>
                    <a:lnTo>
                      <a:pt x="417270" y="2964797"/>
                    </a:lnTo>
                    <a:lnTo>
                      <a:pt x="425425" y="3011325"/>
                    </a:lnTo>
                    <a:lnTo>
                      <a:pt x="436544" y="3056574"/>
                    </a:lnTo>
                    <a:lnTo>
                      <a:pt x="450510" y="3100456"/>
                    </a:lnTo>
                    <a:lnTo>
                      <a:pt x="467209" y="3142884"/>
                    </a:lnTo>
                    <a:lnTo>
                      <a:pt x="486523" y="3183771"/>
                    </a:lnTo>
                    <a:lnTo>
                      <a:pt x="508337" y="3223028"/>
                    </a:lnTo>
                    <a:lnTo>
                      <a:pt x="532534" y="3260570"/>
                    </a:lnTo>
                    <a:lnTo>
                      <a:pt x="559000" y="3296307"/>
                    </a:lnTo>
                    <a:lnTo>
                      <a:pt x="587617" y="3330154"/>
                    </a:lnTo>
                    <a:lnTo>
                      <a:pt x="618270" y="3362022"/>
                    </a:lnTo>
                    <a:lnTo>
                      <a:pt x="650842" y="3391825"/>
                    </a:lnTo>
                    <a:lnTo>
                      <a:pt x="685218" y="3419474"/>
                    </a:lnTo>
                    <a:lnTo>
                      <a:pt x="721282" y="3444883"/>
                    </a:lnTo>
                    <a:lnTo>
                      <a:pt x="758918" y="3467964"/>
                    </a:lnTo>
                    <a:lnTo>
                      <a:pt x="798009" y="3488630"/>
                    </a:lnTo>
                    <a:lnTo>
                      <a:pt x="838440" y="3506793"/>
                    </a:lnTo>
                    <a:lnTo>
                      <a:pt x="880095" y="3522365"/>
                    </a:lnTo>
                    <a:lnTo>
                      <a:pt x="922858" y="3535261"/>
                    </a:lnTo>
                    <a:lnTo>
                      <a:pt x="966612" y="3545391"/>
                    </a:lnTo>
                    <a:lnTo>
                      <a:pt x="1011242" y="3552669"/>
                    </a:lnTo>
                    <a:lnTo>
                      <a:pt x="1056632" y="3557008"/>
                    </a:lnTo>
                    <a:lnTo>
                      <a:pt x="1102665" y="3558320"/>
                    </a:lnTo>
                    <a:lnTo>
                      <a:pt x="1149226" y="3556517"/>
                    </a:lnTo>
                    <a:lnTo>
                      <a:pt x="1196199" y="3551512"/>
                    </a:lnTo>
                    <a:lnTo>
                      <a:pt x="19955231" y="911332"/>
                    </a:lnTo>
                    <a:lnTo>
                      <a:pt x="19955231" y="0"/>
                    </a:lnTo>
                    <a:close/>
                  </a:path>
                </a:pathLst>
              </a:custGeom>
              <a:solidFill>
                <a:schemeClr val="bg1"/>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7" name="object 4">
                <a:extLst>
                  <a:ext uri="{FF2B5EF4-FFF2-40B4-BE49-F238E27FC236}">
                    <a16:creationId xmlns:a16="http://schemas.microsoft.com/office/drawing/2014/main" id="{B13B85EA-4E33-F223-6308-4D35CFEE0527}"/>
                  </a:ext>
                </a:extLst>
              </p:cNvPr>
              <p:cNvSpPr/>
              <p:nvPr/>
            </p:nvSpPr>
            <p:spPr>
              <a:xfrm>
                <a:off x="0" y="670823"/>
                <a:ext cx="20104100" cy="3168650"/>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1" name="object 4">
              <a:extLst>
                <a:ext uri="{FF2B5EF4-FFF2-40B4-BE49-F238E27FC236}">
                  <a16:creationId xmlns:a16="http://schemas.microsoft.com/office/drawing/2014/main" id="{CA36B049-89C0-B1F7-3DAD-38A636E07642}"/>
                </a:ext>
              </a:extLst>
            </p:cNvPr>
            <p:cNvSpPr/>
            <p:nvPr/>
          </p:nvSpPr>
          <p:spPr>
            <a:xfrm>
              <a:off x="603250" y="0"/>
              <a:ext cx="19500850" cy="2828304"/>
            </a:xfrm>
            <a:custGeom>
              <a:avLst/>
              <a:gdLst/>
              <a:ahLst/>
              <a:cxnLst/>
              <a:rect l="l" t="t" r="r" b="b"/>
              <a:pathLst>
                <a:path w="20104100" h="3168650">
                  <a:moveTo>
                    <a:pt x="0" y="0"/>
                  </a:moveTo>
                  <a:lnTo>
                    <a:pt x="362372" y="2574734"/>
                  </a:lnTo>
                  <a:lnTo>
                    <a:pt x="370527" y="2621263"/>
                  </a:lnTo>
                  <a:lnTo>
                    <a:pt x="381646" y="2666513"/>
                  </a:lnTo>
                  <a:lnTo>
                    <a:pt x="395612" y="2710396"/>
                  </a:lnTo>
                  <a:lnTo>
                    <a:pt x="412311" y="2752825"/>
                  </a:lnTo>
                  <a:lnTo>
                    <a:pt x="431625" y="2793712"/>
                  </a:lnTo>
                  <a:lnTo>
                    <a:pt x="453439" y="2832971"/>
                  </a:lnTo>
                  <a:lnTo>
                    <a:pt x="477636" y="2870513"/>
                  </a:lnTo>
                  <a:lnTo>
                    <a:pt x="504102" y="2906251"/>
                  </a:lnTo>
                  <a:lnTo>
                    <a:pt x="532719" y="2940099"/>
                  </a:lnTo>
                  <a:lnTo>
                    <a:pt x="563372" y="2971968"/>
                  </a:lnTo>
                  <a:lnTo>
                    <a:pt x="595944" y="3001770"/>
                  </a:lnTo>
                  <a:lnTo>
                    <a:pt x="630320" y="3029420"/>
                  </a:lnTo>
                  <a:lnTo>
                    <a:pt x="666384" y="3054829"/>
                  </a:lnTo>
                  <a:lnTo>
                    <a:pt x="704020" y="3077911"/>
                  </a:lnTo>
                  <a:lnTo>
                    <a:pt x="743111" y="3098576"/>
                  </a:lnTo>
                  <a:lnTo>
                    <a:pt x="783543" y="3116739"/>
                  </a:lnTo>
                  <a:lnTo>
                    <a:pt x="825197" y="3132312"/>
                  </a:lnTo>
                  <a:lnTo>
                    <a:pt x="867960" y="3145208"/>
                  </a:lnTo>
                  <a:lnTo>
                    <a:pt x="911714" y="3155338"/>
                  </a:lnTo>
                  <a:lnTo>
                    <a:pt x="956344" y="3162617"/>
                  </a:lnTo>
                  <a:lnTo>
                    <a:pt x="1001734" y="3166955"/>
                  </a:lnTo>
                  <a:lnTo>
                    <a:pt x="1047767" y="3168267"/>
                  </a:lnTo>
                  <a:lnTo>
                    <a:pt x="1094328" y="3166464"/>
                  </a:lnTo>
                  <a:lnTo>
                    <a:pt x="1141301" y="3161459"/>
                  </a:lnTo>
                  <a:lnTo>
                    <a:pt x="20104100" y="492603"/>
                  </a:lnTo>
                </a:path>
              </a:pathLst>
            </a:custGeom>
            <a:ln w="31412">
              <a:solidFill>
                <a:srgbClr val="77A3AC"/>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3" name="object 5">
            <a:extLst>
              <a:ext uri="{FF2B5EF4-FFF2-40B4-BE49-F238E27FC236}">
                <a16:creationId xmlns:a16="http://schemas.microsoft.com/office/drawing/2014/main" id="{77D8494D-B8D6-3A96-F461-A5FAFCF6CFF4}"/>
              </a:ext>
            </a:extLst>
          </p:cNvPr>
          <p:cNvSpPr txBox="1"/>
          <p:nvPr/>
        </p:nvSpPr>
        <p:spPr>
          <a:xfrm>
            <a:off x="2375066" y="529729"/>
            <a:ext cx="8477252" cy="345258"/>
          </a:xfrm>
          <a:prstGeom prst="rect">
            <a:avLst/>
          </a:prstGeom>
        </p:spPr>
        <p:txBody>
          <a:bodyPr vert="horz" wrap="square" lIns="0" tIns="9242" rIns="0" bIns="0" rtlCol="0">
            <a:spAutoFit/>
          </a:bodyPr>
          <a:lstStyle/>
          <a:p>
            <a:pPr marL="4087069" marR="3081" lvl="0" indent="0" algn="r" defTabSz="554492" rtl="0" eaLnBrk="1" fontAlgn="auto" latinLnBrk="0" hangingPunct="1">
              <a:lnSpc>
                <a:spcPct val="100000"/>
              </a:lnSpc>
              <a:spcBef>
                <a:spcPts val="73"/>
              </a:spcBef>
              <a:spcAft>
                <a:spcPts val="0"/>
              </a:spcAft>
              <a:buClr>
                <a:srgbClr val="000000"/>
              </a:buClr>
              <a:buSzTx/>
              <a:buFontTx/>
              <a:buNone/>
              <a:tabLst/>
              <a:defRPr/>
            </a:pPr>
            <a:r>
              <a:rPr kumimoji="0" lang="ar-EG" sz="2183" b="1" i="0" u="none" strike="noStrike" kern="0" cap="none" spc="0" normalizeH="0" baseline="0" noProof="0" dirty="0">
                <a:ln>
                  <a:noFill/>
                </a:ln>
                <a:solidFill>
                  <a:srgbClr val="4BACC6">
                    <a:lumMod val="50000"/>
                  </a:srgbClr>
                </a:solidFill>
                <a:effectLst/>
                <a:uLnTx/>
                <a:uFillTx/>
                <a:latin typeface="Neo Sans Arabic Bold" panose="020B0804030504040204" pitchFamily="34" charset="-78"/>
                <a:cs typeface="Neo Sans Arabic Bold" panose="020B0804030504040204" pitchFamily="34" charset="-78"/>
                <a:sym typeface="Arial"/>
              </a:rPr>
              <a:t>نشاط "</a:t>
            </a:r>
            <a:r>
              <a:rPr lang="ar-EG" sz="2183" b="1" kern="0" dirty="0">
                <a:solidFill>
                  <a:srgbClr val="4BACC6">
                    <a:lumMod val="50000"/>
                  </a:srgbClr>
                </a:solidFill>
                <a:latin typeface="Neo Sans Arabic Bold" panose="020B0804030504040204" pitchFamily="34" charset="-78"/>
                <a:cs typeface="Neo Sans Arabic Bold" panose="020B0804030504040204" pitchFamily="34" charset="-78"/>
                <a:sym typeface="Arial"/>
              </a:rPr>
              <a:t>ختامي</a:t>
            </a:r>
            <a:r>
              <a:rPr kumimoji="0" lang="ar-EG" sz="2183" b="1" i="0" u="none" strike="noStrike" kern="0" cap="none" spc="0" normalizeH="0" baseline="0" noProof="0" dirty="0">
                <a:ln>
                  <a:noFill/>
                </a:ln>
                <a:solidFill>
                  <a:srgbClr val="4BACC6">
                    <a:lumMod val="50000"/>
                  </a:srgbClr>
                </a:solidFill>
                <a:effectLst/>
                <a:uLnTx/>
                <a:uFillTx/>
                <a:latin typeface="Neo Sans Arabic Bold" panose="020B0804030504040204" pitchFamily="34" charset="-78"/>
                <a:cs typeface="Neo Sans Arabic Bold" panose="020B0804030504040204" pitchFamily="34" charset="-78"/>
                <a:sym typeface="Arial"/>
              </a:rPr>
              <a:t>"</a:t>
            </a:r>
          </a:p>
        </p:txBody>
      </p:sp>
      <p:sp>
        <p:nvSpPr>
          <p:cNvPr id="24" name="object 6">
            <a:extLst>
              <a:ext uri="{FF2B5EF4-FFF2-40B4-BE49-F238E27FC236}">
                <a16:creationId xmlns:a16="http://schemas.microsoft.com/office/drawing/2014/main" id="{5A916D81-566A-C688-7697-31FB7F1C4EFB}"/>
              </a:ext>
            </a:extLst>
          </p:cNvPr>
          <p:cNvSpPr/>
          <p:nvPr/>
        </p:nvSpPr>
        <p:spPr>
          <a:xfrm>
            <a:off x="11041470" y="470934"/>
            <a:ext cx="327305" cy="462848"/>
          </a:xfrm>
          <a:custGeom>
            <a:avLst/>
            <a:gdLst/>
            <a:ahLst/>
            <a:cxnLst/>
            <a:rect l="l" t="t" r="r" b="b"/>
            <a:pathLst>
              <a:path w="539750" h="763270">
                <a:moveTo>
                  <a:pt x="243217" y="338213"/>
                </a:moveTo>
                <a:lnTo>
                  <a:pt x="53428" y="179857"/>
                </a:lnTo>
                <a:lnTo>
                  <a:pt x="26847" y="169252"/>
                </a:lnTo>
                <a:lnTo>
                  <a:pt x="18783" y="172021"/>
                </a:lnTo>
                <a:lnTo>
                  <a:pt x="11811" y="177761"/>
                </a:lnTo>
                <a:lnTo>
                  <a:pt x="7226" y="185381"/>
                </a:lnTo>
                <a:lnTo>
                  <a:pt x="5626" y="193865"/>
                </a:lnTo>
                <a:lnTo>
                  <a:pt x="7035" y="202501"/>
                </a:lnTo>
                <a:lnTo>
                  <a:pt x="11506" y="210604"/>
                </a:lnTo>
                <a:lnTo>
                  <a:pt x="13792" y="213525"/>
                </a:lnTo>
                <a:lnTo>
                  <a:pt x="125907" y="325170"/>
                </a:lnTo>
                <a:lnTo>
                  <a:pt x="134442" y="333959"/>
                </a:lnTo>
                <a:lnTo>
                  <a:pt x="134048" y="336169"/>
                </a:lnTo>
                <a:lnTo>
                  <a:pt x="127825" y="341744"/>
                </a:lnTo>
                <a:lnTo>
                  <a:pt x="19456" y="431876"/>
                </a:lnTo>
                <a:lnTo>
                  <a:pt x="7696" y="442150"/>
                </a:lnTo>
                <a:lnTo>
                  <a:pt x="2286" y="449237"/>
                </a:lnTo>
                <a:lnTo>
                  <a:pt x="0" y="457415"/>
                </a:lnTo>
                <a:lnTo>
                  <a:pt x="736" y="465861"/>
                </a:lnTo>
                <a:lnTo>
                  <a:pt x="4406" y="473735"/>
                </a:lnTo>
                <a:lnTo>
                  <a:pt x="10541" y="480047"/>
                </a:lnTo>
                <a:lnTo>
                  <a:pt x="18046" y="483781"/>
                </a:lnTo>
                <a:lnTo>
                  <a:pt x="26352" y="484720"/>
                </a:lnTo>
                <a:lnTo>
                  <a:pt x="34899" y="482650"/>
                </a:lnTo>
                <a:lnTo>
                  <a:pt x="39636" y="480593"/>
                </a:lnTo>
                <a:lnTo>
                  <a:pt x="44081" y="477786"/>
                </a:lnTo>
                <a:lnTo>
                  <a:pt x="220814" y="374484"/>
                </a:lnTo>
                <a:lnTo>
                  <a:pt x="230073" y="367677"/>
                </a:lnTo>
                <a:lnTo>
                  <a:pt x="236943" y="359397"/>
                </a:lnTo>
                <a:lnTo>
                  <a:pt x="241338" y="349592"/>
                </a:lnTo>
                <a:lnTo>
                  <a:pt x="243217" y="338213"/>
                </a:lnTo>
                <a:close/>
              </a:path>
              <a:path w="539750" h="763270">
                <a:moveTo>
                  <a:pt x="529475" y="509625"/>
                </a:moveTo>
                <a:lnTo>
                  <a:pt x="514261" y="483120"/>
                </a:lnTo>
                <a:lnTo>
                  <a:pt x="329463" y="373265"/>
                </a:lnTo>
                <a:lnTo>
                  <a:pt x="326440" y="371881"/>
                </a:lnTo>
                <a:lnTo>
                  <a:pt x="306768" y="367677"/>
                </a:lnTo>
                <a:lnTo>
                  <a:pt x="289623" y="372681"/>
                </a:lnTo>
                <a:lnTo>
                  <a:pt x="277228" y="385559"/>
                </a:lnTo>
                <a:lnTo>
                  <a:pt x="271805" y="404964"/>
                </a:lnTo>
                <a:lnTo>
                  <a:pt x="271653" y="407568"/>
                </a:lnTo>
                <a:lnTo>
                  <a:pt x="272072" y="736371"/>
                </a:lnTo>
                <a:lnTo>
                  <a:pt x="274091" y="747001"/>
                </a:lnTo>
                <a:lnTo>
                  <a:pt x="279082" y="755256"/>
                </a:lnTo>
                <a:lnTo>
                  <a:pt x="286677" y="760691"/>
                </a:lnTo>
                <a:lnTo>
                  <a:pt x="296468" y="762927"/>
                </a:lnTo>
                <a:lnTo>
                  <a:pt x="306400" y="761580"/>
                </a:lnTo>
                <a:lnTo>
                  <a:pt x="314426" y="756831"/>
                </a:lnTo>
                <a:lnTo>
                  <a:pt x="320078" y="749033"/>
                </a:lnTo>
                <a:lnTo>
                  <a:pt x="322884" y="738555"/>
                </a:lnTo>
                <a:lnTo>
                  <a:pt x="344970" y="510247"/>
                </a:lnTo>
                <a:lnTo>
                  <a:pt x="348589" y="475221"/>
                </a:lnTo>
                <a:lnTo>
                  <a:pt x="353733" y="474700"/>
                </a:lnTo>
                <a:lnTo>
                  <a:pt x="356984" y="476846"/>
                </a:lnTo>
                <a:lnTo>
                  <a:pt x="494677" y="530809"/>
                </a:lnTo>
                <a:lnTo>
                  <a:pt x="498259" y="531672"/>
                </a:lnTo>
                <a:lnTo>
                  <a:pt x="507022" y="532231"/>
                </a:lnTo>
                <a:lnTo>
                  <a:pt x="515175" y="529920"/>
                </a:lnTo>
                <a:lnTo>
                  <a:pt x="522058" y="525081"/>
                </a:lnTo>
                <a:lnTo>
                  <a:pt x="527062" y="518033"/>
                </a:lnTo>
                <a:lnTo>
                  <a:pt x="529475" y="509625"/>
                </a:lnTo>
                <a:close/>
              </a:path>
              <a:path w="539750" h="763270">
                <a:moveTo>
                  <a:pt x="539419" y="189623"/>
                </a:moveTo>
                <a:lnTo>
                  <a:pt x="508596" y="163779"/>
                </a:lnTo>
                <a:lnTo>
                  <a:pt x="506056" y="164172"/>
                </a:lnTo>
                <a:lnTo>
                  <a:pt x="503555" y="164998"/>
                </a:lnTo>
                <a:lnTo>
                  <a:pt x="347586" y="208165"/>
                </a:lnTo>
                <a:lnTo>
                  <a:pt x="325920" y="45008"/>
                </a:lnTo>
                <a:lnTo>
                  <a:pt x="314286" y="5829"/>
                </a:lnTo>
                <a:lnTo>
                  <a:pt x="298970" y="0"/>
                </a:lnTo>
                <a:lnTo>
                  <a:pt x="289991" y="1003"/>
                </a:lnTo>
                <a:lnTo>
                  <a:pt x="282562" y="4559"/>
                </a:lnTo>
                <a:lnTo>
                  <a:pt x="276910" y="10477"/>
                </a:lnTo>
                <a:lnTo>
                  <a:pt x="273278" y="18580"/>
                </a:lnTo>
                <a:lnTo>
                  <a:pt x="272059" y="22974"/>
                </a:lnTo>
                <a:lnTo>
                  <a:pt x="272529" y="116319"/>
                </a:lnTo>
                <a:lnTo>
                  <a:pt x="272110" y="143205"/>
                </a:lnTo>
                <a:lnTo>
                  <a:pt x="272211" y="268782"/>
                </a:lnTo>
                <a:lnTo>
                  <a:pt x="299948" y="304622"/>
                </a:lnTo>
                <a:lnTo>
                  <a:pt x="308000" y="306311"/>
                </a:lnTo>
                <a:lnTo>
                  <a:pt x="315836" y="306082"/>
                </a:lnTo>
                <a:lnTo>
                  <a:pt x="496887" y="224713"/>
                </a:lnTo>
                <a:lnTo>
                  <a:pt x="532307" y="206044"/>
                </a:lnTo>
                <a:lnTo>
                  <a:pt x="537476" y="198437"/>
                </a:lnTo>
                <a:lnTo>
                  <a:pt x="539419" y="189623"/>
                </a:lnTo>
                <a:close/>
              </a:path>
            </a:pathLst>
          </a:custGeom>
          <a:solidFill>
            <a:srgbClr val="33B9A0"/>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 name="TextBox 1">
            <a:extLst>
              <a:ext uri="{FF2B5EF4-FFF2-40B4-BE49-F238E27FC236}">
                <a16:creationId xmlns:a16="http://schemas.microsoft.com/office/drawing/2014/main" id="{F219BD88-0373-FCCD-6181-C300189C8B9C}"/>
              </a:ext>
            </a:extLst>
          </p:cNvPr>
          <p:cNvSpPr txBox="1"/>
          <p:nvPr/>
        </p:nvSpPr>
        <p:spPr>
          <a:xfrm>
            <a:off x="2083118" y="2893057"/>
            <a:ext cx="2558471" cy="454035"/>
          </a:xfrm>
          <a:prstGeom prst="rect">
            <a:avLst/>
          </a:prstGeom>
          <a:noFill/>
        </p:spPr>
        <p:txBody>
          <a:bodyPr wrap="square" rtlCol="0">
            <a:spAutoFit/>
          </a:bodyPr>
          <a:lstStyle/>
          <a:p>
            <a:pPr algn="r">
              <a:lnSpc>
                <a:spcPct val="150000"/>
              </a:lnSpc>
            </a:pPr>
            <a:r>
              <a:rPr kumimoji="0" lang="ar-EG" sz="1800" b="1" i="0" u="none" strike="noStrike" kern="0" cap="none" spc="0" normalizeH="0" baseline="0" noProof="0" dirty="0">
                <a:ln>
                  <a:noFill/>
                </a:ln>
                <a:solidFill>
                  <a:schemeClr val="bg1"/>
                </a:solidFill>
                <a:effectLst/>
                <a:uLnTx/>
                <a:uFillTx/>
                <a:latin typeface="Neo Sans Arabic Bold" panose="020B0804030504040204" pitchFamily="34" charset="-78"/>
                <a:cs typeface="Neo Sans Arabic Bold" panose="020B0804030504040204" pitchFamily="34" charset="-78"/>
                <a:sym typeface="Arial"/>
              </a:rPr>
              <a:t>نشاط فردي</a:t>
            </a:r>
          </a:p>
        </p:txBody>
      </p:sp>
      <p:sp>
        <p:nvSpPr>
          <p:cNvPr id="10" name="TextBox 9">
            <a:extLst>
              <a:ext uri="{FF2B5EF4-FFF2-40B4-BE49-F238E27FC236}">
                <a16:creationId xmlns:a16="http://schemas.microsoft.com/office/drawing/2014/main" id="{33418795-3936-ABC1-AB7F-EF29C2217938}"/>
              </a:ext>
            </a:extLst>
          </p:cNvPr>
          <p:cNvSpPr txBox="1"/>
          <p:nvPr/>
        </p:nvSpPr>
        <p:spPr>
          <a:xfrm>
            <a:off x="648086" y="3338373"/>
            <a:ext cx="3993504" cy="1566776"/>
          </a:xfrm>
          <a:prstGeom prst="rect">
            <a:avLst/>
          </a:prstGeom>
          <a:noFill/>
        </p:spPr>
        <p:txBody>
          <a:bodyPr wrap="square" rtlCol="0">
            <a:spAutoFit/>
          </a:bodyPr>
          <a:lstStyle/>
          <a:p>
            <a:pPr algn="r">
              <a:lnSpc>
                <a:spcPct val="150000"/>
              </a:lnSpc>
            </a:pPr>
            <a:r>
              <a:rPr lang="ar-EG" b="1" kern="0" dirty="0">
                <a:solidFill>
                  <a:schemeClr val="bg1"/>
                </a:solidFill>
                <a:latin typeface="Neo Sans Arabic Bold" panose="020B0804030504040204" pitchFamily="34" charset="-78"/>
                <a:cs typeface="Neo Sans Arabic Bold" panose="020B0804030504040204" pitchFamily="34" charset="-78"/>
                <a:sym typeface="Arial"/>
              </a:rPr>
              <a:t>المطلوب:</a:t>
            </a:r>
            <a:endParaRPr lang="en-US" b="1" kern="0" dirty="0">
              <a:solidFill>
                <a:schemeClr val="bg1"/>
              </a:solidFill>
              <a:latin typeface="Neo Sans Arabic Bold" panose="020B0804030504040204" pitchFamily="34" charset="-78"/>
              <a:cs typeface="Neo Sans Arabic Bold" panose="020B0804030504040204" pitchFamily="34" charset="-78"/>
              <a:sym typeface="Arial"/>
            </a:endParaRPr>
          </a:p>
          <a:p>
            <a:pPr algn="r" rtl="1">
              <a:lnSpc>
                <a:spcPct val="150000"/>
              </a:lnSpc>
            </a:pPr>
            <a:r>
              <a:rPr lang="ar-EG" sz="1600" b="1" kern="0" dirty="0">
                <a:solidFill>
                  <a:schemeClr val="bg1"/>
                </a:solidFill>
                <a:latin typeface="Neo Sans Arabic Bold" panose="020B0804030504040204" pitchFamily="34" charset="-78"/>
                <a:cs typeface="Neo Sans Arabic Bold" panose="020B0804030504040204" pitchFamily="34" charset="-78"/>
                <a:sym typeface="Arial"/>
              </a:rPr>
              <a:t>كتابة خطوة إيجابية واحدة سيبدأ بها ليكون سفيرًا رقميًا على حسابه الشخصي في وسائل التواصل الاجتماعي.</a:t>
            </a:r>
            <a:endParaRPr lang="ar-EG" b="1" kern="0" dirty="0">
              <a:solidFill>
                <a:schemeClr val="bg1"/>
              </a:solidFill>
              <a:latin typeface="Neo Sans Arabic Bold" panose="020B0804030504040204" pitchFamily="34" charset="-78"/>
              <a:cs typeface="Neo Sans Arabic Bold" panose="020B0804030504040204" pitchFamily="34" charset="-78"/>
              <a:sym typeface="Arial"/>
            </a:endParaRPr>
          </a:p>
        </p:txBody>
      </p:sp>
      <p:sp>
        <p:nvSpPr>
          <p:cNvPr id="12" name="object 6">
            <a:extLst>
              <a:ext uri="{FF2B5EF4-FFF2-40B4-BE49-F238E27FC236}">
                <a16:creationId xmlns:a16="http://schemas.microsoft.com/office/drawing/2014/main" id="{5BF5C67B-1680-83A0-DA5E-71C90B0CC30C}"/>
              </a:ext>
            </a:extLst>
          </p:cNvPr>
          <p:cNvSpPr/>
          <p:nvPr/>
        </p:nvSpPr>
        <p:spPr>
          <a:xfrm flipH="1">
            <a:off x="9724589" y="2297563"/>
            <a:ext cx="2466982" cy="4390079"/>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 name="object 6">
            <a:extLst>
              <a:ext uri="{FF2B5EF4-FFF2-40B4-BE49-F238E27FC236}">
                <a16:creationId xmlns:a16="http://schemas.microsoft.com/office/drawing/2014/main" id="{F1977BF1-9708-2EA2-0DF8-59B41ED193C8}"/>
              </a:ext>
            </a:extLst>
          </p:cNvPr>
          <p:cNvSpPr/>
          <p:nvPr/>
        </p:nvSpPr>
        <p:spPr>
          <a:xfrm flipH="1">
            <a:off x="5019150" y="3433706"/>
            <a:ext cx="3016095" cy="3017506"/>
          </a:xfrm>
          <a:custGeom>
            <a:avLst/>
            <a:gdLst/>
            <a:ahLst/>
            <a:cxnLst/>
            <a:rect l="l" t="t" r="r" b="b"/>
            <a:pathLst>
              <a:path w="6320790" h="11308715">
                <a:moveTo>
                  <a:pt x="4052641" y="0"/>
                </a:moveTo>
                <a:lnTo>
                  <a:pt x="1924853" y="0"/>
                </a:lnTo>
                <a:lnTo>
                  <a:pt x="4125412" y="3811903"/>
                </a:lnTo>
                <a:lnTo>
                  <a:pt x="4147837" y="3855464"/>
                </a:lnTo>
                <a:lnTo>
                  <a:pt x="4165777" y="3900502"/>
                </a:lnTo>
                <a:lnTo>
                  <a:pt x="4179232" y="3946688"/>
                </a:lnTo>
                <a:lnTo>
                  <a:pt x="4188202" y="3993695"/>
                </a:lnTo>
                <a:lnTo>
                  <a:pt x="4192687" y="4041195"/>
                </a:lnTo>
                <a:lnTo>
                  <a:pt x="4192687" y="4088858"/>
                </a:lnTo>
                <a:lnTo>
                  <a:pt x="4188202" y="4136358"/>
                </a:lnTo>
                <a:lnTo>
                  <a:pt x="4179232" y="4183365"/>
                </a:lnTo>
                <a:lnTo>
                  <a:pt x="4165777" y="4229551"/>
                </a:lnTo>
                <a:lnTo>
                  <a:pt x="4147837" y="4274589"/>
                </a:lnTo>
                <a:lnTo>
                  <a:pt x="4125412" y="4318150"/>
                </a:lnTo>
                <a:lnTo>
                  <a:pt x="202086" y="11114299"/>
                </a:lnTo>
                <a:lnTo>
                  <a:pt x="175564" y="11155491"/>
                </a:lnTo>
                <a:lnTo>
                  <a:pt x="145523" y="11193535"/>
                </a:lnTo>
                <a:lnTo>
                  <a:pt x="112246" y="11228266"/>
                </a:lnTo>
                <a:lnTo>
                  <a:pt x="76018" y="11259522"/>
                </a:lnTo>
                <a:lnTo>
                  <a:pt x="37121" y="11287139"/>
                </a:lnTo>
                <a:lnTo>
                  <a:pt x="0" y="11308556"/>
                </a:lnTo>
                <a:lnTo>
                  <a:pt x="2127787" y="11308556"/>
                </a:lnTo>
                <a:lnTo>
                  <a:pt x="2164908" y="11287139"/>
                </a:lnTo>
                <a:lnTo>
                  <a:pt x="2203804" y="11259522"/>
                </a:lnTo>
                <a:lnTo>
                  <a:pt x="2240031" y="11228266"/>
                </a:lnTo>
                <a:lnTo>
                  <a:pt x="2273306" y="11193535"/>
                </a:lnTo>
                <a:lnTo>
                  <a:pt x="2303345" y="11155491"/>
                </a:lnTo>
                <a:lnTo>
                  <a:pt x="2329864" y="11114299"/>
                </a:lnTo>
                <a:lnTo>
                  <a:pt x="6253200" y="4318150"/>
                </a:lnTo>
                <a:lnTo>
                  <a:pt x="6275626" y="4274589"/>
                </a:lnTo>
                <a:lnTo>
                  <a:pt x="6293566" y="4229551"/>
                </a:lnTo>
                <a:lnTo>
                  <a:pt x="6307021" y="4183365"/>
                </a:lnTo>
                <a:lnTo>
                  <a:pt x="6315991" y="4136358"/>
                </a:lnTo>
                <a:lnTo>
                  <a:pt x="6320476" y="4088858"/>
                </a:lnTo>
                <a:lnTo>
                  <a:pt x="6320476" y="4041195"/>
                </a:lnTo>
                <a:lnTo>
                  <a:pt x="6315991" y="3993695"/>
                </a:lnTo>
                <a:lnTo>
                  <a:pt x="6307021" y="3946688"/>
                </a:lnTo>
                <a:lnTo>
                  <a:pt x="6293566" y="3900502"/>
                </a:lnTo>
                <a:lnTo>
                  <a:pt x="6275626" y="3855464"/>
                </a:lnTo>
                <a:lnTo>
                  <a:pt x="6253200" y="3811903"/>
                </a:lnTo>
                <a:lnTo>
                  <a:pt x="4052641" y="0"/>
                </a:lnTo>
                <a:close/>
              </a:path>
            </a:pathLst>
          </a:custGeom>
          <a:solidFill>
            <a:srgbClr val="8DB7E0">
              <a:alpha val="50000"/>
            </a:srgb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Tx/>
              <a:buNone/>
              <a:tabLst/>
              <a:defRPr/>
            </a:pPr>
            <a:endParaRPr kumimoji="0" sz="849"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480485811"/>
      </p:ext>
    </p:ext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8188665" y="4060482"/>
            <a:ext cx="4012757" cy="2806736"/>
            <a:chOff x="13503008" y="6696033"/>
            <a:chExt cx="6617334" cy="4628515"/>
          </a:xfrm>
        </p:grpSpPr>
        <p:sp>
          <p:nvSpPr>
            <p:cNvPr id="4" name="object 4"/>
            <p:cNvSpPr/>
            <p:nvPr/>
          </p:nvSpPr>
          <p:spPr>
            <a:xfrm>
              <a:off x="14546481" y="8567806"/>
              <a:ext cx="5294630" cy="2741295"/>
            </a:xfrm>
            <a:custGeom>
              <a:avLst/>
              <a:gdLst/>
              <a:ahLst/>
              <a:cxnLst/>
              <a:rect l="l" t="t" r="r" b="b"/>
              <a:pathLst>
                <a:path w="5294630" h="2741295">
                  <a:moveTo>
                    <a:pt x="1607" y="2740750"/>
                  </a:moveTo>
                  <a:lnTo>
                    <a:pt x="1578" y="2693255"/>
                  </a:lnTo>
                  <a:lnTo>
                    <a:pt x="1546" y="2642667"/>
                  </a:lnTo>
                  <a:lnTo>
                    <a:pt x="1515" y="2592078"/>
                  </a:lnTo>
                  <a:lnTo>
                    <a:pt x="1484" y="2541490"/>
                  </a:lnTo>
                  <a:lnTo>
                    <a:pt x="1453" y="2490902"/>
                  </a:lnTo>
                  <a:lnTo>
                    <a:pt x="1422" y="2440314"/>
                  </a:lnTo>
                  <a:lnTo>
                    <a:pt x="1391" y="2389725"/>
                  </a:lnTo>
                  <a:lnTo>
                    <a:pt x="1360" y="2339137"/>
                  </a:lnTo>
                  <a:lnTo>
                    <a:pt x="1329" y="2288549"/>
                  </a:lnTo>
                  <a:lnTo>
                    <a:pt x="1298" y="2237961"/>
                  </a:lnTo>
                  <a:lnTo>
                    <a:pt x="1267" y="2187373"/>
                  </a:lnTo>
                  <a:lnTo>
                    <a:pt x="1236" y="2136784"/>
                  </a:lnTo>
                  <a:lnTo>
                    <a:pt x="1205" y="2086196"/>
                  </a:lnTo>
                  <a:lnTo>
                    <a:pt x="1174" y="2035608"/>
                  </a:lnTo>
                  <a:lnTo>
                    <a:pt x="1143" y="1985020"/>
                  </a:lnTo>
                  <a:lnTo>
                    <a:pt x="1112" y="1934431"/>
                  </a:lnTo>
                  <a:lnTo>
                    <a:pt x="1081" y="1883843"/>
                  </a:lnTo>
                  <a:lnTo>
                    <a:pt x="1050" y="1833255"/>
                  </a:lnTo>
                  <a:lnTo>
                    <a:pt x="1019" y="1782667"/>
                  </a:lnTo>
                  <a:lnTo>
                    <a:pt x="989" y="1732078"/>
                  </a:lnTo>
                  <a:lnTo>
                    <a:pt x="958" y="1681490"/>
                  </a:lnTo>
                  <a:lnTo>
                    <a:pt x="927" y="1630902"/>
                  </a:lnTo>
                  <a:lnTo>
                    <a:pt x="896" y="1580314"/>
                  </a:lnTo>
                  <a:lnTo>
                    <a:pt x="865" y="1529725"/>
                  </a:lnTo>
                  <a:lnTo>
                    <a:pt x="834" y="1479137"/>
                  </a:lnTo>
                  <a:lnTo>
                    <a:pt x="803" y="1428549"/>
                  </a:lnTo>
                  <a:lnTo>
                    <a:pt x="772" y="1377961"/>
                  </a:lnTo>
                  <a:lnTo>
                    <a:pt x="741" y="1327372"/>
                  </a:lnTo>
                  <a:lnTo>
                    <a:pt x="711" y="1276784"/>
                  </a:lnTo>
                  <a:lnTo>
                    <a:pt x="680" y="1226196"/>
                  </a:lnTo>
                  <a:lnTo>
                    <a:pt x="649" y="1175608"/>
                  </a:lnTo>
                  <a:lnTo>
                    <a:pt x="618" y="1125019"/>
                  </a:lnTo>
                  <a:lnTo>
                    <a:pt x="587" y="1074431"/>
                  </a:lnTo>
                  <a:lnTo>
                    <a:pt x="557" y="1023843"/>
                  </a:lnTo>
                  <a:lnTo>
                    <a:pt x="526" y="973255"/>
                  </a:ln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7"/>
                  </a:lnTo>
                  <a:lnTo>
                    <a:pt x="819942" y="62471"/>
                  </a:lnTo>
                  <a:lnTo>
                    <a:pt x="865232" y="84829"/>
                  </a:lnTo>
                  <a:lnTo>
                    <a:pt x="909518" y="109679"/>
                  </a:lnTo>
                  <a:lnTo>
                    <a:pt x="951803" y="134689"/>
                  </a:lnTo>
                  <a:lnTo>
                    <a:pt x="998084" y="162110"/>
                  </a:lnTo>
                  <a:lnTo>
                    <a:pt x="1048239" y="191871"/>
                  </a:lnTo>
                  <a:lnTo>
                    <a:pt x="1102147" y="223898"/>
                  </a:lnTo>
                  <a:lnTo>
                    <a:pt x="1159688" y="258119"/>
                  </a:lnTo>
                  <a:lnTo>
                    <a:pt x="1220738" y="294461"/>
                  </a:lnTo>
                  <a:lnTo>
                    <a:pt x="1285178" y="332852"/>
                  </a:lnTo>
                  <a:lnTo>
                    <a:pt x="1318631" y="352792"/>
                  </a:lnTo>
                  <a:lnTo>
                    <a:pt x="1352885" y="373218"/>
                  </a:lnTo>
                  <a:lnTo>
                    <a:pt x="1387927" y="394119"/>
                  </a:lnTo>
                  <a:lnTo>
                    <a:pt x="1423739" y="415487"/>
                  </a:lnTo>
                  <a:lnTo>
                    <a:pt x="1460308" y="437312"/>
                  </a:lnTo>
                  <a:lnTo>
                    <a:pt x="1497618" y="459586"/>
                  </a:lnTo>
                  <a:lnTo>
                    <a:pt x="1535655" y="482299"/>
                  </a:lnTo>
                  <a:lnTo>
                    <a:pt x="1574402" y="505443"/>
                  </a:lnTo>
                  <a:lnTo>
                    <a:pt x="1613844" y="529007"/>
                  </a:lnTo>
                  <a:lnTo>
                    <a:pt x="1653967" y="552984"/>
                  </a:lnTo>
                  <a:lnTo>
                    <a:pt x="1694756" y="577364"/>
                  </a:lnTo>
                  <a:lnTo>
                    <a:pt x="1736194" y="602138"/>
                  </a:lnTo>
                  <a:lnTo>
                    <a:pt x="1778268" y="627296"/>
                  </a:lnTo>
                  <a:lnTo>
                    <a:pt x="1820961" y="652831"/>
                  </a:lnTo>
                  <a:lnTo>
                    <a:pt x="1864259" y="678732"/>
                  </a:lnTo>
                  <a:lnTo>
                    <a:pt x="1908147" y="704990"/>
                  </a:lnTo>
                  <a:lnTo>
                    <a:pt x="1952609" y="731597"/>
                  </a:lnTo>
                  <a:lnTo>
                    <a:pt x="1997630" y="758544"/>
                  </a:lnTo>
                  <a:lnTo>
                    <a:pt x="2043195" y="785821"/>
                  </a:lnTo>
                  <a:lnTo>
                    <a:pt x="2089289" y="813419"/>
                  </a:lnTo>
                  <a:lnTo>
                    <a:pt x="2135897" y="841329"/>
                  </a:lnTo>
                  <a:lnTo>
                    <a:pt x="2183003" y="869542"/>
                  </a:lnTo>
                  <a:lnTo>
                    <a:pt x="2230593" y="898049"/>
                  </a:lnTo>
                  <a:lnTo>
                    <a:pt x="2278650" y="926841"/>
                  </a:lnTo>
                  <a:lnTo>
                    <a:pt x="2327161" y="955908"/>
                  </a:lnTo>
                  <a:lnTo>
                    <a:pt x="2376110" y="985243"/>
                  </a:lnTo>
                  <a:lnTo>
                    <a:pt x="2425481" y="1014835"/>
                  </a:lnTo>
                  <a:lnTo>
                    <a:pt x="2475260" y="1044675"/>
                  </a:lnTo>
                  <a:lnTo>
                    <a:pt x="2525431" y="1074755"/>
                  </a:lnTo>
                  <a:lnTo>
                    <a:pt x="2575980" y="1105065"/>
                  </a:lnTo>
                  <a:lnTo>
                    <a:pt x="2626890" y="1135597"/>
                  </a:lnTo>
                  <a:lnTo>
                    <a:pt x="2678148" y="1166340"/>
                  </a:lnTo>
                  <a:lnTo>
                    <a:pt x="2729737" y="1197287"/>
                  </a:lnTo>
                  <a:lnTo>
                    <a:pt x="2781643" y="1228427"/>
                  </a:lnTo>
                  <a:lnTo>
                    <a:pt x="2833850" y="1259753"/>
                  </a:lnTo>
                  <a:lnTo>
                    <a:pt x="2886343" y="1291254"/>
                  </a:lnTo>
                  <a:lnTo>
                    <a:pt x="2939108" y="1322922"/>
                  </a:lnTo>
                  <a:lnTo>
                    <a:pt x="2992128" y="1354747"/>
                  </a:lnTo>
                  <a:lnTo>
                    <a:pt x="3045389" y="1386722"/>
                  </a:lnTo>
                  <a:lnTo>
                    <a:pt x="3098876" y="1418835"/>
                  </a:lnTo>
                  <a:lnTo>
                    <a:pt x="3152573" y="1451079"/>
                  </a:lnTo>
                  <a:lnTo>
                    <a:pt x="3206465" y="1483444"/>
                  </a:lnTo>
                  <a:lnTo>
                    <a:pt x="3260538" y="1515921"/>
                  </a:lnTo>
                  <a:lnTo>
                    <a:pt x="3314775" y="1548501"/>
                  </a:lnTo>
                  <a:lnTo>
                    <a:pt x="3369162" y="1581176"/>
                  </a:lnTo>
                  <a:lnTo>
                    <a:pt x="3423684" y="1613935"/>
                  </a:lnTo>
                  <a:lnTo>
                    <a:pt x="3478325" y="1646770"/>
                  </a:lnTo>
                  <a:lnTo>
                    <a:pt x="3533071" y="1679671"/>
                  </a:lnTo>
                  <a:lnTo>
                    <a:pt x="3587905" y="1712631"/>
                  </a:lnTo>
                  <a:lnTo>
                    <a:pt x="3642814" y="1745639"/>
                  </a:lnTo>
                  <a:lnTo>
                    <a:pt x="3697781" y="1778686"/>
                  </a:lnTo>
                  <a:lnTo>
                    <a:pt x="3752792" y="1811764"/>
                  </a:lnTo>
                  <a:lnTo>
                    <a:pt x="3807832" y="1844862"/>
                  </a:lnTo>
                  <a:lnTo>
                    <a:pt x="3862884" y="1877973"/>
                  </a:lnTo>
                  <a:lnTo>
                    <a:pt x="3917935" y="1911088"/>
                  </a:lnTo>
                  <a:lnTo>
                    <a:pt x="3972969" y="1944196"/>
                  </a:lnTo>
                  <a:lnTo>
                    <a:pt x="4027971" y="1977289"/>
                  </a:lnTo>
                  <a:lnTo>
                    <a:pt x="4082925" y="2010358"/>
                  </a:lnTo>
                  <a:lnTo>
                    <a:pt x="4137817" y="2043393"/>
                  </a:lnTo>
                  <a:lnTo>
                    <a:pt x="4192631" y="2076387"/>
                  </a:lnTo>
                  <a:lnTo>
                    <a:pt x="4247352" y="2109328"/>
                  </a:lnTo>
                  <a:lnTo>
                    <a:pt x="4301965" y="2142210"/>
                  </a:lnTo>
                  <a:lnTo>
                    <a:pt x="4356455" y="2175021"/>
                  </a:lnTo>
                  <a:lnTo>
                    <a:pt x="4410807" y="2207754"/>
                  </a:lnTo>
                  <a:lnTo>
                    <a:pt x="4465005" y="2240399"/>
                  </a:lnTo>
                  <a:lnTo>
                    <a:pt x="4519035" y="2272948"/>
                  </a:lnTo>
                  <a:lnTo>
                    <a:pt x="4572881" y="2305390"/>
                  </a:lnTo>
                  <a:lnTo>
                    <a:pt x="4626527" y="2337717"/>
                  </a:lnTo>
                  <a:lnTo>
                    <a:pt x="4679960" y="2369920"/>
                  </a:lnTo>
                  <a:lnTo>
                    <a:pt x="4733163" y="2401990"/>
                  </a:lnTo>
                  <a:lnTo>
                    <a:pt x="4786122" y="2433917"/>
                  </a:lnTo>
                  <a:lnTo>
                    <a:pt x="4838821" y="2465693"/>
                  </a:lnTo>
                  <a:lnTo>
                    <a:pt x="4891245" y="2497309"/>
                  </a:lnTo>
                  <a:lnTo>
                    <a:pt x="4943380" y="2528755"/>
                  </a:lnTo>
                  <a:lnTo>
                    <a:pt x="4995209" y="2560022"/>
                  </a:lnTo>
                  <a:lnTo>
                    <a:pt x="5046718" y="2591101"/>
                  </a:lnTo>
                  <a:lnTo>
                    <a:pt x="5097891" y="2621984"/>
                  </a:lnTo>
                  <a:lnTo>
                    <a:pt x="5148714" y="2652660"/>
                  </a:lnTo>
                  <a:lnTo>
                    <a:pt x="5199171" y="2683122"/>
                  </a:lnTo>
                  <a:lnTo>
                    <a:pt x="5249247" y="2713359"/>
                  </a:lnTo>
                  <a:lnTo>
                    <a:pt x="5294600" y="2740750"/>
                  </a:lnTo>
                </a:path>
              </a:pathLst>
            </a:custGeom>
            <a:ln w="31412">
              <a:solidFill>
                <a:srgbClr val="6B8285"/>
              </a:solidFill>
            </a:ln>
          </p:spPr>
          <p:txBody>
            <a:bodyPr wrap="square" lIns="0" tIns="0" rIns="0" bIns="0" rtlCol="0"/>
            <a:lstStyle/>
            <a:p>
              <a:pPr defTabSz="554492"/>
              <a:endParaRPr sz="1092" kern="0">
                <a:solidFill>
                  <a:sysClr val="windowText" lastClr="000000"/>
                </a:solidFill>
              </a:endParaRPr>
            </a:p>
          </p:txBody>
        </p:sp>
        <p:sp>
          <p:nvSpPr>
            <p:cNvPr id="5" name="object 5"/>
            <p:cNvSpPr/>
            <p:nvPr/>
          </p:nvSpPr>
          <p:spPr>
            <a:xfrm>
              <a:off x="15400194" y="10328593"/>
              <a:ext cx="2305050" cy="980440"/>
            </a:xfrm>
            <a:custGeom>
              <a:avLst/>
              <a:gdLst/>
              <a:ahLst/>
              <a:cxnLst/>
              <a:rect l="l" t="t" r="r" b="b"/>
              <a:pathLst>
                <a:path w="2305050" h="980440">
                  <a:moveTo>
                    <a:pt x="530" y="979963"/>
                  </a:moveTo>
                  <a:lnTo>
                    <a:pt x="495" y="922666"/>
                  </a:lnTo>
                  <a:lnTo>
                    <a:pt x="464" y="872078"/>
                  </a:lnTo>
                  <a:lnTo>
                    <a:pt x="433" y="821490"/>
                  </a:lnTo>
                  <a:lnTo>
                    <a:pt x="403" y="770901"/>
                  </a:lnTo>
                  <a:lnTo>
                    <a:pt x="372" y="720313"/>
                  </a:lnTo>
                  <a:lnTo>
                    <a:pt x="341" y="669725"/>
                  </a:lnTo>
                  <a:lnTo>
                    <a:pt x="195" y="640106"/>
                  </a:lnTo>
                  <a:lnTo>
                    <a:pt x="0" y="610486"/>
                  </a:lnTo>
                  <a:lnTo>
                    <a:pt x="69" y="580873"/>
                  </a:lnTo>
                  <a:lnTo>
                    <a:pt x="718" y="551278"/>
                  </a:lnTo>
                  <a:lnTo>
                    <a:pt x="4075" y="502031"/>
                  </a:lnTo>
                  <a:lnTo>
                    <a:pt x="10538" y="454611"/>
                  </a:lnTo>
                  <a:lnTo>
                    <a:pt x="20001" y="409095"/>
                  </a:lnTo>
                  <a:lnTo>
                    <a:pt x="32360" y="365558"/>
                  </a:lnTo>
                  <a:lnTo>
                    <a:pt x="47508" y="324076"/>
                  </a:lnTo>
                  <a:lnTo>
                    <a:pt x="65340" y="284724"/>
                  </a:lnTo>
                  <a:lnTo>
                    <a:pt x="85751" y="247580"/>
                  </a:lnTo>
                  <a:lnTo>
                    <a:pt x="108635" y="212718"/>
                  </a:lnTo>
                  <a:lnTo>
                    <a:pt x="133886" y="180214"/>
                  </a:lnTo>
                  <a:lnTo>
                    <a:pt x="161399" y="150144"/>
                  </a:lnTo>
                  <a:lnTo>
                    <a:pt x="191068" y="122584"/>
                  </a:lnTo>
                  <a:lnTo>
                    <a:pt x="222787" y="97610"/>
                  </a:lnTo>
                  <a:lnTo>
                    <a:pt x="256452" y="75298"/>
                  </a:lnTo>
                  <a:lnTo>
                    <a:pt x="291956" y="55722"/>
                  </a:lnTo>
                  <a:lnTo>
                    <a:pt x="329194" y="38960"/>
                  </a:lnTo>
                  <a:lnTo>
                    <a:pt x="368061" y="25087"/>
                  </a:lnTo>
                  <a:lnTo>
                    <a:pt x="408450" y="14178"/>
                  </a:lnTo>
                  <a:lnTo>
                    <a:pt x="450257" y="6310"/>
                  </a:lnTo>
                  <a:lnTo>
                    <a:pt x="493375" y="1559"/>
                  </a:lnTo>
                  <a:lnTo>
                    <a:pt x="537699" y="0"/>
                  </a:lnTo>
                  <a:lnTo>
                    <a:pt x="583124" y="1708"/>
                  </a:lnTo>
                  <a:lnTo>
                    <a:pt x="629545" y="6761"/>
                  </a:lnTo>
                  <a:lnTo>
                    <a:pt x="676854" y="15233"/>
                  </a:lnTo>
                  <a:lnTo>
                    <a:pt x="724947" y="27200"/>
                  </a:lnTo>
                  <a:lnTo>
                    <a:pt x="773297" y="43096"/>
                  </a:lnTo>
                  <a:lnTo>
                    <a:pt x="819942" y="62467"/>
                  </a:lnTo>
                  <a:lnTo>
                    <a:pt x="865232" y="84825"/>
                  </a:lnTo>
                  <a:lnTo>
                    <a:pt x="909518" y="109679"/>
                  </a:lnTo>
                  <a:lnTo>
                    <a:pt x="974681" y="148396"/>
                  </a:lnTo>
                  <a:lnTo>
                    <a:pt x="1008373" y="168569"/>
                  </a:lnTo>
                  <a:lnTo>
                    <a:pt x="1042782" y="189267"/>
                  </a:lnTo>
                  <a:lnTo>
                    <a:pt x="1077889" y="210478"/>
                  </a:lnTo>
                  <a:lnTo>
                    <a:pt x="1113677" y="232187"/>
                  </a:lnTo>
                  <a:lnTo>
                    <a:pt x="1150128" y="254383"/>
                  </a:lnTo>
                  <a:lnTo>
                    <a:pt x="1187224" y="277051"/>
                  </a:lnTo>
                  <a:lnTo>
                    <a:pt x="1224948" y="300179"/>
                  </a:lnTo>
                  <a:lnTo>
                    <a:pt x="1263280" y="323754"/>
                  </a:lnTo>
                  <a:lnTo>
                    <a:pt x="1302203" y="347762"/>
                  </a:lnTo>
                  <a:lnTo>
                    <a:pt x="1341700" y="372190"/>
                  </a:lnTo>
                  <a:lnTo>
                    <a:pt x="1381752" y="397025"/>
                  </a:lnTo>
                  <a:lnTo>
                    <a:pt x="1422342" y="422255"/>
                  </a:lnTo>
                  <a:lnTo>
                    <a:pt x="1463451" y="447864"/>
                  </a:lnTo>
                  <a:lnTo>
                    <a:pt x="1505062" y="473842"/>
                  </a:lnTo>
                  <a:lnTo>
                    <a:pt x="1547157" y="500174"/>
                  </a:lnTo>
                  <a:lnTo>
                    <a:pt x="1589718" y="526847"/>
                  </a:lnTo>
                  <a:lnTo>
                    <a:pt x="1632726" y="553848"/>
                  </a:lnTo>
                  <a:lnTo>
                    <a:pt x="1676165" y="581165"/>
                  </a:lnTo>
                  <a:lnTo>
                    <a:pt x="1720016" y="608783"/>
                  </a:lnTo>
                  <a:lnTo>
                    <a:pt x="1764262" y="636690"/>
                  </a:lnTo>
                  <a:lnTo>
                    <a:pt x="1808883" y="664872"/>
                  </a:lnTo>
                  <a:lnTo>
                    <a:pt x="1853863" y="693317"/>
                  </a:lnTo>
                  <a:lnTo>
                    <a:pt x="1899184" y="722011"/>
                  </a:lnTo>
                  <a:lnTo>
                    <a:pt x="1944828" y="750941"/>
                  </a:lnTo>
                  <a:lnTo>
                    <a:pt x="1990776" y="780094"/>
                  </a:lnTo>
                  <a:lnTo>
                    <a:pt x="2037011" y="809457"/>
                  </a:lnTo>
                  <a:lnTo>
                    <a:pt x="2083515" y="839017"/>
                  </a:lnTo>
                  <a:lnTo>
                    <a:pt x="2130270" y="868760"/>
                  </a:lnTo>
                  <a:lnTo>
                    <a:pt x="2177258" y="898673"/>
                  </a:lnTo>
                  <a:lnTo>
                    <a:pt x="2224461" y="928744"/>
                  </a:lnTo>
                  <a:lnTo>
                    <a:pt x="2271862" y="958958"/>
                  </a:lnTo>
                  <a:lnTo>
                    <a:pt x="2304796" y="979963"/>
                  </a:lnTo>
                </a:path>
              </a:pathLst>
            </a:custGeom>
            <a:ln w="31412">
              <a:solidFill>
                <a:srgbClr val="6B8285"/>
              </a:solidFill>
            </a:ln>
          </p:spPr>
          <p:txBody>
            <a:bodyPr wrap="square" lIns="0" tIns="0" rIns="0" bIns="0" rtlCol="0"/>
            <a:lstStyle/>
            <a:p>
              <a:pPr defTabSz="554492"/>
              <a:endParaRPr sz="1092" kern="0">
                <a:solidFill>
                  <a:sysClr val="windowText" lastClr="000000"/>
                </a:solidFill>
              </a:endParaRPr>
            </a:p>
          </p:txBody>
        </p:sp>
        <p:sp>
          <p:nvSpPr>
            <p:cNvPr id="6" name="object 6"/>
            <p:cNvSpPr/>
            <p:nvPr/>
          </p:nvSpPr>
          <p:spPr>
            <a:xfrm>
              <a:off x="13518714" y="6711740"/>
              <a:ext cx="6585584" cy="4597400"/>
            </a:xfrm>
            <a:custGeom>
              <a:avLst/>
              <a:gdLst/>
              <a:ahLst/>
              <a:cxnLst/>
              <a:rect l="l" t="t" r="r" b="b"/>
              <a:pathLst>
                <a:path w="6585584" h="4597400">
                  <a:moveTo>
                    <a:pt x="2738" y="4596816"/>
                  </a:moveTo>
                  <a:lnTo>
                    <a:pt x="2688" y="4516366"/>
                  </a:lnTo>
                  <a:lnTo>
                    <a:pt x="2657" y="4465724"/>
                  </a:lnTo>
                  <a:lnTo>
                    <a:pt x="2625" y="4415083"/>
                  </a:lnTo>
                  <a:lnTo>
                    <a:pt x="2594" y="4364441"/>
                  </a:lnTo>
                  <a:lnTo>
                    <a:pt x="2562" y="4313800"/>
                  </a:lnTo>
                  <a:lnTo>
                    <a:pt x="2531" y="4263158"/>
                  </a:lnTo>
                  <a:lnTo>
                    <a:pt x="2500" y="4212517"/>
                  </a:lnTo>
                  <a:lnTo>
                    <a:pt x="2469" y="4161875"/>
                  </a:lnTo>
                  <a:lnTo>
                    <a:pt x="2437" y="4111234"/>
                  </a:lnTo>
                  <a:lnTo>
                    <a:pt x="2406" y="4060592"/>
                  </a:lnTo>
                  <a:lnTo>
                    <a:pt x="2375" y="4009951"/>
                  </a:lnTo>
                  <a:lnTo>
                    <a:pt x="2343" y="3959309"/>
                  </a:lnTo>
                  <a:lnTo>
                    <a:pt x="2312" y="3908668"/>
                  </a:lnTo>
                  <a:lnTo>
                    <a:pt x="2281" y="3858027"/>
                  </a:lnTo>
                  <a:lnTo>
                    <a:pt x="2250" y="3807385"/>
                  </a:lnTo>
                  <a:lnTo>
                    <a:pt x="2218" y="3756744"/>
                  </a:lnTo>
                  <a:lnTo>
                    <a:pt x="2187" y="3706102"/>
                  </a:lnTo>
                  <a:lnTo>
                    <a:pt x="2156" y="3655461"/>
                  </a:lnTo>
                  <a:lnTo>
                    <a:pt x="2125" y="3604819"/>
                  </a:lnTo>
                  <a:lnTo>
                    <a:pt x="2094" y="3554178"/>
                  </a:lnTo>
                  <a:lnTo>
                    <a:pt x="2062" y="3503536"/>
                  </a:lnTo>
                  <a:lnTo>
                    <a:pt x="2031" y="3452895"/>
                  </a:lnTo>
                  <a:lnTo>
                    <a:pt x="2000" y="3402253"/>
                  </a:lnTo>
                  <a:lnTo>
                    <a:pt x="1969" y="3351612"/>
                  </a:lnTo>
                  <a:lnTo>
                    <a:pt x="1938" y="3300970"/>
                  </a:lnTo>
                  <a:lnTo>
                    <a:pt x="1907" y="3250329"/>
                  </a:lnTo>
                  <a:lnTo>
                    <a:pt x="1875" y="3199688"/>
                  </a:lnTo>
                  <a:lnTo>
                    <a:pt x="1844" y="3149046"/>
                  </a:lnTo>
                  <a:lnTo>
                    <a:pt x="1813" y="3098405"/>
                  </a:lnTo>
                  <a:lnTo>
                    <a:pt x="1782" y="3047763"/>
                  </a:lnTo>
                  <a:lnTo>
                    <a:pt x="1751" y="2997122"/>
                  </a:lnTo>
                  <a:lnTo>
                    <a:pt x="1720" y="2946480"/>
                  </a:lnTo>
                  <a:lnTo>
                    <a:pt x="1689" y="2895839"/>
                  </a:lnTo>
                  <a:lnTo>
                    <a:pt x="1658" y="2845198"/>
                  </a:lnTo>
                  <a:lnTo>
                    <a:pt x="1626" y="2794556"/>
                  </a:lnTo>
                  <a:lnTo>
                    <a:pt x="1595" y="2743915"/>
                  </a:lnTo>
                  <a:lnTo>
                    <a:pt x="1564" y="2693273"/>
                  </a:lnTo>
                  <a:lnTo>
                    <a:pt x="1533" y="2642632"/>
                  </a:lnTo>
                  <a:lnTo>
                    <a:pt x="1502" y="2591991"/>
                  </a:lnTo>
                  <a:lnTo>
                    <a:pt x="1471" y="2541349"/>
                  </a:lnTo>
                  <a:lnTo>
                    <a:pt x="1440" y="2490708"/>
                  </a:lnTo>
                  <a:lnTo>
                    <a:pt x="1409" y="2440066"/>
                  </a:lnTo>
                  <a:lnTo>
                    <a:pt x="1378" y="2389425"/>
                  </a:lnTo>
                  <a:lnTo>
                    <a:pt x="1347" y="2338784"/>
                  </a:lnTo>
                  <a:lnTo>
                    <a:pt x="1316" y="2288142"/>
                  </a:lnTo>
                  <a:lnTo>
                    <a:pt x="1285" y="2237501"/>
                  </a:lnTo>
                  <a:lnTo>
                    <a:pt x="1254" y="2186860"/>
                  </a:lnTo>
                  <a:lnTo>
                    <a:pt x="1223" y="2136218"/>
                  </a:lnTo>
                  <a:lnTo>
                    <a:pt x="1192" y="2085577"/>
                  </a:lnTo>
                  <a:lnTo>
                    <a:pt x="1161" y="2034936"/>
                  </a:lnTo>
                  <a:lnTo>
                    <a:pt x="1130" y="1984294"/>
                  </a:lnTo>
                  <a:lnTo>
                    <a:pt x="1099" y="1933653"/>
                  </a:lnTo>
                  <a:lnTo>
                    <a:pt x="1068" y="1883011"/>
                  </a:lnTo>
                  <a:lnTo>
                    <a:pt x="1037" y="1832370"/>
                  </a:lnTo>
                  <a:lnTo>
                    <a:pt x="1006" y="1781729"/>
                  </a:lnTo>
                  <a:lnTo>
                    <a:pt x="975" y="1731087"/>
                  </a:lnTo>
                  <a:lnTo>
                    <a:pt x="944" y="1680446"/>
                  </a:lnTo>
                  <a:lnTo>
                    <a:pt x="913" y="1629805"/>
                  </a:lnTo>
                  <a:lnTo>
                    <a:pt x="882" y="1579164"/>
                  </a:lnTo>
                  <a:lnTo>
                    <a:pt x="851" y="1528522"/>
                  </a:lnTo>
                  <a:lnTo>
                    <a:pt x="820" y="1477881"/>
                  </a:lnTo>
                  <a:lnTo>
                    <a:pt x="790" y="1427240"/>
                  </a:lnTo>
                  <a:lnTo>
                    <a:pt x="759" y="1376598"/>
                  </a:lnTo>
                  <a:lnTo>
                    <a:pt x="728" y="1325957"/>
                  </a:lnTo>
                  <a:lnTo>
                    <a:pt x="697" y="1275316"/>
                  </a:lnTo>
                  <a:lnTo>
                    <a:pt x="666" y="1224674"/>
                  </a:lnTo>
                  <a:lnTo>
                    <a:pt x="635" y="1174033"/>
                  </a:lnTo>
                  <a:lnTo>
                    <a:pt x="604" y="1123392"/>
                  </a:lnTo>
                  <a:lnTo>
                    <a:pt x="573" y="1072751"/>
                  </a:lnTo>
                  <a:lnTo>
                    <a:pt x="542" y="1022109"/>
                  </a:lnTo>
                  <a:lnTo>
                    <a:pt x="512" y="971468"/>
                  </a:lnTo>
                  <a:lnTo>
                    <a:pt x="481" y="920827"/>
                  </a:lnTo>
                  <a:lnTo>
                    <a:pt x="450" y="870186"/>
                  </a:lnTo>
                  <a:lnTo>
                    <a:pt x="419" y="819544"/>
                  </a:lnTo>
                  <a:lnTo>
                    <a:pt x="388" y="768903"/>
                  </a:lnTo>
                  <a:lnTo>
                    <a:pt x="223" y="734879"/>
                  </a:lnTo>
                  <a:lnTo>
                    <a:pt x="0" y="700855"/>
                  </a:lnTo>
                  <a:lnTo>
                    <a:pt x="80" y="666843"/>
                  </a:lnTo>
                  <a:lnTo>
                    <a:pt x="828" y="632855"/>
                  </a:lnTo>
                  <a:lnTo>
                    <a:pt x="4076" y="582472"/>
                  </a:lnTo>
                  <a:lnTo>
                    <a:pt x="10153" y="533741"/>
                  </a:lnTo>
                  <a:lnTo>
                    <a:pt x="18976" y="486722"/>
                  </a:lnTo>
                  <a:lnTo>
                    <a:pt x="30457" y="441476"/>
                  </a:lnTo>
                  <a:lnTo>
                    <a:pt x="44513" y="398065"/>
                  </a:lnTo>
                  <a:lnTo>
                    <a:pt x="61058" y="356549"/>
                  </a:lnTo>
                  <a:lnTo>
                    <a:pt x="80007" y="316990"/>
                  </a:lnTo>
                  <a:lnTo>
                    <a:pt x="101275" y="279448"/>
                  </a:lnTo>
                  <a:lnTo>
                    <a:pt x="124777" y="243986"/>
                  </a:lnTo>
                  <a:lnTo>
                    <a:pt x="150426" y="210665"/>
                  </a:lnTo>
                  <a:lnTo>
                    <a:pt x="178140" y="179544"/>
                  </a:lnTo>
                  <a:lnTo>
                    <a:pt x="207831" y="150686"/>
                  </a:lnTo>
                  <a:lnTo>
                    <a:pt x="239415" y="124152"/>
                  </a:lnTo>
                  <a:lnTo>
                    <a:pt x="272808" y="100002"/>
                  </a:lnTo>
                  <a:lnTo>
                    <a:pt x="307922" y="78299"/>
                  </a:lnTo>
                  <a:lnTo>
                    <a:pt x="344675" y="59103"/>
                  </a:lnTo>
                  <a:lnTo>
                    <a:pt x="382979" y="42475"/>
                  </a:lnTo>
                  <a:lnTo>
                    <a:pt x="422751" y="28476"/>
                  </a:lnTo>
                  <a:lnTo>
                    <a:pt x="463905" y="17168"/>
                  </a:lnTo>
                  <a:lnTo>
                    <a:pt x="506355" y="8612"/>
                  </a:lnTo>
                  <a:lnTo>
                    <a:pt x="550018" y="2869"/>
                  </a:lnTo>
                  <a:lnTo>
                    <a:pt x="594806" y="0"/>
                  </a:lnTo>
                  <a:lnTo>
                    <a:pt x="640636" y="65"/>
                  </a:lnTo>
                  <a:lnTo>
                    <a:pt x="687423" y="3128"/>
                  </a:lnTo>
                  <a:lnTo>
                    <a:pt x="735080" y="9248"/>
                  </a:lnTo>
                  <a:lnTo>
                    <a:pt x="783523" y="18486"/>
                  </a:lnTo>
                  <a:lnTo>
                    <a:pt x="832667" y="30905"/>
                  </a:lnTo>
                  <a:lnTo>
                    <a:pt x="877258" y="45170"/>
                  </a:lnTo>
                  <a:lnTo>
                    <a:pt x="920547" y="62066"/>
                  </a:lnTo>
                  <a:lnTo>
                    <a:pt x="962740" y="81302"/>
                  </a:lnTo>
                  <a:lnTo>
                    <a:pt x="1004039" y="102588"/>
                  </a:lnTo>
                  <a:lnTo>
                    <a:pt x="1044650" y="125635"/>
                  </a:lnTo>
                  <a:lnTo>
                    <a:pt x="1082528" y="148044"/>
                  </a:lnTo>
                  <a:lnTo>
                    <a:pt x="1123845" y="172544"/>
                  </a:lnTo>
                  <a:lnTo>
                    <a:pt x="1168521" y="199084"/>
                  </a:lnTo>
                  <a:lnTo>
                    <a:pt x="1216474" y="227617"/>
                  </a:lnTo>
                  <a:lnTo>
                    <a:pt x="1267624" y="258093"/>
                  </a:lnTo>
                  <a:lnTo>
                    <a:pt x="1321890" y="290462"/>
                  </a:lnTo>
                  <a:lnTo>
                    <a:pt x="1379190" y="324676"/>
                  </a:lnTo>
                  <a:lnTo>
                    <a:pt x="1439445" y="360685"/>
                  </a:lnTo>
                  <a:lnTo>
                    <a:pt x="1502572" y="398440"/>
                  </a:lnTo>
                  <a:lnTo>
                    <a:pt x="1568491" y="437892"/>
                  </a:lnTo>
                  <a:lnTo>
                    <a:pt x="1602473" y="458238"/>
                  </a:lnTo>
                  <a:lnTo>
                    <a:pt x="1637122" y="478991"/>
                  </a:lnTo>
                  <a:lnTo>
                    <a:pt x="1672428" y="500143"/>
                  </a:lnTo>
                  <a:lnTo>
                    <a:pt x="1708382" y="521689"/>
                  </a:lnTo>
                  <a:lnTo>
                    <a:pt x="1744973" y="543622"/>
                  </a:lnTo>
                  <a:lnTo>
                    <a:pt x="1782192" y="565936"/>
                  </a:lnTo>
                  <a:lnTo>
                    <a:pt x="1820028" y="588625"/>
                  </a:lnTo>
                  <a:lnTo>
                    <a:pt x="1858470" y="611683"/>
                  </a:lnTo>
                  <a:lnTo>
                    <a:pt x="1897510" y="635103"/>
                  </a:lnTo>
                  <a:lnTo>
                    <a:pt x="1937136" y="658880"/>
                  </a:lnTo>
                  <a:lnTo>
                    <a:pt x="1977339" y="683008"/>
                  </a:lnTo>
                  <a:lnTo>
                    <a:pt x="2018108" y="707479"/>
                  </a:lnTo>
                  <a:lnTo>
                    <a:pt x="2059434" y="732289"/>
                  </a:lnTo>
                  <a:lnTo>
                    <a:pt x="2101306" y="757431"/>
                  </a:lnTo>
                  <a:lnTo>
                    <a:pt x="2143714" y="782899"/>
                  </a:lnTo>
                  <a:lnTo>
                    <a:pt x="2186648" y="808686"/>
                  </a:lnTo>
                  <a:lnTo>
                    <a:pt x="2230098" y="834787"/>
                  </a:lnTo>
                  <a:lnTo>
                    <a:pt x="2274054" y="861195"/>
                  </a:lnTo>
                  <a:lnTo>
                    <a:pt x="2318506" y="887904"/>
                  </a:lnTo>
                  <a:lnTo>
                    <a:pt x="2363444" y="914908"/>
                  </a:lnTo>
                  <a:lnTo>
                    <a:pt x="2408856" y="942201"/>
                  </a:lnTo>
                  <a:lnTo>
                    <a:pt x="2454735" y="969777"/>
                  </a:lnTo>
                  <a:lnTo>
                    <a:pt x="2501068" y="997630"/>
                  </a:lnTo>
                  <a:lnTo>
                    <a:pt x="2547847" y="1025753"/>
                  </a:lnTo>
                  <a:lnTo>
                    <a:pt x="2595060" y="1054140"/>
                  </a:lnTo>
                  <a:lnTo>
                    <a:pt x="2642699" y="1082785"/>
                  </a:lnTo>
                  <a:lnTo>
                    <a:pt x="2690752" y="1111683"/>
                  </a:lnTo>
                  <a:lnTo>
                    <a:pt x="2739210" y="1140826"/>
                  </a:lnTo>
                  <a:lnTo>
                    <a:pt x="2788063" y="1170209"/>
                  </a:lnTo>
                  <a:lnTo>
                    <a:pt x="2837300" y="1199825"/>
                  </a:lnTo>
                  <a:lnTo>
                    <a:pt x="2886911" y="1229669"/>
                  </a:lnTo>
                  <a:lnTo>
                    <a:pt x="2936887" y="1259734"/>
                  </a:lnTo>
                  <a:lnTo>
                    <a:pt x="2987217" y="1290014"/>
                  </a:lnTo>
                  <a:lnTo>
                    <a:pt x="3037891" y="1320503"/>
                  </a:lnTo>
                  <a:lnTo>
                    <a:pt x="3088898" y="1351195"/>
                  </a:lnTo>
                  <a:lnTo>
                    <a:pt x="3140230" y="1382083"/>
                  </a:lnTo>
                  <a:lnTo>
                    <a:pt x="3191875" y="1413162"/>
                  </a:lnTo>
                  <a:lnTo>
                    <a:pt x="3243823" y="1444426"/>
                  </a:lnTo>
                  <a:lnTo>
                    <a:pt x="3296065" y="1475867"/>
                  </a:lnTo>
                  <a:lnTo>
                    <a:pt x="3348591" y="1507481"/>
                  </a:lnTo>
                  <a:lnTo>
                    <a:pt x="3401389" y="1539260"/>
                  </a:lnTo>
                  <a:lnTo>
                    <a:pt x="3454451" y="1571199"/>
                  </a:lnTo>
                  <a:lnTo>
                    <a:pt x="3507765" y="1603292"/>
                  </a:lnTo>
                  <a:lnTo>
                    <a:pt x="3561323" y="1635532"/>
                  </a:lnTo>
                  <a:lnTo>
                    <a:pt x="3615113" y="1667913"/>
                  </a:lnTo>
                  <a:lnTo>
                    <a:pt x="3669126" y="1700430"/>
                  </a:lnTo>
                  <a:lnTo>
                    <a:pt x="3723351" y="1733075"/>
                  </a:lnTo>
                  <a:lnTo>
                    <a:pt x="3777779" y="1765844"/>
                  </a:lnTo>
                  <a:lnTo>
                    <a:pt x="3832399" y="1798729"/>
                  </a:lnTo>
                  <a:lnTo>
                    <a:pt x="3887201" y="1831724"/>
                  </a:lnTo>
                  <a:lnTo>
                    <a:pt x="3942175" y="1864824"/>
                  </a:lnTo>
                  <a:lnTo>
                    <a:pt x="3997311" y="1898022"/>
                  </a:lnTo>
                  <a:lnTo>
                    <a:pt x="4052599" y="1931313"/>
                  </a:lnTo>
                  <a:lnTo>
                    <a:pt x="4108029" y="1964689"/>
                  </a:lnTo>
                  <a:lnTo>
                    <a:pt x="4163590" y="1998145"/>
                  </a:lnTo>
                  <a:lnTo>
                    <a:pt x="4219273" y="2031674"/>
                  </a:lnTo>
                  <a:lnTo>
                    <a:pt x="4275067" y="2065271"/>
                  </a:lnTo>
                  <a:lnTo>
                    <a:pt x="4330963" y="2098930"/>
                  </a:lnTo>
                  <a:lnTo>
                    <a:pt x="4386949" y="2132643"/>
                  </a:lnTo>
                  <a:lnTo>
                    <a:pt x="4443017" y="2166406"/>
                  </a:lnTo>
                  <a:lnTo>
                    <a:pt x="4499155" y="2200211"/>
                  </a:lnTo>
                  <a:lnTo>
                    <a:pt x="4555354" y="2234053"/>
                  </a:lnTo>
                  <a:lnTo>
                    <a:pt x="4611604" y="2267926"/>
                  </a:lnTo>
                  <a:lnTo>
                    <a:pt x="4667895" y="2301823"/>
                  </a:lnTo>
                  <a:lnTo>
                    <a:pt x="4724216" y="2335738"/>
                  </a:lnTo>
                  <a:lnTo>
                    <a:pt x="4780557" y="2369666"/>
                  </a:lnTo>
                  <a:lnTo>
                    <a:pt x="4836909" y="2403599"/>
                  </a:lnTo>
                  <a:lnTo>
                    <a:pt x="4893260" y="2437533"/>
                  </a:lnTo>
                  <a:lnTo>
                    <a:pt x="4949602" y="2471460"/>
                  </a:lnTo>
                  <a:lnTo>
                    <a:pt x="5005923" y="2505374"/>
                  </a:lnTo>
                  <a:lnTo>
                    <a:pt x="5062214" y="2539270"/>
                  </a:lnTo>
                  <a:lnTo>
                    <a:pt x="5118465" y="2573141"/>
                  </a:lnTo>
                  <a:lnTo>
                    <a:pt x="5174666" y="2606981"/>
                  </a:lnTo>
                  <a:lnTo>
                    <a:pt x="5230805" y="2640784"/>
                  </a:lnTo>
                  <a:lnTo>
                    <a:pt x="5286875" y="2674544"/>
                  </a:lnTo>
                  <a:lnTo>
                    <a:pt x="5342863" y="2708255"/>
                  </a:lnTo>
                  <a:lnTo>
                    <a:pt x="5398760" y="2741910"/>
                  </a:lnTo>
                  <a:lnTo>
                    <a:pt x="5454557" y="2775503"/>
                  </a:lnTo>
                  <a:lnTo>
                    <a:pt x="5510242" y="2809028"/>
                  </a:lnTo>
                  <a:lnTo>
                    <a:pt x="5565806" y="2842480"/>
                  </a:lnTo>
                  <a:lnTo>
                    <a:pt x="5621238" y="2875851"/>
                  </a:lnTo>
                  <a:lnTo>
                    <a:pt x="5676529" y="2909136"/>
                  </a:lnTo>
                  <a:lnTo>
                    <a:pt x="5731669" y="2942328"/>
                  </a:lnTo>
                  <a:lnTo>
                    <a:pt x="5786646" y="2975422"/>
                  </a:lnTo>
                  <a:lnTo>
                    <a:pt x="5841452" y="3008412"/>
                  </a:lnTo>
                  <a:lnTo>
                    <a:pt x="5896076" y="3041290"/>
                  </a:lnTo>
                  <a:lnTo>
                    <a:pt x="5950508" y="3074051"/>
                  </a:lnTo>
                  <a:lnTo>
                    <a:pt x="6004738" y="3106689"/>
                  </a:lnTo>
                  <a:lnTo>
                    <a:pt x="6058755" y="3139198"/>
                  </a:lnTo>
                  <a:lnTo>
                    <a:pt x="6112550" y="3171571"/>
                  </a:lnTo>
                  <a:lnTo>
                    <a:pt x="6166113" y="3203803"/>
                  </a:lnTo>
                  <a:lnTo>
                    <a:pt x="6219432" y="3235887"/>
                  </a:lnTo>
                  <a:lnTo>
                    <a:pt x="6272499" y="3267817"/>
                  </a:lnTo>
                  <a:lnTo>
                    <a:pt x="6325303" y="3299587"/>
                  </a:lnTo>
                  <a:lnTo>
                    <a:pt x="6377835" y="3331190"/>
                  </a:lnTo>
                  <a:lnTo>
                    <a:pt x="6430083" y="3362621"/>
                  </a:lnTo>
                  <a:lnTo>
                    <a:pt x="6482038" y="3393874"/>
                  </a:lnTo>
                  <a:lnTo>
                    <a:pt x="6533689" y="3424942"/>
                  </a:lnTo>
                  <a:lnTo>
                    <a:pt x="6585027" y="3455819"/>
                  </a:lnTo>
                  <a:lnTo>
                    <a:pt x="6585385" y="3456034"/>
                  </a:lnTo>
                </a:path>
              </a:pathLst>
            </a:custGeom>
            <a:ln w="31412">
              <a:solidFill>
                <a:srgbClr val="6B8285"/>
              </a:solidFill>
            </a:ln>
          </p:spPr>
          <p:txBody>
            <a:bodyPr wrap="square" lIns="0" tIns="0" rIns="0" bIns="0" rtlCol="0"/>
            <a:lstStyle/>
            <a:p>
              <a:pPr defTabSz="554492"/>
              <a:endParaRPr sz="1092" kern="0">
                <a:solidFill>
                  <a:sysClr val="windowText" lastClr="000000"/>
                </a:solidFill>
              </a:endParaRPr>
            </a:p>
          </p:txBody>
        </p:sp>
      </p:grpSp>
      <p:grpSp>
        <p:nvGrpSpPr>
          <p:cNvPr id="7" name="object 7"/>
          <p:cNvGrpSpPr/>
          <p:nvPr/>
        </p:nvGrpSpPr>
        <p:grpSpPr>
          <a:xfrm>
            <a:off x="-9096" y="-9524"/>
            <a:ext cx="2321169" cy="6130998"/>
            <a:chOff x="-15706" y="-15706"/>
            <a:chExt cx="3827779" cy="10110470"/>
          </a:xfrm>
        </p:grpSpPr>
        <p:sp>
          <p:nvSpPr>
            <p:cNvPr id="8" name="object 8"/>
            <p:cNvSpPr/>
            <p:nvPr/>
          </p:nvSpPr>
          <p:spPr>
            <a:xfrm>
              <a:off x="0" y="0"/>
              <a:ext cx="2768600" cy="8223250"/>
            </a:xfrm>
            <a:custGeom>
              <a:avLst/>
              <a:gdLst/>
              <a:ahLst/>
              <a:cxnLst/>
              <a:rect l="l" t="t" r="r" b="b"/>
              <a:pathLst>
                <a:path w="2768600" h="8223250">
                  <a:moveTo>
                    <a:pt x="2766086" y="0"/>
                  </a:moveTo>
                  <a:lnTo>
                    <a:pt x="2766105" y="85515"/>
                  </a:lnTo>
                  <a:lnTo>
                    <a:pt x="2766120" y="152760"/>
                  </a:lnTo>
                  <a:lnTo>
                    <a:pt x="2766135" y="220258"/>
                  </a:lnTo>
                  <a:lnTo>
                    <a:pt x="2766150" y="287999"/>
                  </a:lnTo>
                  <a:lnTo>
                    <a:pt x="2766165" y="355973"/>
                  </a:lnTo>
                  <a:lnTo>
                    <a:pt x="2766180" y="424172"/>
                  </a:lnTo>
                  <a:lnTo>
                    <a:pt x="2766195" y="492587"/>
                  </a:lnTo>
                  <a:lnTo>
                    <a:pt x="2766209" y="561206"/>
                  </a:lnTo>
                  <a:lnTo>
                    <a:pt x="2766224" y="630023"/>
                  </a:lnTo>
                  <a:lnTo>
                    <a:pt x="2766239" y="699026"/>
                  </a:lnTo>
                  <a:lnTo>
                    <a:pt x="2766254" y="768207"/>
                  </a:lnTo>
                  <a:lnTo>
                    <a:pt x="2766269" y="837556"/>
                  </a:lnTo>
                  <a:lnTo>
                    <a:pt x="2766284" y="907064"/>
                  </a:lnTo>
                  <a:lnTo>
                    <a:pt x="2766298" y="976722"/>
                  </a:lnTo>
                  <a:lnTo>
                    <a:pt x="2766313" y="1046520"/>
                  </a:lnTo>
                  <a:lnTo>
                    <a:pt x="2766328" y="1116449"/>
                  </a:lnTo>
                  <a:lnTo>
                    <a:pt x="2766343" y="1186499"/>
                  </a:lnTo>
                  <a:lnTo>
                    <a:pt x="2766358" y="1256662"/>
                  </a:lnTo>
                  <a:lnTo>
                    <a:pt x="2766373" y="1326927"/>
                  </a:lnTo>
                  <a:lnTo>
                    <a:pt x="2766387" y="1397286"/>
                  </a:lnTo>
                  <a:lnTo>
                    <a:pt x="2766402" y="1467730"/>
                  </a:lnTo>
                  <a:lnTo>
                    <a:pt x="2766417" y="1538248"/>
                  </a:lnTo>
                  <a:lnTo>
                    <a:pt x="2766432" y="1608831"/>
                  </a:lnTo>
                  <a:lnTo>
                    <a:pt x="2766447" y="1679471"/>
                  </a:lnTo>
                  <a:lnTo>
                    <a:pt x="2766462" y="1750157"/>
                  </a:lnTo>
                  <a:lnTo>
                    <a:pt x="2766476" y="1820881"/>
                  </a:lnTo>
                  <a:lnTo>
                    <a:pt x="2766491" y="1891632"/>
                  </a:lnTo>
                  <a:lnTo>
                    <a:pt x="2766506" y="1962403"/>
                  </a:lnTo>
                  <a:lnTo>
                    <a:pt x="2766521" y="2033183"/>
                  </a:lnTo>
                  <a:lnTo>
                    <a:pt x="2766536" y="2103962"/>
                  </a:lnTo>
                  <a:lnTo>
                    <a:pt x="2766550" y="2174733"/>
                  </a:lnTo>
                  <a:lnTo>
                    <a:pt x="2766565" y="2245485"/>
                  </a:lnTo>
                  <a:lnTo>
                    <a:pt x="2766580" y="2316208"/>
                  </a:lnTo>
                  <a:lnTo>
                    <a:pt x="2766595" y="2386895"/>
                  </a:lnTo>
                  <a:lnTo>
                    <a:pt x="2766610" y="2457534"/>
                  </a:lnTo>
                  <a:lnTo>
                    <a:pt x="2766624" y="2528118"/>
                  </a:lnTo>
                  <a:lnTo>
                    <a:pt x="2766639" y="2598636"/>
                  </a:lnTo>
                  <a:lnTo>
                    <a:pt x="2766654" y="2669079"/>
                  </a:lnTo>
                  <a:lnTo>
                    <a:pt x="2766669" y="2739438"/>
                  </a:lnTo>
                  <a:lnTo>
                    <a:pt x="2766683" y="2809703"/>
                  </a:lnTo>
                  <a:lnTo>
                    <a:pt x="2766698" y="2879866"/>
                  </a:lnTo>
                  <a:lnTo>
                    <a:pt x="2766713" y="2949916"/>
                  </a:lnTo>
                  <a:lnTo>
                    <a:pt x="2766728" y="3019845"/>
                  </a:lnTo>
                  <a:lnTo>
                    <a:pt x="2766743" y="3089643"/>
                  </a:lnTo>
                  <a:lnTo>
                    <a:pt x="2766757" y="3159301"/>
                  </a:lnTo>
                  <a:lnTo>
                    <a:pt x="2766772" y="3228809"/>
                  </a:lnTo>
                  <a:lnTo>
                    <a:pt x="2766787" y="3298158"/>
                  </a:lnTo>
                  <a:lnTo>
                    <a:pt x="2766802" y="3367339"/>
                  </a:lnTo>
                  <a:lnTo>
                    <a:pt x="2766816" y="3436342"/>
                  </a:lnTo>
                  <a:lnTo>
                    <a:pt x="2766831" y="3505159"/>
                  </a:lnTo>
                  <a:lnTo>
                    <a:pt x="2766846" y="3573779"/>
                  </a:lnTo>
                  <a:lnTo>
                    <a:pt x="2766861" y="3642193"/>
                  </a:lnTo>
                  <a:lnTo>
                    <a:pt x="2766875" y="3710392"/>
                  </a:lnTo>
                  <a:lnTo>
                    <a:pt x="2766890" y="3778366"/>
                  </a:lnTo>
                  <a:lnTo>
                    <a:pt x="2766905" y="3846107"/>
                  </a:lnTo>
                  <a:lnTo>
                    <a:pt x="2766920" y="3913605"/>
                  </a:lnTo>
                  <a:lnTo>
                    <a:pt x="2766934" y="3980851"/>
                  </a:lnTo>
                  <a:lnTo>
                    <a:pt x="2766949" y="4047834"/>
                  </a:lnTo>
                  <a:lnTo>
                    <a:pt x="2766964" y="4114546"/>
                  </a:lnTo>
                  <a:lnTo>
                    <a:pt x="2766979" y="4180978"/>
                  </a:lnTo>
                  <a:lnTo>
                    <a:pt x="2766993" y="4247120"/>
                  </a:lnTo>
                  <a:lnTo>
                    <a:pt x="2767008" y="4312963"/>
                  </a:lnTo>
                  <a:lnTo>
                    <a:pt x="2767023" y="4378497"/>
                  </a:lnTo>
                  <a:lnTo>
                    <a:pt x="2767038" y="4443714"/>
                  </a:lnTo>
                  <a:lnTo>
                    <a:pt x="2767052" y="4508603"/>
                  </a:lnTo>
                  <a:lnTo>
                    <a:pt x="2767067" y="4573155"/>
                  </a:lnTo>
                  <a:lnTo>
                    <a:pt x="2767082" y="4637362"/>
                  </a:lnTo>
                  <a:lnTo>
                    <a:pt x="2767096" y="4701213"/>
                  </a:lnTo>
                  <a:lnTo>
                    <a:pt x="2767111" y="4764699"/>
                  </a:lnTo>
                  <a:lnTo>
                    <a:pt x="2767126" y="4827812"/>
                  </a:lnTo>
                  <a:lnTo>
                    <a:pt x="2767141" y="4890541"/>
                  </a:lnTo>
                  <a:lnTo>
                    <a:pt x="2767155" y="4952877"/>
                  </a:lnTo>
                  <a:lnTo>
                    <a:pt x="2767170" y="5014812"/>
                  </a:lnTo>
                  <a:lnTo>
                    <a:pt x="2767185" y="5076334"/>
                  </a:lnTo>
                  <a:lnTo>
                    <a:pt x="2767199" y="5137437"/>
                  </a:lnTo>
                  <a:lnTo>
                    <a:pt x="2767214" y="5198109"/>
                  </a:lnTo>
                  <a:lnTo>
                    <a:pt x="2767229" y="5258341"/>
                  </a:lnTo>
                  <a:lnTo>
                    <a:pt x="2767243" y="5318125"/>
                  </a:lnTo>
                  <a:lnTo>
                    <a:pt x="2767258" y="5377451"/>
                  </a:lnTo>
                  <a:lnTo>
                    <a:pt x="2767273" y="5436309"/>
                  </a:lnTo>
                  <a:lnTo>
                    <a:pt x="2767288" y="5494690"/>
                  </a:lnTo>
                  <a:lnTo>
                    <a:pt x="2767302" y="5552585"/>
                  </a:lnTo>
                  <a:lnTo>
                    <a:pt x="2767317" y="5609984"/>
                  </a:lnTo>
                  <a:lnTo>
                    <a:pt x="2767332" y="5666879"/>
                  </a:lnTo>
                  <a:lnTo>
                    <a:pt x="2767346" y="5723259"/>
                  </a:lnTo>
                  <a:lnTo>
                    <a:pt x="2767361" y="5779115"/>
                  </a:lnTo>
                  <a:lnTo>
                    <a:pt x="2767376" y="5834439"/>
                  </a:lnTo>
                  <a:lnTo>
                    <a:pt x="2767390" y="5889220"/>
                  </a:lnTo>
                  <a:lnTo>
                    <a:pt x="2767405" y="5943450"/>
                  </a:lnTo>
                  <a:lnTo>
                    <a:pt x="2767420" y="5997118"/>
                  </a:lnTo>
                  <a:lnTo>
                    <a:pt x="2767434" y="6050217"/>
                  </a:lnTo>
                  <a:lnTo>
                    <a:pt x="2767449" y="6102735"/>
                  </a:lnTo>
                  <a:lnTo>
                    <a:pt x="2767464" y="6154665"/>
                  </a:lnTo>
                  <a:lnTo>
                    <a:pt x="2767478" y="6205996"/>
                  </a:lnTo>
                  <a:lnTo>
                    <a:pt x="2767493" y="6256719"/>
                  </a:lnTo>
                  <a:lnTo>
                    <a:pt x="2767508" y="6306825"/>
                  </a:lnTo>
                  <a:lnTo>
                    <a:pt x="2767522" y="6356305"/>
                  </a:lnTo>
                  <a:lnTo>
                    <a:pt x="2767537" y="6405148"/>
                  </a:lnTo>
                  <a:lnTo>
                    <a:pt x="2767552" y="6453347"/>
                  </a:lnTo>
                  <a:lnTo>
                    <a:pt x="2767566" y="6500891"/>
                  </a:lnTo>
                  <a:lnTo>
                    <a:pt x="2767581" y="6547771"/>
                  </a:lnTo>
                  <a:lnTo>
                    <a:pt x="2767596" y="6593978"/>
                  </a:lnTo>
                  <a:lnTo>
                    <a:pt x="2767610" y="6639503"/>
                  </a:lnTo>
                  <a:lnTo>
                    <a:pt x="2767625" y="6684335"/>
                  </a:lnTo>
                  <a:lnTo>
                    <a:pt x="2767640" y="6728466"/>
                  </a:lnTo>
                  <a:lnTo>
                    <a:pt x="2767654" y="6771887"/>
                  </a:lnTo>
                  <a:lnTo>
                    <a:pt x="2767669" y="6814587"/>
                  </a:lnTo>
                  <a:lnTo>
                    <a:pt x="2767684" y="6856559"/>
                  </a:lnTo>
                  <a:lnTo>
                    <a:pt x="2767698" y="6897791"/>
                  </a:lnTo>
                  <a:lnTo>
                    <a:pt x="2767713" y="6938276"/>
                  </a:lnTo>
                  <a:lnTo>
                    <a:pt x="2767727" y="6978003"/>
                  </a:lnTo>
                  <a:lnTo>
                    <a:pt x="2767742" y="7016963"/>
                  </a:lnTo>
                  <a:lnTo>
                    <a:pt x="2767757" y="7055148"/>
                  </a:lnTo>
                  <a:lnTo>
                    <a:pt x="2767786" y="7129151"/>
                  </a:lnTo>
                  <a:lnTo>
                    <a:pt x="2767815" y="7199937"/>
                  </a:lnTo>
                  <a:lnTo>
                    <a:pt x="2767844" y="7267432"/>
                  </a:lnTo>
                  <a:lnTo>
                    <a:pt x="2767874" y="7331562"/>
                  </a:lnTo>
                  <a:lnTo>
                    <a:pt x="2767903" y="7392250"/>
                  </a:lnTo>
                  <a:lnTo>
                    <a:pt x="2767932" y="7449422"/>
                  </a:lnTo>
                  <a:lnTo>
                    <a:pt x="2767961" y="7503004"/>
                  </a:lnTo>
                  <a:lnTo>
                    <a:pt x="2767991" y="7552920"/>
                  </a:lnTo>
                  <a:lnTo>
                    <a:pt x="2768332" y="7612159"/>
                  </a:lnTo>
                  <a:lnTo>
                    <a:pt x="2768263" y="7641772"/>
                  </a:lnTo>
                  <a:lnTo>
                    <a:pt x="2764257" y="7720616"/>
                  </a:lnTo>
                  <a:lnTo>
                    <a:pt x="2757794" y="7768036"/>
                  </a:lnTo>
                  <a:lnTo>
                    <a:pt x="2748331" y="7813553"/>
                  </a:lnTo>
                  <a:lnTo>
                    <a:pt x="2735972" y="7857091"/>
                  </a:lnTo>
                  <a:lnTo>
                    <a:pt x="2720824" y="7898574"/>
                  </a:lnTo>
                  <a:lnTo>
                    <a:pt x="2702991" y="7937925"/>
                  </a:lnTo>
                  <a:lnTo>
                    <a:pt x="2682581" y="7975070"/>
                  </a:lnTo>
                  <a:lnTo>
                    <a:pt x="2659697" y="8009932"/>
                  </a:lnTo>
                  <a:lnTo>
                    <a:pt x="2634446" y="8042436"/>
                  </a:lnTo>
                  <a:lnTo>
                    <a:pt x="2606933" y="8072506"/>
                  </a:lnTo>
                  <a:lnTo>
                    <a:pt x="2577264" y="8100065"/>
                  </a:lnTo>
                  <a:lnTo>
                    <a:pt x="2545545" y="8125039"/>
                  </a:lnTo>
                  <a:lnTo>
                    <a:pt x="2511880" y="8147351"/>
                  </a:lnTo>
                  <a:lnTo>
                    <a:pt x="2476376" y="8166926"/>
                  </a:lnTo>
                  <a:lnTo>
                    <a:pt x="2439138" y="8183688"/>
                  </a:lnTo>
                  <a:lnTo>
                    <a:pt x="2400271" y="8197561"/>
                  </a:lnTo>
                  <a:lnTo>
                    <a:pt x="2359882" y="8208469"/>
                  </a:lnTo>
                  <a:lnTo>
                    <a:pt x="2318075" y="8216336"/>
                  </a:lnTo>
                  <a:lnTo>
                    <a:pt x="2274957" y="8221087"/>
                  </a:lnTo>
                  <a:lnTo>
                    <a:pt x="2230632" y="8222646"/>
                  </a:lnTo>
                  <a:lnTo>
                    <a:pt x="2185207" y="8220938"/>
                  </a:lnTo>
                  <a:lnTo>
                    <a:pt x="2138787" y="8215885"/>
                  </a:lnTo>
                  <a:lnTo>
                    <a:pt x="2091478" y="8207413"/>
                  </a:lnTo>
                  <a:lnTo>
                    <a:pt x="2043384" y="8195445"/>
                  </a:lnTo>
                  <a:lnTo>
                    <a:pt x="1995035" y="8179554"/>
                  </a:lnTo>
                  <a:lnTo>
                    <a:pt x="1948390" y="8160182"/>
                  </a:lnTo>
                  <a:lnTo>
                    <a:pt x="1903099" y="8137822"/>
                  </a:lnTo>
                  <a:lnTo>
                    <a:pt x="1858814" y="8112966"/>
                  </a:lnTo>
                  <a:lnTo>
                    <a:pt x="1815373" y="8087299"/>
                  </a:lnTo>
                  <a:lnTo>
                    <a:pt x="1771932" y="8061632"/>
                  </a:lnTo>
                  <a:lnTo>
                    <a:pt x="1728491" y="8035964"/>
                  </a:lnTo>
                  <a:lnTo>
                    <a:pt x="1685051" y="8010297"/>
                  </a:lnTo>
                  <a:lnTo>
                    <a:pt x="1641610" y="7984629"/>
                  </a:lnTo>
                  <a:lnTo>
                    <a:pt x="1598170" y="7958960"/>
                  </a:lnTo>
                  <a:lnTo>
                    <a:pt x="1554730" y="7933292"/>
                  </a:lnTo>
                  <a:lnTo>
                    <a:pt x="1511289" y="7907624"/>
                  </a:lnTo>
                  <a:lnTo>
                    <a:pt x="1467849" y="7881955"/>
                  </a:lnTo>
                  <a:lnTo>
                    <a:pt x="1424409" y="7856287"/>
                  </a:lnTo>
                  <a:lnTo>
                    <a:pt x="1380968" y="7830619"/>
                  </a:lnTo>
                  <a:lnTo>
                    <a:pt x="1337528" y="7804951"/>
                  </a:lnTo>
                  <a:lnTo>
                    <a:pt x="1294087" y="7779283"/>
                  </a:lnTo>
                  <a:lnTo>
                    <a:pt x="1250647" y="7753615"/>
                  </a:lnTo>
                  <a:lnTo>
                    <a:pt x="1207206" y="7727947"/>
                  </a:lnTo>
                  <a:lnTo>
                    <a:pt x="1163765" y="7702280"/>
                  </a:lnTo>
                  <a:lnTo>
                    <a:pt x="1120323" y="7676614"/>
                  </a:lnTo>
                  <a:lnTo>
                    <a:pt x="1076881" y="7650947"/>
                  </a:lnTo>
                  <a:lnTo>
                    <a:pt x="1033440" y="7625282"/>
                  </a:lnTo>
                  <a:lnTo>
                    <a:pt x="989997" y="7599617"/>
                  </a:lnTo>
                  <a:lnTo>
                    <a:pt x="946555" y="7573952"/>
                  </a:lnTo>
                  <a:lnTo>
                    <a:pt x="903111" y="7548288"/>
                  </a:lnTo>
                  <a:lnTo>
                    <a:pt x="859668" y="7522625"/>
                  </a:lnTo>
                  <a:lnTo>
                    <a:pt x="816224" y="7496962"/>
                  </a:lnTo>
                  <a:lnTo>
                    <a:pt x="772780" y="7471301"/>
                  </a:lnTo>
                  <a:lnTo>
                    <a:pt x="729335" y="7445640"/>
                  </a:lnTo>
                  <a:lnTo>
                    <a:pt x="685889" y="7419980"/>
                  </a:lnTo>
                  <a:lnTo>
                    <a:pt x="642443" y="7394321"/>
                  </a:lnTo>
                  <a:lnTo>
                    <a:pt x="598996" y="7368663"/>
                  </a:lnTo>
                  <a:lnTo>
                    <a:pt x="555549" y="7343007"/>
                  </a:lnTo>
                  <a:lnTo>
                    <a:pt x="512101" y="7317351"/>
                  </a:lnTo>
                  <a:lnTo>
                    <a:pt x="468652" y="7291696"/>
                  </a:lnTo>
                  <a:lnTo>
                    <a:pt x="425203" y="7266043"/>
                  </a:lnTo>
                  <a:lnTo>
                    <a:pt x="381753" y="7240391"/>
                  </a:lnTo>
                  <a:lnTo>
                    <a:pt x="338302" y="7214740"/>
                  </a:lnTo>
                  <a:lnTo>
                    <a:pt x="294850" y="7189091"/>
                  </a:lnTo>
                  <a:lnTo>
                    <a:pt x="251397" y="7163443"/>
                  </a:lnTo>
                  <a:lnTo>
                    <a:pt x="207944" y="7137796"/>
                  </a:lnTo>
                  <a:lnTo>
                    <a:pt x="164489" y="7112152"/>
                  </a:lnTo>
                  <a:lnTo>
                    <a:pt x="121034" y="7086508"/>
                  </a:lnTo>
                  <a:lnTo>
                    <a:pt x="77578" y="7060867"/>
                  </a:lnTo>
                  <a:lnTo>
                    <a:pt x="34120" y="7035227"/>
                  </a:lnTo>
                  <a:lnTo>
                    <a:pt x="0" y="7015097"/>
                  </a:lnTo>
                </a:path>
              </a:pathLst>
            </a:custGeom>
            <a:ln w="31412">
              <a:solidFill>
                <a:srgbClr val="6B8285"/>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0" y="0"/>
              <a:ext cx="1915160" cy="6462395"/>
            </a:xfrm>
            <a:custGeom>
              <a:avLst/>
              <a:gdLst/>
              <a:ahLst/>
              <a:cxnLst/>
              <a:rect l="l" t="t" r="r" b="b"/>
              <a:pathLst>
                <a:path w="1915160" h="6462395">
                  <a:moveTo>
                    <a:pt x="1912749" y="0"/>
                  </a:moveTo>
                  <a:lnTo>
                    <a:pt x="1912762" y="60094"/>
                  </a:lnTo>
                  <a:lnTo>
                    <a:pt x="1912777" y="130845"/>
                  </a:lnTo>
                  <a:lnTo>
                    <a:pt x="1912792" y="201616"/>
                  </a:lnTo>
                  <a:lnTo>
                    <a:pt x="1912806" y="272396"/>
                  </a:lnTo>
                  <a:lnTo>
                    <a:pt x="1912821" y="343175"/>
                  </a:lnTo>
                  <a:lnTo>
                    <a:pt x="1912836" y="413946"/>
                  </a:lnTo>
                  <a:lnTo>
                    <a:pt x="1912851" y="484697"/>
                  </a:lnTo>
                  <a:lnTo>
                    <a:pt x="1912866" y="555421"/>
                  </a:lnTo>
                  <a:lnTo>
                    <a:pt x="1912880" y="626107"/>
                  </a:lnTo>
                  <a:lnTo>
                    <a:pt x="1912895" y="696747"/>
                  </a:lnTo>
                  <a:lnTo>
                    <a:pt x="1912910" y="767330"/>
                  </a:lnTo>
                  <a:lnTo>
                    <a:pt x="1912925" y="837848"/>
                  </a:lnTo>
                  <a:lnTo>
                    <a:pt x="1912940" y="908291"/>
                  </a:lnTo>
                  <a:lnTo>
                    <a:pt x="1912954" y="978650"/>
                  </a:lnTo>
                  <a:lnTo>
                    <a:pt x="1912969" y="1048916"/>
                  </a:lnTo>
                  <a:lnTo>
                    <a:pt x="1912984" y="1119079"/>
                  </a:lnTo>
                  <a:lnTo>
                    <a:pt x="1912999" y="1189129"/>
                  </a:lnTo>
                  <a:lnTo>
                    <a:pt x="1913013" y="1259058"/>
                  </a:lnTo>
                  <a:lnTo>
                    <a:pt x="1913028" y="1328856"/>
                  </a:lnTo>
                  <a:lnTo>
                    <a:pt x="1913043" y="1398514"/>
                  </a:lnTo>
                  <a:lnTo>
                    <a:pt x="1913058" y="1468022"/>
                  </a:lnTo>
                  <a:lnTo>
                    <a:pt x="1913073" y="1537371"/>
                  </a:lnTo>
                  <a:lnTo>
                    <a:pt x="1913087" y="1606552"/>
                  </a:lnTo>
                  <a:lnTo>
                    <a:pt x="1913102" y="1675555"/>
                  </a:lnTo>
                  <a:lnTo>
                    <a:pt x="1913117" y="1744371"/>
                  </a:lnTo>
                  <a:lnTo>
                    <a:pt x="1913132" y="1812991"/>
                  </a:lnTo>
                  <a:lnTo>
                    <a:pt x="1913146" y="1881405"/>
                  </a:lnTo>
                  <a:lnTo>
                    <a:pt x="1913161" y="1949604"/>
                  </a:lnTo>
                  <a:lnTo>
                    <a:pt x="1913176" y="2017579"/>
                  </a:lnTo>
                  <a:lnTo>
                    <a:pt x="1913191" y="2085320"/>
                  </a:lnTo>
                  <a:lnTo>
                    <a:pt x="1913205" y="2152817"/>
                  </a:lnTo>
                  <a:lnTo>
                    <a:pt x="1913220" y="2220063"/>
                  </a:lnTo>
                  <a:lnTo>
                    <a:pt x="1913235" y="2287046"/>
                  </a:lnTo>
                  <a:lnTo>
                    <a:pt x="1913250" y="2353759"/>
                  </a:lnTo>
                  <a:lnTo>
                    <a:pt x="1913264" y="2420190"/>
                  </a:lnTo>
                  <a:lnTo>
                    <a:pt x="1913279" y="2486332"/>
                  </a:lnTo>
                  <a:lnTo>
                    <a:pt x="1913294" y="2552175"/>
                  </a:lnTo>
                  <a:lnTo>
                    <a:pt x="1913308" y="2617709"/>
                  </a:lnTo>
                  <a:lnTo>
                    <a:pt x="1913323" y="2682926"/>
                  </a:lnTo>
                  <a:lnTo>
                    <a:pt x="1913338" y="2747815"/>
                  </a:lnTo>
                  <a:lnTo>
                    <a:pt x="1913353" y="2812367"/>
                  </a:lnTo>
                  <a:lnTo>
                    <a:pt x="1913367" y="2876574"/>
                  </a:lnTo>
                  <a:lnTo>
                    <a:pt x="1913382" y="2940425"/>
                  </a:lnTo>
                  <a:lnTo>
                    <a:pt x="1913397" y="3003911"/>
                  </a:lnTo>
                  <a:lnTo>
                    <a:pt x="1913411" y="3067024"/>
                  </a:lnTo>
                  <a:lnTo>
                    <a:pt x="1913426" y="3129753"/>
                  </a:lnTo>
                  <a:lnTo>
                    <a:pt x="1913441" y="3192089"/>
                  </a:lnTo>
                  <a:lnTo>
                    <a:pt x="1913456" y="3254024"/>
                  </a:lnTo>
                  <a:lnTo>
                    <a:pt x="1913470" y="3315546"/>
                  </a:lnTo>
                  <a:lnTo>
                    <a:pt x="1913485" y="3376649"/>
                  </a:lnTo>
                  <a:lnTo>
                    <a:pt x="1913500" y="3437321"/>
                  </a:lnTo>
                  <a:lnTo>
                    <a:pt x="1913514" y="3497553"/>
                  </a:lnTo>
                  <a:lnTo>
                    <a:pt x="1913529" y="3557337"/>
                  </a:lnTo>
                  <a:lnTo>
                    <a:pt x="1913544" y="3616662"/>
                  </a:lnTo>
                  <a:lnTo>
                    <a:pt x="1913559" y="3675520"/>
                  </a:lnTo>
                  <a:lnTo>
                    <a:pt x="1913573" y="3733902"/>
                  </a:lnTo>
                  <a:lnTo>
                    <a:pt x="1913588" y="3791797"/>
                  </a:lnTo>
                  <a:lnTo>
                    <a:pt x="1913603" y="3849196"/>
                  </a:lnTo>
                  <a:lnTo>
                    <a:pt x="1913617" y="3906090"/>
                  </a:lnTo>
                  <a:lnTo>
                    <a:pt x="1913632" y="3962471"/>
                  </a:lnTo>
                  <a:lnTo>
                    <a:pt x="1913647" y="4018327"/>
                  </a:lnTo>
                  <a:lnTo>
                    <a:pt x="1913661" y="4073651"/>
                  </a:lnTo>
                  <a:lnTo>
                    <a:pt x="1913676" y="4128432"/>
                  </a:lnTo>
                  <a:lnTo>
                    <a:pt x="1913691" y="4182662"/>
                  </a:lnTo>
                  <a:lnTo>
                    <a:pt x="1913705" y="4236330"/>
                  </a:lnTo>
                  <a:lnTo>
                    <a:pt x="1913720" y="4289428"/>
                  </a:lnTo>
                  <a:lnTo>
                    <a:pt x="1913735" y="4341947"/>
                  </a:lnTo>
                  <a:lnTo>
                    <a:pt x="1913749" y="4393876"/>
                  </a:lnTo>
                  <a:lnTo>
                    <a:pt x="1913764" y="4445207"/>
                  </a:lnTo>
                  <a:lnTo>
                    <a:pt x="1913779" y="4495931"/>
                  </a:lnTo>
                  <a:lnTo>
                    <a:pt x="1913793" y="4546037"/>
                  </a:lnTo>
                  <a:lnTo>
                    <a:pt x="1913808" y="4595516"/>
                  </a:lnTo>
                  <a:lnTo>
                    <a:pt x="1913823" y="4644360"/>
                  </a:lnTo>
                  <a:lnTo>
                    <a:pt x="1913837" y="4692559"/>
                  </a:lnTo>
                  <a:lnTo>
                    <a:pt x="1913852" y="4740103"/>
                  </a:lnTo>
                  <a:lnTo>
                    <a:pt x="1913867" y="4786983"/>
                  </a:lnTo>
                  <a:lnTo>
                    <a:pt x="1913881" y="4833190"/>
                  </a:lnTo>
                  <a:lnTo>
                    <a:pt x="1913896" y="4878714"/>
                  </a:lnTo>
                  <a:lnTo>
                    <a:pt x="1913911" y="4923547"/>
                  </a:lnTo>
                  <a:lnTo>
                    <a:pt x="1913925" y="4967678"/>
                  </a:lnTo>
                  <a:lnTo>
                    <a:pt x="1913940" y="5011099"/>
                  </a:lnTo>
                  <a:lnTo>
                    <a:pt x="1913955" y="5053799"/>
                  </a:lnTo>
                  <a:lnTo>
                    <a:pt x="1913969" y="5095770"/>
                  </a:lnTo>
                  <a:lnTo>
                    <a:pt x="1913984" y="5137003"/>
                  </a:lnTo>
                  <a:lnTo>
                    <a:pt x="1913998" y="5177488"/>
                  </a:lnTo>
                  <a:lnTo>
                    <a:pt x="1914013" y="5217215"/>
                  </a:lnTo>
                  <a:lnTo>
                    <a:pt x="1914028" y="5256175"/>
                  </a:lnTo>
                  <a:lnTo>
                    <a:pt x="1914042" y="5294359"/>
                  </a:lnTo>
                  <a:lnTo>
                    <a:pt x="1914072" y="5368363"/>
                  </a:lnTo>
                  <a:lnTo>
                    <a:pt x="1914101" y="5439149"/>
                  </a:lnTo>
                  <a:lnTo>
                    <a:pt x="1914130" y="5506644"/>
                  </a:lnTo>
                  <a:lnTo>
                    <a:pt x="1914159" y="5570773"/>
                  </a:lnTo>
                  <a:lnTo>
                    <a:pt x="1914189" y="5631461"/>
                  </a:lnTo>
                  <a:lnTo>
                    <a:pt x="1914218" y="5688634"/>
                  </a:lnTo>
                  <a:lnTo>
                    <a:pt x="1914247" y="5742216"/>
                  </a:lnTo>
                  <a:lnTo>
                    <a:pt x="1914276" y="5792132"/>
                  </a:lnTo>
                  <a:lnTo>
                    <a:pt x="1914618" y="5851375"/>
                  </a:lnTo>
                  <a:lnTo>
                    <a:pt x="1914549" y="5880988"/>
                  </a:lnTo>
                  <a:lnTo>
                    <a:pt x="1910543" y="5959827"/>
                  </a:lnTo>
                  <a:lnTo>
                    <a:pt x="1904080" y="6007248"/>
                  </a:lnTo>
                  <a:lnTo>
                    <a:pt x="1894616" y="6052765"/>
                  </a:lnTo>
                  <a:lnTo>
                    <a:pt x="1882258" y="6096303"/>
                  </a:lnTo>
                  <a:lnTo>
                    <a:pt x="1867109" y="6137785"/>
                  </a:lnTo>
                  <a:lnTo>
                    <a:pt x="1849277" y="6177137"/>
                  </a:lnTo>
                  <a:lnTo>
                    <a:pt x="1828866" y="6214282"/>
                  </a:lnTo>
                  <a:lnTo>
                    <a:pt x="1805983" y="6249144"/>
                  </a:lnTo>
                  <a:lnTo>
                    <a:pt x="1780732" y="6281648"/>
                  </a:lnTo>
                  <a:lnTo>
                    <a:pt x="1753219" y="6311717"/>
                  </a:lnTo>
                  <a:lnTo>
                    <a:pt x="1723550" y="6339277"/>
                  </a:lnTo>
                  <a:lnTo>
                    <a:pt x="1691830" y="6364251"/>
                  </a:lnTo>
                  <a:lnTo>
                    <a:pt x="1658166" y="6386563"/>
                  </a:lnTo>
                  <a:lnTo>
                    <a:pt x="1622661" y="6406138"/>
                  </a:lnTo>
                  <a:lnTo>
                    <a:pt x="1585423" y="6422900"/>
                  </a:lnTo>
                  <a:lnTo>
                    <a:pt x="1546557" y="6436772"/>
                  </a:lnTo>
                  <a:lnTo>
                    <a:pt x="1506167" y="6447680"/>
                  </a:lnTo>
                  <a:lnTo>
                    <a:pt x="1464361" y="6455548"/>
                  </a:lnTo>
                  <a:lnTo>
                    <a:pt x="1421242" y="6460299"/>
                  </a:lnTo>
                  <a:lnTo>
                    <a:pt x="1376918" y="6461858"/>
                  </a:lnTo>
                  <a:lnTo>
                    <a:pt x="1331493" y="6460149"/>
                  </a:lnTo>
                  <a:lnTo>
                    <a:pt x="1285073" y="6455097"/>
                  </a:lnTo>
                  <a:lnTo>
                    <a:pt x="1237763" y="6446624"/>
                  </a:lnTo>
                  <a:lnTo>
                    <a:pt x="1189670" y="6434657"/>
                  </a:lnTo>
                  <a:lnTo>
                    <a:pt x="1141321" y="6418766"/>
                  </a:lnTo>
                  <a:lnTo>
                    <a:pt x="1094676" y="6399394"/>
                  </a:lnTo>
                  <a:lnTo>
                    <a:pt x="1049385" y="6377033"/>
                  </a:lnTo>
                  <a:lnTo>
                    <a:pt x="1005100" y="6352178"/>
                  </a:lnTo>
                  <a:lnTo>
                    <a:pt x="961659" y="6326511"/>
                  </a:lnTo>
                  <a:lnTo>
                    <a:pt x="918218" y="6300844"/>
                  </a:lnTo>
                  <a:lnTo>
                    <a:pt x="874777" y="6275176"/>
                  </a:lnTo>
                  <a:lnTo>
                    <a:pt x="831337" y="6249508"/>
                  </a:lnTo>
                  <a:lnTo>
                    <a:pt x="787896" y="6223840"/>
                  </a:lnTo>
                  <a:lnTo>
                    <a:pt x="744456" y="6198172"/>
                  </a:lnTo>
                  <a:lnTo>
                    <a:pt x="701015" y="6172504"/>
                  </a:lnTo>
                  <a:lnTo>
                    <a:pt x="657575" y="6146835"/>
                  </a:lnTo>
                  <a:lnTo>
                    <a:pt x="614135" y="6121167"/>
                  </a:lnTo>
                  <a:lnTo>
                    <a:pt x="570695" y="6095499"/>
                  </a:lnTo>
                  <a:lnTo>
                    <a:pt x="527254" y="6069830"/>
                  </a:lnTo>
                  <a:lnTo>
                    <a:pt x="483814" y="6044162"/>
                  </a:lnTo>
                  <a:lnTo>
                    <a:pt x="440373" y="6018494"/>
                  </a:lnTo>
                  <a:lnTo>
                    <a:pt x="396932" y="5992827"/>
                  </a:lnTo>
                  <a:lnTo>
                    <a:pt x="353491" y="5967159"/>
                  </a:lnTo>
                  <a:lnTo>
                    <a:pt x="310050" y="5941492"/>
                  </a:lnTo>
                  <a:lnTo>
                    <a:pt x="266609" y="5915825"/>
                  </a:lnTo>
                  <a:lnTo>
                    <a:pt x="223167" y="5890159"/>
                  </a:lnTo>
                  <a:lnTo>
                    <a:pt x="179725" y="5864493"/>
                  </a:lnTo>
                  <a:lnTo>
                    <a:pt x="136283" y="5838828"/>
                  </a:lnTo>
                  <a:lnTo>
                    <a:pt x="92840" y="5813164"/>
                  </a:lnTo>
                  <a:lnTo>
                    <a:pt x="49397" y="5787500"/>
                  </a:lnTo>
                  <a:lnTo>
                    <a:pt x="5954" y="5761837"/>
                  </a:lnTo>
                  <a:lnTo>
                    <a:pt x="0" y="5758320"/>
                  </a:lnTo>
                </a:path>
              </a:pathLst>
            </a:custGeom>
            <a:ln w="31412">
              <a:solidFill>
                <a:srgbClr val="6B8285"/>
              </a:solidFill>
            </a:ln>
          </p:spPr>
          <p:txBody>
            <a:bodyPr wrap="square" lIns="0" tIns="0" rIns="0" bIns="0" rtlCol="0"/>
            <a:lstStyle/>
            <a:p>
              <a:pPr defTabSz="554492"/>
              <a:endParaRPr sz="1092" kern="0">
                <a:solidFill>
                  <a:sysClr val="windowText" lastClr="000000"/>
                </a:solidFill>
              </a:endParaRPr>
            </a:p>
          </p:txBody>
        </p:sp>
        <p:sp>
          <p:nvSpPr>
            <p:cNvPr id="10" name="object 10"/>
            <p:cNvSpPr/>
            <p:nvPr/>
          </p:nvSpPr>
          <p:spPr>
            <a:xfrm>
              <a:off x="0" y="0"/>
              <a:ext cx="3796665" cy="10078720"/>
            </a:xfrm>
            <a:custGeom>
              <a:avLst/>
              <a:gdLst/>
              <a:ahLst/>
              <a:cxnLst/>
              <a:rect l="l" t="t" r="r" b="b"/>
              <a:pathLst>
                <a:path w="3796665" h="10078720">
                  <a:moveTo>
                    <a:pt x="3793189" y="0"/>
                  </a:moveTo>
                  <a:lnTo>
                    <a:pt x="3793216" y="100330"/>
                  </a:lnTo>
                  <a:lnTo>
                    <a:pt x="3793234" y="164573"/>
                  </a:lnTo>
                  <a:lnTo>
                    <a:pt x="3793251" y="229245"/>
                  </a:lnTo>
                  <a:lnTo>
                    <a:pt x="3793268" y="294338"/>
                  </a:lnTo>
                  <a:lnTo>
                    <a:pt x="3793285" y="359843"/>
                  </a:lnTo>
                  <a:lnTo>
                    <a:pt x="3793302" y="425749"/>
                  </a:lnTo>
                  <a:lnTo>
                    <a:pt x="3793319" y="492049"/>
                  </a:lnTo>
                  <a:lnTo>
                    <a:pt x="3793336" y="558731"/>
                  </a:lnTo>
                  <a:lnTo>
                    <a:pt x="3793353" y="625788"/>
                  </a:lnTo>
                  <a:lnTo>
                    <a:pt x="3793370" y="693209"/>
                  </a:lnTo>
                  <a:lnTo>
                    <a:pt x="3793388" y="760986"/>
                  </a:lnTo>
                  <a:lnTo>
                    <a:pt x="3793405" y="829109"/>
                  </a:lnTo>
                  <a:lnTo>
                    <a:pt x="3793422" y="897568"/>
                  </a:lnTo>
                  <a:lnTo>
                    <a:pt x="3793439" y="966354"/>
                  </a:lnTo>
                  <a:lnTo>
                    <a:pt x="3793456" y="1035459"/>
                  </a:lnTo>
                  <a:lnTo>
                    <a:pt x="3793473" y="1104872"/>
                  </a:lnTo>
                  <a:lnTo>
                    <a:pt x="3793490" y="1174584"/>
                  </a:lnTo>
                  <a:lnTo>
                    <a:pt x="3793507" y="1244586"/>
                  </a:lnTo>
                  <a:lnTo>
                    <a:pt x="3793524" y="1314869"/>
                  </a:lnTo>
                  <a:lnTo>
                    <a:pt x="3793541" y="1385423"/>
                  </a:lnTo>
                  <a:lnTo>
                    <a:pt x="3793558" y="1456238"/>
                  </a:lnTo>
                  <a:lnTo>
                    <a:pt x="3793575" y="1527306"/>
                  </a:lnTo>
                  <a:lnTo>
                    <a:pt x="3793592" y="1598617"/>
                  </a:lnTo>
                  <a:lnTo>
                    <a:pt x="3793610" y="1670162"/>
                  </a:lnTo>
                  <a:lnTo>
                    <a:pt x="3793627" y="1741931"/>
                  </a:lnTo>
                  <a:lnTo>
                    <a:pt x="3793644" y="1813916"/>
                  </a:lnTo>
                  <a:lnTo>
                    <a:pt x="3793661" y="1886106"/>
                  </a:lnTo>
                  <a:lnTo>
                    <a:pt x="3793678" y="1958492"/>
                  </a:lnTo>
                  <a:lnTo>
                    <a:pt x="3793695" y="2031066"/>
                  </a:lnTo>
                  <a:lnTo>
                    <a:pt x="3793712" y="2103817"/>
                  </a:lnTo>
                  <a:lnTo>
                    <a:pt x="3793729" y="2176736"/>
                  </a:lnTo>
                  <a:lnTo>
                    <a:pt x="3793746" y="2249814"/>
                  </a:lnTo>
                  <a:lnTo>
                    <a:pt x="3793763" y="2323042"/>
                  </a:lnTo>
                  <a:lnTo>
                    <a:pt x="3793780" y="2396411"/>
                  </a:lnTo>
                  <a:lnTo>
                    <a:pt x="3793797" y="2469910"/>
                  </a:lnTo>
                  <a:lnTo>
                    <a:pt x="3793814" y="2543530"/>
                  </a:lnTo>
                  <a:lnTo>
                    <a:pt x="3793831" y="2617263"/>
                  </a:lnTo>
                  <a:lnTo>
                    <a:pt x="3793848" y="2691099"/>
                  </a:lnTo>
                  <a:lnTo>
                    <a:pt x="3793865" y="2765028"/>
                  </a:lnTo>
                  <a:lnTo>
                    <a:pt x="3793882" y="2839042"/>
                  </a:lnTo>
                  <a:lnTo>
                    <a:pt x="3793899" y="2913130"/>
                  </a:lnTo>
                  <a:lnTo>
                    <a:pt x="3793916" y="2987283"/>
                  </a:lnTo>
                  <a:lnTo>
                    <a:pt x="3793933" y="3061493"/>
                  </a:lnTo>
                  <a:lnTo>
                    <a:pt x="3793950" y="3135750"/>
                  </a:lnTo>
                  <a:lnTo>
                    <a:pt x="3793967" y="3210044"/>
                  </a:lnTo>
                  <a:lnTo>
                    <a:pt x="3793984" y="3284366"/>
                  </a:lnTo>
                  <a:lnTo>
                    <a:pt x="3794001" y="3358706"/>
                  </a:lnTo>
                  <a:lnTo>
                    <a:pt x="3794018" y="3433056"/>
                  </a:lnTo>
                  <a:lnTo>
                    <a:pt x="3794035" y="3507406"/>
                  </a:lnTo>
                  <a:lnTo>
                    <a:pt x="3794052" y="3581747"/>
                  </a:lnTo>
                  <a:lnTo>
                    <a:pt x="3794069" y="3656069"/>
                  </a:lnTo>
                  <a:lnTo>
                    <a:pt x="3794086" y="3730363"/>
                  </a:lnTo>
                  <a:lnTo>
                    <a:pt x="3794103" y="3804619"/>
                  </a:lnTo>
                  <a:lnTo>
                    <a:pt x="3794120" y="3878829"/>
                  </a:lnTo>
                  <a:lnTo>
                    <a:pt x="3794137" y="3952983"/>
                  </a:lnTo>
                  <a:lnTo>
                    <a:pt x="3794154" y="4027071"/>
                  </a:lnTo>
                  <a:lnTo>
                    <a:pt x="3794171" y="4101084"/>
                  </a:lnTo>
                  <a:lnTo>
                    <a:pt x="3794188" y="4175013"/>
                  </a:lnTo>
                  <a:lnTo>
                    <a:pt x="3794205" y="4248849"/>
                  </a:lnTo>
                  <a:lnTo>
                    <a:pt x="3794222" y="4322582"/>
                  </a:lnTo>
                  <a:lnTo>
                    <a:pt x="3794239" y="4396203"/>
                  </a:lnTo>
                  <a:lnTo>
                    <a:pt x="3794256" y="4469702"/>
                  </a:lnTo>
                  <a:lnTo>
                    <a:pt x="3794273" y="4543070"/>
                  </a:lnTo>
                  <a:lnTo>
                    <a:pt x="3794290" y="4616298"/>
                  </a:lnTo>
                  <a:lnTo>
                    <a:pt x="3794307" y="4689376"/>
                  </a:lnTo>
                  <a:lnTo>
                    <a:pt x="3794324" y="4762296"/>
                  </a:lnTo>
                  <a:lnTo>
                    <a:pt x="3794341" y="4835047"/>
                  </a:lnTo>
                  <a:lnTo>
                    <a:pt x="3794358" y="4907620"/>
                  </a:lnTo>
                  <a:lnTo>
                    <a:pt x="3794375" y="4980007"/>
                  </a:lnTo>
                  <a:lnTo>
                    <a:pt x="3794392" y="5052197"/>
                  </a:lnTo>
                  <a:lnTo>
                    <a:pt x="3794409" y="5124181"/>
                  </a:lnTo>
                  <a:lnTo>
                    <a:pt x="3794426" y="5195950"/>
                  </a:lnTo>
                  <a:lnTo>
                    <a:pt x="3794443" y="5267495"/>
                  </a:lnTo>
                  <a:lnTo>
                    <a:pt x="3794460" y="5338806"/>
                  </a:lnTo>
                  <a:lnTo>
                    <a:pt x="3794477" y="5409874"/>
                  </a:lnTo>
                  <a:lnTo>
                    <a:pt x="3794493" y="5480690"/>
                  </a:lnTo>
                  <a:lnTo>
                    <a:pt x="3794510" y="5551244"/>
                  </a:lnTo>
                  <a:lnTo>
                    <a:pt x="3794527" y="5621526"/>
                  </a:lnTo>
                  <a:lnTo>
                    <a:pt x="3794544" y="5691528"/>
                  </a:lnTo>
                  <a:lnTo>
                    <a:pt x="3794561" y="5761240"/>
                  </a:lnTo>
                  <a:lnTo>
                    <a:pt x="3794578" y="5830653"/>
                  </a:lnTo>
                  <a:lnTo>
                    <a:pt x="3794595" y="5899758"/>
                  </a:lnTo>
                  <a:lnTo>
                    <a:pt x="3794612" y="5968544"/>
                  </a:lnTo>
                  <a:lnTo>
                    <a:pt x="3794629" y="6037004"/>
                  </a:lnTo>
                  <a:lnTo>
                    <a:pt x="3794646" y="6105126"/>
                  </a:lnTo>
                  <a:lnTo>
                    <a:pt x="3794663" y="6172903"/>
                  </a:lnTo>
                  <a:lnTo>
                    <a:pt x="3794680" y="6240324"/>
                  </a:lnTo>
                  <a:lnTo>
                    <a:pt x="3794697" y="6307381"/>
                  </a:lnTo>
                  <a:lnTo>
                    <a:pt x="3794713" y="6374064"/>
                  </a:lnTo>
                  <a:lnTo>
                    <a:pt x="3794730" y="6440363"/>
                  </a:lnTo>
                  <a:lnTo>
                    <a:pt x="3794747" y="6506270"/>
                  </a:lnTo>
                  <a:lnTo>
                    <a:pt x="3794764" y="6571774"/>
                  </a:lnTo>
                  <a:lnTo>
                    <a:pt x="3794781" y="6636867"/>
                  </a:lnTo>
                  <a:lnTo>
                    <a:pt x="3794798" y="6701540"/>
                  </a:lnTo>
                  <a:lnTo>
                    <a:pt x="3794815" y="6765782"/>
                  </a:lnTo>
                  <a:lnTo>
                    <a:pt x="3794832" y="6829585"/>
                  </a:lnTo>
                  <a:lnTo>
                    <a:pt x="3794849" y="6892939"/>
                  </a:lnTo>
                  <a:lnTo>
                    <a:pt x="3794866" y="6955834"/>
                  </a:lnTo>
                  <a:lnTo>
                    <a:pt x="3794883" y="7018263"/>
                  </a:lnTo>
                  <a:lnTo>
                    <a:pt x="3794899" y="7080214"/>
                  </a:lnTo>
                  <a:lnTo>
                    <a:pt x="3794916" y="7141679"/>
                  </a:lnTo>
                  <a:lnTo>
                    <a:pt x="3794933" y="7202649"/>
                  </a:lnTo>
                  <a:lnTo>
                    <a:pt x="3794950" y="7263113"/>
                  </a:lnTo>
                  <a:lnTo>
                    <a:pt x="3794967" y="7323064"/>
                  </a:lnTo>
                  <a:lnTo>
                    <a:pt x="3794984" y="7382491"/>
                  </a:lnTo>
                  <a:lnTo>
                    <a:pt x="3795001" y="7441384"/>
                  </a:lnTo>
                  <a:lnTo>
                    <a:pt x="3795018" y="7499736"/>
                  </a:lnTo>
                  <a:lnTo>
                    <a:pt x="3795034" y="7557536"/>
                  </a:lnTo>
                  <a:lnTo>
                    <a:pt x="3795051" y="7614775"/>
                  </a:lnTo>
                  <a:lnTo>
                    <a:pt x="3795068" y="7671443"/>
                  </a:lnTo>
                  <a:lnTo>
                    <a:pt x="3795085" y="7727532"/>
                  </a:lnTo>
                  <a:lnTo>
                    <a:pt x="3795102" y="7783031"/>
                  </a:lnTo>
                  <a:lnTo>
                    <a:pt x="3795119" y="7837933"/>
                  </a:lnTo>
                  <a:lnTo>
                    <a:pt x="3795136" y="7892226"/>
                  </a:lnTo>
                  <a:lnTo>
                    <a:pt x="3795153" y="7945902"/>
                  </a:lnTo>
                  <a:lnTo>
                    <a:pt x="3795169" y="7998952"/>
                  </a:lnTo>
                  <a:lnTo>
                    <a:pt x="3795186" y="8051366"/>
                  </a:lnTo>
                  <a:lnTo>
                    <a:pt x="3795203" y="8103135"/>
                  </a:lnTo>
                  <a:lnTo>
                    <a:pt x="3795220" y="8154249"/>
                  </a:lnTo>
                  <a:lnTo>
                    <a:pt x="3795237" y="8204700"/>
                  </a:lnTo>
                  <a:lnTo>
                    <a:pt x="3795254" y="8254477"/>
                  </a:lnTo>
                  <a:lnTo>
                    <a:pt x="3795271" y="8303571"/>
                  </a:lnTo>
                  <a:lnTo>
                    <a:pt x="3795287" y="8351974"/>
                  </a:lnTo>
                  <a:lnTo>
                    <a:pt x="3795304" y="8399675"/>
                  </a:lnTo>
                  <a:lnTo>
                    <a:pt x="3795321" y="8446666"/>
                  </a:lnTo>
                  <a:lnTo>
                    <a:pt x="3795338" y="8492937"/>
                  </a:lnTo>
                  <a:lnTo>
                    <a:pt x="3795355" y="8538478"/>
                  </a:lnTo>
                  <a:lnTo>
                    <a:pt x="3795372" y="8583281"/>
                  </a:lnTo>
                  <a:lnTo>
                    <a:pt x="3795388" y="8627336"/>
                  </a:lnTo>
                  <a:lnTo>
                    <a:pt x="3795405" y="8670633"/>
                  </a:lnTo>
                  <a:lnTo>
                    <a:pt x="3795422" y="8713164"/>
                  </a:lnTo>
                  <a:lnTo>
                    <a:pt x="3795439" y="8754919"/>
                  </a:lnTo>
                  <a:lnTo>
                    <a:pt x="3795456" y="8795888"/>
                  </a:lnTo>
                  <a:lnTo>
                    <a:pt x="3795473" y="8836062"/>
                  </a:lnTo>
                  <a:lnTo>
                    <a:pt x="3795489" y="8875432"/>
                  </a:lnTo>
                  <a:lnTo>
                    <a:pt x="3795506" y="8913989"/>
                  </a:lnTo>
                  <a:lnTo>
                    <a:pt x="3795540" y="8988625"/>
                  </a:lnTo>
                  <a:lnTo>
                    <a:pt x="3795574" y="9059894"/>
                  </a:lnTo>
                  <a:lnTo>
                    <a:pt x="3795607" y="9127723"/>
                  </a:lnTo>
                  <a:lnTo>
                    <a:pt x="3795641" y="9192035"/>
                  </a:lnTo>
                  <a:lnTo>
                    <a:pt x="3795674" y="9252758"/>
                  </a:lnTo>
                  <a:lnTo>
                    <a:pt x="3795708" y="9309814"/>
                  </a:lnTo>
                  <a:lnTo>
                    <a:pt x="3796097" y="9377858"/>
                  </a:lnTo>
                  <a:lnTo>
                    <a:pt x="3796016" y="9411873"/>
                  </a:lnTo>
                  <a:lnTo>
                    <a:pt x="3792020" y="9496245"/>
                  </a:lnTo>
                  <a:lnTo>
                    <a:pt x="3785943" y="9544976"/>
                  </a:lnTo>
                  <a:lnTo>
                    <a:pt x="3777121" y="9591995"/>
                  </a:lnTo>
                  <a:lnTo>
                    <a:pt x="3765639" y="9637241"/>
                  </a:lnTo>
                  <a:lnTo>
                    <a:pt x="3751583" y="9680652"/>
                  </a:lnTo>
                  <a:lnTo>
                    <a:pt x="3735038" y="9722168"/>
                  </a:lnTo>
                  <a:lnTo>
                    <a:pt x="3716089" y="9761726"/>
                  </a:lnTo>
                  <a:lnTo>
                    <a:pt x="3694821" y="9799267"/>
                  </a:lnTo>
                  <a:lnTo>
                    <a:pt x="3671320" y="9834728"/>
                  </a:lnTo>
                  <a:lnTo>
                    <a:pt x="3645670" y="9868050"/>
                  </a:lnTo>
                  <a:lnTo>
                    <a:pt x="3617957" y="9899170"/>
                  </a:lnTo>
                  <a:lnTo>
                    <a:pt x="3588265" y="9928027"/>
                  </a:lnTo>
                  <a:lnTo>
                    <a:pt x="3556681" y="9954561"/>
                  </a:lnTo>
                  <a:lnTo>
                    <a:pt x="3523289" y="9978710"/>
                  </a:lnTo>
                  <a:lnTo>
                    <a:pt x="3488174" y="10000412"/>
                  </a:lnTo>
                  <a:lnTo>
                    <a:pt x="3451421" y="10019608"/>
                  </a:lnTo>
                  <a:lnTo>
                    <a:pt x="3413117" y="10036236"/>
                  </a:lnTo>
                  <a:lnTo>
                    <a:pt x="3373345" y="10050234"/>
                  </a:lnTo>
                  <a:lnTo>
                    <a:pt x="3332191" y="10061541"/>
                  </a:lnTo>
                  <a:lnTo>
                    <a:pt x="3289741" y="10070097"/>
                  </a:lnTo>
                  <a:lnTo>
                    <a:pt x="3246079" y="10075840"/>
                  </a:lnTo>
                  <a:lnTo>
                    <a:pt x="3201290" y="10078708"/>
                  </a:lnTo>
                  <a:lnTo>
                    <a:pt x="3155460" y="10078642"/>
                  </a:lnTo>
                  <a:lnTo>
                    <a:pt x="3108674" y="10075580"/>
                  </a:lnTo>
                  <a:lnTo>
                    <a:pt x="3061016" y="10069459"/>
                  </a:lnTo>
                  <a:lnTo>
                    <a:pt x="3012573" y="10060221"/>
                  </a:lnTo>
                  <a:lnTo>
                    <a:pt x="2963430" y="10047802"/>
                  </a:lnTo>
                  <a:lnTo>
                    <a:pt x="2918839" y="10033542"/>
                  </a:lnTo>
                  <a:lnTo>
                    <a:pt x="2875549" y="10016648"/>
                  </a:lnTo>
                  <a:lnTo>
                    <a:pt x="2833356" y="9997412"/>
                  </a:lnTo>
                  <a:lnTo>
                    <a:pt x="2792057" y="9976124"/>
                  </a:lnTo>
                  <a:lnTo>
                    <a:pt x="2751447" y="9953072"/>
                  </a:lnTo>
                  <a:lnTo>
                    <a:pt x="2707788" y="9927277"/>
                  </a:lnTo>
                  <a:lnTo>
                    <a:pt x="2664129" y="9901482"/>
                  </a:lnTo>
                  <a:lnTo>
                    <a:pt x="2620471" y="9875686"/>
                  </a:lnTo>
                  <a:lnTo>
                    <a:pt x="2576813" y="9849890"/>
                  </a:lnTo>
                  <a:lnTo>
                    <a:pt x="2533155" y="9824093"/>
                  </a:lnTo>
                  <a:lnTo>
                    <a:pt x="2489497" y="9798297"/>
                  </a:lnTo>
                  <a:lnTo>
                    <a:pt x="2445839" y="9772500"/>
                  </a:lnTo>
                  <a:lnTo>
                    <a:pt x="2402181" y="9746703"/>
                  </a:lnTo>
                  <a:lnTo>
                    <a:pt x="2358523" y="9720906"/>
                  </a:lnTo>
                  <a:lnTo>
                    <a:pt x="2314865" y="9695109"/>
                  </a:lnTo>
                  <a:lnTo>
                    <a:pt x="2271207" y="9669312"/>
                  </a:lnTo>
                  <a:lnTo>
                    <a:pt x="2227549" y="9643516"/>
                  </a:lnTo>
                  <a:lnTo>
                    <a:pt x="2183891" y="9617719"/>
                  </a:lnTo>
                  <a:lnTo>
                    <a:pt x="2140233" y="9591922"/>
                  </a:lnTo>
                  <a:lnTo>
                    <a:pt x="2096575" y="9566126"/>
                  </a:lnTo>
                  <a:lnTo>
                    <a:pt x="2052917" y="9540330"/>
                  </a:lnTo>
                  <a:lnTo>
                    <a:pt x="2009258" y="9514534"/>
                  </a:lnTo>
                  <a:lnTo>
                    <a:pt x="1965599" y="9488738"/>
                  </a:lnTo>
                  <a:lnTo>
                    <a:pt x="1921941" y="9462943"/>
                  </a:lnTo>
                  <a:lnTo>
                    <a:pt x="1878281" y="9437148"/>
                  </a:lnTo>
                  <a:lnTo>
                    <a:pt x="1834622" y="9411353"/>
                  </a:lnTo>
                  <a:lnTo>
                    <a:pt x="1790962" y="9385559"/>
                  </a:lnTo>
                  <a:lnTo>
                    <a:pt x="1747302" y="9359765"/>
                  </a:lnTo>
                  <a:lnTo>
                    <a:pt x="1703642" y="9333972"/>
                  </a:lnTo>
                  <a:lnTo>
                    <a:pt x="1659982" y="9308180"/>
                  </a:lnTo>
                  <a:lnTo>
                    <a:pt x="1616321" y="9282388"/>
                  </a:lnTo>
                  <a:lnTo>
                    <a:pt x="1572659" y="9256597"/>
                  </a:lnTo>
                  <a:lnTo>
                    <a:pt x="1528997" y="9230806"/>
                  </a:lnTo>
                  <a:lnTo>
                    <a:pt x="1485335" y="9205016"/>
                  </a:lnTo>
                  <a:lnTo>
                    <a:pt x="1441673" y="9179227"/>
                  </a:lnTo>
                  <a:lnTo>
                    <a:pt x="1398009" y="9153439"/>
                  </a:lnTo>
                  <a:lnTo>
                    <a:pt x="1354346" y="9127652"/>
                  </a:lnTo>
                  <a:lnTo>
                    <a:pt x="1310682" y="9101865"/>
                  </a:lnTo>
                  <a:lnTo>
                    <a:pt x="1267017" y="9076080"/>
                  </a:lnTo>
                  <a:lnTo>
                    <a:pt x="1223351" y="9050295"/>
                  </a:lnTo>
                  <a:lnTo>
                    <a:pt x="1179686" y="9024512"/>
                  </a:lnTo>
                  <a:lnTo>
                    <a:pt x="1136019" y="8998729"/>
                  </a:lnTo>
                  <a:lnTo>
                    <a:pt x="1092352" y="8972948"/>
                  </a:lnTo>
                  <a:lnTo>
                    <a:pt x="1048684" y="8947167"/>
                  </a:lnTo>
                  <a:lnTo>
                    <a:pt x="1005016" y="8921388"/>
                  </a:lnTo>
                  <a:lnTo>
                    <a:pt x="961346" y="8895610"/>
                  </a:lnTo>
                  <a:lnTo>
                    <a:pt x="917676" y="8869834"/>
                  </a:lnTo>
                  <a:lnTo>
                    <a:pt x="874006" y="8844059"/>
                  </a:lnTo>
                  <a:lnTo>
                    <a:pt x="830334" y="8818285"/>
                  </a:lnTo>
                  <a:lnTo>
                    <a:pt x="786662" y="8792512"/>
                  </a:lnTo>
                  <a:lnTo>
                    <a:pt x="742989" y="8766741"/>
                  </a:lnTo>
                  <a:lnTo>
                    <a:pt x="699315" y="8740971"/>
                  </a:lnTo>
                  <a:lnTo>
                    <a:pt x="655640" y="8715203"/>
                  </a:lnTo>
                  <a:lnTo>
                    <a:pt x="611964" y="8689436"/>
                  </a:lnTo>
                  <a:lnTo>
                    <a:pt x="568288" y="8663671"/>
                  </a:lnTo>
                  <a:lnTo>
                    <a:pt x="524610" y="8637907"/>
                  </a:lnTo>
                  <a:lnTo>
                    <a:pt x="480931" y="8612145"/>
                  </a:lnTo>
                  <a:lnTo>
                    <a:pt x="437252" y="8586385"/>
                  </a:lnTo>
                  <a:lnTo>
                    <a:pt x="393571" y="8560627"/>
                  </a:lnTo>
                  <a:lnTo>
                    <a:pt x="349890" y="8534870"/>
                  </a:lnTo>
                  <a:lnTo>
                    <a:pt x="306207" y="8509115"/>
                  </a:lnTo>
                  <a:lnTo>
                    <a:pt x="262524" y="8483362"/>
                  </a:lnTo>
                  <a:lnTo>
                    <a:pt x="218839" y="8457611"/>
                  </a:lnTo>
                  <a:lnTo>
                    <a:pt x="175153" y="8431862"/>
                  </a:lnTo>
                  <a:lnTo>
                    <a:pt x="131466" y="8406115"/>
                  </a:lnTo>
                  <a:lnTo>
                    <a:pt x="87778" y="8380370"/>
                  </a:lnTo>
                  <a:lnTo>
                    <a:pt x="44088" y="8354627"/>
                  </a:lnTo>
                  <a:lnTo>
                    <a:pt x="398" y="8328886"/>
                  </a:lnTo>
                  <a:lnTo>
                    <a:pt x="0" y="8328651"/>
                  </a:lnTo>
                </a:path>
              </a:pathLst>
            </a:custGeom>
            <a:ln w="31412">
              <a:solidFill>
                <a:srgbClr val="6B8285"/>
              </a:solidFill>
            </a:ln>
          </p:spPr>
          <p:txBody>
            <a:bodyPr wrap="square" lIns="0" tIns="0" rIns="0" bIns="0" rtlCol="0"/>
            <a:lstStyle/>
            <a:p>
              <a:pPr defTabSz="554492"/>
              <a:endParaRPr sz="1092" kern="0">
                <a:solidFill>
                  <a:sysClr val="windowText" lastClr="000000"/>
                </a:solidFill>
              </a:endParaRPr>
            </a:p>
          </p:txBody>
        </p:sp>
      </p:grpSp>
      <p:pic>
        <p:nvPicPr>
          <p:cNvPr id="11" name="object 6">
            <a:extLst>
              <a:ext uri="{FF2B5EF4-FFF2-40B4-BE49-F238E27FC236}">
                <a16:creationId xmlns:a16="http://schemas.microsoft.com/office/drawing/2014/main" id="{9A177B5C-95B4-8156-319C-41808C27F487}"/>
              </a:ext>
            </a:extLst>
          </p:cNvPr>
          <p:cNvPicPr/>
          <p:nvPr/>
        </p:nvPicPr>
        <p:blipFill>
          <a:blip r:embed="rId2" cstate="print"/>
          <a:stretch>
            <a:fillRect/>
          </a:stretch>
        </p:blipFill>
        <p:spPr>
          <a:xfrm>
            <a:off x="10289897" y="154911"/>
            <a:ext cx="1633614" cy="944684"/>
          </a:xfrm>
          <a:prstGeom prst="rect">
            <a:avLst/>
          </a:prstGeom>
        </p:spPr>
      </p:pic>
      <p:sp>
        <p:nvSpPr>
          <p:cNvPr id="14" name="object 2">
            <a:extLst>
              <a:ext uri="{FF2B5EF4-FFF2-40B4-BE49-F238E27FC236}">
                <a16:creationId xmlns:a16="http://schemas.microsoft.com/office/drawing/2014/main" id="{FF9FA576-84E8-1281-BEEB-44DBBB39E881}"/>
              </a:ext>
            </a:extLst>
          </p:cNvPr>
          <p:cNvSpPr txBox="1">
            <a:spLocks noGrp="1"/>
          </p:cNvSpPr>
          <p:nvPr>
            <p:ph type="title"/>
          </p:nvPr>
        </p:nvSpPr>
        <p:spPr>
          <a:xfrm>
            <a:off x="4282847" y="2962086"/>
            <a:ext cx="3036374" cy="933828"/>
          </a:xfrm>
          <a:prstGeom prst="rect">
            <a:avLst/>
          </a:prstGeom>
        </p:spPr>
        <p:txBody>
          <a:bodyPr vert="horz" wrap="square" lIns="0" tIns="10397" rIns="0" bIns="0" rtlCol="0">
            <a:spAutoFit/>
          </a:bodyPr>
          <a:lstStyle/>
          <a:p>
            <a:pPr marL="7701" marR="3081" algn="r">
              <a:spcBef>
                <a:spcPts val="82"/>
              </a:spcBef>
            </a:pPr>
            <a:r>
              <a:rPr lang="ar-EG" sz="6000" b="1" spc="-655" dirty="0">
                <a:solidFill>
                  <a:srgbClr val="FFFFFF"/>
                </a:solidFill>
                <a:effectLst>
                  <a:outerShdw blurRad="38100" dist="38100" dir="2700000" algn="tl">
                    <a:srgbClr val="000000">
                      <a:alpha val="43137"/>
                    </a:srgbClr>
                  </a:outerShdw>
                </a:effectLst>
                <a:latin typeface="Neo Sans Arabic Bold" panose="020B0804030504040204" pitchFamily="34" charset="-78"/>
                <a:cs typeface="Neo Sans Arabic Bold" panose="020B0804030504040204" pitchFamily="34" charset="-78"/>
              </a:rPr>
              <a:t>شكراً  لكم</a:t>
            </a:r>
            <a:endParaRPr sz="6000" b="1" spc="-655" dirty="0">
              <a:solidFill>
                <a:srgbClr val="FFFFFF"/>
              </a:solidFill>
              <a:effectLst>
                <a:outerShdw blurRad="38100" dist="38100" dir="2700000" algn="tl">
                  <a:srgbClr val="000000">
                    <a:alpha val="43137"/>
                  </a:srgbClr>
                </a:outerShdw>
              </a:effectLst>
              <a:latin typeface="Neo Sans Arabic Bold" panose="020B0804030504040204" pitchFamily="34" charset="-78"/>
              <a:cs typeface="Neo Sans Arabic Bold" panose="020B0804030504040204" pitchFamily="34" charset="-78"/>
            </a:endParaRPr>
          </a:p>
        </p:txBody>
      </p:sp>
    </p:spTree>
  </p:cSld>
  <p:clrMapOvr>
    <a:masterClrMapping/>
  </p:clrMapOvr>
  <p:transition spd="slow">
    <p:push dir="u"/>
  </p:transition>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Neo Sans Arabic"/>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2917</TotalTime>
  <Words>1609</Words>
  <Application>Microsoft Office PowerPoint</Application>
  <PresentationFormat>Widescreen</PresentationFormat>
  <Paragraphs>324</Paragraphs>
  <Slides>59</Slides>
  <Notes>22</Notes>
  <HiddenSlides>0</HiddenSlides>
  <MMClips>10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59</vt:i4>
      </vt:variant>
    </vt:vector>
  </HeadingPairs>
  <TitlesOfParts>
    <vt:vector size="69" baseType="lpstr">
      <vt:lpstr>Aptos</vt:lpstr>
      <vt:lpstr>Arial</vt:lpstr>
      <vt:lpstr>Calibri</vt:lpstr>
      <vt:lpstr>Calibri Light</vt:lpstr>
      <vt:lpstr>Neo Sans Arabic</vt:lpstr>
      <vt:lpstr>Neo Sans Arabic Bold</vt:lpstr>
      <vt:lpstr>Neo Sans Arabic Medium</vt:lpstr>
      <vt:lpstr>1_Office Theme</vt:lpstr>
      <vt:lpstr>2_Office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جواز سفر  سفير العمل الخيري</vt:lpstr>
      <vt:lpstr>PowerPoint Presentation</vt:lpstr>
      <vt:lpstr>الانطباع العام الذي يتشكل عن الأفراد أو المؤسسات بناءً على تواجدهم وسلوكهم في الفضاء الرقمي.</vt:lpstr>
      <vt:lpstr>PowerPoint Presentation</vt:lpstr>
      <vt:lpstr>PowerPoint Presentation</vt:lpstr>
      <vt:lpstr>PowerPoint Presentation</vt:lpstr>
      <vt:lpstr>PowerPoint Presentation</vt:lpstr>
      <vt:lpstr>PowerPoint Presentation</vt:lpstr>
      <vt:lpstr>PowerPoint Presentation</vt:lpstr>
      <vt:lpstr>خاتمة المحور الأول</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أمثلة على حملات ناجحة في مكافحة المعلومات المضللة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شكراً  لكم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365</dc:creator>
  <cp:lastModifiedBy>Microsoft 365</cp:lastModifiedBy>
  <cp:revision>53</cp:revision>
  <dcterms:created xsi:type="dcterms:W3CDTF">2025-04-11T18:42:09Z</dcterms:created>
  <dcterms:modified xsi:type="dcterms:W3CDTF">2025-04-29T09:46:50Z</dcterms:modified>
</cp:coreProperties>
</file>